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Benchmark UX/UI – Plataformas GPS y Gestión de Flotillas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Análisis comparativo y propuestas de mejora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Comparativa UX/UI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2743200" cy="2743200"/>
          </a:xfrm>
          <a:prstGeom prst="rect">
            <a:avLst/>
          </a:prstGeom>
          <a:solidFill>
            <a:srgbClr val="0066CC"/>
          </a:solidFill>
        </p:spPr>
        <p:txBody>
          <a:bodyPr wrap="none">
            <a:spAutoFit/>
          </a:bodyPr>
          <a:lstStyle/>
          <a:p/>
          <a:p>
            <a:pPr>
              <a:defRPr sz="1800" b="1">
                <a:solidFill>
                  <a:srgbClr val="FFFFFF"/>
                </a:solidFill>
              </a:defRPr>
            </a:pPr>
            <a:r>
              <a:t>🚗 Webfleet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• Mapa limpio, filtros inteligentes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• Dashboard con hasta 27 KPIs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• UI minimalista y clara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• Debilidad: poca personalización visual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2743200" cy="2743200"/>
          </a:xfrm>
          <a:prstGeom prst="rect">
            <a:avLst/>
          </a:prstGeom>
          <a:solidFill>
            <a:srgbClr val="00994C"/>
          </a:solidFill>
        </p:spPr>
        <p:txBody>
          <a:bodyPr wrap="none">
            <a:spAutoFit/>
          </a:bodyPr>
          <a:lstStyle/>
          <a:p/>
          <a:p>
            <a:pPr>
              <a:defRPr sz="1800" b="1">
                <a:solidFill>
                  <a:srgbClr val="FFFFFF"/>
                </a:solidFill>
              </a:defRPr>
            </a:pPr>
            <a:r>
              <a:t>🚚 Samsara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• Actualización cada segundo, alertas automáticas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• Drag-and-drop en reportes, scorecards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• Personalización por rol, IA y mejoras OTA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• Debilidad: exceso de datos puede abrumar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4572000"/>
            <a:ext cx="2743200" cy="2743200"/>
          </a:xfrm>
          <a:prstGeom prst="rect">
            <a:avLst/>
          </a:prstGeom>
          <a:solidFill>
            <a:srgbClr val="CC6600"/>
          </a:solidFill>
        </p:spPr>
        <p:txBody>
          <a:bodyPr wrap="none">
            <a:spAutoFit/>
          </a:bodyPr>
          <a:lstStyle/>
          <a:p/>
          <a:p>
            <a:pPr>
              <a:defRPr sz="1800" b="1">
                <a:solidFill>
                  <a:srgbClr val="FFFFFF"/>
                </a:solidFill>
              </a:defRPr>
            </a:pPr>
            <a:r>
              <a:t>🛻 Geotab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• Seguimiento granular en tiempo real (ProPlus)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• Reportes robustos con addons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• Alta integración vía marketplace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• Debilidad: UI lenta, curva de aprendizaje alta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