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366" r:id="rId6"/>
    <p:sldId id="319" r:id="rId7"/>
    <p:sldId id="364" r:id="rId8"/>
    <p:sldId id="365" r:id="rId9"/>
    <p:sldId id="367" r:id="rId10"/>
    <p:sldId id="363" r:id="rId11"/>
    <p:sldId id="362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01A43"/>
    <a:srgbClr val="FE6902"/>
    <a:srgbClr val="2E75B6"/>
    <a:srgbClr val="C00000"/>
    <a:srgbClr val="595959"/>
    <a:srgbClr val="78BE20"/>
    <a:srgbClr val="0174D0"/>
    <a:srgbClr val="6BA3BA"/>
    <a:srgbClr val="803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7" autoAdjust="0"/>
    <p:restoredTop sz="96267" autoAdjust="0"/>
  </p:normalViewPr>
  <p:slideViewPr>
    <p:cSldViewPr snapToGrid="0" showGuides="1">
      <p:cViewPr varScale="1">
        <p:scale>
          <a:sx n="120" d="100"/>
          <a:sy n="120" d="100"/>
        </p:scale>
        <p:origin x="298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53C98-2FEB-4CA6-910E-B78920827338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F09C6-B323-403F-8C07-4760B8FCAC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9966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BB883-BA9E-AD5E-D8B5-C1FCE9C6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01096-5082-3AC4-CB35-0D91309D9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DFBAE-AAB5-35EA-F1E0-F05EFD50D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FD952-017F-F12D-8EB3-F0CABCC75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F09C6-B323-403F-8C07-4760B8FCAC52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64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8528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761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816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3380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97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345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  <p:pic>
        <p:nvPicPr>
          <p:cNvPr id="5" name="Imagen 3">
            <a:extLst>
              <a:ext uri="{FF2B5EF4-FFF2-40B4-BE49-F238E27FC236}">
                <a16:creationId xmlns:a16="http://schemas.microsoft.com/office/drawing/2014/main" id="{C8492196-48CA-F183-EB97-CE156E99C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8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005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844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855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94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AE360-AB86-4195-A99A-A5E72C5DE811}" type="datetimeFigureOut">
              <a:rPr lang="es-MX" smtClean="0"/>
              <a:t>09/04/2026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19359-82C5-4114-8508-FA5E5839C9B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352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5.svg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d-dot.org/de/project/sap-fiori-embedded-analytics-integrated-business-intelligence-26201" TargetMode="External"/><Relationship Id="rId3" Type="http://schemas.openxmlformats.org/officeDocument/2006/relationships/tags" Target="../tags/tag9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hyperlink" Target="https://drive.google.com/file/d/1JV1LDD72PmuWprW2FrTKctjC_rMUEwbi/view?pli=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ap.com/design-system/fiori-design-web/v1-145/discover/sap-design-system/sap-fiori" TargetMode="External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ap.com/design-system/fiori-design-web/v1-145/discover/sap-design-system/sap-fiori" TargetMode="External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960" y="2743200"/>
            <a:ext cx="3405831" cy="53988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289960" y="3501957"/>
            <a:ext cx="861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Titillium Web" panose="00000500000000000000" pitchFamily="2" charset="0"/>
              </a:rPr>
              <a:t>UX / UI </a:t>
            </a:r>
            <a:endParaRPr lang="es-MX" sz="1600" b="1" noProof="0" dirty="0">
              <a:solidFill>
                <a:schemeClr val="bg1"/>
              </a:solidFill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078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9085-EA12-EDDE-ADA0-B7D93A4F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82AD667C-A3E2-8857-1F93-1F47585B7E1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5370" y="20476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chemeClr val="accent4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11" name="OTLSHAPE_TB_00000000000000000000000000000000_RightEndCaps" hidden="1">
            <a:extLst>
              <a:ext uri="{FF2B5EF4-FFF2-40B4-BE49-F238E27FC236}">
                <a16:creationId xmlns:a16="http://schemas.microsoft.com/office/drawing/2014/main" id="{A1F8B77F-4A82-80B3-1368-D9A74DABDB0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246987" y="12699"/>
            <a:ext cx="520700" cy="3556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rgbClr val="001A43"/>
                </a:solidFill>
                <a:latin typeface="Titillium Web" panose="00000500000000000000" pitchFamily="2" charset="0"/>
              </a:rPr>
              <a:t>2026</a:t>
            </a:r>
          </a:p>
        </p:txBody>
      </p:sp>
      <p:sp>
        <p:nvSpPr>
          <p:cNvPr id="13" name="OTLSHAPE_TB_00000000000000000000000000000000_ElapsedTime" hidden="1">
            <a:extLst>
              <a:ext uri="{FF2B5EF4-FFF2-40B4-BE49-F238E27FC236}">
                <a16:creationId xmlns:a16="http://schemas.microsoft.com/office/drawing/2014/main" id="{AB415DFF-B543-F280-7642-204261B8044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92200" y="1714500"/>
            <a:ext cx="0" cy="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TLSHAPE_TB_00000000000000000000000000000000_TodayMarkerShape" hidden="1">
            <a:extLst>
              <a:ext uri="{FF2B5EF4-FFF2-40B4-BE49-F238E27FC236}">
                <a16:creationId xmlns:a16="http://schemas.microsoft.com/office/drawing/2014/main" id="{157128E0-D273-EBC3-F9EB-0E8C2F5C250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651431" y="1968500"/>
            <a:ext cx="76200" cy="84667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TLSHAPE_TB_00000000000000000000000000000000_TodayMarkerText" hidden="1">
            <a:extLst>
              <a:ext uri="{FF2B5EF4-FFF2-40B4-BE49-F238E27FC236}">
                <a16:creationId xmlns:a16="http://schemas.microsoft.com/office/drawing/2014/main" id="{7E21580F-CE0B-7A8C-41C4-9FFB59CDC09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-184469" y="58866"/>
            <a:ext cx="39434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>
                <a:solidFill>
                  <a:schemeClr val="lt1"/>
                </a:solidFill>
                <a:latin typeface="Titillium Web" panose="00000500000000000000" pitchFamily="2" charset="0"/>
              </a:rPr>
              <a:t>Today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90DED9-8EAC-6308-CF78-3310A02206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4483" y="2202073"/>
            <a:ext cx="2903472" cy="24538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FF42F1-B7F2-4E4D-172D-C6C9D09643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3085" y="2163970"/>
            <a:ext cx="2834886" cy="25300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Graphic 7" descr="Map with pin with solid fill">
            <a:extLst>
              <a:ext uri="{FF2B5EF4-FFF2-40B4-BE49-F238E27FC236}">
                <a16:creationId xmlns:a16="http://schemas.microsoft.com/office/drawing/2014/main" id="{848CF57B-9035-FB74-5590-6FD63A409D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1538" y="297179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046B37-6908-B22B-4945-63090007FD52}"/>
              </a:ext>
            </a:extLst>
          </p:cNvPr>
          <p:cNvSpPr txBox="1"/>
          <p:nvPr/>
        </p:nvSpPr>
        <p:spPr>
          <a:xfrm>
            <a:off x="1134028" y="3829049"/>
            <a:ext cx="1069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100" dirty="0">
                <a:solidFill>
                  <a:srgbClr val="FFFF00"/>
                </a:solidFill>
                <a:latin typeface="Titillium Web" panose="00000500000000000000" pitchFamily="2" charset="0"/>
              </a:rPr>
              <a:t>09-abril-2026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439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97F08-B295-BF11-5FDB-A349DA4B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BCB9F305-5BF8-67BF-147C-B1E7AF72374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5370" y="20476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chemeClr val="accent4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11" name="OTLSHAPE_TB_00000000000000000000000000000000_RightEndCaps" hidden="1">
            <a:extLst>
              <a:ext uri="{FF2B5EF4-FFF2-40B4-BE49-F238E27FC236}">
                <a16:creationId xmlns:a16="http://schemas.microsoft.com/office/drawing/2014/main" id="{15148B91-9802-388A-23B0-505E05E32C9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246987" y="12699"/>
            <a:ext cx="520700" cy="3556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rgbClr val="001A43"/>
                </a:solidFill>
                <a:latin typeface="Titillium Web" panose="00000500000000000000" pitchFamily="2" charset="0"/>
              </a:rPr>
              <a:t>2026</a:t>
            </a:r>
          </a:p>
        </p:txBody>
      </p:sp>
      <p:sp>
        <p:nvSpPr>
          <p:cNvPr id="13" name="OTLSHAPE_TB_00000000000000000000000000000000_ElapsedTime" hidden="1">
            <a:extLst>
              <a:ext uri="{FF2B5EF4-FFF2-40B4-BE49-F238E27FC236}">
                <a16:creationId xmlns:a16="http://schemas.microsoft.com/office/drawing/2014/main" id="{D89F9458-802B-21C1-B63E-F7A445FF78F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92200" y="1714500"/>
            <a:ext cx="0" cy="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TLSHAPE_TB_00000000000000000000000000000000_TodayMarkerShape" hidden="1">
            <a:extLst>
              <a:ext uri="{FF2B5EF4-FFF2-40B4-BE49-F238E27FC236}">
                <a16:creationId xmlns:a16="http://schemas.microsoft.com/office/drawing/2014/main" id="{D6F3A26C-5B11-0ACD-6B9E-0C21491035B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651431" y="1968500"/>
            <a:ext cx="76200" cy="84667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TLSHAPE_TB_00000000000000000000000000000000_TodayMarkerText" hidden="1">
            <a:extLst>
              <a:ext uri="{FF2B5EF4-FFF2-40B4-BE49-F238E27FC236}">
                <a16:creationId xmlns:a16="http://schemas.microsoft.com/office/drawing/2014/main" id="{633D4F2D-F619-B413-3CC0-65E080365A6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-184469" y="58866"/>
            <a:ext cx="39434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>
                <a:solidFill>
                  <a:schemeClr val="lt1"/>
                </a:solidFill>
                <a:latin typeface="Titillium Web" panose="00000500000000000000" pitchFamily="2" charset="0"/>
              </a:rPr>
              <a:t>Today</a:t>
            </a:r>
          </a:p>
        </p:txBody>
      </p:sp>
      <p:sp>
        <p:nvSpPr>
          <p:cNvPr id="21" name="CuadroTexto 7">
            <a:extLst>
              <a:ext uri="{FF2B5EF4-FFF2-40B4-BE49-F238E27FC236}">
                <a16:creationId xmlns:a16="http://schemas.microsoft.com/office/drawing/2014/main" id="{3E455382-557C-AC8F-F853-314275EEAFE2}"/>
              </a:ext>
            </a:extLst>
          </p:cNvPr>
          <p:cNvSpPr txBox="1"/>
          <p:nvPr/>
        </p:nvSpPr>
        <p:spPr>
          <a:xfrm>
            <a:off x="885625" y="660200"/>
            <a:ext cx="10873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b="1" noProof="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Objetivo</a:t>
            </a:r>
            <a:endParaRPr lang="es-MX" sz="1600" b="1" noProof="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A0BD28-18B8-8131-1D61-EE6EF91BBE1F}"/>
              </a:ext>
            </a:extLst>
          </p:cNvPr>
          <p:cNvSpPr txBox="1"/>
          <p:nvPr/>
        </p:nvSpPr>
        <p:spPr>
          <a:xfrm>
            <a:off x="1568450" y="1898988"/>
            <a:ext cx="669925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Rediseñar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Smartflow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:</a:t>
            </a:r>
          </a:p>
          <a:p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  <a:p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Énfasis en procesos (mineros) y no solo en tareas.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Smartflow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adopta el concepto de Industrial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IoT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Smartflow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ofrecerá no solo vistas 3D, sino Gemelos digitales, que permitirán una vista dinámica de los procesos y aplicación de escenarios “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what-if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”.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  <a:hlinkClick r:id="rId8"/>
              </a:rPr>
              <a:t>Analítica dinámica 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incorporada en todas las interfaces (Alertas proactivas, tendencias (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forcasting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),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heatmaps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, etc.).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Énfasis en funcionalidad derivada de IA, tal como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Predictivilidad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(mantenimiento predictivo, análisis de variabilidad, etc.),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Vision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asistida por IA (Conteo de barreros), etc.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Integración o compatibilidad explicita con productos de terceros: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Autocad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, SAP, etc.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En su diseño, desarrollo, prueba y despliegue, se hará 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  <a:hlinkClick r:id="rId9"/>
              </a:rPr>
              <a:t>uso intensivo de la IA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, como acelerador y amplificador de capacidades.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246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5FCD-522D-A1AD-3F02-A26C6034F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706102B7-A9DE-3A98-124B-60EF1280734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5370" y="20476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chemeClr val="accent4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11" name="OTLSHAPE_TB_00000000000000000000000000000000_RightEndCaps" hidden="1">
            <a:extLst>
              <a:ext uri="{FF2B5EF4-FFF2-40B4-BE49-F238E27FC236}">
                <a16:creationId xmlns:a16="http://schemas.microsoft.com/office/drawing/2014/main" id="{7F63AC2C-2F5A-3803-6180-84FB98ADA8D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246987" y="12699"/>
            <a:ext cx="520700" cy="3556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rgbClr val="001A43"/>
                </a:solidFill>
                <a:latin typeface="Titillium Web" panose="00000500000000000000" pitchFamily="2" charset="0"/>
              </a:rPr>
              <a:t>2026</a:t>
            </a:r>
          </a:p>
        </p:txBody>
      </p:sp>
      <p:sp>
        <p:nvSpPr>
          <p:cNvPr id="13" name="OTLSHAPE_TB_00000000000000000000000000000000_ElapsedTime" hidden="1">
            <a:extLst>
              <a:ext uri="{FF2B5EF4-FFF2-40B4-BE49-F238E27FC236}">
                <a16:creationId xmlns:a16="http://schemas.microsoft.com/office/drawing/2014/main" id="{C500E4A7-D843-0D93-FA1C-0765224A0B0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92200" y="1714500"/>
            <a:ext cx="0" cy="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TLSHAPE_TB_00000000000000000000000000000000_TodayMarkerShape" hidden="1">
            <a:extLst>
              <a:ext uri="{FF2B5EF4-FFF2-40B4-BE49-F238E27FC236}">
                <a16:creationId xmlns:a16="http://schemas.microsoft.com/office/drawing/2014/main" id="{64DF3644-692A-27BD-AE93-2F40008B7AF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651431" y="1968500"/>
            <a:ext cx="76200" cy="84667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TLSHAPE_TB_00000000000000000000000000000000_TodayMarkerText" hidden="1">
            <a:extLst>
              <a:ext uri="{FF2B5EF4-FFF2-40B4-BE49-F238E27FC236}">
                <a16:creationId xmlns:a16="http://schemas.microsoft.com/office/drawing/2014/main" id="{5FD0B214-3419-3A34-9465-2BF9195C56B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-184469" y="58866"/>
            <a:ext cx="39434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>
                <a:solidFill>
                  <a:schemeClr val="lt1"/>
                </a:solidFill>
                <a:latin typeface="Titillium Web" panose="00000500000000000000" pitchFamily="2" charset="0"/>
              </a:rPr>
              <a:t>Today</a:t>
            </a:r>
          </a:p>
        </p:txBody>
      </p:sp>
      <p:sp>
        <p:nvSpPr>
          <p:cNvPr id="21" name="CuadroTexto 7">
            <a:extLst>
              <a:ext uri="{FF2B5EF4-FFF2-40B4-BE49-F238E27FC236}">
                <a16:creationId xmlns:a16="http://schemas.microsoft.com/office/drawing/2014/main" id="{88017A87-8151-B6F4-88A7-EE17F34B5189}"/>
              </a:ext>
            </a:extLst>
          </p:cNvPr>
          <p:cNvSpPr txBox="1"/>
          <p:nvPr/>
        </p:nvSpPr>
        <p:spPr>
          <a:xfrm>
            <a:off x="885625" y="660200"/>
            <a:ext cx="10873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b="1" noProof="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Proceso</a:t>
            </a:r>
            <a:endParaRPr lang="es-MX" sz="1600" b="1" noProof="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C506BF-2B84-903F-C246-BCA606DD0E87}"/>
              </a:ext>
            </a:extLst>
          </p:cNvPr>
          <p:cNvSpPr txBox="1"/>
          <p:nvPr/>
        </p:nvSpPr>
        <p:spPr>
          <a:xfrm>
            <a:off x="1568450" y="1898988"/>
            <a:ext cx="669925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El rediseño de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Smartflow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considerará: </a:t>
            </a:r>
          </a:p>
          <a:p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  <a:p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Heredar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Funcionalidades de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Smartflow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4 y anteriores.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Deprecar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Funcionalidad de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Smartflow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4 y anteriores.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Incorporar nuevas funcionalidades en proceso de definición,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Incorporar características selectas identificadas en soluciones de la competencia.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Se integrará un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roadmap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del producto y la opción del “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user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voice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794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803D3-9FDE-67C5-BE32-E4C2F194D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4F48725E-1768-1B5B-7C11-303716B7B59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5370" y="20476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chemeClr val="accent4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11" name="OTLSHAPE_TB_00000000000000000000000000000000_RightEndCaps" hidden="1">
            <a:extLst>
              <a:ext uri="{FF2B5EF4-FFF2-40B4-BE49-F238E27FC236}">
                <a16:creationId xmlns:a16="http://schemas.microsoft.com/office/drawing/2014/main" id="{69AA8076-23CF-02F2-256B-5118D6A592A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246987" y="12699"/>
            <a:ext cx="520700" cy="3556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rgbClr val="001A43"/>
                </a:solidFill>
                <a:latin typeface="Titillium Web" panose="00000500000000000000" pitchFamily="2" charset="0"/>
              </a:rPr>
              <a:t>2026</a:t>
            </a:r>
          </a:p>
        </p:txBody>
      </p:sp>
      <p:sp>
        <p:nvSpPr>
          <p:cNvPr id="13" name="OTLSHAPE_TB_00000000000000000000000000000000_ElapsedTime" hidden="1">
            <a:extLst>
              <a:ext uri="{FF2B5EF4-FFF2-40B4-BE49-F238E27FC236}">
                <a16:creationId xmlns:a16="http://schemas.microsoft.com/office/drawing/2014/main" id="{02673D60-A2C4-2320-1681-C4E4EA49E93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92200" y="1714500"/>
            <a:ext cx="0" cy="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TLSHAPE_TB_00000000000000000000000000000000_TodayMarkerShape" hidden="1">
            <a:extLst>
              <a:ext uri="{FF2B5EF4-FFF2-40B4-BE49-F238E27FC236}">
                <a16:creationId xmlns:a16="http://schemas.microsoft.com/office/drawing/2014/main" id="{789E5EE6-8681-6547-49BD-CAF01673494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651431" y="1968500"/>
            <a:ext cx="76200" cy="84667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TLSHAPE_TB_00000000000000000000000000000000_TodayMarkerText" hidden="1">
            <a:extLst>
              <a:ext uri="{FF2B5EF4-FFF2-40B4-BE49-F238E27FC236}">
                <a16:creationId xmlns:a16="http://schemas.microsoft.com/office/drawing/2014/main" id="{F783C54C-C421-8A99-6B3A-8307E145D89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-184469" y="58866"/>
            <a:ext cx="39434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>
                <a:solidFill>
                  <a:schemeClr val="lt1"/>
                </a:solidFill>
                <a:latin typeface="Titillium Web" panose="00000500000000000000" pitchFamily="2" charset="0"/>
              </a:rPr>
              <a:t>Today</a:t>
            </a:r>
          </a:p>
        </p:txBody>
      </p:sp>
      <p:sp>
        <p:nvSpPr>
          <p:cNvPr id="21" name="CuadroTexto 7">
            <a:extLst>
              <a:ext uri="{FF2B5EF4-FFF2-40B4-BE49-F238E27FC236}">
                <a16:creationId xmlns:a16="http://schemas.microsoft.com/office/drawing/2014/main" id="{0F0B2BD6-B39B-F497-6869-8BD785D925DC}"/>
              </a:ext>
            </a:extLst>
          </p:cNvPr>
          <p:cNvSpPr txBox="1"/>
          <p:nvPr/>
        </p:nvSpPr>
        <p:spPr>
          <a:xfrm>
            <a:off x="885625" y="660200"/>
            <a:ext cx="10873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b="1" noProof="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UX/UI</a:t>
            </a:r>
            <a:endParaRPr lang="es-MX" sz="1600" b="1" noProof="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90F7BF-295B-1324-0617-368ABD20DEBC}"/>
              </a:ext>
            </a:extLst>
          </p:cNvPr>
          <p:cNvSpPr txBox="1"/>
          <p:nvPr/>
        </p:nvSpPr>
        <p:spPr>
          <a:xfrm>
            <a:off x="1568450" y="1898988"/>
            <a:ext cx="669925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El rediseño de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Smartflow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considerará: </a:t>
            </a:r>
          </a:p>
          <a:p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  <a:p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Modernizar la interfaz, usabilidad y flujo de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Para el proceso de herencia y deprecación de funcionalidades, se requiere contar: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Con la interfaz de usuario en producción (en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Figma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?).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Iniciar el proceso de diseño de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wireframes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, prototipo navegable, 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  <a:hlinkClick r:id="rId8"/>
              </a:rPr>
              <a:t>Design system 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y requerimientos de datos por flujo.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2149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FB139-AF51-4A5B-FFE5-2F5F28D3B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DB613A68-7E89-20DD-ACC9-BC13052429F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5370" y="20476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chemeClr val="accent4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11" name="OTLSHAPE_TB_00000000000000000000000000000000_RightEndCaps" hidden="1">
            <a:extLst>
              <a:ext uri="{FF2B5EF4-FFF2-40B4-BE49-F238E27FC236}">
                <a16:creationId xmlns:a16="http://schemas.microsoft.com/office/drawing/2014/main" id="{1FCABF1C-8080-E072-E552-2EC52F212A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246987" y="12699"/>
            <a:ext cx="520700" cy="3556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rgbClr val="001A43"/>
                </a:solidFill>
                <a:latin typeface="Titillium Web" panose="00000500000000000000" pitchFamily="2" charset="0"/>
              </a:rPr>
              <a:t>2026</a:t>
            </a:r>
          </a:p>
        </p:txBody>
      </p:sp>
      <p:sp>
        <p:nvSpPr>
          <p:cNvPr id="13" name="OTLSHAPE_TB_00000000000000000000000000000000_ElapsedTime" hidden="1">
            <a:extLst>
              <a:ext uri="{FF2B5EF4-FFF2-40B4-BE49-F238E27FC236}">
                <a16:creationId xmlns:a16="http://schemas.microsoft.com/office/drawing/2014/main" id="{8B7D9BDC-F7CB-C44F-E055-0F304FB587F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92200" y="1714500"/>
            <a:ext cx="0" cy="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TLSHAPE_TB_00000000000000000000000000000000_TodayMarkerShape" hidden="1">
            <a:extLst>
              <a:ext uri="{FF2B5EF4-FFF2-40B4-BE49-F238E27FC236}">
                <a16:creationId xmlns:a16="http://schemas.microsoft.com/office/drawing/2014/main" id="{8670D6CA-738F-0DA1-2211-0D9DF1B6247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651431" y="1968500"/>
            <a:ext cx="76200" cy="84667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TLSHAPE_TB_00000000000000000000000000000000_TodayMarkerText" hidden="1">
            <a:extLst>
              <a:ext uri="{FF2B5EF4-FFF2-40B4-BE49-F238E27FC236}">
                <a16:creationId xmlns:a16="http://schemas.microsoft.com/office/drawing/2014/main" id="{27B3DBE1-B3DC-0A35-C948-25ADD46DC99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-184469" y="58866"/>
            <a:ext cx="39434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>
                <a:solidFill>
                  <a:schemeClr val="lt1"/>
                </a:solidFill>
                <a:latin typeface="Titillium Web" panose="00000500000000000000" pitchFamily="2" charset="0"/>
              </a:rPr>
              <a:t>Today</a:t>
            </a:r>
          </a:p>
        </p:txBody>
      </p:sp>
      <p:sp>
        <p:nvSpPr>
          <p:cNvPr id="21" name="CuadroTexto 7">
            <a:extLst>
              <a:ext uri="{FF2B5EF4-FFF2-40B4-BE49-F238E27FC236}">
                <a16:creationId xmlns:a16="http://schemas.microsoft.com/office/drawing/2014/main" id="{177068EE-B97E-5420-E98C-DE97865904B5}"/>
              </a:ext>
            </a:extLst>
          </p:cNvPr>
          <p:cNvSpPr txBox="1"/>
          <p:nvPr/>
        </p:nvSpPr>
        <p:spPr>
          <a:xfrm>
            <a:off x="885625" y="660200"/>
            <a:ext cx="10873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b="1" noProof="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UX/UI</a:t>
            </a:r>
            <a:endParaRPr lang="es-MX" sz="1600" b="1" noProof="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7C1CBF-9B8B-9BB3-C5DE-626DC595DF97}"/>
              </a:ext>
            </a:extLst>
          </p:cNvPr>
          <p:cNvSpPr txBox="1"/>
          <p:nvPr/>
        </p:nvSpPr>
        <p:spPr>
          <a:xfrm>
            <a:off x="1568450" y="1898988"/>
            <a:ext cx="669925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El rediseño de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Smartflow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 considerará: </a:t>
            </a:r>
          </a:p>
          <a:p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  <a:p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Modernizar la interfaz, usabilidad y flujo de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Para el proceso de herencia y deprecación de funcionalidades, se requiere contar: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Con la interfaz de usuario en producción (en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Figma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?).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Iniciar el proceso de diseño de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wireframes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, prototipo navegable, 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  <a:hlinkClick r:id="rId8"/>
              </a:rPr>
              <a:t>Design system 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  <a:latin typeface="Titillium Web" panose="00000500000000000000" pitchFamily="2" charset="0"/>
              </a:rPr>
              <a:t>y requerimientos de datos por flujo.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>
              <a:solidFill>
                <a:schemeClr val="bg1">
                  <a:lumMod val="85000"/>
                </a:schemeClr>
              </a:solidFill>
              <a:latin typeface="Titillium Web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9CE9CA-6F48-8D98-776B-BF0B19E0DC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6465" y="4289188"/>
            <a:ext cx="7081935" cy="23493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B5E4A-7954-493A-A149-94BC19FAFD0A}"/>
              </a:ext>
            </a:extLst>
          </p:cNvPr>
          <p:cNvSpPr txBox="1"/>
          <p:nvPr/>
        </p:nvSpPr>
        <p:spPr>
          <a:xfrm>
            <a:off x="9712878" y="2997199"/>
            <a:ext cx="10694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100" dirty="0">
                <a:solidFill>
                  <a:srgbClr val="FFFF00"/>
                </a:solidFill>
                <a:latin typeface="Titillium Web" panose="00000500000000000000" pitchFamily="2" charset="0"/>
              </a:rPr>
              <a:t>End of April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D29BC-57FA-1A05-8386-F1CBEC411F9D}"/>
              </a:ext>
            </a:extLst>
          </p:cNvPr>
          <p:cNvSpPr txBox="1"/>
          <p:nvPr/>
        </p:nvSpPr>
        <p:spPr>
          <a:xfrm>
            <a:off x="9712878" y="5347583"/>
            <a:ext cx="14106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100" dirty="0">
                <a:solidFill>
                  <a:srgbClr val="FFFF00"/>
                </a:solidFill>
                <a:latin typeface="Titillium Web" panose="00000500000000000000" pitchFamily="2" charset="0"/>
              </a:rPr>
              <a:t>May – June / 2026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0EE0BA80-5A83-A4AC-F900-6DB5634D9166}"/>
              </a:ext>
            </a:extLst>
          </p:cNvPr>
          <p:cNvSpPr/>
          <p:nvPr/>
        </p:nvSpPr>
        <p:spPr>
          <a:xfrm>
            <a:off x="9232900" y="2095500"/>
            <a:ext cx="155448" cy="1980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CF80C922-A4EF-FA56-B600-929AB5E073C3}"/>
              </a:ext>
            </a:extLst>
          </p:cNvPr>
          <p:cNvSpPr/>
          <p:nvPr/>
        </p:nvSpPr>
        <p:spPr>
          <a:xfrm>
            <a:off x="9232900" y="4311650"/>
            <a:ext cx="155448" cy="2268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1512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EB1E-9514-1263-6080-0D8B9A1E4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F07BB5E4-1425-51BA-1426-61A47DECE6F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5370" y="20476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chemeClr val="accent4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11" name="OTLSHAPE_TB_00000000000000000000000000000000_RightEndCaps" hidden="1">
            <a:extLst>
              <a:ext uri="{FF2B5EF4-FFF2-40B4-BE49-F238E27FC236}">
                <a16:creationId xmlns:a16="http://schemas.microsoft.com/office/drawing/2014/main" id="{833C5E79-3435-F23A-1C02-A97ADD2F013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246987" y="12699"/>
            <a:ext cx="520700" cy="3556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>
                <a:solidFill>
                  <a:srgbClr val="001A43"/>
                </a:solidFill>
                <a:latin typeface="Titillium Web" panose="00000500000000000000" pitchFamily="2" charset="0"/>
              </a:rPr>
              <a:t>2026</a:t>
            </a:r>
          </a:p>
        </p:txBody>
      </p:sp>
      <p:sp>
        <p:nvSpPr>
          <p:cNvPr id="13" name="OTLSHAPE_TB_00000000000000000000000000000000_ElapsedTime" hidden="1">
            <a:extLst>
              <a:ext uri="{FF2B5EF4-FFF2-40B4-BE49-F238E27FC236}">
                <a16:creationId xmlns:a16="http://schemas.microsoft.com/office/drawing/2014/main" id="{109638B0-2727-A934-C782-18398EF059B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92200" y="1714500"/>
            <a:ext cx="0" cy="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TLSHAPE_TB_00000000000000000000000000000000_TodayMarkerShape" hidden="1">
            <a:extLst>
              <a:ext uri="{FF2B5EF4-FFF2-40B4-BE49-F238E27FC236}">
                <a16:creationId xmlns:a16="http://schemas.microsoft.com/office/drawing/2014/main" id="{4E01B44D-26D0-FAEE-25E6-D2D36B40DBC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651431" y="1968500"/>
            <a:ext cx="76200" cy="84667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TLSHAPE_TB_00000000000000000000000000000000_TodayMarkerText" hidden="1">
            <a:extLst>
              <a:ext uri="{FF2B5EF4-FFF2-40B4-BE49-F238E27FC236}">
                <a16:creationId xmlns:a16="http://schemas.microsoft.com/office/drawing/2014/main" id="{892978C7-36F9-57C4-9E10-2297A481A90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-184469" y="58866"/>
            <a:ext cx="39434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>
                <a:solidFill>
                  <a:schemeClr val="lt1"/>
                </a:solidFill>
                <a:latin typeface="Titillium Web" panose="00000500000000000000" pitchFamily="2" charset="0"/>
              </a:rPr>
              <a:t>Today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3B4B4-0C32-0925-585C-59DF796226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70" y="0"/>
            <a:ext cx="9603459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641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E3EE9-BAD1-80E1-F878-05D40AB8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AF4539-1050-1000-1DE4-AF94EB875B7B}"/>
              </a:ext>
            </a:extLst>
          </p:cNvPr>
          <p:cNvSpPr/>
          <p:nvPr/>
        </p:nvSpPr>
        <p:spPr>
          <a:xfrm>
            <a:off x="79130" y="536331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Exploration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886FB9-C86C-7490-236D-01EA0D427B7F}"/>
              </a:ext>
            </a:extLst>
          </p:cNvPr>
          <p:cNvSpPr/>
          <p:nvPr/>
        </p:nvSpPr>
        <p:spPr>
          <a:xfrm>
            <a:off x="864039" y="536331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Resource Modeling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253BCE-5744-DD84-E287-C719EF56A911}"/>
              </a:ext>
            </a:extLst>
          </p:cNvPr>
          <p:cNvSpPr/>
          <p:nvPr/>
        </p:nvSpPr>
        <p:spPr>
          <a:xfrm>
            <a:off x="1648948" y="536331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Mine Design and Planning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AD50C-AB81-FB4E-FC00-38610DACAF81}"/>
              </a:ext>
            </a:extLst>
          </p:cNvPr>
          <p:cNvSpPr/>
          <p:nvPr/>
        </p:nvSpPr>
        <p:spPr>
          <a:xfrm>
            <a:off x="2433857" y="536331"/>
            <a:ext cx="792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Mine Development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319092-17D0-4C98-9AEB-DA41EC32CD3D}"/>
              </a:ext>
            </a:extLst>
          </p:cNvPr>
          <p:cNvSpPr/>
          <p:nvPr/>
        </p:nvSpPr>
        <p:spPr>
          <a:xfrm>
            <a:off x="3254766" y="536331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Production Drilling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B0F2B2-0300-C786-C408-09DD27BFC586}"/>
              </a:ext>
            </a:extLst>
          </p:cNvPr>
          <p:cNvSpPr/>
          <p:nvPr/>
        </p:nvSpPr>
        <p:spPr>
          <a:xfrm>
            <a:off x="4039675" y="536331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Blasting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D78B7C-6FEB-8245-F74A-2B04499A071A}"/>
              </a:ext>
            </a:extLst>
          </p:cNvPr>
          <p:cNvSpPr/>
          <p:nvPr/>
        </p:nvSpPr>
        <p:spPr>
          <a:xfrm>
            <a:off x="4824584" y="536331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Ground Support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3B9D3F-E914-12B3-2EE6-2CF01B395A7E}"/>
              </a:ext>
            </a:extLst>
          </p:cNvPr>
          <p:cNvSpPr/>
          <p:nvPr/>
        </p:nvSpPr>
        <p:spPr>
          <a:xfrm>
            <a:off x="5609493" y="536331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Loading LHD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ECC5CF-E849-61BB-3C7D-A6AA31D0696A}"/>
              </a:ext>
            </a:extLst>
          </p:cNvPr>
          <p:cNvSpPr/>
          <p:nvPr/>
        </p:nvSpPr>
        <p:spPr>
          <a:xfrm>
            <a:off x="6394402" y="536331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Hauling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801331-171A-9EEC-EB7C-8080E9ED58E2}"/>
              </a:ext>
            </a:extLst>
          </p:cNvPr>
          <p:cNvSpPr/>
          <p:nvPr/>
        </p:nvSpPr>
        <p:spPr>
          <a:xfrm>
            <a:off x="7179311" y="536331"/>
            <a:ext cx="88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Hoisting and Ore Handling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2A8A93-1870-3FA5-FD8D-B13885221A7E}"/>
              </a:ext>
            </a:extLst>
          </p:cNvPr>
          <p:cNvSpPr/>
          <p:nvPr/>
        </p:nvSpPr>
        <p:spPr>
          <a:xfrm>
            <a:off x="8093816" y="536331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Crushing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6611EE-7975-6A0E-EEC6-C521DAFE176F}"/>
              </a:ext>
            </a:extLst>
          </p:cNvPr>
          <p:cNvSpPr/>
          <p:nvPr/>
        </p:nvSpPr>
        <p:spPr>
          <a:xfrm>
            <a:off x="8878721" y="535397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Processing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E33E2A-B3AB-331D-CD90-53D927CECC98}"/>
              </a:ext>
            </a:extLst>
          </p:cNvPr>
          <p:cNvSpPr/>
          <p:nvPr/>
        </p:nvSpPr>
        <p:spPr>
          <a:xfrm>
            <a:off x="9663630" y="535397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Backfill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55DEF0-3267-000E-E214-C1A0EAECD2A9}"/>
              </a:ext>
            </a:extLst>
          </p:cNvPr>
          <p:cNvSpPr/>
          <p:nvPr/>
        </p:nvSpPr>
        <p:spPr>
          <a:xfrm>
            <a:off x="10448539" y="535397"/>
            <a:ext cx="88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Tailings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458DD0-EA97-E9D8-DC42-A364D8D5B1A9}"/>
              </a:ext>
            </a:extLst>
          </p:cNvPr>
          <p:cNvSpPr/>
          <p:nvPr/>
        </p:nvSpPr>
        <p:spPr>
          <a:xfrm>
            <a:off x="11363044" y="535397"/>
            <a:ext cx="7560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Logistics &amp; Shipping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5656A7-88D8-89B7-A733-04F079F33A2F}"/>
              </a:ext>
            </a:extLst>
          </p:cNvPr>
          <p:cNvSpPr/>
          <p:nvPr/>
        </p:nvSpPr>
        <p:spPr>
          <a:xfrm>
            <a:off x="79130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Geological Mapping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Geophysics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Geochemistry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 Core Drilling,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Sampling and Assays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Cost per meter drilled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Discovery cost per ounce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Assay turnaround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Percent successful targets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23E87C-8D44-6225-5E5A-62D891FEE61E}"/>
              </a:ext>
            </a:extLst>
          </p:cNvPr>
          <p:cNvSpPr/>
          <p:nvPr/>
        </p:nvSpPr>
        <p:spPr>
          <a:xfrm>
            <a:off x="864039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Core Logging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Geostatistics</a:t>
            </a: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Block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Grade Estimation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Model accuracy vs reconciliation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Variance predicted vs actual grade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QA QC compliance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63D8CB-F6AA-779E-F85D-4A3E9CDBD9D5}"/>
              </a:ext>
            </a:extLst>
          </p:cNvPr>
          <p:cNvSpPr/>
          <p:nvPr/>
        </p:nvSpPr>
        <p:spPr>
          <a:xfrm>
            <a:off x="79130" y="200351"/>
            <a:ext cx="1203374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&gt;&gt;&gt;&gt; Mining Process Flow &gt;&gt;&gt;&gt;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1B3738-A546-60BD-66E6-7BDCF324E4E6}"/>
              </a:ext>
            </a:extLst>
          </p:cNvPr>
          <p:cNvSpPr/>
          <p:nvPr/>
        </p:nvSpPr>
        <p:spPr>
          <a:xfrm>
            <a:off x="1648948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Method Selection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Stope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Development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Ventilation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Production Scheduling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Plan compliance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Reserve conversion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Scheduling accuracy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A5A110-9B04-6746-E458-045B812794EF}"/>
              </a:ext>
            </a:extLst>
          </p:cNvPr>
          <p:cNvSpPr/>
          <p:nvPr/>
        </p:nvSpPr>
        <p:spPr>
          <a:xfrm>
            <a:off x="2461065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Declines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Ramps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Drifts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Crosscuts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Vent Raises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Meters per day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Jumbo utilization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Cost per meter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Development advance vs plan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F5F31D-DE3B-5361-877C-3FAC3E432805}"/>
              </a:ext>
            </a:extLst>
          </p:cNvPr>
          <p:cNvSpPr/>
          <p:nvPr/>
        </p:nvSpPr>
        <p:spPr>
          <a:xfrm>
            <a:off x="3255598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Long hole Drilling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Slot Raise Drilling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Production Rings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Penetration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Drill accuracy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Cost per meter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Utilization percent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Meters drilled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5D48AD-24C8-4121-EFC6-3657B7F435A8}"/>
              </a:ext>
            </a:extLst>
          </p:cNvPr>
          <p:cNvSpPr/>
          <p:nvPr/>
        </p:nvSpPr>
        <p:spPr>
          <a:xfrm>
            <a:off x="4042208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Explosive Loading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Initiation Systems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Blast Execution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Fragmentation index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Powder factor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Misfire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Overbreak underbreak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B1C961-76D5-8648-A894-255B0E61824F}"/>
              </a:ext>
            </a:extLst>
          </p:cNvPr>
          <p:cNvSpPr/>
          <p:nvPr/>
        </p:nvSpPr>
        <p:spPr>
          <a:xfrm>
            <a:off x="4818861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Bolting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Screening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Shotcrete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Bolts installed per shift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Cost per meter supported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Support compliance percent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446097-2FCD-B97C-0C20-22D73681E4E7}"/>
              </a:ext>
            </a:extLst>
          </p:cNvPr>
          <p:cNvSpPr/>
          <p:nvPr/>
        </p:nvSpPr>
        <p:spPr>
          <a:xfrm>
            <a:off x="5596975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Mucking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Ore Transfer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LHD availability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Tons per hour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Fill factor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Bucket load 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37CD51-BEE1-357B-5B76-8435FE6311E0}"/>
              </a:ext>
            </a:extLst>
          </p:cNvPr>
          <p:cNvSpPr/>
          <p:nvPr/>
        </p:nvSpPr>
        <p:spPr>
          <a:xfrm>
            <a:off x="6397767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Truck Haulage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Ore Passes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Conveyors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Cost per tonne km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Cycle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Truck availability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Truck utilization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Truck –Eff. Utilization (Avail x Util)</a:t>
            </a: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Queue time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4DC7E6-7CB7-5ED8-DD7B-FA240EB4DFF5}"/>
              </a:ext>
            </a:extLst>
          </p:cNvPr>
          <p:cNvSpPr/>
          <p:nvPr/>
        </p:nvSpPr>
        <p:spPr>
          <a:xfrm>
            <a:off x="7198559" y="981808"/>
            <a:ext cx="866352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Shaft Hoisting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Skip Loading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Ore Bins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Hoist availability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Tons hoisted per hour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Hoist cycle time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F9F6AD-B1EE-D6C4-B046-2AFECCD54B02}"/>
              </a:ext>
            </a:extLst>
          </p:cNvPr>
          <p:cNvSpPr/>
          <p:nvPr/>
        </p:nvSpPr>
        <p:spPr>
          <a:xfrm>
            <a:off x="8093816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Primary Crusher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Secondary Crusher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Crusher availability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Size distribution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2D5C5A-15CC-CCA0-EA46-FE75F31E9EAD}"/>
              </a:ext>
            </a:extLst>
          </p:cNvPr>
          <p:cNvSpPr/>
          <p:nvPr/>
        </p:nvSpPr>
        <p:spPr>
          <a:xfrm>
            <a:off x="8878721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Grinding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Flotation or Leaching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Thickening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Filtration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Recovery percent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Reagent consumption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Concentrate grade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11A4BF-0BE8-634E-3628-ED8FE01C7D3C}"/>
              </a:ext>
            </a:extLst>
          </p:cNvPr>
          <p:cNvSpPr/>
          <p:nvPr/>
        </p:nvSpPr>
        <p:spPr>
          <a:xfrm>
            <a:off x="9663630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Paste Fill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Cemented Rock Fill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Fill strength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Fill delivery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Fill curing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690597-6309-70DD-D3FA-F55E154B520E}"/>
              </a:ext>
            </a:extLst>
          </p:cNvPr>
          <p:cNvSpPr/>
          <p:nvPr/>
        </p:nvSpPr>
        <p:spPr>
          <a:xfrm>
            <a:off x="10453309" y="981808"/>
            <a:ext cx="8856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Deposition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Water Reclaim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Water recovery percent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Tailings density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Dam stability indicators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6BEAFA-078E-A0C3-AD61-ECF8E19A9E88}"/>
              </a:ext>
            </a:extLst>
          </p:cNvPr>
          <p:cNvSpPr/>
          <p:nvPr/>
        </p:nvSpPr>
        <p:spPr>
          <a:xfrm>
            <a:off x="11372588" y="981808"/>
            <a:ext cx="756000" cy="2520000"/>
          </a:xfrm>
          <a:prstGeom prst="rect">
            <a:avLst/>
          </a:prstGeom>
          <a:solidFill>
            <a:srgbClr val="2E75B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Concentrate Handling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Trucking or Rail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Cost per tonne shipped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Moisture content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Shipment accuracy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5EB721-3596-E6F4-CE05-67EB88C60825}"/>
              </a:ext>
            </a:extLst>
          </p:cNvPr>
          <p:cNvSpPr/>
          <p:nvPr/>
        </p:nvSpPr>
        <p:spPr>
          <a:xfrm>
            <a:off x="79130" y="3763147"/>
            <a:ext cx="12033740" cy="3077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/\ Support Processes /\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753B7E-9A00-FDD8-9B17-B9D05E072F1B}"/>
              </a:ext>
            </a:extLst>
          </p:cNvPr>
          <p:cNvSpPr/>
          <p:nvPr/>
        </p:nvSpPr>
        <p:spPr>
          <a:xfrm>
            <a:off x="79129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Mechanical Maintenance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F951CD-E1E7-E3CD-1579-11059E28456C}"/>
              </a:ext>
            </a:extLst>
          </p:cNvPr>
          <p:cNvSpPr/>
          <p:nvPr/>
        </p:nvSpPr>
        <p:spPr>
          <a:xfrm>
            <a:off x="1299558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Electrical Maintenance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E10857-2C2D-45CF-7DF0-187C1DD056D1}"/>
              </a:ext>
            </a:extLst>
          </p:cNvPr>
          <p:cNvSpPr/>
          <p:nvPr/>
        </p:nvSpPr>
        <p:spPr>
          <a:xfrm>
            <a:off x="2519987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Ventilation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A4BC61-95CA-A294-7C01-EE6E0A2E998D}"/>
              </a:ext>
            </a:extLst>
          </p:cNvPr>
          <p:cNvSpPr/>
          <p:nvPr/>
        </p:nvSpPr>
        <p:spPr>
          <a:xfrm>
            <a:off x="3740416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Energy Management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45FEFD-1D4B-2271-18A6-609746A1A334}"/>
              </a:ext>
            </a:extLst>
          </p:cNvPr>
          <p:cNvSpPr/>
          <p:nvPr/>
        </p:nvSpPr>
        <p:spPr>
          <a:xfrm>
            <a:off x="4960845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Water Management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35EBF7-6883-9C1F-7417-03251AFE2BE9}"/>
              </a:ext>
            </a:extLst>
          </p:cNvPr>
          <p:cNvSpPr/>
          <p:nvPr/>
        </p:nvSpPr>
        <p:spPr>
          <a:xfrm>
            <a:off x="6181274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HSE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67FBC6-CCC0-F7D2-CFBD-56AF7E738680}"/>
              </a:ext>
            </a:extLst>
          </p:cNvPr>
          <p:cNvSpPr/>
          <p:nvPr/>
        </p:nvSpPr>
        <p:spPr>
          <a:xfrm>
            <a:off x="7401703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Security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040901-2D2C-E070-CA31-5C8856BC163B}"/>
              </a:ext>
            </a:extLst>
          </p:cNvPr>
          <p:cNvSpPr/>
          <p:nvPr/>
        </p:nvSpPr>
        <p:spPr>
          <a:xfrm>
            <a:off x="8622132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People and Asset Tracking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8FD32A7-03AD-5216-FD4A-EACA082D5DDB}"/>
              </a:ext>
            </a:extLst>
          </p:cNvPr>
          <p:cNvSpPr/>
          <p:nvPr/>
        </p:nvSpPr>
        <p:spPr>
          <a:xfrm>
            <a:off x="9842561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IT OT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95B4D24-F731-0047-31A9-9D22FE25EDA6}"/>
              </a:ext>
            </a:extLst>
          </p:cNvPr>
          <p:cNvSpPr/>
          <p:nvPr/>
        </p:nvSpPr>
        <p:spPr>
          <a:xfrm>
            <a:off x="11062988" y="4105520"/>
            <a:ext cx="1065600" cy="307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Supply Chain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EE68029-E2C7-C04D-EC73-C1C37EE5086A}"/>
              </a:ext>
            </a:extLst>
          </p:cNvPr>
          <p:cNvSpPr/>
          <p:nvPr/>
        </p:nvSpPr>
        <p:spPr>
          <a:xfrm>
            <a:off x="79129" y="4482183"/>
            <a:ext cx="1065600" cy="1489706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Mobile Fleet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Fixed Plant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Availability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MTBF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Maintenance cost per hour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Preventive compliance percent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EFFB531-366E-24E3-A5E5-B1AFE412727E}"/>
              </a:ext>
            </a:extLst>
          </p:cNvPr>
          <p:cNvSpPr/>
          <p:nvPr/>
        </p:nvSpPr>
        <p:spPr>
          <a:xfrm>
            <a:off x="1299558" y="4482182"/>
            <a:ext cx="1065600" cy="1490400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Power Systems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Instrumentation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Electrical downtime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Preventive compliance percent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Power quality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6701266-B4F0-BE27-5B27-B57C204A9FBC}"/>
              </a:ext>
            </a:extLst>
          </p:cNvPr>
          <p:cNvSpPr/>
          <p:nvPr/>
        </p:nvSpPr>
        <p:spPr>
          <a:xfrm>
            <a:off x="2525374" y="4482182"/>
            <a:ext cx="1065600" cy="1490400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Fans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Airflow Control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Cubic meters per second delivered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Ventilation cost per tonne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Airflow compliance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FA86E4-7D3C-B8CE-118D-3EDCAD1CCDB5}"/>
              </a:ext>
            </a:extLst>
          </p:cNvPr>
          <p:cNvSpPr/>
          <p:nvPr/>
        </p:nvSpPr>
        <p:spPr>
          <a:xfrm>
            <a:off x="3724968" y="4482182"/>
            <a:ext cx="1065600" cy="1490400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Diesel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Electricity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kWh per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tonne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 mined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Fuel consumption per hour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Peak load factor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DE7A949-B5C6-EAC1-B772-3BD0435702D5}"/>
              </a:ext>
            </a:extLst>
          </p:cNvPr>
          <p:cNvSpPr/>
          <p:nvPr/>
        </p:nvSpPr>
        <p:spPr>
          <a:xfrm>
            <a:off x="4960845" y="4482182"/>
            <a:ext cx="1065600" cy="1490400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Dewatering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Pumping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Pump availability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Water recycled percent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Dewatering cost per cubic meter</a:t>
            </a: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CB54920-1E42-AF37-4F88-9790586F4482}"/>
              </a:ext>
            </a:extLst>
          </p:cNvPr>
          <p:cNvSpPr/>
          <p:nvPr/>
        </p:nvSpPr>
        <p:spPr>
          <a:xfrm>
            <a:off x="6181274" y="4482182"/>
            <a:ext cx="1065600" cy="1490400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Safety Systems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Environmental Monitoring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LTIFR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TRIFR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Environmental incidents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4AD6AE1-3824-70DD-F892-355FEE9F1354}"/>
              </a:ext>
            </a:extLst>
          </p:cNvPr>
          <p:cNvSpPr/>
          <p:nvPr/>
        </p:nvSpPr>
        <p:spPr>
          <a:xfrm>
            <a:off x="7401703" y="4482182"/>
            <a:ext cx="1065600" cy="1490400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Access Control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Asset Protection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Incident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Response time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1E1BDFD-FF6C-5772-8B17-C0C7DE4079B5}"/>
              </a:ext>
            </a:extLst>
          </p:cNvPr>
          <p:cNvSpPr/>
          <p:nvPr/>
        </p:nvSpPr>
        <p:spPr>
          <a:xfrm>
            <a:off x="8622132" y="4482182"/>
            <a:ext cx="1065600" cy="1490400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RFID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Tagging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Real time 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Compliance percent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Response time to events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DDC4AB6-8CBE-1C38-F5B4-398AF524E09B}"/>
              </a:ext>
            </a:extLst>
          </p:cNvPr>
          <p:cNvSpPr/>
          <p:nvPr/>
        </p:nvSpPr>
        <p:spPr>
          <a:xfrm>
            <a:off x="9842561" y="4482182"/>
            <a:ext cx="1065600" cy="1490400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Networks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SCADA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IIoT</a:t>
            </a: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System uptime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Data latency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Packet loss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B57AB43-A278-60C3-996F-B013C7C2C2FB}"/>
              </a:ext>
            </a:extLst>
          </p:cNvPr>
          <p:cNvSpPr/>
          <p:nvPr/>
        </p:nvSpPr>
        <p:spPr>
          <a:xfrm>
            <a:off x="11047270" y="4482182"/>
            <a:ext cx="1065600" cy="1490400"/>
          </a:xfrm>
          <a:prstGeom prst="rect">
            <a:avLst/>
          </a:prstGeom>
          <a:solidFill>
            <a:srgbClr val="7030A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Inventory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Procurement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Dosis" panose="0201050302020206000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--- KPIs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Inventory turnover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Stockout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Dosis" panose="02010503020202060003" pitchFamily="2" charset="0"/>
                <a:ea typeface="+mn-ea"/>
                <a:cs typeface="+mn-cs"/>
              </a:rPr>
              <a:t>Lead time</a:t>
            </a:r>
          </a:p>
        </p:txBody>
      </p:sp>
    </p:spTree>
    <p:extLst>
      <p:ext uri="{BB962C8B-B14F-4D97-AF65-F5344CB8AC3E}">
        <p14:creationId xmlns:p14="http://schemas.microsoft.com/office/powerpoint/2010/main" val="4255349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0LTAxVDAwOjAwOjAwWiIsIkVuZERhdGUiOiIyMDI2LTA1LTE1VDIzOjU5OjAwWiIsIlBlcmNlbnRhZ2VDb21wbGV0ZSI6bnVsbCwiU3R5bGUiOnsiJGlkIjoiNyIsIlNoYXBlIjox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SIsIlRvcCI6MC4wLCJMZWZ0IjowLjAsIlJpZ2h0IjowLjAsIkJvdHRvbSI6MC4wfSwiUGFkZGluZyI6eyIkaWQiOiIyMiIsIlRvcCI6MC4wLCJMZWZ0IjowLjAsIlJpZ2h0IjowLjAsIkJvdHRvbSI6MC4wfSwiQmFja2dyb3VuZCI6eyIkaWQiOiIyMyIsIkNvbG9yIjp7IiRpZCI6IjI0IiwiQSI6MjU1LCJSIjo2OCwiRyI6ODQsIkIiOjEwNn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CwiRyI6MCwiQiI6MH19LCJMaW5lV2VpZ2h0IjowLjAsIkxpbmVUeXBlIjowLCJQYXJlbnRTdHlsZSI6bnVsbH0sIlZlcnRpY2FsQ29ubmVjdG9yU3R5bGUiOnsiJGlkIjoiMjkiLCJMaW5lQ29sb3IiOnsiJGlkIjoiMzAiLCIkdHlwZSI6Ik5MUkUuQ29tbW9uLkRvbS5Tb2xpZENvbG9yQnJ1c2gsIE5MUkUuQ29tbW9uIiwiQ29sb3IiOnsiJGlkIjoiM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yIiwiU2hhcGVTdHlsZSI6eyIkaWQiOiIzMyIsIk1hcmdpbiI6eyIkaWQiOiIzNCIsIlRvcCI6MC4wLCJMZWZ0IjowLjAsIlJpZ2h0IjowLjAsIkJvdHRvbSI6MC4wfSwiUGFkZGluZyI6eyIkaWQiOiIzNSIsIlRvcCI6MC4wLCJMZWZ0IjowLjAsIlJpZ2h0IjowLjAsIkJvdHRvbSI6MC4wfSwiQmFja2dyb3VuZCI6eyIkaWQiOiIzNiIsIkNvbG9yIjp7IiRpZCI6IjM3IiwiQSI6MTUzLCJSIjowLCJHIjowLCJCIjowfX0sIklzVmlzaWJsZSI6dHJ1ZSwiV2lkdGgiOjAuMCwiSGVpZ2h0IjowLjAsIkJvcmRlclN0eWxlIjpudWxsLCJQYXJlbnRTdHlsZSI6bnVsbH0sIk1hcmdpbiI6eyIkaWQiOiIzOCIsIlRvcCI6MC4wLCJMZWZ0IjowLjAsIlJpZ2h0IjowLjAsIkJvdHRvbSI6MC4wfSwiUGFkZGluZyI6eyIkaWQiOiIzOSIsIlRvcCI6MC4wLCJMZWZ0IjowLjAsIlJpZ2h0IjowLjAsIkJvdHRvbSI6MC4wfSwiQmFja2dyb3VuZCI6bnVsbCwiSXNWaXNpYmxlIjp0cnVlLCJXaWR0aCI6MC4wLCJIZWlnaHQiOjAuMCwiQm9yZGVyU3R5bGUiOm51bGwsIlBhcmVudFN0eWxlIjpudWxsfSwiU2hhcGVTdHlsZSI6eyIkaWQiOiI0MCIsIk1hcmdpbiI6eyIkaWQiOiI0MSIsIlRvcCI6MC4wLCJMZWZ0Ijo0LjAsIlJpZ2h0Ijo0LjAsIkJvdHRvbSI6MC4wfSwiUGFkZGluZyI6eyIkaWQiOiI0MiIsIlRvcCI6MC4wLCJMZWZ0IjowLjAsIlJpZ2h0IjowLjAsIkJvdHRvbSI6MC4wfSwiQmFja2dyb3VuZCI6eyIkaWQiOiI0MyIsIkNvbG9yIjp7IiRpZCI6IjQ0IiwiQSI6MjU1LCJSIjo2OCwiRyI6MTE0LCJCIjoxOTZ9fSwiSXNWaXNpYmxlIjp0cnVlLCJXaWR0aCI6MC4wLCJIZWlnaHQiOjEwLjAsIkJvcmRlclN0eWxlIjp7IiRpZCI6IjQ1IiwiTGluZUNvbG9yIjp7IiRpZCI6IjQ2IiwiJHR5cGUiOiJOTFJFLkNvbW1vbi5Eb20uU29saWRDb2xvckJydXNoLCBOTFJFLkNvbW1vbiIsIkNvbG9yIjp7IiRpZCI6IjQ3IiwiQSI6MjU1LCJSIjoyMzQsIkciOjIyLCJCIjozMH19LCJMaW5lV2VpZ2h0IjowLjAsIkxpbmVUeXBlIjowLCJQYXJlbnRTdHlsZSI6bnVsbH0sIlBhcmVudFN0eWxlIjpudWxsfSwiVGl0bGVTdHlsZSI6eyIkaWQiOiI0OCIsIkZvbnRTZXR0aW5ncyI6eyIkaWQiOiI0OSIsIkZvbnRTaXplIjoxMSwiRm9udE5hbWUiOiJUaXRpbGxpdW0gV2ViIiwiSXNCb2xkIjpmYWxzZSwiSXNJdGFsaWMiOmZhbHNlLCJJc1VuZGVybGluZWQiOmZhbHNlLCJQYXJlbnRTdHlsZSI6bnVsbH0sIkF1dG9TaXplIjowLCJGb3JlZ3JvdW5kIjp7IiRpZCI6IjUwIiwiQ29sb3IiOnsiJGlkIjoiNTE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AsIlIiOjI1NSwiRyI6MjU1LCJCIjoyNTV9fSwiSXNWaXNpYmxlIjp0cnVlLCJXaWR0aCI6MC4wLCJIZWlnaHQiOjAuMCwiQm9yZGVyU3R5bGUiOnsiJGlkIjoiNTYiLCJMaW5lQ29sb3IiOm51bGwsIkxpbmVXZWlnaHQiOjAuMCwiTGluZVR5cGUiOjAsIlBhcmVudFN0eWxlIjpudWxsfSwiUGFyZW50U3R5bGUiOm51bGx9LCJEYXRlU3R5bGUiOnsiJGlkIjoiNTciLCJGb250U2V0dGluZ3MiOnsiJGlkIjoiNTgiLCJGb250U2l6ZSI6MTAsIkZvbnROYW1lIjoiVGl0aWxsaXVtIFdlYiIsIklzQm9sZCI6ZmFsc2UsIklzSXRhbGljIjpmYWxzZSwiSXNVbmRlcmxpbmVkIjpmYWxzZSwiUGFyZW50U3R5bGUiOm51bGx9LCJBdXRvU2l6ZSI6MCwiRm9yZWdyb3VuZCI6eyIkaWQiOiI1OSIsIkNvbG9yIjp7IiRpZCI6IjYw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pZCI6IjYxIiwiVG9wIjowLjAsIkxlZnQiOjAuMCwiUmlnaHQiOjAuMCwiQm90dG9tIjowLjB9LCJQYWRkaW5nIjp7IiRpZCI6IjYyIiwiVG9wIjowLjAsIkxlZnQiOjAuMCwiUmlnaHQiOjAuMCwiQm90dG9tIjowLjB9LCJCYWNrZ3JvdW5kIjp7IiRpZCI6IjYzIiwiQ29sb3IiOnsiJGlkIjoiNjQiLCJBIjowLCJSIjoyNTUsIkciOjI1NSwiQiI6MjU1fX0sIklzVmlzaWJsZSI6dHJ1ZSwiV2lkdGgiOjAuMCwiSGVpZ2h0IjowLjAsIkJvcmRlclN0eWxlIjp7IiRpZCI6IjY1IiwiTGluZUNvbG9yIjpudWxsLCJMaW5lV2VpZ2h0IjowLjAsIkxpbmVUeXBlIjowLCJQYXJlbnRTdHlsZSI6bnVsbH0sIlBhcmVudFN0eWxlIjpudWxsfSwiRGF0ZUZvcm1hdCI6eyIkaWQiOiI2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yIsIkZvcm1hdCI6MCwiSXNWaXNpYmxlIjpmYWxzZSwiTGFzdEtub3duVmlzaWJpbGl0eVN0YXRlIjpmYWxzZX0sIklzVmlzaWJsZSI6dHJ1ZSwiVmFyaWFuY2VTdHlsZSI6eyIkaWQiOiI2OCIsIlRleHRTdHlsZSI6eyIkaWQiOiI2OSIsIkZvbnRTZXR0aW5ncyI6eyIkaWQiOiI3MCIsIkZvbnRTaXplIjoxMCwiRm9udE5hbWUiOiJDYWxpYnJpIiwiSXNCb2xkIjpmYWxzZSwiSXNJdGFsaWMiOmZhbHNlLCJJc1VuZGVybGluZWQiOmZhbHNlLCJQYXJlbnRTdHlsZSI6bnVsbH0sIkF1dG9TaXplIjowLCJGb3JlZ3JvdW5kIjp7IiRpZCI6IjcxIiwiQ29sb3IiOnsiJGlkIjoiN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MiLCJUb3AiOjAuMCwiTGVmdCI6MC4wLCJSaWdodCI6MC4wLCJCb3R0b20iOjAuMH0sIlBhZGRpbmciOnsiJGlkIjoiNzQiLCJUb3AiOjAuMCwiTGVmdCI6MC4wLCJSaWdodCI6MC4wLCJCb3R0b20iOjAuMH0sIkJhY2tncm91bmQiOnsiJGlkIjoiNzUiLCJDb2xvciI6eyIkaWQiOiI3NiIsIkEiOjI1NSwiUiI6MCwiRyI6MCwiQiI6MH19LCJJc1Zpc2libGUiOnRydWUsIldpZHRoIjowLjAsIkhlaWdodCI6MC4wLCJCb3JkZXJTdHlsZSI6bnVsbCwiUGFyZW50U3R5bGUiOm51bGx9LCJQYXJlbnRTdHlsZSI6bnVsbH0sIlBhcmVudFN0eWxlIjpudWxsfSwiSW5kZXgiOjEsIlNtYXJ0RHVyYXRpb25BY3RpdmF0ZWQiOmZhbHNlLCJEYXRlRm9ybWF0Ijp7IiRyZWYiOiI2NiJ9LCJXZWVrTnVtYmVyaW5nIjp7IiRpZCI6Ijc3IiwiRm9ybWF0IjowLCJJc1Zpc2libGUiOmZhbHNlLCJMYXN0S25vd25WaXNpYmlsaXR5U3RhdGUiOmZhbHNlfSwiQmFzZWxpbmVEYXRhIjp7IiRpZCI6Ijc4IiwiU3RhcnREYXRlIjoiMjAyNi0wNC0wMVQwMDowMDowMCIsIkVuZERhdGUiOiIyMDI2LTA1LTE1VDIzOjU5OjAwIn0sIklkIjoiMWMyOGQyYmMtMTRjNS00YWRhLTk3YTAtMDVhMmFlY2Y0NjE4IiwiSW1wb3J0SWQiOm51bGwsIlRpdGxlIjoiVmlzacOzbiIsIk5vdGUiOm51bGwsIkh5cGVybGluayI6eyIkaWQiOiI3OSIsIkFkZHJlc3MiOiIiLCJTdWJBZGRyZXNzIjoiIn0sIklzQ2hhbmdlZCI6ZmFsc2UsIklzTmV3IjpmYWxzZX19XSwiX21pbGVzdG9uZXMiOltdLCJJZCI6IjAwMDAwMDAwLTAwMDAtMDAwMC0wMDAwLTAwMDAwMDAwMDAwMCIsIklzU2luZ2xlSXRlbVJvdyI6dHJ1ZX1dLCJJbmRleCI6MCwiSWQiOiI2NWRjMDcyMy0xZmUxLTRjMzQtYTNlNC02N2M3ODMyODZkNWQiLCJIZWFkZXJUZXh0IjpudWxsLCJJc0RlZmF1bHQiOnRydWUsIlN0eWxlIjp7IiRpZCI6IjgwIiwiSGVhZGVyU3R5bGUiOnsiJGlkIjoiODEiLCJUZXh0U3R5bGUiOnsiJGlkIjoiODIiLCJGb250U2V0dGluZ3MiOnsiJGlkIjoiODMiLCJGb250U2l6ZSI6MTEsIkZvbnROYW1lIjoiQ2FsaWJyaSIsIklzQm9sZCI6ZmFsc2UsIklzSXRhbGljIjpmYWxzZSwiSXNVbmRlcmxpbmVkIjpmYWxzZSwiUGFyZW50U3R5bGUiOm51bGx9LCJBdXRvU2l6ZSI6MCwiRm9yZWdyb3VuZCI6eyIkaWQiOiI4NCIsIkNvbG9yIjp7IiRpZCI6Ijg1IiwiQSI6MjU1LCJSIjo2NCwiRyI6NjQsIkIiOjY0fX0sIk1heFdpZHRoIjowLjAsIk1heEhlaWdodCI6MC4wLCJTbWFydEZvcmVncm91bmRJc0FjdGl2ZSI6ZmFsc2UsIkhvcml6b250YWxBbGlnbm1lbnQiOjA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pZCI6Ijg4IiwiQ29sb3IiOnsiJGlkIjoiODkiLCJBIjoyNTUsIlIiOjY0LCJHIjo2NCwiQiI6NjR9fSwiSXNWaXNpYmxlIjpmYWxzZSwiV2lkdGgiOjAuMCwiSGVpZ2h0IjowLjAsIkJvcmRlclN0eWxlIjpudWxsLCJQYXJlbnRTdHlsZSI6bnVsbH0sIlJlY3RhbmdsZVN0eWxlIjp7IiRpZCI6IjkwIiwiTWFyZ2luIjp7IiRpZCI6IjkxIiwiVG9wIjowLjAsIkxlZnQiOjAuMCwiUmlnaHQiOjAuMCwiQm90dG9tIjowLjB9LCJQYWRkaW5nIjp7IiRpZCI6IjkyIiwiVG9wIjowLjAsIkxlZnQiOjAuMCwiUmlnaHQiOjAuMCwiQm90dG9tIjowLjB9LCJCYWNrZ3JvdW5kIjp7IiRpZCI6IjkzIiwiQ29sb3IiOnsiJGlkIjoiOTQiLCJBIjoxMjcsIlIiOjY4LCJHIjoxMTQsIkIiOjE5Nn19LCJJc1Zpc2libGUiOmZhbHNlLCJXaWR0aCI6MC4wLCJIZWlnaHQiOjAuMCwiQm9yZGVyU3R5bGUiOnsiJGlkIjoiOTUiLCJMaW5lQ29sb3IiOnsiJGlkIjoiOTYiLCIkdHlwZSI6Ik5MUkUuQ29tbW9uLkRvbS5Tb2xpZENvbG9yQnJ1c2gsIE5MUkUuQ29tbW9uIiwiQ29sb3IiOnsiJGlkIjoiOTciLCJBIjoyNTUsIlIiOjI1NSwiRyI6MCwiQiI6MH19LCJMaW5lV2VpZ2h0IjowLjAsIkxpbmVUeXBlIjowLCJQYXJlbnRTdHlsZSI6bnVsbH0sIlBhcmVudFN0eWxlIjpudWxsfSwiTWFyZ2luIjp7IiRpZCI6Ijk4IiwiVG9wIjowLjAsIkxlZnQiOjAuMCwiUmlnaHQiOjAuMCwiQm90dG9tIjowLjB9LCJQYWRkaW5nIjp7IiRpZCI6Ijk5IiwiVG9wIjowLjAsIkxlZnQiOjAuMCwiUmlnaHQiOjAuMCwiQm90dG9tIjowLjB9LCJCYWNrZ3JvdW5kIjpudWxsLCJJc1Zpc2libGUiOnRydWUsIldpZHRoIjowLjAsIkhlaWdodCI6MC4wLCJCb3JkZXJTdHlsZSI6bnVsbCwiUGFyZW50U3R5bGUiOm51bGx9LCJCYWNrZ3JvdW5kU3R5bGUiOnsiJGlkIjoiMTAwIiwiTWFyZ2luIjp7IiRpZCI6IjEwMSIsIlRvcCI6MC4wLCJMZWZ0IjowLjAsIlJpZ2h0IjowLjAsIkJvdHRvbSI6MC4wfSwiUGFkZGluZyI6eyIkaWQiOiIxMDIiLCJUb3AiOjAuMCwiTGVmdCI6MC4wLCJSaWdodCI6MC4wLCJCb3R0b20iOjAuMH0sIkJhY2tncm91bmQiOnsiJGlkIjoiMTAzIiwiQ29sb3IiOnsiJGlkIjoiMTA0IiwiQSI6NTEsIlIiOjIwMCwiRyI6MjAwLCJCIjoyMDB9fSwiSXNWaXNpYmxlIjp0cnVlLCJXaWR0aCI6MC4wLCJIZWlnaHQiOjAuMCwiQm9yZGVyU3R5bGUiOnsiJGlkIjoiMTA1IiwiTGluZUNvbG9yIjp7IiRpZCI6IjEwNiIsIiR0eXBlIjoiTkxSRS5Db21tb24uRG9tLlNvbGlkQ29sb3JCcnVzaCwgTkxSRS5Db21tb24iLCJDb2xvciI6eyIkaWQiOiIxMDciLCJBIjoyNTUsIlIiOjIzNCwiRyI6MjIsIkIiOjMwfX0sIkxpbmVXZWlnaHQiOjAuMCwiTGluZVR5cGUiOjAsIlBhcmVudFN0eWxlIjpudWxsfSwiUGFyZW50U3R5bGUiOm51bGx9LCJNYXJnaW4iOnsiJGlkIjoiMTA4IiwiVG9wIjowLjAsIkxlZnQiOjAuMCwiUmlnaHQiOjAuMCwiQm90dG9tIjowLjB9LCJQYWRkaW5nIjp7IiRpZCI6IjEwOSIsIlRvcCI6MC4wLCJMZWZ0IjowLjAsIlJpZ2h0IjowLjAsIkJvdHRvbSI6MC4wfSwiSXNWaXNpYmxlIjp0cnVlLCJXaWR0aCI6MC4wLCJIZWlnaHQiOjAuMCwiQm9yZGVyU3R5bGUiOnsiJGlkIjoiMTEwIiwiTGluZUNvbG9yIjpudWxsLCJMaW5lV2VpZ2h0IjowLjAsIkxpbmVUeXBlIjowLCJQYXJlbnRTdHlsZSI6bnVsbH0sIlBhcmVudFN0eWxlIjpudWxsfX1dLCJJZCI6ImYzNWMyMjkxLWM1YjQtNDE4NC1iYmVmLWIzODE4ODhjZmZmNyIsIkluZGV4IjowLCJIZWFkZXJUZXh0IjoiUHJlLUlkZWFjacOzbiIsIlN0eWxlIjp7IiRpZCI6IjExMSIsIlN0eWxlSWQiOiIzMzJjZmIxMy1iNDAxLTRlYzMtYjY1NS03Mzk2OGQwNGQ3NDkiLCJIZWFkZXJTdHlsZSI6eyIkaWQiOiIxMTIiLCJUZXh0SXNWZXJ0aWNhbCI6ZmFsc2UsIlRleHRTdHlsZSI6eyIkaWQiOiIxMTMiLCJGb250U2V0dGluZ3MiOnsiJGlkIjoiMTE0IiwiRm9udFNpemUiOjExLCJGb250TmFtZSI6IkNhbGlicmkiLCJJc0JvbGQiOmZhbHNlLCJJc0l0YWxpYyI6ZmFsc2UsIklzVW5kZXJsaW5lZCI6ZmFsc2UsIlBhcmVudFN0eWxlIjpudWxsfSwiQXV0b1NpemUiOjIsIkZvcmVncm91bmQiOnsiJGlkIjoiMTE1IiwiQ29sb3IiOnsiJGlkIjoiMTE2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E3IiwiVG9wIjowLjAsIkxlZnQiOjAuMCwiUmlnaHQiOjAuMCwiQm90dG9tIjowLjB9LCJQYWRkaW5nIjp7IiRpZCI6IjExOCIsIlRvcCI6MC4wLCJMZWZ0IjowLjAsIlJpZ2h0IjowLjAsIkJvdHRvbSI6MC4wfSwiQmFja2dyb3VuZCI6eyIkaWQiOiIxMTkiLCJDb2xvciI6eyIkaWQiOiIxMjAiLCJBIjoyNTUsIlIiOjI1NSwiRyI6MjU1LCJCIjoyNTV9fSwiSXNWaXNpYmxlIjpmYWxzZSwiV2lkdGgiOjAuMCwiSGVpZ2h0IjowLjAsIkJvcmRlclN0eWxlIjpudWxsLCJQYXJlbnRTdHlsZSI6bnVsbH0sIlJlY3RhbmdsZVN0eWxlIjp7IiRpZCI6IjEyMSIsIk1hcmdpbiI6eyIkaWQiOiIxMjIiLCJUb3AiOjAuMCwiTGVmdCI6MC4wLCJSaWdodCI6MC4wLCJCb3R0b20iOjAuMH0sIlBhZGRpbmciOnsiJGlkIjoiMTIzIiwiVG9wIjowLjAsIkxlZnQiOjAuMCwiUmlnaHQiOjAuMCwiQm90dG9tIjowLjB9LCJCYWNrZ3JvdW5kIjp7IiRpZCI6IjEyNCIsIkNvbG9yIjp7IiRpZCI6IjEyNSIsIkEiOjI1NSwiUiI6NjgsIkciOjExNCwiQiI6MTk2fX0sIklzVmlzaWJsZSI6dHJ1ZSwiV2lkdGgiOjAuMCwiSGVpZ2h0IjowLjAsIkJvcmRlclN0eWxlIjp7IiRpZCI6IjEyNiIsIkxpbmVDb2xvciI6eyIkaWQiOiIxMjciLCIkdHlwZSI6Ik5MUkUuQ29tbW9uLkRvbS5Tb2xpZENvbG9yQnJ1c2gsIE5MUkUuQ29tbW9uIiwiQ29sb3IiOnsiJGlkIjoiMTI4IiwiQSI6MjU1LCJSIjoyNTUsIkciOjI1NSwiQiI6MjU1fX0sIkxpbmVXZWlnaHQiOjAuMCwiTGluZVR5cGUiOjAsIlBhcmVudFN0eWxlIjpudWxsfSwiUGFyZW50U3R5bGUiOm51bGx9LCJNYXJnaW4iOnsiJGlkIjoiMTI5IiwiVG9wIjowLjAsIkxlZnQiOjAuMCwiUmlnaHQiOjAuMCwiQm90dG9tIjowLjB9LCJQYWRkaW5nIjp7IiRpZCI6IjEzMCIsIlRvcCI6MC4wLCJMZWZ0IjowLjAsIlJpZ2h0IjowLjAsIkJvdHRvbSI6MC4wfSwiQmFja2dyb3VuZCI6bnVsbCwiSXNWaXNpYmxlIjp0cnVlLCJXaWR0aCI6MC4wLCJIZWlnaHQiOjAuMCwiQm9yZGVyU3R5bGUiOm51bGwsIlBhcmVudFN0eWxlIjpudWxsfSwiQmFja2dyb3VuZF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UxLCJSIjoyMDAsIkciOjIwMCwiQiI6MjAwfX0sIklzVmlzaWJsZSI6dHJ1ZSwiV2lkdGgiOjAuMCwiSGVpZ2h0IjowLjAsIkJvcmRlclN0eWxlIjp7IiRpZCI6IjEzNiIsIkxpbmVDb2xvciI6eyIkaWQiOiIxMzciLCIkdHlwZSI6Ik5MUkUuQ29tbW9uLkRvbS5Tb2xpZENvbG9yQnJ1c2gsIE5MUkUuQ29tbW9uIiwiQ29sb3IiOnsiJGlkIjoiMTM4IiwiQSI6MjU1LCJSIjoyMzQsIkciOjIyLCJCIjozMH19LCJMaW5lV2VpZ2h0IjowLjAsIkxpbmVUeXBlIjowLCJQYXJlbnRTdHlsZSI6bnVsbH0sIlBhcmVudFN0eWxlIjpudWxsfSwiSXNBYm92ZVRpbWViYW5kIjpmYWxzZSwiU3BhY2luZyI6MiwiRGVmYXVsdFN3aW1sYW5lVGFza1N0eWxlIjp7IiRpZCI6IjEzOSIsIiR0eXBlIjoiTkxSRS5Db21tb24uRG9tLlN0eWxlcy5FeHBsaWNpdFNldGFibGVUYXNrU3R5bGUsIE5MUkUuQ29tbW9uIiwiU2hhcGUiOjEsIlNoYXBlVGhpY2tuZXNzIjowLCJEdXJhdGlvbkZvcm1hdCI6MCwiSW5jbHVkZU5vbldvcmtpbmdEYXlzSW5EdXJhdGlvbiI6ZmFsc2UsIlBlcmNlbnRhZ2VDb21wbGV0ZVN0eWxlIjp7IiRpZCI6IjE0MCIsIkZvbnRTZXR0aW5ncyI6eyIkaWQiOiIxNDEiLCJGb250U2l6ZSI6MTAsIkZvbnROYW1lIjoiQ2FsaWJyaSIsIklzQm9sZCI6ZmFsc2UsIklzSXRhbGljIjpmYWxzZSwiSXNVbmRlcmxpbmVkIjpmYWxzZSwiUGFyZW50U3R5bGUiOm51bGx9LCJBdXRvU2l6ZSI6MCwiRm9yZWdyb3VuZCI6eyIkaWQiOiIxNDIiLCJDb2xvciI6eyIkaWQiOiIxNDM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0IiwiVG9wIjowLjAsIkxlZnQiOjAuMCwiUmlnaHQiOjAuMCwiQm90dG9tIjowLjB9LCJQYWRkaW5nIjp7IiRpZCI6IjE0NSIsIlRvcCI6MC4wLCJMZWZ0IjowLjAsIlJpZ2h0IjowLjAsIkJvdHRvbSI6MC4wfSwiQmFja2dyb3VuZCI6eyIkaWQiOiIxNDYiLCJDb2xvciI6eyIkaWQiOiIxNDciLCJBIjo4OSwiUiI6MCwiRyI6MCwiQiI6MH19LCJJc1Zpc2libGUiOnRydWUsIldpZHRoIjowLjAsIkhlaWdodCI6MC4wLCJCb3JkZXJTdHlsZSI6eyIkaWQiOiIxNDgiLCJMaW5lQ29sb3IiOm51bGwsIkxpbmVXZWlnaHQiOjAuMCwiTGluZVR5cGUiOjAsIlBhcmVudFN0eWxlIjpudWxsfSwiUGFyZW50U3R5bGUiOm51bGx9LCJEdXJhdGlvblN0eWxlIjp7IiRpZCI6IjE0OSIsIkZvbnRTZXR0aW5ncyI6eyIkaWQiOiIxNTAiLCJGb250U2l6ZSI6MTAsIkZvbnROYW1lIjoiQ2FsaWJyaSIsIklzQm9sZCI6ZmFsc2UsIklzSXRhbGljIjpmYWxzZSwiSXNVbmRlcmxpbmVkIjpmYWxzZSwiUGFyZW50U3R5bGUiOm51bGx9LCJBdXRvU2l6ZSI6MCwiRm9yZWdyb3VuZCI6eyIkaWQiOiIxNTEiLCJDb2xvciI6eyIkaWQiOiIxN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1MyIsIlRvcCI6MC4wLCJMZWZ0IjowLjAsIlJpZ2h0IjowLjAsIkJvdHRvbSI6MC4wfSwiUGFkZGluZyI6eyIkaWQiOiIxNTQiLCJUb3AiOjAuMCwiTGVmdCI6MC4wLCJSaWdodCI6MC4wLCJCb3R0b20iOjAuMH0sIkJhY2tncm91bmQiOnsiJGlkIjoiMTU1IiwiQ29sb3IiOnsiJGlkIjoiMTU2IiwiQSI6MjU1LCJSIjo2OCwiRyI6ODQsIkIiOjEwNn19LCJJc1Zpc2libGUiOnRydWUsIldpZHRoIjowLjAsIkhlaWdodCI6MC4wLCJCb3JkZXJTdHlsZSI6eyIkaWQiOiIxNTciLCJMaW5lQ29sb3IiOm51bGwsIkxpbmVXZWlnaHQiOjAuMCwiTGluZVR5cGUiOjAsIlBhcmVudFN0eWxlIjpudWxsfSwiUGFyZW50U3R5bGUiOm51bGx9LCJIb3Jpem9udGFsQ29ubmVjdG9yU3R5bGUiOnsiJGlkIjoiMTU4IiwiTGluZUNvbG9yIjp7IiRpZCI6IjE1OSIsIiR0eXBlIjoiTkxSRS5Db21tb24uRG9tLlNvbGlkQ29sb3JCcnVzaCwgTkxSRS5Db21tb24iLCJDb2xvciI6eyIkaWQiOiIxNjAiLCJBIjoyNTUsIlIiOjAsIkciOjAsIkIiOjB9fSwiTGluZVdlaWdodCI6MC4wLCJMaW5lVHlwZSI6MCwiUGFyZW50U3R5bGUiOm51bGx9LCJWZXJ0aWNhbENvbm5lY3RvclN0eWxlIjp7IiRpZCI6IjE2MSIsIkxpbmVDb2xvciI6eyIkaWQiOiIxNjIiLCIkdHlwZSI6Ik5MUkUuQ29tbW9uLkRvbS5Tb2xpZENvbG9yQnJ1c2gsIE5MUkUuQ29tbW9uIiwiQ29sb3IiOnsiJGlkIjoiMTY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QiLCJTaGFwZVN0eWxlIjp7IiRpZCI6IjE2NSIsIk1hcmdpbiI6eyIkaWQiOiIxNjYiLCJUb3AiOjAuMCwiTGVmdCI6MC4wLCJSaWdodCI6MC4wLCJCb3R0b20iOjAuMH0sIlBhZGRpbmciOnsiJGlkIjoiMTY3IiwiVG9wIjowLjAsIkxlZnQiOjAuMCwiUmlnaHQiOjAuMCwiQm90dG9tIjowLjB9LCJCYWNrZ3JvdW5kIjp7IiRpZCI6IjE2OCIsIkNvbG9yIjp7IiRpZCI6IjE2OSIsIkEiOjE1MywiUiI6MCwiRyI6MCwiQiI6MH19LCJJc1Zpc2libGUiOnRydWUsIldpZHRoIjowLjAsIkhlaWdodCI6MC4wLCJCb3JkZXJTdHlsZSI6eyIkaWQiOiIxNzAiLCJMaW5lQ29sb3IiOnsiJGlkIjoiMTcxIiwiJHR5cGUiOiJOTFJFLkNvbW1vbi5Eb20uU29saWRDb2xvckJydXNoLCBOTFJFLkNvbW1vbiIsIkNvbG9yIjp7IiRpZCI6IjE3MiIsIkEiOjI1NSwiUiI6MjU1LCJHIjowLCJCIjowfX0sIkxpbmVXZWlnaHQiOjAuMCwiTGluZVR5cGUiOjAsIlBhcmVudFN0eWxlIjpudWxsfSwiUGFyZW50U3R5bGUiOm51bGx9LCJNYXJnaW4iOnsiJGlkIjoiMTczIiwiVG9wIjowLjAsIkxlZnQiOjAuMCwiUmlnaHQiOjAuMCwiQm90dG9tIjowLjB9LCJQYWRkaW5nIjp7IiRpZCI6IjE3NCIsIlRvcCI6MC4wLCJMZWZ0IjowLjAsIlJpZ2h0IjowLjAsIkJvdHRvbSI6MC4wfSwiQmFja2dyb3VuZCI6bnVsbCwiSXNWaXNpYmxlIjp0cnVlLCJXaWR0aCI6MC4wLCJIZWlnaHQiOjAuMCwiQm9yZGVyU3R5bGUiOm51bGwsIlBhcmVudFN0eWxlIjpudWxsfSwiU2hhcGVTdHlsZSI6eyIkaWQiOiIxNzUiLCJNYXJnaW4iOnsiJGlkIjoiMTc2IiwiVG9wIjowLjAsIkxlZnQiOjQuMCwiUmlnaHQiOjQuMCwiQm90dG9tIjowLjB9LCJQYWRkaW5nIjp7IiRpZCI6IjE3NyIsIlRvcCI6MC4wLCJMZWZ0IjowLjAsIlJpZ2h0IjowLjAsIkJvdHRvbSI6MC4wfSwiQmFja2dyb3VuZCI6eyIkaWQiOiIxNzgiLCJDb2xvciI6eyIkaWQiOiIxNzkiLCJBIjoyNTUsIlIiOjY4LCJHIjoxMTQsIkIiOjE5Nn19LCJJc1Zpc2libGUiOnRydWUsIldpZHRoIjowLjAsIkhlaWdodCI6MTAuMCwiQm9yZGVyU3R5bGUiOnsiJGlkIjoiMTgwIiwiTGluZUNvbG9yIjp7IiRpZCI6IjE4MSIsIiR0eXBlIjoiTkxSRS5Db21tb24uRG9tLlNvbGlkQ29sb3JCcnVzaCwgTkxSRS5Db21tb24iLCJDb2xvciI6eyIkaWQiOiIxODIiLCJBIjoyNTUsIlIiOjIzNCwiRyI6MjIsIkIiOjMwfX0sIkxpbmVXZWlnaHQiOjAuMCwiTGluZVR5cGUiOjAsIlBhcmVudFN0eWxlIjpudWxsfSwiUGFyZW50U3R5bGUiOm51bGx9LCJUaXRsZVN0eWxlIjp7IiRpZCI6IjE4MyIsIkZvbnRTZXR0aW5ncyI6eyIkaWQiOiIxODQiLCJGb250U2l6ZSI6MTEsIkZvbnROYW1lIjoiQ2FsaWJyaSIsIklzQm9sZCI6ZmFsc2UsIklzSXRhbGljIjpmYWxzZSwiSXNVbmRlcmxpbmVkIjpmYWxzZSwiUGFyZW50U3R5bGUiOm51bGx9LCJBdXRvU2l6ZSI6MCwiRm9yZWdyb3VuZCI6eyIkaWQiOiIxODUiLCJDb2xvciI6eyIkaWQiOiIx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g3IiwiVG9wIjowLjAsIkxlZnQiOjAuMCwiUmlnaHQiOjAuMCwiQm90dG9tIjowLjB9LCJQYWRkaW5nIjp7IiRpZCI6IjE4OCIsIlRvcCI6MC4wLCJMZWZ0IjowLjAsIlJpZ2h0IjowLjAsIkJvdHRvbSI6MC4wfSwiQmFja2dyb3VuZCI6eyIkaWQiOiIxODkiLCJDb2xvciI6eyIkaWQiOiIxOTAiLCJBIjoyNTUsIlIiOjAsIkciOjAsIkIiOjB9fSwiSXNWaXNpYmxlIjp0cnVlLCJXaWR0aCI6MC4wLCJIZWlnaHQiOjAuMCwiQm9yZGVyU3R5bGUiOnsiJGlkIjoiMTkxIiwiTGluZUNvbG9yIjpudWxsLCJMaW5lV2VpZ2h0IjowLjAsIkxpbmVUeXBlIjowLCJQYXJlbnRTdHlsZSI6bnVsbH0sIlBhcmVudFN0eWxlIjpudWxsfSwiRGF0ZV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5NiIsIlRvcCI6MC4wLCJMZWZ0IjowLjAsIlJpZ2h0IjowLjAsIkJvdHRvbSI6MC4wfSwiUGFkZGluZyI6eyIkaWQiOiIxOTciLCJUb3AiOjAuMCwiTGVmdCI6MC4wLCJSaWdodCI6MC4wLCJCb3R0b20iOjAuMH0sIkJhY2tncm91bmQiOnsiJGlkIjoiMTk4IiwiQ29sb3IiOnsiJGlkIjoiMTk5IiwiQSI6MjU1LCJSIjo2OCwiRyI6ODQsIkIiOjEwNn19LCJJc1Zpc2libGUiOnRydWUsIldpZHRoIjowLjAsIkhlaWdodCI6MC4wLCJCb3JkZXJTdHlsZSI6eyIkaWQiOiIyMDAiLCJMaW5lQ29sb3IiOm51bGwsIkxpbmVXZWlnaHQiOjAuMCwiTGluZVR5cGUiOjAsIlBhcmVudFN0eWxlIjpudWxsfSwiUGFyZW50U3R5bGUiOm51bGx9LCJEYXRlRm9ybWF0Ijp7IiRpZCI6IjIw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IiLCJGb3JtYXQiOjAsIklzVmlzaWJsZSI6ZmFsc2UsIkxhc3RLbm93blZpc2liaWxpdHlTdGF0ZSI6ZmFsc2V9LCJJc1Zpc2libGUiOnRydWUsIlZhcmlhbmNlU3R5bGUiOnsiJGlkIjoiMjAzIiwiVGV4dFN0eWxlIjp7IiRpZCI6IjIwNCIsIkZvbnRTZXR0aW5ncyI6eyIkaWQiOiIyMDUiLCJGb250U2l6ZSI6MTAsIkZvbnROYW1lIjoiQ2FsaWJyaSIsIklzQm9sZCI6ZmFsc2UsIklzSXRhbGljIjpmYWxzZSwiSXNVbmRlcmxpbmVkIjpmYWxzZSwiUGFyZW50U3R5bGUiOm51bGx9LCJBdXRvU2l6ZSI6MCwiRm9yZWdyb3VuZCI6eyIkaWQiOiIyMDYiLCJDb2xvciI6eyIkaWQiOiIyM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A4IiwiVG9wIjowLjAsIkxlZnQiOjAuMCwiUmlnaHQiOjAuMCwiQm90dG9tIjowLjB9LCJQYWRkaW5nIjp7IiRpZCI6IjIwOSIsIlRvcCI6MC4wLCJMZWZ0IjowLjAsIlJpZ2h0IjowLjAsIkJvdHRvbSI6MC4wfSwiQmFja2dyb3VuZCI6eyIkaWQiOiIyMTAiLCJDb2xvciI6eyIkaWQiOiIyMTEiLCJBIjoyNTUsIlIiOjAsIkciOjAsIkIiOjB9fSwiSXNWaXNpYmxlIjp0cnVlLCJXaWR0aCI6MC4wLCJIZWlnaHQiOjAuMCwiQm9yZGVyU3R5bGUiOm51bGwsIlBhcmVudFN0eWxlIjpudWxsfSwiUGFyZW50U3R5bGUiOm51bGx9LCJQYXJlbnRTdHlsZSI6bnVsbCwiX2V4cGxpY2l0bHlTZXQiOnsiJGlkIjoiMjEy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jEzIiwiU2hhcGUiOjEsIkNvbm5lY3Rvck1hcmdpbiI6eyIkaWQiOiIyMTQiLCJUb3AiOjAuMCwiTGVmdCI6Mi4wLCJSaWdodCI6Mi4wLCJCb3R0b20iOjAuMH0sIkNvbm5lY3RvclN0eWxlIjp7IiRpZCI6IjIxNSIsIkxpbmVDb2xvciI6eyIkaWQiOiIyMTYiLCIkdHlwZSI6Ik5MUkUuQ29tbW9uLkRvbS5Tb2xpZENvbG9yQnJ1c2gsIE5MUkUuQ29tbW9uIiwiQ29sb3IiOnsiJGlkIjoiMjE3IiwiQSI6MTI3LCJSIjozNCwiRyI6NTcsIkIiOjk4fX0sIkxpbmVXZWlnaHQiOjEuMCwiTGluZVR5cGUiOjAsIlBhcmVudFN0eWxlIjpudWxsfSwiSXNCZWxvd1RpbWViYW5kIjpmYWxzZSwiUG9zaXRpb25PblRhc2siOjEsIkhpZGVEYXRlIjpmYWxzZSwiU2hhcGVTaXplIjowLCJTcGFjaW5nIjowLjAsIlBhZGRpbmciOnsiJGlkIjoiMjE4IiwiVG9wIjo1LjAsIkxlZnQiOjMuMCwiUmlnaHQiOjAuMCwiQm90dG9tIjoyLjB9LCJTaGFwZVN0eWxlIjp7IiRpZCI6IjIxOSIsIk1hcmdpbiI6eyIkaWQiOiIyMjAiLCJUb3AiOjAuMCwiTGVmdCI6MC4wLCJSaWdodCI6MC4wLCJCb3R0b20iOjAuMH0sIlBhZGRpbmciOnsiJGlkIjoiMjIxIiwiVG9wIjowLjAsIkxlZnQiOjAuMCwiUmlnaHQiOjAuMCwiQm90dG9tIjowLjB9LCJCYWNrZ3JvdW5kIjp7IiRpZCI6IjIyMiIsIkNvbG9yIjp7IiRpZCI6IjIyMyIsIkEiOjI1NSwiUiI6MzQsIkciOjU3LCJCIjo5OH19LCJJc1Zpc2libGUiOnRydWUsIldpZHRoIjoxMi4wLCJIZWlnaHQiOjE0LjAsIkJvcmRlclN0eWxlIjp7IiRpZCI6IjIyNCIsIkxpbmVDb2xvciI6eyIkaWQiOiIyMjUiLCIkdHlwZSI6Ik5MUkUuQ29tbW9uLkRvbS5Tb2xpZENvbG9yQnJ1c2gsIE5MUkUuQ29tbW9uIiwiQ29sb3IiOnsiJGlkIjoiMjI2IiwiQSI6MjU1LCJSIjoyNTUsIkciOjAsIkIiOjB9fSwiTGluZVdlaWdodCI6MC4wLCJMaW5lVHlwZSI6MCwiUGFyZW50U3R5bGUiOm51bGx9LCJQYXJlbnRTdHlsZSI6bnVsbH0sIlRpdGxlU3R5bGUiOnsiJGlkIjoiMjI3IiwiRm9udFNldHRpbmdzIjp7IiRpZCI6IjIyOCIsIkZvbnRTaXplIjoxMSwiRm9udE5hbWUiOiJDYWxpYnJpIiwiSXNCb2xkIjpmYWxzZSwiSXNJdGFsaWMiOmZhbHNlLCJJc1VuZGVybGluZWQiOmZhbHNlLCJQYXJlbnRTdHlsZSI6bnVsbH0sIkF1dG9TaXplIjowLCJGb3JlZ3JvdW5kIjp7IiRpZCI6IjIyOSIsIkNvbG9yIjp7IiRpZCI6IjIz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MzEiLCJUb3AiOjAuMCwiTGVmdCI6MC4wLCJSaWdodCI6MC4wLCJCb3R0b20iOjAuMH0sIlBhZGRpbmciOnsiJGlkIjoiMjMyIiwiVG9wIjowLjAsIkxlZnQiOjAuMCwiUmlnaHQiOjAuMCwiQm90dG9tIjowLjB9LCJCYWNrZ3JvdW5kIjp7IiRpZCI6IjIzMyIsIkNvbG9yIjp7IiRpZCI6IjIzNCIsIkEiOjI1NSwiUiI6MCwiRyI6MCwiQiI6MH19LCJJc1Zpc2libGUiOnRydWUsIldpZHRoIjowLjAsIkhlaWdodCI6MC4wLCJCb3JkZXJTdHlsZSI6eyIkaWQiOiIyMzUiLCJMaW5lQ29sb3IiOm51bGwsIkxpbmVXZWlnaHQiOjAuMCwiTGluZVR5cGUiOjAsIlBhcmVudFN0eWxlIjpudWxsfSwiUGFyZW50U3R5bGUiOm51bGx9LCJEYXRlU3R5bGUiOnsiJGlkIjoiMjM2IiwiRm9udFNldHRpbmdzIjp7IiRpZCI6IjIzNyIsIkZvbnRTaXplIjoxMCwiRm9udE5hbWUiOiJDYWxpYnJpIiwiSXNCb2xkIjpmYWxzZSwiSXNJdGFsaWMiOmZhbHNlLCJJc1VuZGVybGluZWQiOmZhbHNlLCJQYXJlbnRTdHlsZSI6bnVsbH0sIkF1dG9TaXplIjowLCJGb3JlZ3JvdW5kIjp7IiRpZCI6IjIzOCIsIkNvbG9yIjp7IiRpZCI6IjIzO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QwIiwiVG9wIjowLjAsIkxlZnQiOjAuMCwiUmlnaHQiOjAuMCwiQm90dG9tIjowLjB9LCJQYWRkaW5nIjp7IiRpZCI6IjI0MSIsIlRvcCI6MC4wLCJMZWZ0IjowLjAsIlJpZ2h0IjowLjAsIkJvdHRvbSI6MC4wfSwiQmFja2dyb3VuZCI6eyIkaWQiOiIyNDIiLCJDb2xvciI6eyIkaWQiOiIyNDMiLCJBIjoyNTUsIlIiOjY4LCJHIjo4NCwiQiI6MTA2fX0sIklzVmlzaWJsZSI6dHJ1ZSwiV2lkdGgiOjAuMCwiSGVpZ2h0IjowLjAsIkJvcmRlclN0eWxlIjp7IiRpZCI6IjI0NCIsIkxpbmVDb2xvciI6bnVsbCwiTGluZVdlaWdodCI6MC4wLCJMaW5lVHlwZSI6MCwiUGFyZW50U3R5bGUiOm51bGx9LCJQYXJlbnRTdHlsZSI6bnVsbH0sIkRhdGVGb3JtYXQiOnsiJGlkIjoiMj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NiIsIkZvcm1hdCI6MCwiSXNWaXNpYmxlIjpmYWxzZSwiTGFzdEtub3duVmlzaWJpbGl0eVN0YXRlIjpmYWxzZX0sIklzVmlzaWJsZSI6dHJ1ZSwiVmFyaWFuY2VTdHlsZSI6eyIkaWQiOiIyNDciLCJUZXh0U3R5bGUiOnsiJGlkIjoiMjQ4IiwiRm9udFNldHRpbmdzIjp7IiRpZCI6IjI0OSIsIkZvbnRTaXplIjoxMCwiRm9udE5hbWUiOiJDYWxpYnJpIiwiSXNCb2xkIjpmYWxzZSwiSXNJdGFsaWMiOmZhbHNlLCJJc1VuZGVybGluZWQiOmZhbHNlLCJQYXJlbnRTdHlsZSI6bnVsbH0sIkF1dG9TaXplIjowLCJGb3JlZ3JvdW5kIjp7IiRpZCI6IjI1MCIsIkNvbG9yIjp7IiRpZCI6IjI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I1NSwiUiI6MCwiRyI6MCwiQiI6MH19LCJJc1Zpc2libGUiOnRydWUsIldpZHRoIjowLjAsIkhlaWdodCI6MC4wLCJCb3JkZXJTdHlsZSI6bnVsbCwiUGFyZW50U3R5bGUiOm51bGx9LCJQYXJlbnRTdHlsZSI6bnVsbH0sIlBhcmVudFN0eWxlIjpudWxsfSwiRGVmYXVsdFN3aW1sYW5lTWlsZXN0b25lU3R5bGUiOnsiJGlkIjoiMjU2IiwiVGl0bGVQb3NpdGlvbiI6IkxlZnQiLCJEYXRlUG9zaXRpb24iOiJSaWdodCIsIlZhcmlhbmNlUG9zaXRpb24iOiJSaWdodCIsIlNoYXBlVHlwZSI6MSwiU2hhcGVTaXplIjowLCJTcGFjaW5nIjo1LCJTaGFwZVN0eWxlIjp7IiRpZCI6IjI1NyIsIk1hcmdpbiI6eyIkaWQiOiIyNTgiLCJUb3AiOjAuMCwiTGVmdCI6MC4wLCJSaWdodCI6MC4wLCJCb3R0b20iOjAuMH0sIlBhZGRpbmciOnsiJGlkIjoiMjU5IiwiVG9wIjowLjAsIkxlZnQiOjAuMCwiUmlnaHQiOjAuMCwiQm90dG9tIjowLjB9LCJCYWNrZ3JvdW5kIjp7IiRpZCI6IjI2MCIsIkNvbG9yIjp7IiRpZCI6IjI2MSIsIkEiOjI1NSwiUiI6NjgsIkciOjExNCwiQiI6MTk2fX0sIklzVmlzaWJsZSI6dHJ1ZSwiV2lkdGgiOjEyLjAsIkhlaWdodCI6MTQuMCwiQm9yZGVyU3R5bGUiOnsiJGlkIjoiMjYyIiwiTGluZUNvbG9yIjp7IiRpZCI6IjI2MyIsIiR0eXBlIjoiTkxSRS5Db21tb24uRG9tLlNvbGlkQ29sb3JCcnVzaCwgTkxSRS5Db21tb24iLCJDb2xvciI6eyIkaWQiOiIyNjQiLCJBIjoyNTUsIlIiOjIzNCwiRyI6MjIsIkIiOjMwfX0sIkxpbmVXZWlnaHQiOjAuMCwiTGluZVR5cGUiOjAsIlBhcmVudFN0eWxlIjpudWxsfSwiUGFyZW50U3R5bGUiOm51bGx9LCJUaXRsZVN0eWxlIjp7IiRpZCI6IjI2NSIsIkZvbnRTZXR0aW5ncyI6eyIkaWQiOiIyNjYiLCJGb250U2l6ZSI6MTEsIkZvbnROYW1lIjoiQ2FsaWJyaSIsIklzQm9sZCI6ZmFsc2UsIklzSXRhbGljIjpmYWxzZSwiSXNVbmRlcmxpbmVkIjpmYWxzZSwiUGFyZW50U3R5bGUiOm51bGx9LCJBdXRvU2l6ZSI6MCwiRm9yZWdyb3VuZCI6eyIkaWQiOiIyNjciLCJDb2xvciI6eyIkaWQiOiIyN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Y5IiwiVG9wIjowLjAsIkxlZnQiOjAuMCwiUmlnaHQiOjAuMCwiQm90dG9tIjowLjB9LCJQYWRkaW5nIjp7IiRpZCI6IjI3MCIsIlRvcCI6MC4wLCJMZWZ0IjowLjAsIlJpZ2h0IjowLjAsIkJvdHRvbSI6MC4wfSwiQmFja2dyb3VuZCI6eyIkaWQiOiIyNzEiLCJDb2xvciI6eyIkaWQiOiIyNzIiLCJBIjoyNTUsIlIiOjAsIkciOjAsIkIiOjB9fSwiSXNWaXNpYmxlIjp0cnVlLCJXaWR0aCI6MC4wLCJIZWlnaHQiOjAuMCwiQm9yZGVyU3R5bGUiOnsiJGlkIjoiMjczIiwiTGluZUNvbG9yIjpudWxsLCJMaW5lV2VpZ2h0IjowLjAsIkxpbmVUeXBlIjowLCJQYXJlbnRTdHlsZSI6bnVsbH0sIlBhcmVudFN0eWxlIjpudWxsfSwiRGF0ZVN0eWxlIjp7IiRpZCI6IjI3NCIsIkZvbnRTZXR0aW5ncyI6eyIkaWQiOiIyNzUiLCJGb250U2l6ZSI6MTAsIkZvbnROYW1lIjoiQ2FsaWJyaSIsIklzQm9sZCI6ZmFsc2UsIklzSXRhbGljIjpmYWxzZSwiSXNVbmRlcmxpbmVkIjpmYWxzZSwiUGFyZW50U3R5bGUiOm51bGx9LCJBdXRvU2l6ZSI6MCwiRm9yZWdyb3VuZCI6eyIkaWQiOiIyNzYiLCJDb2xvciI6eyIkaWQiOiIy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3OCIsIlRvcCI6MC4wLCJMZWZ0IjowLjAsIlJpZ2h0IjowLjAsIkJvdHRvbSI6MC4wfSwiUGFkZGluZyI6eyIkaWQiOiIyNzkiLCJUb3AiOjAuMCwiTGVmdCI6MC4wLCJSaWdodCI6MC4wLCJCb3R0b20iOjAuMH0sIkJhY2tncm91bmQiOnsiJGlkIjoiMjgwIiwiQ29sb3IiOnsiJGlkIjoiMjgxIiwiQSI6MjU1LCJSIjo2OCwiRyI6ODQsIkIiOjEwNn19LCJJc1Zpc2libGUiOnRydWUsIldpZHRoIjowLjAsIkhlaWdodCI6MC4wLCJCb3JkZXJTdHlsZSI6eyIkaWQiOiIyODIiLCJMaW5lQ29sb3IiOm51bGwsIkxpbmVXZWlnaHQiOjAuMCwiTGluZVR5cGUiOjAsIlBhcmVudFN0eWxlIjpudWxsfSwiUGFyZW50U3R5bGUiOm51bGx9LCJEYXRlRm9ybWF0Ijp7IiRpZCI6IjI4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QiLCJGb3JtYXQiOjAsIklzVmlzaWJsZSI6ZmFsc2UsIkxhc3RLbm93blZpc2liaWxpdHlTdGF0ZSI6ZmFsc2V9LCJJc1Zpc2libGUiOnRydWUsIlZhcmlhbmNlU3R5bGUiOnsiJGlkIjoiMjg1IiwiVGV4dFN0eWxlIjp7IiRpZCI6IjI4NiIsIkZvbnRTZXR0aW5ncyI6eyIkaWQiOiIyODciLCJGb250U2l6ZSI6MTAsIkZvbnROYW1lIjoiQ2FsaWJyaSIsIklzQm9sZCI6ZmFsc2UsIklzSXRhbGljIjpmYWxzZSwiSXNVbmRlcmxpbmVkIjpmYWxzZSwiUGFyZW50U3R5bGUiOm51bGx9LCJBdXRvU2l6ZSI6MCwiRm9yZWdyb3VuZCI6eyIkaWQiOiIyODgiLCJDb2xvciI6eyIkaWQiOiIyO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kwIiwiVG9wIjowLjAsIkxlZnQiOjAuMCwiUmlnaHQiOjAuMCwiQm90dG9tIjowLjB9LCJQYWRkaW5nIjp7IiRpZCI6IjI5MSIsIlRvcCI6MC4wLCJMZWZ0IjowLjAsIlJpZ2h0IjowLjAsIkJvdHRvbSI6MC4wfSwiQmFja2dyb3VuZCI6eyIkaWQiOiIyOTIiLCJDb2xvciI6eyIkaWQiOiIyOTMiLCJBIjoyNTUsIlIiOjAsIkciOjAsIkIiOjB9fSwiSXNWaXNpYmxlIjp0cnVlLCJXaWR0aCI6MC4wLCJIZWlnaHQiOjAuMCwiQm9yZGVyU3R5bGUiOm51bGwsIlBhcmVudFN0eWxlIjpudWxsfSwiUGFyZW50U3R5bGUiOm51bGx9LCJQYXJlbnRTdHlsZSI6bnVsbH0sIkRlZmF1bHRTd2ltbGFuZUFjdGl2aXR5U3R5bGUiOnsiJGlkIjoiMjk0IiwiSGVhZGVyU3R5bGUiOnsiJGlkIjoiMjk1IiwiVGV4dFN0eWxlIjp7IiRpZCI6IjI5NiIsIkZvbnRTZXR0aW5ncyI6eyIkaWQiOiIyOTciLCJGb250U2l6ZSI6MTEsIkZvbnROYW1lIjoiQ2FsaWJyaSIsIklzQm9sZCI6ZmFsc2UsIklzSXRhbGljIjpmYWxzZSwiSXNVbmRlcmxpbmVkIjpmYWxzZSwiUGFyZW50U3R5bGUiOm51bGx9LCJBdXRvU2l6ZSI6MCwiRm9yZWdyb3VuZCI6eyIkaWQiOiIyOTgiLCJDb2xvciI6eyIkaWQiOiIyOTkiLCJBIjoyNTUsIlIiOjY0LCJHIjo2NCwiQiI6NjR9fSwiTWF4V2lkdGgiOjAuMCwiTWF4SGVpZ2h0IjowLjAsIlNtYXJ0Rm9yZWdyb3VuZElzQWN0aXZlIjpmYWxzZSwiSG9yaXpvbnRhbEFsaWdubWVudCI6MCwiVmVydGljYWxBbGlnbm1lbnQiOjAsIlNtYXJ0Rm9yZWdyb3VuZCI6bnVsbCwiQmFja2dyb3VuZEZpbGxUeXBlIjowLCJNYXJnaW4iOnsiJGlkIjoiMzAwIiwiVG9wIjowLjAsIkxlZnQiOjAuMCwiUmlnaHQiOjAuMCwiQm90dG9tIjowLjB9LCJQYWRkaW5nIjp7IiRpZCI6IjMwMSIsIlRvcCI6MC4wLCJMZWZ0IjowLjAsIlJpZ2h0IjowLjAsIkJvdHRvbSI6MC4wfSwiQmFja2dyb3VuZCI6eyIkaWQiOiIzMDIiLCJDb2xvciI6eyIkaWQiOiIzMDMiLCJBIjoyNTUsIlIiOjY0LCJHIjo2NCwiQiI6NjR9fSwiSXNWaXNpYmxlIjpmYWxzZSwiV2lkdGgiOjAuMCwiSGVpZ2h0IjowLjAsIkJvcmRlclN0eWxlIjpudWxsLCJQYXJlbnRTdHlsZSI6bnVsbH0sIlJlY3RhbmdsZVN0eWxlIjp7IiRpZCI6IjMwNCIsIk1hcmdpbiI6eyIkaWQiOiIzMDUiLCJUb3AiOjAuMCwiTGVmdCI6MC4wLCJSaWdodCI6MC4wLCJCb3R0b20iOjAuMH0sIlBhZGRpbmciOnsiJGlkIjoiMzA2IiwiVG9wIjowLjAsIkxlZnQiOjAuMCwiUmlnaHQiOjAuMCwiQm90dG9tIjowLjB9LCJCYWNrZ3JvdW5kIjp7IiRpZCI6IjMwNyIsIkNvbG9yIjp7IiRpZCI6IjMwOCIsIkEiOjEyNywiUiI6NjgsIkciOjExNCwiQiI6MTk2fX0sIklzVmlzaWJsZSI6ZmFsc2UsIldpZHRoIjowLjAsIkhlaWdodCI6MC4wLCJCb3JkZXJTdHlsZSI6eyIkaWQiOiIzMDkiLCJMaW5lQ29sb3IiOnsiJGlkIjoiMzEwIiwiJHR5cGUiOiJOTFJFLkNvbW1vbi5Eb20uU29saWRDb2xvckJydXNoLCBOTFJFLkNvbW1vbiIsIkNvbG9yIjp7IiRpZCI6IjMxMSIsIkEiOjI1NSwiUiI6MjU1LCJHIjowLCJCIjowfX0sIkxpbmVXZWlnaHQiOjAuMCwiTGluZVR5cGUiOjAsIlBhcmVudFN0eWxlIjpudWxsfSwiUGFyZW50U3R5bGUiOm51bGx9LCJNYXJnaW4iOnsiJGlkIjoiMzEyIiwiVG9wIjowLjAsIkxlZnQiOjAuMCwiUmlnaHQiOjAuMCwiQm90dG9tIjowLjB9LCJQYWRkaW5nIjp7IiRpZCI6IjMxMyIsIlRvcCI6MC4wLCJMZWZ0IjowLjAsIlJpZ2h0IjowLjAsIkJvdHRvbSI6MC4wfSwiQmFja2dyb3VuZCI6bnVsbCwiSXNWaXNpYmxlIjp0cnVlLCJXaWR0aCI6MC4wLCJIZWlnaHQiOjAuMCwiQm9yZGVyU3R5bGUiOm51bGwsIlBhcmVudFN0eWxlIjpudWxsfSwiQmFja2dyb3VuZFN0eWxlIjp7IiRpZCI6IjMxNCIsIk1hcmdpbiI6eyIkaWQiOiIzMTUiLCJUb3AiOjAuMCwiTGVmdCI6MC4wLCJSaWdodCI6MC4wLCJCb3R0b20iOjAuMH0sIlBhZGRpbmciOnsiJGlkIjoiMzE2IiwiVG9wIjowLjAsIkxlZnQiOjAuMCwiUmlnaHQiOjAuMCwiQm90dG9tIjowLjB9LCJCYWNrZ3JvdW5kIjp7IiRpZCI6IjMxNyIsIkNvbG9yIjp7IiRpZCI6IjMxOCIsIkEiOjUxLCJSIjoyMDAsIkciOjIwMCwiQiI6MjAwfX0sIklzVmlzaWJsZSI6dHJ1ZSwiV2lkdGgiOjAuMCwiSGVpZ2h0IjowLjAsIkJvcmRlclN0eWxlIjp7IiRpZCI6IjMxOSIsIkxpbmVDb2xvciI6eyIkaWQiOiIzMjAiLCIkdHlwZSI6Ik5MUkUuQ29tbW9uLkRvbS5Tb2xpZENvbG9yQnJ1c2gsIE5MUkUuQ29tbW9uIiwiQ29sb3IiOnsiJGlkIjoiMzIxIiwiQSI6MjU1LCJSIjoyMzQsIkciOjIyLCJCIjozMH19LCJMaW5lV2VpZ2h0IjowLjAsIkxpbmVUeXBlIjowLCJQYXJlbnRTdHlsZSI6bnVsbH0sIlBhcmVudFN0eWxlIjpudWxsfSwiTWFyZ2luIjp7IiRpZCI6IjMyMiIsIlRvcCI6MC4wLCJMZWZ0IjowLjAsIlJpZ2h0IjowLjAsIkJvdHRvbSI6MC4wfSwiUGFkZGluZyI6eyIkaWQiOiIzMjMiLCJUb3AiOjAuMCwiTGVmdCI6MC4wLCJSaWdodCI6MC4wLCJCb3R0b20iOjAuMH0sIklzVmlzaWJsZSI6dHJ1ZSwiV2lkdGgiOjAuMCwiSGVpZ2h0IjowLjAsIkJvcmRlclN0eWxlIjp7IiRpZCI6IjMyNCIsIkxpbmVDb2xvciI6bnVsbCwiTGluZVdlaWdodCI6MC4wLCJMaW5lVHlwZSI6MCwiUGFyZW50U3R5bGUiOm51bGx9LCJQYXJlbnRTdHlsZSI6bnVsbH0sIk1hcmdpbiI6eyIkaWQiOiIzMjUiLCJUb3AiOjAuMCwiTGVmdCI6MC4wLCJSaWdodCI6MC4wLCJCb3R0b20iOjAuMH0sIlBhZGRpbmciOnsiJGlkIjoiMzI2IiwiVG9wIjowLjAsIkxlZnQiOjAuMCwiUmlnaHQiOjAuMCwiQm90dG9tIjowLjB9LCJJc1Zpc2libGUiOmZhbHNlLCJXaWR0aCI6MC4wLCJIZWlnaHQiOjAuMCwiQm9yZGVyU3R5bGUiOnsiJGlkIjoiMzI3IiwiTGluZUNvbG9yIjpudWxsLCJMaW5lV2VpZ2h0IjowLjAsIkxpbmVUeXBlIjowLCJQYXJlbnRTdHlsZSI6bnVsbH0sIlBhcmVudFN0eWxlIjpudWxsfX0seyIkaWQiOiIzMjgiLCJfYWN0aXZpdGllcyI6W3siJGlkIjoiMzI5IiwiX3Jvd3MiOlt7IiRpZCI6IjMzMCIsIl90YXNrcyI6W3siJGlkIjoiMzMxIiwiX2F0dGFjaGVkTWlsZXN0b25lcyI6W10sIlRhc2tEZWZpbml0aW9uIjp7IiRpZCI6IjMzMiIsIkdyb3VwTmFtZSI6bnVsbCwiU3RhcnREYXRlIjoiMjAyNi0wNS0wM1QwMDowMDowMFoiLCJFbmREYXRlIjoiMjAyNi0wNS0yOVQyMzo1OTowMFoiLCJQZXJjZW50YWdlQ29tcGxldGUiOm51bGwsIlN0eWxlIjp7IiRpZCI6IjMzMyIsIlNoYXBlIjoxLCJTaGFwZVRoaWNrbmVzcyI6MCwiRHVyYXRpb25Gb3JtYXQiOjAsIkluY2x1ZGVOb25Xb3JraW5nRGF5c0luRHVyYXRpb24iOmZhbHNlLCJQZXJjZW50YWdlQ29tcGxldGVTdHlsZSI6eyIkaWQiOiIzMzQiLCJGb250U2V0dGluZ3MiOnsiJGlkIjoiMzM1IiwiRm9udFNpemUiOjEwLCJGb250TmFtZSI6IkNhbGlicmkiLCJJc0JvbGQiOmZhbHNlLCJJc0l0YWxpYyI6ZmFsc2UsIklzVW5kZXJsaW5lZCI6ZmFsc2UsIlBhcmVudFN0eWxlIjpudWxsfSwiQXV0b1NpemUiOjAsIkZvcmVncm91bmQiOnsiJGlkIjoiMzM2IiwiQ29sb3IiOnsiJGlkIjoiMz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zOCIsIlRvcCI6MC4wLCJMZWZ0IjowLjAsIlJpZ2h0IjowLjAsIkJvdHRvbSI6MC4wfSwiUGFkZGluZyI6eyIkaWQiOiIzMzkiLCJUb3AiOjAuMCwiTGVmdCI6MC4wLCJSaWdodCI6MC4wLCJCb3R0b20iOjAuMH0sIkJhY2tncm91bmQiOnsiJGlkIjoiMzQwIiwiQ29sb3IiOnsiJGlkIjoiMzQxIiwiQSI6ODksIlIiOjAsIkciOjAsIkIiOjB9fSwiSXNWaXNpYmxlIjp0cnVlLCJXaWR0aCI6MC4wLCJIZWlnaHQiOjAuMCwiQm9yZGVyU3R5bGUiOnsiJGlkIjoiMzQyIiwiTGluZUNvbG9yIjpudWxsLCJMaW5lV2VpZ2h0IjowLjAsIkxpbmVUeXBlIjowLCJQYXJlbnRTdHlsZSI6bnVsbH0sIlBhcmVudFN0eWxlIjpudWxsfSwiRHVyYXRpb25TdHlsZSI6eyIkaWQiOiIzNDMiLCJGb250U2V0dGluZ3MiOnsiJGlkIjoiMzQ0IiwiRm9udFNpemUiOjEwLCJGb250TmFtZSI6IkNhbGlicmkiLCJJc0JvbGQiOmZhbHNlLCJJc0l0YWxpYyI6ZmFsc2UsIklzVW5kZXJsaW5lZCI6ZmFsc2UsIlBhcmVudFN0eWxlIjpudWxsfSwiQXV0b1NpemUiOjAsIkZvcmVncm91bmQiOnsiJGlkIjoiMzQ1IiwiQ29sb3IiOnsiJGlkIjoiMz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NDciLCJUb3AiOjAuMCwiTGVmdCI6MC4wLCJSaWdodCI6MC4wLCJCb3R0b20iOjAuMH0sIlBhZGRpbmciOnsiJGlkIjoiMzQ4IiwiVG9wIjowLjAsIkxlZnQiOjAuMCwiUmlnaHQiOjAuMCwiQm90dG9tIjowLjB9LCJCYWNrZ3JvdW5kIjp7IiRpZCI6IjM0OSIsIkNvbG9yIjp7IiRpZCI6IjM1MCIsIkEiOjI1NSwiUiI6NjgsIkciOjg0LCJCIjoxMDZ9fSwiSXNWaXNpYmxlIjp0cnVlLCJXaWR0aCI6MC4wLCJIZWlnaHQiOjAuMCwiQm9yZGVyU3R5bGUiOnsiJGlkIjoiMzUxIiwiTGluZUNvbG9yIjpudWxsLCJMaW5lV2VpZ2h0IjowLjAsIkxpbmVUeXBlIjowLCJQYXJlbnRTdHlsZSI6bnVsbH0sIlBhcmVudFN0eWxlIjpudWxsfSwiSG9yaXpvbnRhbENvbm5lY3RvclN0eWxlIjp7IiRpZCI6IjM1MiIsIkxpbmVDb2xvciI6eyIkaWQiOiIzNTMiLCIkdHlwZSI6Ik5MUkUuQ29tbW9uLkRvbS5Tb2xpZENvbG9yQnJ1c2gsIE5MUkUuQ29tbW9uIiwiQ29sb3IiOnsiJGlkIjoiMzU0IiwiQSI6MjU1LCJSIjowLCJHIjowLCJCIjowfX0sIkxpbmVXZWlnaHQiOjAuMCwiTGluZVR5cGUiOjAsIlBhcmVudFN0eWxlIjpudWxsfSwiVmVydGljYWxDb25uZWN0b3JTdHlsZSI6eyIkaWQiOiIzNTUiLCJMaW5lQ29sb3IiOnsiJGlkIjoiMzU2IiwiJHR5cGUiOiJOTFJFLkNvbW1vbi5Eb20uU29saWRDb2xvckJydXNoLCBOTFJFLkNvbW1vbiIsIkNvbG9yIjp7IiRpZCI6IjM1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zU4IiwiU2hhcGVTdHlsZSI6eyIkaWQiOiIzNTkiLCJNYXJnaW4iOnsiJGlkIjoiMzYwIiwiVG9wIjowLjAsIkxlZnQiOjAuMCwiUmlnaHQiOjAuMCwiQm90dG9tIjowLjB9LCJQYWRkaW5nIjp7IiRpZCI6IjM2MSIsIlRvcCI6MC4wLCJMZWZ0IjowLjAsIlJpZ2h0IjowLjAsIkJvdHRvbSI6MC4wfSwiQmFja2dyb3VuZCI6eyIkaWQiOiIzNjIiLCJDb2xvciI6eyIkaWQiOiIzNjMiLCJBIjoxNTMsIlIiOjAsIkciOjAsIkIiOjB9fSwiSXNWaXNpYmxlIjp0cnVlLCJXaWR0aCI6MC4wLCJIZWlnaHQiOjAuMCwiQm9yZGVyU3R5bGUiOm51bGwsIlBhcmVudFN0eWxlIjpudWxsfSwiTWFyZ2luIjp7IiRpZCI6IjM2NCIsIlRvcCI6MC4wLCJMZWZ0IjowLjAsIlJpZ2h0IjowLjAsIkJvdHRvbSI6MC4wfSwiUGFkZGluZyI6eyIkaWQiOiIzNjUiLCJUb3AiOjAuMCwiTGVmdCI6MC4wLCJSaWdodCI6MC4wLCJCb3R0b20iOjAuMH0sIkJhY2tncm91bmQiOm51bGwsIklzVmlzaWJsZSI6dHJ1ZSwiV2lkdGgiOjAuMCwiSGVpZ2h0IjowLjAsIkJvcmRlclN0eWxlIjpudWxsLCJQYXJlbnRTdHlsZSI6bnVsbH0sIlNoYXBlU3R5bGUiOnsiJGlkIjoiMzY2IiwiTWFyZ2luIjp7IiRpZCI6IjM2NyIsIlRvcCI6MC4wLCJMZWZ0Ijo0LjAsIlJpZ2h0Ijo0LjAsIkJvdHRvbSI6MC4wfSwiUGFkZGluZyI6eyIkaWQiOiIzNjgiLCJUb3AiOjAuMCwiTGVmdCI6MC4wLCJSaWdodCI6MC4wLCJCb3R0b20iOjAuMH0sIkJhY2tncm91bmQiOnsiJGlkIjoiMzY5IiwiQ29sb3IiOnsiJGlkIjoiMzcwIiwiQSI6MjU1LCJSIjoyNTUsIkciOjE5MiwiQiI6MH19LCJJc1Zpc2libGUiOnRydWUsIldpZHRoIjowLjAsIkhlaWdodCI6MTAuMCwiQm9yZGVyU3R5bGUiOnsiJGlkIjoiMzcxIiwiTGluZUNvbG9yIjp7IiRpZCI6IjM3MiIsIiR0eXBlIjoiTkxSRS5Db21tb24uRG9tLlNvbGlkQ29sb3JCcnVzaCwgTkxSRS5Db21tb24iLCJDb2xvciI6eyIkaWQiOiIzNzMiLCJBIjoyNTUsIlIiOjIzNCwiRyI6MjIsIkIiOjMwfX0sIkxpbmVXZWlnaHQiOjAuMCwiTGluZVR5cGUiOjAsIlBhcmVudFN0eWxlIjpudWxsfSwiUGFyZW50U3R5bGUiOm51bGx9LCJUaXRsZVN0eWxlIjp7IiRpZCI6IjM3NCIsIkZvbnRTZXR0aW5ncyI6eyIkaWQiOiIzNzUiLCJGb250U2l6ZSI6MTEsIkZvbnROYW1lIjoiVGl0aWxsaXVtIFdlYiIsIklzQm9sZCI6ZmFsc2UsIklzSXRhbGljIjpmYWxzZSwiSXNVbmRlcmxpbmVkIjpmYWxzZSwiUGFyZW50U3R5bGUiOm51bGx9LCJBdXRvU2l6ZSI6MCwiRm9yZWdyb3VuZCI6eyIkaWQiOiIzNzYiLCJDb2xvciI6eyIkaWQiOiIzNz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Mzc4IiwiVG9wIjowLjAsIkxlZnQiOjAuMCwiUmlnaHQiOjAuMCwiQm90dG9tIjowLjB9LCJQYWRkaW5nIjp7IiRpZCI6IjM3OSIsIlRvcCI6MC4wLCJMZWZ0IjowLjAsIlJpZ2h0IjowLjAsIkJvdHRvbSI6MC4wfSwiQmFja2dyb3VuZCI6eyIkaWQiOiIzODAiLCJDb2xvciI6eyIkaWQiOiIzODEiLCJBIjowLCJSIjoyNTUsIkciOjI1NSwiQiI6MjU1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lRpdGlsbGl1bSBXZWIiLCJJc0JvbGQiOmZhbHNlLCJJc0l0YWxpYyI6ZmFsc2UsIklzVW5kZXJsaW5lZCI6ZmFsc2UsIlBhcmVudFN0eWxlIjpudWxsfSwiQXV0b1NpemUiOjAsIkZvcmVncm91bmQiOnsiJGlkIjoiMzg1IiwiQ29sb3IiOnsiJGlkIjoiMzg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CwiUiI6MjU1LCJHIjoyNTUsIkIiOjI1NX19LCJJc1Zpc2libGUiOnRydWUsIldpZHRoIjowLjAsIkhlaWdodCI6MC4wLCJCb3JkZXJTdHlsZSI6eyIkaWQiOiIzOTEiLCJMaW5lQ29sb3IiOm51bGwsIkxpbmVXZWlnaHQiOjAuMCwiTGluZVR5cGUiOjAsIlBhcmVudFN0eWxlIjpudWxsfSwiUGFyZW50U3R5bGUiOm51bGx9LCJEYXRlRm9ybWF0Ijp7IiRpZCI6IjM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MiLCJGb3JtYXQiOjAsIklzVmlzaWJsZSI6ZmFsc2UsIkxhc3RLbm93blZpc2liaWxpdHlTdGF0ZSI6ZmFsc2V9LCJJc1Zpc2libGUiOnRydWUsIlZhcmlhbmNlU3R5bGUiOnsiJGlkIjoiMzk0IiwiVGV4dFN0eWxlIjp7IiRpZCI6IjM5NSIsIkZvbnRTZXR0aW5ncyI6eyIkaWQiOiIzOTYiLCJGb250U2l6ZSI6MTAsIkZvbnROYW1lIjoiQ2FsaWJyaSIsIklzQm9sZCI6ZmFsc2UsIklzSXRhbGljIjpmYWxzZSwiSXNVbmRlcmxpbmVkIjpmYWxzZSwiUGFyZW50U3R5bGUiOm51bGx9LCJBdXRvU2l6ZSI6MCwiRm9yZWdyb3VuZCI6eyIkaWQiOiIzOTciLCJDb2xvciI6eyIkaWQiOiIzOT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5IiwiVG9wIjowLjAsIkxlZnQiOjAuMCwiUmlnaHQiOjAuMCwiQm90dG9tIjowLjB9LCJQYWRkaW5nIjp7IiRpZCI6IjQwMCIsIlRvcCI6MC4wLCJMZWZ0IjowLjAsIlJpZ2h0IjowLjAsIkJvdHRvbSI6MC4wfSwiQmFja2dyb3VuZCI6eyIkaWQiOiI0MDEiLCJDb2xvciI6eyIkaWQiOiI0MDIiLCJBIjoyNTUsIlIiOjAsIkciOjAsIkIiOjB9fSwiSXNWaXNpYmxlIjp0cnVlLCJXaWR0aCI6MC4wLCJIZWlnaHQiOjAuMCwiQm9yZGVyU3R5bGUiOnsiJGlkIjoiNDAzIiwiTGluZUNvbG9yIjpudWxsLCJMaW5lV2VpZ2h0IjowLjAsIkxpbmVUeXBlIjowLCJQYXJlbnRTdHlsZSI6bnVsbH0sIlBhcmVudFN0eWxlIjpudWxsfSwiUGFyZW50U3R5bGUiOm51bGx9LCJQYXJlbnRTdHlsZSI6bnVsbH0sIkluZGV4IjozLCJTbWFydER1cmF0aW9uQWN0aXZhdGVkIjpmYWxzZSwiRGF0ZUZvcm1hdCI6eyIkcmVmIjoiMzkyIn0sIldlZWtOdW1iZXJpbmciOnsiJGlkIjoiNDA0IiwiRm9ybWF0IjowLCJJc1Zpc2libGUiOmZhbHNlLCJMYXN0S25vd25WaXNpYmlsaXR5U3RhdGUiOmZhbHNlfSwiQmFzZWxpbmVEYXRhIjp7IiRpZCI6IjQwNSIsIlN0YXJ0RGF0ZSI6IjIwMjYtMDUtMDNUMDA6MDA6MDAiLCJFbmREYXRlIjoiMjAyNi0wNS0yOVQyMzo1OTowMCJ9LCJJZCI6IjViYzJmZjZkLWY5MDktNDJlYy05OGQwLWM3MTE1MjRkNjZjYSIsIkltcG9ydElkIjpudWxsLCJUaXRsZSI6IkNhc29zIGRlIHVzbyB5IGFycXVpdGVjdHVyYSBjb25jZXB0dWFsIChTcHJpbnQgMSB5IDIpIiwiTm90ZSI6bnVsbCwiSHlwZXJsaW5rIjp7IiRpZCI6IjQwNiIsIkFkZHJlc3MiOiIiLCJTdWJBZGRyZXNzIjoiIn0sIklzQ2hhbmdlZCI6ZmFsc2UsIklzTmV3IjpmYWxzZX19XSwiX21pbGVzdG9uZXMiOltdLCJJZCI6IjAwMDAwMDAwLTAwMDAtMDAwMC0wMDAwLTAwMDAwMDAwMDAwMCIsIklzU2luZ2xlSXRlbVJvdyI6dHJ1ZX1dLCJJbmRleCI6MiwiSWQiOiI0YzNjZjgzYy1lMzZjLTRkOGMtYjQ4ZS1hZmM1MzY4ZmVlY2EiLCJIZWFkZXJUZXh0IjpudWxsLCJJc0RlZmF1bHQiOnRydWUsIlN0eWxlIjp7IiRpZCI6IjQwNyIsIkhlYWRlclN0eWxlIjp7IiRpZCI6IjQwOCIsIlRleHRTdHlsZSI6eyIkaWQiOiI0MDkiLCJGb250U2V0dGluZ3MiOnsiJGlkIjoiNDEwIiwiRm9udFNpemUiOjExLCJGb250TmFtZSI6IkNhbGlicmkiLCJJc0JvbGQiOmZhbHNlLCJJc0l0YWxpYyI6ZmFsc2UsIklzVW5kZXJsaW5lZCI6ZmFsc2UsIlBhcmVudFN0eWxlIjpudWxsfSwiQXV0b1NpemUiOjIsIkZvcmVncm91bmQiOnsiJGlkIjoiNDExIiwiQ29sb3IiOnsiJGlkIjoiNDE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EzIiwiVG9wIjowLjAsIkxlZnQiOjAuMCwiUmlnaHQiOjAuMCwiQm90dG9tIjowLjB9LCJQYWRkaW5nIjp7IiRpZCI6IjQxNCIsIlRvcCI6MC4wLCJMZWZ0IjowLjAsIlJpZ2h0IjowLjAsIkJvdHRvbSI6MC4wfSwiQmFja2dyb3VuZCI6eyIkaWQiOiI0MTUiLCJDb2xvciI6eyIkaWQiOiI0MTYiLCJBIjoyNTUsIlIiOjY0LCJHIjo2NCwiQiI6NjR9fSwiSXNWaXNpYmxlIjp0cnVlLCJXaWR0aCI6MC4wLCJIZWlnaHQiOjAuMCwiQm9yZGVyU3R5bGUiOm51bGwsIlBhcmVudFN0eWxlIjpudWxsfSwiUmVjdGFuZ2xlU3R5bGUiOnsiJGlkIjoiNDE3IiwiTWFyZ2luIjp7IiRpZCI6IjQxOCIsIlRvcCI6MC4wLCJMZWZ0IjowLjAsIlJpZ2h0IjowLjAsIkJvdHRvbSI6MC4wfSwiUGFkZGluZyI6eyIkaWQiOiI0MTkiLCJUb3AiOjAuMCwiTGVmdCI6MC4wLCJSaWdodCI6MC4wLCJCb3R0b20iOjAuMH0sIkJhY2tncm91bmQiOnsiJGlkIjoiNDIwIiwiQ29sb3IiOnsiJGlkIjoiNDIxIiwiQSI6MTI3LCJSIjoyNTUsIkciOjE5MiwiQiI6MH19LCJJc1Zpc2libGUiOnRydWUsIldpZHRoIjowLjAsIkhlaWdodCI6MC4wLCJCb3JkZXJTdHlsZSI6eyIkaWQiOiI0MjIiLCJMaW5lQ29sb3IiOnsiJGlkIjoiNDIzIiwiJHR5cGUiOiJOTFJFLkNvbW1vbi5Eb20uU29saWRDb2xvckJydXNoLCBOTFJFLkNvbW1vbiIsIkNvbG9yIjp7IiRpZCI6IjQyNCIsIkEiOjI1NSwiUiI6MjU1LCJHIjoyNTUsIkIiOjI1NX19LCJMaW5lV2VpZ2h0IjowLjAsIkxpbmVUeXBlIjowLCJQYXJlbnRTdHlsZSI6bnVsbH0sIlBhcmVudFN0eWxlIjpudWxsfSwiTWFyZ2luIjp7IiRpZCI6IjQyNSIsIlRvcCI6MC4wLCJMZWZ0IjowLjAsIlJpZ2h0IjowLjAsIkJvdHRvbSI6MC4wfSwiUGFkZGluZyI6eyIkaWQiOiI0MjYiLCJUb3AiOjAuMCwiTGVmdCI6MC4wLCJSaWdodCI6MC4wLCJCb3R0b20iOjAuMH0sIkJhY2tncm91bmQiOm51bGwsIklzVmlzaWJsZSI6dHJ1ZSwiV2lkdGgiOjAuMCwiSGVpZ2h0IjowLjAsIkJvcmRlclN0eWxlIjpudWxsLCJQYXJlbnRTdHlsZSI6bnVsbH0sIkJhY2tncm91bmRTdHlsZSI6eyIkaWQiOiI0MjciLCJNYXJnaW4iOnsiJGlkIjoiNDI4IiwiVG9wIjowLjAsIkxlZnQiOjAuMCwiUmlnaHQiOjAuMCwiQm90dG9tIjowLjB9LCJQYWRkaW5nIjp7IiRpZCI6IjQyOSIsIlRvcCI6MC4wLCJMZWZ0IjowLjAsIlJpZ2h0IjowLjAsIkJvdHRvbSI6MC4wfSwiQmFja2dyb3VuZCI6eyIkaWQiOiI0MzAiLCJDb2xvciI6eyIkaWQiOiI0MzEiLCJBIjo1MSwiUiI6MjAwLCJHIjoyMDAsIkIiOjIwMH19LCJJc1Zpc2libGUiOnRydWUsIldpZHRoIjowLjAsIkhlaWdodCI6MC4wLCJCb3JkZXJTdHlsZSI6eyIkaWQiOiI0MzIiLCJMaW5lQ29sb3IiOnsiJGlkIjoiNDMzIiwiJHR5cGUiOiJOTFJFLkNvbW1vbi5Eb20uU29saWRDb2xvckJydXNoLCBOTFJFLkNvbW1vbiIsIkNvbG9yIjp7IiRpZCI6IjQzNCIsIkEiOjI1NSwiUiI6MjM0LCJHIjoyMiwiQiI6MzB9fSwiTGluZVdlaWdodCI6MC4wLCJMaW5lVHlwZSI6MCwiUGFyZW50U3R5bGUiOm51bGx9LCJQYXJlbnRTdHlsZSI6bnVsbH0sIk1hcmdpbiI6eyIkaWQiOiI0MzUiLCJUb3AiOjAuMCwiTGVmdCI6MC4wLCJSaWdodCI6MC4wLCJCb3R0b20iOjAuMH0sIlBhZGRpbmciOnsiJGlkIjoiNDM2IiwiVG9wIjowLjAsIkxlZnQiOjAuMCwiUmlnaHQiOjAuMCwiQm90dG9tIjowLjB9LCJJc1Zpc2libGUiOnRydWUsIldpZHRoIjowLjAsIkhlaWdodCI6MC4wLCJCb3JkZXJTdHlsZSI6eyIkaWQiOiI0MzciLCJMaW5lQ29sb3IiOm51bGwsIkxpbmVXZWlnaHQiOjAuMCwiTGluZVR5cGUiOjAsIlBhcmVudFN0eWxlIjpudWxsfSwiUGFyZW50U3R5bGUiOm51bGx9fV0sIklkIjoiNmI1Nzc0OGMtZGYyMS00ZDE1LWI3YWMtMTFiZjg4OTUxYzY5IiwiSW5kZXgiOjIsIkhlYWRlclRleHQiOiJJZGVhY2nDs25cclxuIiwiU3R5bGUiOnsiJGlkIjoiNDM4IiwiU3R5bGVJZCI6Ijk4NTEzZTEwLTU1MWMtNGYzMC1hYzExLWEwNjkwZTkwMzEzNCIsIkhlYWRlclN0eWxlIjp7IiRpZCI6IjQzOSIsIlRleHRJc1ZlcnRpY2FsIjpmYWxzZSwiVGV4dFN0eWxlIjp7IiRpZCI6IjQ0MCIsIkZvbnRTZXR0aW5ncyI6eyIkaWQiOiI0NDEiLCJGb250U2l6ZSI6MTEsIkZvbnROYW1lIjoiVGl0aWxsaXVtIFdlYiIsIklzQm9sZCI6ZmFsc2UsIklzSXRhbGljIjpmYWxzZSwiSXNVbmRlcmxpbmVkIjpmYWxzZSwiUGFyZW50U3R5bGUiOm51bGx9LCJBdXRvU2l6ZSI6MiwiRm9yZWdyb3VuZCI6eyIkaWQiOiI0NDIiLCJDb2xvciI6eyIkaWQiOiI0ND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zgsIkciOjM4LCJCIjozOH19LCJJc1Zpc2libGUiOnRydWUsIldpZHRoIjowLjAsIkhlaWdodCI6MC4wLCJCb3JkZXJTdHlsZSI6bnVsbCwiUGFyZW50U3R5bGUiOm51bGx9LCJSZWN0YW5nbGVTdHlsZSI6eyIkaWQiOiI0NDgiLCJNYXJnaW4iOnsiJGlkIjoiNDQ5IiwiVG9wIjowLjAsIkxlZnQiOjAuMCwiUmlnaHQiOjAuMCwiQm90dG9tIjowLjB9LCJQYWRkaW5nIjp7IiRpZCI6IjQ1MCIsIlRvcCI6MC4wLCJMZWZ0IjowLjAsIlJpZ2h0IjowLjAsIkJvdHRvbSI6MC4wfSwiQmFja2dyb3VuZCI6eyIkaWQiOiI0NTEiLCJDb2xvciI6eyIkaWQiOiI0NTIiLCJBIjoyNTUsIlIiOjI1NSwiRyI6MTkyLCJCIjowfX0sIklzVmlzaWJsZSI6dHJ1ZSwiV2lkdGgiOjAuMCwiSGVpZ2h0IjowLjAsIkJvcmRlclN0eWxlIjp7IiRpZCI6IjQ1MyIsIkxpbmVDb2xvciI6eyIkaWQiOiI0NTQiLCIkdHlwZSI6Ik5MUkUuQ29tbW9uLkRvbS5Tb2xpZENvbG9yQnJ1c2gsIE5MUkUuQ29tbW9uIiwiQ29sb3IiOnsiJGlkIjoiNDU1IiwiQSI6MjU1LCJSIjoyNTUsIkciOjI1NSwiQiI6MjU1fX0sIkxpbmVXZWlnaHQiOjAuMCwiTGluZVR5cGUiOjAsIlBhcmVudFN0eWxlIjpudWxsfSwiUGFyZW50U3R5bGUiOm51bGx9LCJNYXJnaW4iOnsiJGlkIjoiNDU2IiwiVG9wIjowLjAsIkxlZnQiOjAuMCwiUmlnaHQiOjAuMCwiQm90dG9tIjowLjB9LCJQYWRkaW5nIjp7IiRpZCI6IjQ1NyIsIlRvcCI6MC4wLCJMZWZ0IjowLjAsIlJpZ2h0IjowLjAsIkJvdHRvbSI6MC4wfSwiQmFja2dyb3VuZCI6bnVsbCwiSXNWaXNpYmxlIjp0cnVlLCJXaWR0aCI6MC4wLCJIZWlnaHQiOjAuMCwiQm9yZGVyU3R5bGUiOm51bGwsIlBhcmVudFN0eWxlIjpudWxsfSwiQmFja2dyb3VuZFN0eWxlIjp7IiRpZCI6IjQ1OCIsIk1hcmdpbiI6eyIkaWQiOiI0NTkiLCJUb3AiOjAuMCwiTGVmdCI6MC4wLCJSaWdodCI6MC4wLCJCb3R0b20iOjAuMH0sIlBhZGRpbmciOnsiJGlkIjoiNDYwIiwiVG9wIjowLjAsIkxlZnQiOjAuMCwiUmlnaHQiOjAuMCwiQm90dG9tIjowLjB9LCJCYWNrZ3JvdW5kIjp7IiRpZCI6IjQ2MSIsIkNvbG9yIjp7IiRpZCI6IjQ2MiIsIkEiOjUxLCJSIjoyMDAsIkciOjIwMCwiQiI6MjAwfX0sIklzVmlzaWJsZSI6dHJ1ZSwiV2lkdGgiOjAuMCwiSGVpZ2h0IjowLjAsIkJvcmRlclN0eWxlIjp7IiRpZCI6IjQ2MyIsIkxpbmVDb2xvciI6eyIkaWQiOiI0NjQiLCIkdHlwZSI6Ik5MUkUuQ29tbW9uLkRvbS5Tb2xpZENvbG9yQnJ1c2gsIE5MUkUuQ29tbW9uIiwiQ29sb3IiOnsiJGlkIjoiNDY1IiwiQSI6MjU1LCJSIjoyMzQsIkciOjIyLCJCIjozMH19LCJMaW5lV2VpZ2h0IjowLjAsIkxpbmVUeXBlIjowLCJQYXJlbnRTdHlsZSI6bnVsbH0sIlBhcmVudFN0eWxlIjpudWxsfSwiSXNBYm92ZVRpbWViYW5kIjpmYWxzZSwiU3BhY2luZyI6MiwiRGVmYXVsdFN3aW1sYW5lVGFza1N0eWxlIjp7IiRpZCI6IjQ2NiIsIiR0eXBlIjoiTkxSRS5Db21tb24uRG9tLlN0eWxlcy5FeHBsaWNpdFNldGFibGVUYXNrU3R5bGUsIE5MUkUuQ29tbW9uIiwiU2hhcGUiOjEsIlNoYXBlVGhpY2tuZXNzIjowLCJEdXJhdGlvbkZvcm1hdCI6MCwiSW5jbHVkZU5vbldvcmtpbmdEYXlzSW5EdXJhdGlvbiI6ZmFsc2UsIlBlcmNlbnRhZ2VDb21wbGV0ZVN0eWxlIjp7IiRpZCI6IjQ2NyIsIkZvbnRTZXR0aW5ncyI6eyIkaWQiOiI0NjgiLCJGb250U2l6ZSI6MTAsIkZvbnROYW1lIjoiQ2FsaWJyaSIsIklzQm9sZCI6ZmFsc2UsIklzSXRhbGljIjpmYWxzZSwiSXNVbmRlcmxpbmVkIjpmYWxzZSwiUGFyZW50U3R5bGUiOm51bGx9LCJBdXRvU2l6ZSI6MCwiRm9yZWdyb3VuZCI6eyIkaWQiOiI0NjkiLCJDb2xvciI6eyIkaWQiOiI0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cxIiwiVG9wIjowLjAsIkxlZnQiOjAuMCwiUmlnaHQiOjAuMCwiQm90dG9tIjowLjB9LCJQYWRkaW5nIjp7IiRpZCI6IjQ3MiIsIlRvcCI6MC4wLCJMZWZ0IjowLjAsIlJpZ2h0IjowLjAsIkJvdHRvbSI6MC4wfSwiQmFja2dyb3VuZCI6eyIkaWQiOiI0NzMiLCJDb2xvciI6eyIkaWQiOiI0NzQiLCJBIjo4OSwiUiI6MCwiRyI6MCwiQiI6MH19LCJJc1Zpc2libGUiOnRydWUsIldpZHRoIjowLjAsIkhlaWdodCI6MC4wLCJCb3JkZXJTdHlsZSI6eyIkaWQiOiI0NzUiLCJMaW5lQ29sb3IiOm51bGwsIkxpbmVXZWlnaHQiOjAuMCwiTGluZVR5cGUiOjAsIlBhcmVudFN0eWxlIjpudWxsfSwiUGFyZW50U3R5bGUiOm51bGx9LCJEdXJhdGlvblN0eWxlIjp7IiRpZCI6IjQ3NiIsIkZvbnRTZXR0aW5ncyI6eyIkaWQiOiI0NzciLCJGb250U2l6ZSI6MTAsIkZvbnROYW1lIjoiQ2FsaWJyaSIsIklzQm9sZCI6ZmFsc2UsIklzSXRhbGljIjpmYWxzZSwiSXNVbmRlcmxpbmVkIjpmYWxzZSwiUGFyZW50U3R5bGUiOm51bGx9LCJBdXRvU2l6ZSI6MCwiRm9yZWdyb3VuZCI6eyIkaWQiOiI0NzgiLCJDb2xvciI6eyIkaWQiOiI0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4MCIsIlRvcCI6MC4wLCJMZWZ0IjowLjAsIlJpZ2h0IjowLjAsIkJvdHRvbSI6MC4wfSwiUGFkZGluZyI6eyIkaWQiOiI0ODEiLCJUb3AiOjAuMCwiTGVmdCI6MC4wLCJSaWdodCI6MC4wLCJCb3R0b20iOjAuMH0sIkJhY2tncm91bmQiOnsiJGlkIjoiNDgyIiwiQ29sb3IiOnsiJGlkIjoiNDgzIiwiQSI6MjU1LCJSIjo2OCwiRyI6ODQsIkIiOjEwNn19LCJJc1Zpc2libGUiOnRydWUsIldpZHRoIjowLjAsIkhlaWdodCI6MC4wLCJCb3JkZXJTdHlsZSI6eyIkaWQiOiI0ODQiLCJMaW5lQ29sb3IiOm51bGwsIkxpbmVXZWlnaHQiOjAuMCwiTGluZVR5cGUiOjAsIlBhcmVudFN0eWxlIjpudWxsfSwiUGFyZW50U3R5bGUiOm51bGx9LCJIb3Jpem9udGFsQ29ubmVjdG9yU3R5bGUiOnsiJGlkIjoiNDg1IiwiTGluZUNvbG9yIjp7IiRpZCI6IjQ4NiIsIiR0eXBlIjoiTkxSRS5Db21tb24uRG9tLlNvbGlkQ29sb3JCcnVzaCwgTkxSRS5Db21tb24iLCJDb2xvciI6eyIkaWQiOiI0ODciLCJBIjoyNTUsIlIiOjAsIkciOjAsIkIiOjB9fSwiTGluZVdlaWdodCI6MC4wLCJMaW5lVHlwZSI6MCwiUGFyZW50U3R5bGUiOm51bGx9LCJWZXJ0aWNhbENvbm5lY3RvclN0eWxlIjp7IiRpZCI6IjQ4OCIsIkxpbmVDb2xvciI6eyIkaWQiOiI0ODkiLCIkdHlwZSI6Ik5MUkUuQ29tbW9uLkRvbS5Tb2xpZENvbG9yQnJ1c2gsIE5MUkUuQ29tbW9uIiwiQ29sb3IiOnsiJGlkIjoiNDk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DkxIiwiU2hhcGVTdHlsZSI6eyIkaWQiOiI0OTIiLCJNYXJnaW4iOnsiJGlkIjoiNDkzIiwiVG9wIjowLjAsIkxlZnQiOjAuMCwiUmlnaHQiOjAuMCwiQm90dG9tIjowLjB9LCJQYWRkaW5nIjp7IiRpZCI6IjQ5NCIsIlRvcCI6MC4wLCJMZWZ0IjowLjAsIlJpZ2h0IjowLjAsIkJvdHRvbSI6MC4wfSwiQmFja2dyb3VuZCI6eyIkaWQiOiI0OTUiLCJDb2xvciI6eyIkaWQiOiI0OTYiLCJBIjoxNTMsIlIiOjAsIkciOjAsIkIiOjB9fSwiSXNWaXNpYmxlIjp0cnVlLCJXaWR0aCI6MC4wLCJIZWlnaHQiOjAuMCwiQm9yZGVyU3R5bGUiOnsiJGlkIjoiNDk3IiwiTGluZUNvbG9yIjp7IiRpZCI6IjQ5OCIsIiR0eXBlIjoiTkxSRS5Db21tb24uRG9tLlNvbGlkQ29sb3JCcnVzaCwgTkxSRS5Db21tb24iLCJDb2xvciI6eyIkaWQiOiI0OTkiLCJBIjoyNTUsIlIiOjI1NSwiRyI6MCwiQiI6MH19LCJMaW5lV2VpZ2h0IjowLjAsIkxpbmVUeXBlIjowLCJQYXJlbnRTdHlsZSI6bnVsbH0sIlBhcmVudFN0eWxlIjpudWxsfSwiTWFyZ2luIjp7IiRpZCI6IjUwMCIsIlRvcCI6MC4wLCJMZWZ0IjowLjAsIlJpZ2h0IjowLjAsIkJvdHRvbSI6MC4wfSwiUGFkZGluZyI6eyIkaWQiOiI1MDEiLCJUb3AiOjAuMCwiTGVmdCI6MC4wLCJSaWdodCI6MC4wLCJCb3R0b20iOjAuMH0sIkJhY2tncm91bmQiOm51bGwsIklzVmlzaWJsZSI6dHJ1ZSwiV2lkdGgiOjAuMCwiSGVpZ2h0IjowLjAsIkJvcmRlclN0eWxlIjpudWxsLCJQYXJlbnRTdHlsZSI6bnVsbH0sIlNoYXBlU3R5bGUiOnsiJGlkIjoiNTAyIiwiTWFyZ2luIjp7IiRpZCI6IjUwMyIsIlRvcCI6MC4wLCJMZWZ0Ijo0LjAsIlJpZ2h0Ijo0LjAsIkJvdHRvbSI6MC4wfSwiUGFkZGluZyI6eyIkaWQiOiI1MDQiLCJUb3AiOjAuMCwiTGVmdCI6MC4wLCJSaWdodCI6MC4wLCJCb3R0b20iOjAuMH0sIkJhY2tncm91bmQiOnsiJGlkIjoiNTA1IiwiQ29sb3IiOnsiJGlkIjoiNTA2IiwiQSI6MjU1LCJSIjoyNTUsIkciOjE5MiwiQiI6MH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TEsIkZvbnROYW1lIjoiQ2FsaWJyaSIsIklzQm9sZCI6ZmFsc2UsIklzSXRhbGljIjpmYWxzZSwiSXNVbmRlcmxpbmVkIjpmYWxzZSwiUGFyZW50U3R5bGUiOm51bGx9LCJBdXRvU2l6ZSI6MCwiRm9yZWdyb3VuZCI6eyIkaWQiOiI1MTIiLCJDb2xvciI6eyIkaWQiOiI1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yNTUsIlIiOjAsIkciOjAsIkIiOjB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AsIkZvbnROYW1lIjoiQ2FsaWJyaSIsIklzQm9sZCI6ZmFsc2UsIklzSXRhbGljIjpmYWxzZSwiSXNVbmRlcmxpbmVkIjpmYWxzZSwiUGFyZW50U3R5bGUiOm51bGx9LCJBdXRvU2l6ZSI6MCwiRm9yZWdyb3VuZCI6eyIkaWQiOiI1MjEiLCJDb2xvciI6eyIkaWQiOiI1MjI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UyMyIsIlRvcCI6MC4wLCJMZWZ0IjowLjAsIlJpZ2h0IjowLjAsIkJvdHRvbSI6MC4wfSwiUGFkZGluZyI6eyIkaWQiOiI1MjQiLCJUb3AiOjAuMCwiTGVmdCI6MC4wLCJSaWdodCI6MC4wLCJCb3R0b20iOjAuMH0sIkJhY2tncm91bmQiOnsiJGlkIjoiNTI1IiwiQ29sb3IiOnsiJGlkIjoiNTI2IiwiQSI6MjU1LCJSIjo2OCwiRyI6ODQsIkIiOjEwNn19LCJJc1Zpc2libGUiOnRydWUsIldpZHRoIjowLjAsIkhlaWdodCI6MC4wLCJCb3JkZXJTdHlsZSI6eyIkaWQiOiI1MjciLCJMaW5lQ29sb3IiOm51bGwsIkxpbmVXZWlnaHQiOjAuMCwiTGluZVR5cGUiOjAsIlBhcmVudFN0eWxlIjpudWxsfSwiUGFyZW50U3R5bGUiOm51bGx9LCJEYXRlRm9ybWF0Ijp7IiRpZCI6IjU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kiLCJGb3JtYXQiOjAsIklzVmlzaWJsZSI6ZmFsc2UsIkxhc3RLbm93blZpc2liaWxpdHlTdGF0ZSI6ZmFsc2V9LCJJc1Zpc2libGUiOnRydWUsIlZhcmlhbmNlU3R5bGUiOnsiJGlkIjoiNTMwIiwiVGV4dFN0eWxlIjp7IiRpZCI6IjUzMSIsIkZvbnRTZXR0aW5ncyI6eyIkaWQiOiI1MzIiLCJGb250U2l6ZSI6MTAsIkZvbnROYW1lIjoiQ2FsaWJyaSIsIklzQm9sZCI6ZmFsc2UsIklzSXRhbGljIjpmYWxzZSwiSXNVbmRlcmxpbmVkIjpmYWxzZSwiUGFyZW50U3R5bGUiOm51bGx9LCJBdXRvU2l6ZSI6MCwiRm9yZWdyb3VuZCI6eyIkaWQiOiI1MzMiLCJDb2xvciI6eyIkaWQiOiI1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1IiwiVG9wIjowLjAsIkxlZnQiOjAuMCwiUmlnaHQiOjAuMCwiQm90dG9tIjowLjB9LCJQYWRkaW5nIjp7IiRpZCI6IjUzNiIsIlRvcCI6MC4wLCJMZWZ0IjowLjAsIlJpZ2h0IjowLjAsIkJvdHRvbSI6MC4wfSwiQmFja2dyb3VuZCI6eyIkaWQiOiI1MzciLCJDb2xvciI6eyIkaWQiOiI1MzgiLCJBIjoyNTUsIlIiOjAsIkciOjAsIkIiOjB9fSwiSXNWaXNpYmxlIjp0cnVlLCJXaWR0aCI6MC4wLCJIZWlnaHQiOjAuMCwiQm9yZGVyU3R5bGUiOnsiJGlkIjoiNTM5IiwiTGluZUNvbG9yIjpudWxsLCJMaW5lV2VpZ2h0IjowLjAsIkxpbmVUeXBlIjowLCJQYXJlbnRTdHlsZSI6bnVsbH0sIlBhcmVudFN0eWxlIjpudWxsfSwiUGFyZW50U3R5bGUiOm51bGx9LCJQYXJlbnRTdHlsZSI6bnVsbCwiX2V4cGxpY2l0bHlTZXQiOnsiJGlkIjoiNTQ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NTQxIiwiU2hhcGUiOjEsIkNvbm5lY3Rvck1hcmdpbiI6eyIkaWQiOiI1NDIiLCJUb3AiOjAuMCwiTGVmdCI6Mi4wLCJSaWdodCI6Mi4wLCJCb3R0b20iOjAuMH0sIkNvbm5lY3RvclN0eWxlIjp7IiRpZCI6IjU0MyIsIkxpbmVDb2xvciI6eyIkaWQiOiI1NDQiLCIkdHlwZSI6Ik5MUkUuQ29tbW9uLkRvbS5Tb2xpZENvbG9yQnJ1c2gsIE5MUkUuQ29tbW9uIiwiQ29sb3IiOnsiJGlkIjoiNTQ1IiwiQSI6MTI3LCJSIjoxMjcsIkciOjk2LCJCIjowfX0sIkxpbmVXZWlnaHQiOjEuMCwiTGluZVR5cGUiOjAsIlBhcmVudFN0eWxlIjpudWxsfSwiSXNCZWxvd1RpbWViYW5kIjpmYWxzZSwiUG9zaXRpb25PblRhc2siOjEsIkhpZGVEYXRlIjpmYWxzZSwiU2hhcGVTaXplIjowLCJTcGFjaW5nIjowLjAsIlBhZGRpbmciOnsiJGlkIjoiNTQ2IiwiVG9wIjo1LjAsIkxlZnQiOjMuMCwiUmlnaHQiOjAuMCwiQm90dG9tIjoyLjB9LCJTaGFwZVN0eWxlIjp7IiRpZCI6IjU0NyIsIk1hcmdpbiI6eyIkaWQiOiI1NDgiLCJUb3AiOjAuMCwiTGVmdCI6MC4wLCJSaWdodCI6MC4wLCJCb3R0b20iOjAuMH0sIlBhZGRpbmciOnsiJGlkIjoiNTQ5IiwiVG9wIjowLjAsIkxlZnQiOjAuMCwiUmlnaHQiOjAuMCwiQm90dG9tIjowLjB9LCJCYWNrZ3JvdW5kIjp7IiRpZCI6IjU1MCIsIkNvbG9yIjp7IiRpZCI6IjU1MSIsIkEiOjI1NSwiUiI6MTI3LCJHIjo5NiwiQiI6MH19LCJJc1Zpc2libGUiOnRydWUsIldpZHRoIjoxMi4wLCJIZWlnaHQiOjE0LjAsIkJvcmRlclN0eWxlIjp7IiRpZCI6IjU1MiIsIkxpbmVDb2xvciI6eyIkaWQiOiI1NTMiLCIkdHlwZSI6Ik5MUkUuQ29tbW9uLkRvbS5Tb2xpZENvbG9yQnJ1c2gsIE5MUkUuQ29tbW9uIiwiQ29sb3IiOnsiJGlkIjoiNTU0IiwiQSI6MjU1LCJSIjoyNTUsIkciOjI1NSwiQiI6MjU1fX0sIkxpbmVXZWlnaHQiOjAuMCwiTGluZVR5cGUiOjAsIlBhcmVudFN0eWxlIjpudWxsfSwiUGFyZW50U3R5bGUiOm51bGx9LCJUaXRsZVN0eWxlIjp7IiRpZCI6IjU1NSIsIkZvbnRTZXR0aW5ncyI6eyIkaWQiOiI1NTYiLCJGb250U2l6ZSI6MTEsIkZvbnROYW1lIjoiQ2FsaWJyaSIsIklzQm9sZCI6ZmFsc2UsIklzSXRhbGljIjpmYWxzZSwiSXNVbmRlcmxpbmVkIjpmYWxzZSwiUGFyZW50U3R5bGUiOm51bGx9LCJBdXRvU2l6ZSI6MCwiRm9yZWdyb3VuZCI6eyIkaWQiOiI1NTciLCJDb2xvciI6eyIkaWQiOiI1NT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TU5IiwiVG9wIjowLjAsIkxlZnQiOjAuMCwiUmlnaHQiOjAuMCwiQm90dG9tIjowLjB9LCJQYWRkaW5nIjp7IiRpZCI6IjU2MCIsIlRvcCI6MC4wLCJMZWZ0IjowLjAsIlJpZ2h0IjowLjAsIkJvdHRvbSI6MC4wfSwiQmFja2dyb3VuZCI6eyIkaWQiOiI1NjEiLCJDb2xvciI6eyIkaWQiOiI1NjIiLCJBIjoyNTUsIlIiOjAsIkciOjAsIkIiOjB9fSwiSXNWaXNpYmxlIjp0cnVlLCJXaWR0aCI6MC4wLCJIZWlnaHQiOjAuMCwiQm9yZGVyU3R5bGUiOnsiJGlkIjoiNTYzIiwiTGluZUNvbG9yIjpudWxsLCJMaW5lV2VpZ2h0IjowLjAsIkxpbmVUeXBlIjowLCJQYXJlbnRTdHlsZSI6bnVsbH0sIlBhcmVudFN0eWxlIjpudWxsfSwiRGF0ZVN0eWxlIjp7IiRpZCI6IjU2NCIsIkZvbnRTZXR0aW5ncyI6eyIkaWQiOiI1NjUiLCJGb250U2l6ZSI6MTAsIkZvbnROYW1lIjoiQ2FsaWJyaSIsIklzQm9sZCI6ZmFsc2UsIklzSXRhbGljIjpmYWxzZSwiSXNVbmRlcmxpbmVkIjpmYWxzZSwiUGFyZW50U3R5bGUiOm51bGx9LCJBdXRvU2l6ZSI6MCwiRm9yZWdyb3VuZCI6eyIkaWQiOiI1NjYiLCJDb2xvciI6eyIkaWQiOiI1Nj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U2OCIsIlRvcCI6MC4wLCJMZWZ0IjowLjAsIlJpZ2h0IjowLjAsIkJvdHRvbSI6MC4wfSwiUGFkZGluZyI6eyIkaWQiOiI1NjkiLCJUb3AiOjAuMCwiTGVmdCI6MC4wLCJSaWdodCI6MC4wLCJCb3R0b20iOjAuMH0sIkJhY2tncm91bmQiOnsiJGlkIjoiNTcwIiwiQ29sb3IiOnsiJGlkIjoiNTcxIiwiQSI6MjU1LCJSIjo2OCwiRyI6ODQsIkIiOjEwNn19LCJJc1Zpc2libGUiOnRydWUsIldpZHRoIjowLjAsIkhlaWdodCI6MC4wLCJCb3JkZXJTdHlsZSI6eyIkaWQiOiI1NzIiLCJMaW5lQ29sb3IiOm51bGwsIkxpbmVXZWlnaHQiOjAuMCwiTGluZVR5cGUiOjAsIlBhcmVudFN0eWxlIjpudWxsfSwiUGFyZW50U3R5bGUiOm51bGx9LCJEYXRlRm9ybWF0Ijp7IiRpZCI6IjU3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zQiLCJGb3JtYXQiOjAsIklzVmlzaWJsZSI6ZmFsc2UsIkxhc3RLbm93blZpc2liaWxpdHlTdGF0ZSI6ZmFsc2V9LCJJc1Zpc2libGUiOmZhbHNlLCJWYXJpYW5jZVN0eWxlIjp7IiRpZCI6IjU3NSIsIlRleHRTdHlsZSI6eyIkaWQiOiI1NzYiLCJGb250U2V0dGluZ3MiOnsiJGlkIjoiNTc3IiwiRm9udFNpemUiOjEwLCJGb250TmFtZSI6IkNhbGlicmkiLCJJc0JvbGQiOmZhbHNlLCJJc0l0YWxpYyI6ZmFsc2UsIklzVW5kZXJsaW5lZCI6ZmFsc2UsIlBhcmVudFN0eWxlIjpudWxsfSwiQXV0b1NpemUiOjAsIkZvcmVncm91bmQiOnsiJGlkIjoiNTc4IiwiQ29sb3IiOnsiJGlkIjoiNT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4MCIsIlRvcCI6MC4wLCJMZWZ0IjowLjAsIlJpZ2h0IjowLjAsIkJvdHRvbSI6MC4wfSwiUGFkZGluZyI6eyIkaWQiOiI1ODEiLCJUb3AiOjAuMCwiTGVmdCI6MC4wLCJSaWdodCI6MC4wLCJCb3R0b20iOjAuMH0sIkJhY2tncm91bmQiOnsiJGlkIjoiNTgyIiwiQ29sb3IiOnsiJGlkIjoiNTgzIiwiQSI6MjU1LCJSIjowLCJHIjowLCJCIjowfX0sIklzVmlzaWJsZSI6dHJ1ZSwiV2lkdGgiOjAuMCwiSGVpZ2h0IjowLjAsIkJvcmRlclN0eWxlIjp7IiRpZCI6IjU4NCIsIkxpbmVDb2xvciI6bnVsbCwiTGluZVdlaWdodCI6MC4wLCJMaW5lVHlwZSI6MCwiUGFyZW50U3R5bGUiOm51bGx9LCJQYXJlbnRTdHlsZSI6bnVsbH0sIlBhcmVudFN0eWxlIjpudWxsfSwiUGFyZW50U3R5bGUiOm51bGx9LCJEZWZhdWx0U3dpbWxhbmVNaWxlc3RvbmVTdHlsZSI6eyIkaWQiOiI1ODUiLCJUaXRsZVBvc2l0aW9uIjoiTGVmdCIsIkRhdGVQb3NpdGlvbiI6IlJpZ2h0IiwiVmFyaWFuY2VQb3NpdGlvbiI6IlJpZ2h0IiwiU2hhcGVUeXBlIjoxLCJTaGFwZVNpemUiOjAsIlNwYWNpbmciOjUsIlNoYXBlU3R5bGUiOnsiJGlkIjoiNTg2IiwiTWFyZ2luIjp7IiRpZCI6IjU4NyIsIlRvcCI6MC4wLCJMZWZ0IjowLjAsIlJpZ2h0IjowLjAsIkJvdHRvbSI6MC4wfSwiUGFkZGluZyI6eyIkaWQiOiI1ODgiLCJUb3AiOjAuMCwiTGVmdCI6MC4wLCJSaWdodCI6MC4wLCJCb3R0b20iOjAuMH0sIkJhY2tncm91bmQiOnsiJGlkIjoiNTg5IiwiQ29sb3IiOnsiJGlkIjoiNTkwIiwiQSI6MjU1LCJSIjoyNTUsIkciOjE5MiwiQiI6MH19LCJJc1Zpc2libGUiOnRydWUsIldpZHRoIjoxMi4wLCJIZWlnaHQiOjE0LjAsIkJvcmRlclN0eWxlIjp7IiRpZCI6IjU5MSIsIkxpbmVDb2xvciI6eyIkaWQiOiI1OTIiLCIkdHlwZSI6Ik5MUkUuQ29tbW9uLkRvbS5Tb2xpZENvbG9yQnJ1c2gsIE5MUkUuQ29tbW9uIiwiQ29sb3IiOnsiJGlkIjoiNTkzIiwiQSI6MjU1LCJSIjoyMzQsIkciOjIyLCJCIjozMH19LCJMaW5lV2VpZ2h0IjowLjAsIkxpbmVUeXBlIjowLCJQYXJlbnRTdHlsZSI6bnVsbH0sIlBhcmVudFN0eWxlIjpudWxsfSwiVGl0bGVTdHlsZSI6eyIkaWQiOiI1OTQiLCJGb250U2V0dGluZ3MiOnsiJGlkIjoiNTk1IiwiRm9udFNpemUiOjExLCJGb250TmFtZSI6IkNhbGlicmkiLCJJc0JvbGQiOmZhbHNlLCJJc0l0YWxpYyI6ZmFsc2UsIklzVW5kZXJsaW5lZCI6ZmFsc2UsIlBhcmVudFN0eWxlIjpudWxsfSwiQXV0b1NpemUiOjAsIkZvcmVncm91bmQiOnsiJGlkIjoiNTk2IiwiQ29sb3IiOnsiJGlkIjoiNTk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U5OCIsIlRvcCI6MC4wLCJMZWZ0IjowLjAsIlJpZ2h0IjowLjAsIkJvdHRvbSI6MC4wfSwiUGFkZGluZyI6eyIkaWQiOiI1OTkiLCJUb3AiOjAuMCwiTGVmdCI6MC4wLCJSaWdodCI6MC4wLCJCb3R0b20iOjAuMH0sIkJhY2tncm91bmQiOnsiJGlkIjoiNjAwIiwiQ29sb3IiOnsiJGlkIjoiNjAxIiwiQSI6MjU1LCJSIjowLCJHIjowLCJCIjowfX0sIklzVmlzaWJsZSI6dHJ1ZSwiV2lkdGgiOjAuMCwiSGVpZ2h0IjowLjAsIkJvcmRlclN0eWxlIjp7IiRpZCI6IjYwMiIsIkxpbmVDb2xvciI6bnVsbCwiTGluZVdlaWdodCI6MC4wLCJMaW5lVHlwZSI6MCwiUGFyZW50U3R5bGUiOm51bGx9LCJQYXJlbnRTdHlsZSI6bnVsbH0sIkRhdGVTdHlsZSI6eyIkaWQiOiI2MDMiLCJGb250U2V0dGluZ3MiOnsiJGlkIjoiNjA0IiwiRm9udFNpemUiOjEwLCJGb250TmFtZSI6IkNhbGlicmkiLCJJc0JvbGQiOmZhbHNlLCJJc0l0YWxpYyI6ZmFsc2UsIklzVW5kZXJsaW5lZCI6ZmFsc2UsIlBhcmVudFN0eWxlIjpudWxsfSwiQXV0b1NpemUiOjAsIkZvcmVncm91bmQiOnsiJGlkIjoiNjA1IiwiQ29sb3IiOnsiJGlkIjoiNjA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I1NSwiUiI6NjgsIkciOjg0LCJCIjoxMDZ9fSwiSXNWaXNpYmxlIjp0cnVlLCJXaWR0aCI6MC4wLCJIZWlnaHQiOjAuMCwiQm9yZGVyU3R5bGUiOnsiJGlkIjoiNjExIiwiTGluZUNvbG9yIjpudWxsLCJMaW5lV2VpZ2h0IjowLjAsIkxpbmVUeXBlIjowLCJQYXJlbnRTdHlsZSI6bnVsbH0sIlBhcmVudFN0eWxlIjpudWxsfSwiRGF0ZUZvcm1hdCI6eyIkaWQiOiI2MT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x9LCJEZWZhdWx0U3dpbWxhbmVBY3Rpdml0eVN0eWxlIjp7IiRpZCI6IjYyNCIsIkhlYWRlclN0eWxlIjp7IiRpZCI6IjYyNSIsIlRleHRTdHlsZSI6eyIkaWQiOiI2MjYiLCJGb250U2V0dGluZ3MiOnsiJGlkIjoiNjI3IiwiRm9udFNpemUiOjExLCJGb250TmFtZSI6IkNhbGlicmkiLCJJc0JvbGQiOmZhbHNlLCJJc0l0YWxpYyI6ZmFsc2UsIklzVW5kZXJsaW5lZCI6ZmFsc2UsIlBhcmVudFN0eWxlIjpudWxsfSwiQXV0b1NpemUiOjIsIkZvcmVncm91bmQiOnsiJGlkIjoiNjI4IiwiQ29sb3IiOnsiJGlkIjoiNj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jMwIiwiVG9wIjowLjAsIkxlZnQiOjAuMCwiUmlnaHQiOjAuMCwiQm90dG9tIjowLjB9LCJQYWRkaW5nIjp7IiRpZCI6IjYzMSIsIlRvcCI6MC4wLCJMZWZ0IjowLjAsIlJpZ2h0IjowLjAsIkJvdHRvbSI6MC4wfSwiQmFja2dyb3VuZCI6eyIkaWQiOiI2MzIiLCJDb2xvciI6eyIkaWQiOiI2MzMiLCJBIjoyNTUsIlIiOjY0LCJHIjo2NCwiQiI6NjR9fSwiSXNWaXNpYmxlIjp0cnVlLCJXaWR0aCI6MC4wLCJIZWlnaHQiOjAuMCwiQm9yZGVyU3R5bGUiOm51bGwsIlBhcmVudFN0eWxlIjpudWxsfSwiUmVjdGFuZ2xlU3R5bGUiOnsiJGlkIjoiNjM0IiwiTWFyZ2luIjp7IiRpZCI6IjYzNSIsIlRvcCI6MC4wLCJMZWZ0IjowLjAsIlJpZ2h0IjowLjAsIkJvdHRvbSI6MC4wfSwiUGFkZGluZyI6eyIkaWQiOiI2MzYiLCJUb3AiOjAuMCwiTGVmdCI6MC4wLCJSaWdodCI6MC4wLCJCb3R0b20iOjAuMH0sIkJhY2tncm91bmQiOnsiJGlkIjoiNjM3IiwiQ29sb3IiOnsiJGlkIjoiNjM4IiwiQSI6MTI3LCJSIjoyNTUsIkciOjE5MiwiQiI6MH19LCJJc1Zpc2libGUiOnRydWUsIldpZHRoIjowLjAsIkhlaWdodCI6MC4wLCJCb3JkZXJTdHlsZSI6eyIkaWQiOiI2MzkiLCJMaW5lQ29sb3IiOnsiJGlkIjoiNjQwIiwiJHR5cGUiOiJOTFJFLkNvbW1vbi5Eb20uU29saWRDb2xvckJydXNoLCBOTFJFLkNvbW1vbiIsIkNvbG9yIjp7IiRpZCI6IjY0MSIsIkEiOjI1NSwiUiI6MjU1LCJHIjoyNTUsIkIiOjI1NX19LCJMaW5lV2VpZ2h0IjowLjAsIkxpbmVUeXBlIjowLCJQYXJlbnRTdHlsZSI6bnVsbH0sIlBhcmVudFN0eWxlIjpudWxsfSwiTWFyZ2luIjp7IiRpZCI6IjY0MiIsIlRvcCI6MC4wLCJMZWZ0IjowLjAsIlJpZ2h0IjowLjAsIkJvdHRvbSI6MC4wfSwiUGFkZGluZyI6eyIkaWQiOiI2NDMiLCJUb3AiOjAuMCwiTGVmdCI6MC4wLCJSaWdodCI6MC4wLCJCb3R0b20iOjAuMH0sIkJhY2tncm91bmQiOm51bGwsIklzVmlzaWJsZSI6dHJ1ZSwiV2lkdGgiOjAuMCwiSGVpZ2h0IjowLjAsIkJvcmRlclN0eWxlIjpudWxsLCJQYXJlbnRTdHlsZSI6bnVsbH0sIkJhY2tncm91bmRTdHlsZSI6eyIkaWQiOiI2NDQiLCJNYXJnaW4iOnsiJGlkIjoiNjQ1IiwiVG9wIjowLjAsIkxlZnQiOjAuMCwiUmlnaHQiOjAuMCwiQm90dG9tIjowLjB9LCJQYWRkaW5nIjp7IiRpZCI6IjY0NiIsIlRvcCI6MC4wLCJMZWZ0IjowLjAsIlJpZ2h0IjowLjAsIkJvdHRvbSI6MC4wfSwiQmFja2dyb3VuZCI6eyIkaWQiOiI2NDciLCJDb2xvciI6eyIkaWQiOiI2NDgiLCJBIjo1MSwiUiI6MjAwLCJHIjoyMDAsIkIiOjIwMH19LCJJc1Zpc2libGUiOnRydWUsIldpZHRoIjowLjAsIkhlaWdodCI6MC4wLCJCb3JkZXJTdHlsZSI6eyIkaWQiOiI2NDkiLCJMaW5lQ29sb3IiOnsiJGlkIjoiNjUwIiwiJHR5cGUiOiJOTFJFLkNvbW1vbi5Eb20uU29saWRDb2xvckJydXNoLCBOTFJFLkNvbW1vbiIsIkNvbG9yIjp7IiRpZCI6IjY1MSIsIkEiOjI1NSwiUiI6MjM0LCJHIjoyMiwiQiI6MzB9fSwiTGluZVdlaWdodCI6MC4wLCJMaW5lVHlwZSI6MCwiUGFyZW50U3R5bGUiOm51bGx9LCJQYXJlbnRTdHlsZSI6bnVsbH0sIk1hcmdpbiI6eyIkaWQiOiI2NTIiLCJUb3AiOjAuMCwiTGVmdCI6MC4wLCJSaWdodCI6MC4wLCJCb3R0b20iOjAuMH0sIlBhZGRpbmciOnsiJGlkIjoiNjUzIiwiVG9wIjowLjAsIkxlZnQiOjAuMCwiUmlnaHQiOjAuMCwiQm90dG9tIjowLjB9LCJJc1Zpc2libGUiOnRydWUsIldpZHRoIjowLjAsIkhlaWdodCI6MC4wLCJCb3JkZXJTdHlsZSI6eyIkaWQiOiI2NTQiLCJMaW5lQ29sb3IiOm51bGwsIkxpbmVXZWlnaHQiOjAuMCwiTGluZVR5cGUiOjAsIlBhcmVudFN0eWxlIjpudWxsfSwiUGFyZW50U3R5bGUiOm51bGx9LCJNYXJnaW4iOnsiJGlkIjoiNjU1IiwiVG9wIjowLjAsIkxlZnQiOjAuMCwiUmlnaHQiOjAuMCwiQm90dG9tIjowLjB9LCJQYWRkaW5nIjp7IiRpZCI6IjY1NiIsIlRvcCI6MC4wLCJMZWZ0IjowLjAsIlJpZ2h0IjowLjAsIkJvdHRvbSI6MC4wfSwiSXNWaXNpYmxlIjpmYWxzZSwiV2lkdGgiOjAuMCwiSGVpZ2h0IjowLjAsIkJvcmRlclN0eWxlIjp7IiRpZCI6IjY1NyIsIkxpbmVDb2xvciI6bnVsbCwiTGluZVdlaWdodCI6MC4wLCJMaW5lVHlwZSI6MCwiUGFyZW50U3R5bGUiOm51bGx9LCJQYXJlbnRTdHlsZSI6bnVsbH19LHsiJGlkIjoiNjU4IiwiX2FjdGl2aXRpZXMiOlt7IiRpZCI6IjY1OSIsIl9yb3dzIjpbeyIkaWQiOiI2NjAiLCJfdGFza3MiOlt7IiRpZCI6IjY2MSIsIl9hdHRhY2hlZE1pbGVzdG9uZXMiOltdLCJUYXNrRGVmaW5pdGlvbiI6eyIkaWQiOiI2NjIiLCJHcm91cE5hbWUiOm51bGwsIlN0YXJ0RGF0ZSI6IjIwMjYtMDUtMDNUMDA6MDA6MDAiLCJFbmREYXRlIjoiMjAyNi0wNS0yMlQyMzo1OTowMCIsIlBlcmNlbnRhZ2VDb21wbGV0ZSI6bnVsbCwiU3R5bGUiOnsiJGlkIjoiNjYzIiwiU2hhcGUiOjEsIlNoYXBlVGhpY2tuZXNzIjowLCJEdXJhdGlvbkZvcm1hdCI6MCwiSW5jbHVkZU5vbldvcmtpbmdEYXlzSW5EdXJhdGlvbiI6ZmFsc2UsIlBlcmNlbnRhZ2VDb21wbGV0ZVN0eWxlIjp7IiRpZCI6IjY2NCIsIkZvbnRTZXR0aW5ncyI6eyIkaWQiOiI2NjUiLCJGb250U2l6ZSI6MTAsIkZvbnROYW1lIjoiQ2FsaWJyaSIsIklzQm9sZCI6ZmFsc2UsIklzSXRhbGljIjpmYWxzZSwiSXNVbmRlcmxpbmVkIjpmYWxzZSwiUGFyZW50U3R5bGUiOm51bGx9LCJBdXRvU2l6ZSI6MCwiRm9yZWdyb3VuZCI6eyIkaWQiOiI2NjYiLCJDb2xvciI6eyIkaWQiOiI2Njc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jY4IiwiVG9wIjowLjAsIkxlZnQiOjAuMCwiUmlnaHQiOjAuMCwiQm90dG9tIjowLjB9LCJQYWRkaW5nIjp7IiRpZCI6IjY2OSIsIlRvcCI6MC4wLCJMZWZ0IjowLjAsIlJpZ2h0IjowLjAsIkJvdHRvbSI6MC4wfSwiQmFja2dyb3VuZCI6eyIkaWQiOiI2NzAiLCJDb2xvciI6eyIkaWQiOiI2NzEiLCJBIjo4OSwiUiI6MCwiRyI6MCwiQiI6MH19LCJJc1Zpc2libGUiOnRydWUsIldpZHRoIjowLjAsIkhlaWdodCI6MC4wLCJCb3JkZXJTdHlsZSI6eyIkaWQiOiI2NzIiLCJMaW5lQ29sb3IiOm51bGwsIkxpbmVXZWlnaHQiOjAuMCwiTGluZVR5cGUiOjAsIlBhcmVudFN0eWxlIjpudWxsfSwiUGFyZW50U3R5bGUiOm51bGx9LCJEdXJhdGlvblN0eWxlIjp7IiRpZCI6IjY3MyIsIkZvbnRTZXR0aW5ncyI6eyIkaWQiOiI2NzQiLCJGb250U2l6ZSI6MTAsIkZvbnROYW1lIjoiQ2FsaWJyaSIsIklzQm9sZCI6ZmFsc2UsIklzSXRhbGljIjpmYWxzZSwiSXNVbmRlcmxpbmVkIjpmYWxzZSwiUGFyZW50U3R5bGUiOm51bGx9LCJBdXRvU2l6ZSI6MCwiRm9yZWdyb3VuZCI6eyIkaWQiOiI2NzUiLCJDb2xvciI6eyIkaWQiOiI2NzY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Y3NyIsIlRvcCI6MC4wLCJMZWZ0IjowLjAsIlJpZ2h0IjowLjAsIkJvdHRvbSI6MC4wfSwiUGFkZGluZyI6eyIkaWQiOiI2NzgiLCJUb3AiOjAuMCwiTGVmdCI6MC4wLCJSaWdodCI6MC4wLCJCb3R0b20iOjAuMH0sIkJhY2tncm91bmQiOnsiJGlkIjoiNjc5IiwiQ29sb3IiOnsiJGlkIjoiNjgwIiwiQSI6MjU1LCJSIjo2OCwiRyI6ODQsIkIiOjEwNn19LCJJc1Zpc2libGUiOnRydWUsIldpZHRoIjowLjAsIkhlaWdodCI6MC4wLCJCb3JkZXJTdHlsZSI6eyIkaWQiOiI2ODEiLCJMaW5lQ29sb3IiOm51bGwsIkxpbmVXZWlnaHQiOjAuMCwiTGluZVR5cGUiOjAsIlBhcmVudFN0eWxlIjpudWxsfSwiUGFyZW50U3R5bGUiOm51bGx9LCJIb3Jpem9udGFsQ29ubmVjdG9yU3R5bGUiOnsiJGlkIjoiNjgyIiwiTGluZUNvbG9yIjp7IiRpZCI6IjY4MyIsIiR0eXBlIjoiTkxSRS5Db21tb24uRG9tLlNvbGlkQ29sb3JCcnVzaCwgTkxSRS5Db21tb24iLCJDb2xvciI6eyIkaWQiOiI2ODQiLCJBIjoyNTUsIlIiOjAsIkciOjAsIkIiOjB9fSwiTGluZVdlaWdodCI6MC4wLCJMaW5lVHlwZSI6MCwiUGFyZW50U3R5bGUiOm51bGx9LCJWZXJ0aWNhbENvbm5lY3RvclN0eWxlIjp7IiRpZCI6IjY4NSIsIkxpbmVDb2xvciI6eyIkaWQiOiI2ODYiLCIkdHlwZSI6Ik5MUkUuQ29tbW9uLkRvbS5Tb2xpZENvbG9yQnJ1c2gsIE5MUkUuQ29tbW9uIiwiQ29sb3IiOnsiJGlkIjoiNjg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2ODgiLCJTaGFwZVN0eWxlIjp7IiRpZCI6IjY4OSIsIk1hcmdpbiI6eyIkaWQiOiI2OTAiLCJUb3AiOjAuMCwiTGVmdCI6MC4wLCJSaWdodCI6MC4wLCJCb3R0b20iOjAuMH0sIlBhZGRpbmciOnsiJGlkIjoiNjkxIiwiVG9wIjowLjAsIkxlZnQiOjAuMCwiUmlnaHQiOjAuMCwiQm90dG9tIjowLjB9LCJCYWNrZ3JvdW5kIjp7IiRpZCI6IjY5MiIsIkNvbG9yIjp7IiRpZCI6IjY5MyIsIkEiOjE1MywiUiI6MCwiRyI6MCwiQiI6MH19LCJJc1Zpc2libGUiOnRydWUsIldpZHRoIjowLjAsIkhlaWdodCI6MC4wLCJCb3JkZXJTdHlsZSI6bnVsbCwiUGFyZW50U3R5bGUiOm51bGx9LCJNYXJnaW4iOnsiJGlkIjoiNjk0IiwiVG9wIjowLjAsIkxlZnQiOjAuMCwiUmlnaHQiOjAuMCwiQm90dG9tIjowLjB9LCJQYWRkaW5nIjp7IiRpZCI6IjY5NSIsIlRvcCI6MC4wLCJMZWZ0IjowLjAsIlJpZ2h0IjowLjAsIkJvdHRvbSI6MC4wfSwiQmFja2dyb3VuZCI6bnVsbCwiSXNWaXNpYmxlIjp0cnVlLCJXaWR0aCI6MC4wLCJIZWlnaHQiOjAuMCwiQm9yZGVyU3R5bGUiOm51bGwsIlBhcmVudFN0eWxlIjpudWxsfSwiU2hhcGVTdHlsZSI6eyIkaWQiOiI2OTYiLCJNYXJnaW4iOnsiJGlkIjoiNjk3IiwiVG9wIjowLjAsIkxlZnQiOjQuMCwiUmlnaHQiOjQuMCwiQm90dG9tIjowLjB9LCJQYWRkaW5nIjp7IiRpZCI6IjY5OCIsIlRvcCI6MC4wLCJMZWZ0IjowLjAsIlJpZ2h0IjowLjAsIkJvdHRvbSI6MC4wfSwiQmFja2dyb3VuZCI6eyIkaWQiOiI2OTkiLCJDb2xvciI6eyIkaWQiOiI3MDAiLCJBIjoyNTUsIlIiOjExMiwiRyI6MTczLCJCIjo3MX19LCJJc1Zpc2libGUiOnRydWUsIldpZHRoIjowLjAsIkhlaWdodCI6MTAuMCwiQm9yZGVyU3R5bGUiOnsiJGlkIjoiNzAxIiwiTGluZUNvbG9yIjp7IiRpZCI6IjcwMiIsIiR0eXBlIjoiTkxSRS5Db21tb24uRG9tLlNvbGlkQ29sb3JCcnVzaCwgTkxSRS5Db21tb24iLCJDb2xvciI6eyIkaWQiOiI3MDMiLCJBIjoyNTUsIlIiOjIzNCwiRyI6MjIsIkIiOjMwfX0sIkxpbmVXZWlnaHQiOjAuMCwiTGluZVR5cGUiOjAsIlBhcmVudFN0eWxlIjpudWxsfSwiUGFyZW50U3R5bGUiOm51bGx9LCJUaXRsZVN0eWxlIjp7IiRpZCI6IjcwNCIsIkZvbnRTZXR0aW5ncyI6eyIkaWQiOiI3MDUiLCJGb250U2l6ZSI6MTEsIkZvbnROYW1lIjoiVGl0aWxsaXVtIFdlYiIsIklzQm9sZCI6ZmFsc2UsIklzSXRhbGljIjpmYWxzZSwiSXNVbmRlcmxpbmVkIjpmYWxzZSwiUGFyZW50U3R5bGUiOm51bGx9LCJBdXRvU2l6ZSI6MCwiRm9yZWdyb3VuZCI6eyIkaWQiOiI3MDYiLCJDb2xvciI6eyIkaWQiOiI3MD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A4IiwiVG9wIjowLjAsIkxlZnQiOjAuMCwiUmlnaHQiOjAuMCwiQm90dG9tIjowLjB9LCJQYWRkaW5nIjp7IiRpZCI6IjcwOSIsIlRvcCI6MC4wLCJMZWZ0IjowLjAsIlJpZ2h0IjowLjAsIkJvdHRvbSI6MC4wfSwiQmFja2dyb3VuZCI6eyIkaWQiOiI3MTAiLCJDb2xvciI6eyIkaWQiOiI3MTEiLCJBIjowLCJSIjoyNTUsIkciOjI1NSwiQiI6MjU1fX0sIklzVmlzaWJsZSI6dHJ1ZSwiV2lkdGgiOjAuMCwiSGVpZ2h0IjowLjAsIkJvcmRlclN0eWxlIjp7IiRpZCI6IjcxMiIsIkxpbmVDb2xvciI6bnVsbCwiTGluZVdlaWdodCI6MC4wLCJMaW5lVHlwZSI6MCwiUGFyZW50U3R5bGUiOm51bGx9LCJQYXJlbnRTdHlsZSI6bnVsbH0sIkRhdGVTdHlsZSI6eyIkaWQiOiI3MTMiLCJGb250U2V0dGluZ3MiOnsiJGlkIjoiNzE0IiwiRm9udFNpemUiOjEwLCJGb250TmFtZSI6IlRpdGlsbGl1bSBXZWIiLCJJc0JvbGQiOmZhbHNlLCJJc0l0YWxpYyI6ZmFsc2UsIklzVW5kZXJsaW5lZCI6ZmFsc2UsIlBhcmVudFN0eWxlIjpudWxsfSwiQXV0b1NpemUiOjAsIkZvcmVncm91bmQiOnsiJGlkIjoiNzE1IiwiQ29sb3IiOnsiJGlkIjoiNzE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xNyIsIlRvcCI6MC4wLCJMZWZ0IjowLjAsIlJpZ2h0IjowLjAsIkJvdHRvbSI6MC4wfSwiUGFkZGluZyI6eyIkaWQiOiI3MTgiLCJUb3AiOjAuMCwiTGVmdCI6MC4wLCJSaWdodCI6MC4wLCJCb3R0b20iOjAuMH0sIkJhY2tncm91bmQiOnsiJGlkIjoiNzE5IiwiQ29sb3IiOnsiJGlkIjoiNzIwIiwiQSI6MCwiUiI6MjU1LCJHIjoyNTUsIkIiOjI1NX19LCJJc1Zpc2libGUiOnRydWUsIldpZHRoIjowLjAsIkhlaWdodCI6MC4wLCJCb3JkZXJTdHlsZSI6eyIkaWQiOiI3MjEiLCJMaW5lQ29sb3IiOm51bGwsIkxpbmVXZWlnaHQiOjAuMCwiTGluZVR5cGUiOjAsIlBhcmVudFN0eWxlIjpudWxsfSwiUGFyZW50U3R5bGUiOm51bGx9LCJEYXRlRm9ybWF0Ijp7IiRpZCI6Ijcy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jMiLCJGb3JtYXQiOjAsIklzVmlzaWJsZSI6ZmFsc2UsIkxhc3RLbm93blZpc2liaWxpdHlTdGF0ZSI6ZmFsc2V9LCJJc1Zpc2libGUiOnRydWUsIlZhcmlhbmNlU3R5bGUiOnsiJGlkIjoiNzI0IiwiVGV4dFN0eWxlIjp7IiRpZCI6IjcyNSIsIkZvbnRTZXR0aW5ncyI6eyIkaWQiOiI3MjYiLCJGb250U2l6ZSI6MTAsIkZvbnROYW1lIjoiQ2FsaWJyaSIsIklzQm9sZCI6ZmFsc2UsIklzSXRhbGljIjpmYWxzZSwiSXNVbmRlcmxpbmVkIjpmYWxzZSwiUGFyZW50U3R5bGUiOm51bGx9LCJBdXRvU2l6ZSI6MCwiRm9yZWdyb3VuZCI6eyIkaWQiOiI3MjciLCJDb2xvciI6eyIkaWQiOiI3Mj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I5IiwiVG9wIjowLjAsIkxlZnQiOjAuMCwiUmlnaHQiOjAuMCwiQm90dG9tIjowLjB9LCJQYWRkaW5nIjp7IiRpZCI6IjczMCIsIlRvcCI6MC4wLCJMZWZ0IjowLjAsIlJpZ2h0IjowLjAsIkJvdHRvbSI6MC4wfSwiQmFja2dyb3VuZCI6eyIkaWQiOiI3MzEiLCJDb2xvciI6eyIkaWQiOiI3MzIiLCJBIjoyNTUsIlIiOjAsIkciOjAsIkIiOjB9fSwiSXNWaXNpYmxlIjp0cnVlLCJXaWR0aCI6MC4wLCJIZWlnaHQiOjAuMCwiQm9yZGVyU3R5bGUiOnsiJGlkIjoiNzMzIiwiTGluZUNvbG9yIjpudWxsLCJMaW5lV2VpZ2h0IjowLjAsIkxpbmVUeXBlIjowLCJQYXJlbnRTdHlsZSI6bnVsbH0sIlBhcmVudFN0eWxlIjpudWxsfSwiUGFyZW50U3R5bGUiOm51bGx9LCJQYXJlbnRTdHlsZSI6bnVsbH0sIkluZGV4Ijo1LCJTbWFydER1cmF0aW9uQWN0aXZhdGVkIjpmYWxzZSwiRGF0ZUZvcm1hdCI6eyIkcmVmIjoiNzIyIn0sIldlZWtOdW1iZXJpbmciOnsiJGlkIjoiNzM0IiwiRm9ybWF0IjowLCJJc1Zpc2libGUiOmZhbHNlLCJMYXN0S25vd25WaXNpYmlsaXR5U3RhdGUiOmZhbHNlfSwiQmFzZWxpbmVEYXRhIjp7IiRpZCI6IjczNSIsIlN0YXJ0RGF0ZSI6IjIwMjYtMDUtMDNUMDA6MDA6MDAiLCJFbmREYXRlIjoiMjAyNi0wNS0yMlQyMzo1OTowMCJ9LCJJZCI6ImYzZjZiNjY5LTM2YTMtNDA0Yi1iMTg3LTlmMTM2MDVmNGQ4MyIsIkltcG9ydElkIjpudWxsLCJUaXRsZSI6IkRldlNlY09wcyBMZWFkIiwiTm90ZSI6bnVsbCwiSHlwZXJsaW5rIjp7IiRpZCI6IjczNiIsIkFkZHJlc3MiOiIiLCJTdWJBZGRyZXNzIjoiIn0sIklzQ2hhbmdlZCI6ZmFsc2UsIklzTmV3IjpmYWxzZX19XSwiX21pbGVzdG9uZXMiOltdLCJJZCI6IjAwMDAwMDAwLTAwMDAtMDAwMC0wMDAwLTAwMDAwMDAwMDAwMCIsIklzU2luZ2xlSXRlbVJvdyI6dHJ1ZX0seyIkaWQiOiI3MzciLCJfdGFza3MiOlt7IiRpZCI6IjczOCIsIl9hdHRhY2hlZE1pbGVzdG9uZXMiOltdLCJUYXNrRGVmaW5pdGlvbiI6eyIkaWQiOiI3MzkiLCJHcm91cE5hbWUiOm51bGwsIlN0YXJ0RGF0ZSI6IjIwMjYtMDUtMDNUMDA6MDA6MDAiLCJFbmREYXRlIjoiMjAyNi0wNS0yOVQyMzo1OTowMCIsIlBlcmNlbnRhZ2VDb21wbGV0ZSI6bnVsbCwiU3R5bGUiOnsiJGlkIjoiNzQwIiwiU2hhcGUiOjEsIlNoYXBlVGhpY2tuZXNzIjowLCJEdXJhdGlvbkZvcm1hdCI6MCwiSW5jbHVkZU5vbldvcmtpbmdEYXlzSW5EdXJhdGlvbiI6ZmFsc2UsIlBlcmNlbnRhZ2VDb21wbGV0ZVN0eWxlIjp7IiRpZCI6Ijc0MSIsIkZvbnRTZXR0aW5ncyI6eyIkaWQiOiI3NDIiLCJGb250U2l6ZSI6MTAsIkZvbnROYW1lIjoiQ2FsaWJyaSIsIklzQm9sZCI6ZmFsc2UsIklzSXRhbGljIjpmYWxzZSwiSXNVbmRlcmxpbmVkIjpmYWxzZSwiUGFyZW50U3R5bGUiOm51bGx9LCJBdXRvU2l6ZSI6MCwiRm9yZWdyb3VuZCI6eyIkaWQiOiI3NDMiLCJDb2xvciI6eyIkaWQiOiI3N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zQ1IiwiVG9wIjowLjAsIkxlZnQiOjAuMCwiUmlnaHQiOjAuMCwiQm90dG9tIjowLjB9LCJQYWRkaW5nIjp7IiRpZCI6Ijc0NiIsIlRvcCI6MC4wLCJMZWZ0IjowLjAsIlJpZ2h0IjowLjAsIkJvdHRvbSI6MC4wfSwiQmFja2dyb3VuZCI6eyIkaWQiOiI3NDciLCJDb2xvciI6eyIkaWQiOiI3NDgiLCJBIjo4OSwiUiI6MCwiRyI6MCwiQiI6MH19LCJJc1Zpc2libGUiOnRydWUsIldpZHRoIjowLjAsIkhlaWdodCI6MC4wLCJCb3JkZXJTdHlsZSI6eyIkaWQiOiI3NDkiLCJMaW5lQ29sb3IiOm51bGwsIkxpbmVXZWlnaHQiOjAuMCwiTGluZVR5cGUiOjAsIlBhcmVudFN0eWxlIjpudWxsfSwiUGFyZW50U3R5bGUiOm51bGx9LCJEdXJhdGlvblN0eWxlIjp7IiRpZCI6Ijc1MCIsIkZvbnRTZXR0aW5ncyI6eyIkaWQiOiI3NTEiLCJGb250U2l6ZSI6MTAsIkZvbnROYW1lIjoiQ2FsaWJyaSIsIklzQm9sZCI6ZmFsc2UsIklzSXRhbGljIjpmYWxzZSwiSXNVbmRlcmxpbmVkIjpmYWxzZSwiUGFyZW50U3R5bGUiOm51bGx9LCJBdXRvU2l6ZSI6MCwiRm9yZWdyb3VuZCI6eyIkaWQiOiI3NTIiLCJDb2xvciI6eyIkaWQiOiI3N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c1NCIsIlRvcCI6MC4wLCJMZWZ0IjowLjAsIlJpZ2h0IjowLjAsIkJvdHRvbSI6MC4wfSwiUGFkZGluZyI6eyIkaWQiOiI3NTUiLCJUb3AiOjAuMCwiTGVmdCI6MC4wLCJSaWdodCI6MC4wLCJCb3R0b20iOjAuMH0sIkJhY2tncm91bmQiOnsiJGlkIjoiNzU2IiwiQ29sb3IiOnsiJGlkIjoiNzU3IiwiQSI6MjU1LCJSIjo2OCwiRyI6ODQsIkIiOjEwNn19LCJJc1Zpc2libGUiOnRydWUsIldpZHRoIjowLjAsIkhlaWdodCI6MC4wLCJCb3JkZXJTdHlsZSI6eyIkaWQiOiI3NTgiLCJMaW5lQ29sb3IiOm51bGwsIkxpbmVXZWlnaHQiOjAuMCwiTGluZVR5cGUiOjAsIlBhcmVudFN0eWxlIjpudWxsfSwiUGFyZW50U3R5bGUiOm51bGx9LCJIb3Jpem9udGFsQ29ubmVjdG9yU3R5bGUiOnsiJGlkIjoiNzU5IiwiTGluZUNvbG9yIjp7IiRpZCI6Ijc2MCIsIiR0eXBlIjoiTkxSRS5Db21tb24uRG9tLlNvbGlkQ29sb3JCcnVzaCwgTkxSRS5Db21tb24iLCJDb2xvciI6eyIkaWQiOiI3NjEiLCJBIjoyNTUsIlIiOjAsIkciOjAsIkIiOjB9fSwiTGluZVdlaWdodCI6MC4wLCJMaW5lVHlwZSI6MCwiUGFyZW50U3R5bGUiOm51bGx9LCJWZXJ0aWNhbENvbm5lY3RvclN0eWxlIjp7IiRpZCI6Ijc2MiIsIkxpbmVDb2xvciI6eyIkaWQiOiI3NjMiLCIkdHlwZSI6Ik5MUkUuQ29tbW9uLkRvbS5Tb2xpZENvbG9yQnJ1c2gsIE5MUkUuQ29tbW9uIiwiQ29sb3IiOnsiJGlkIjoiNzY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3NjUiLCJTaGFwZVN0eWxlIjp7IiRpZCI6Ijc2NiIsIk1hcmdpbiI6eyIkaWQiOiI3NjciLCJUb3AiOjAuMCwiTGVmdCI6MC4wLCJSaWdodCI6MC4wLCJCb3R0b20iOjAuMH0sIlBhZGRpbmciOnsiJGlkIjoiNzY4IiwiVG9wIjowLjAsIkxlZnQiOjAuMCwiUmlnaHQiOjAuMCwiQm90dG9tIjowLjB9LCJCYWNrZ3JvdW5kIjp7IiRpZCI6Ijc2OSIsIkNvbG9yIjp7IiRpZCI6Ijc3MCIsIkEiOjE1MywiUiI6MCwiRyI6MCwiQiI6MH19LCJJc1Zpc2libGUiOnRydWUsIldpZHRoIjowLjAsIkhlaWdodCI6MC4wLCJCb3JkZXJTdHlsZSI6bnVsbCwiUGFyZW50U3R5bGUiOm51bGx9LCJNYXJnaW4iOnsiJGlkIjoiNzcxIiwiVG9wIjowLjAsIkxlZnQiOjAuMCwiUmlnaHQiOjAuMCwiQm90dG9tIjowLjB9LCJQYWRkaW5nIjp7IiRpZCI6Ijc3MiIsIlRvcCI6MC4wLCJMZWZ0IjowLjAsIlJpZ2h0IjowLjAsIkJvdHRvbSI6MC4wfSwiQmFja2dyb3VuZCI6bnVsbCwiSXNWaXNpYmxlIjp0cnVlLCJXaWR0aCI6MC4wLCJIZWlnaHQiOjAuMCwiQm9yZGVyU3R5bGUiOm51bGwsIlBhcmVudFN0eWxlIjpudWxsfSwiU2hhcGVTdHlsZSI6eyIkaWQiOiI3NzMiLCJNYXJnaW4iOnsiJGlkIjoiNzc0IiwiVG9wIjowLjAsIkxlZnQiOjQuMCwiUmlnaHQiOjQuMCwiQm90dG9tIjowLjB9LCJQYWRkaW5nIjp7IiRpZCI6Ijc3NSIsIlRvcCI6MC4wLCJMZWZ0IjowLjAsIlJpZ2h0IjowLjAsIkJvdHRvbSI6MC4wfSwiQmFja2dyb3VuZCI6eyIkaWQiOiI3NzYiLCJDb2xvciI6eyIkaWQiOiI3NzciLCJBIjoyNTUsIlIiOjExMiwiRyI6MTczLCJCIjo3MX19LCJJc1Zpc2libGUiOnRydWUsIldpZHRoIjowLjAsIkhlaWdodCI6MTAuMCwiQm9yZGVyU3R5bGUiOnsiJGlkIjoiNzc4IiwiTGluZUNvbG9yIjp7IiRpZCI6Ijc3OSIsIiR0eXBlIjoiTkxSRS5Db21tb24uRG9tLlNvbGlkQ29sb3JCcnVzaCwgTkxSRS5Db21tb24iLCJDb2xvciI6eyIkaWQiOiI3ODAiLCJBIjoyNTUsIlIiOjIzNCwiRyI6MjIsIkIiOjMwfX0sIkxpbmVXZWlnaHQiOjAuMCwiTGluZVR5cGUiOjAsIlBhcmVudFN0eWxlIjpudWxsfSwiUGFyZW50U3R5bGUiOm51bGx9LCJUaXRsZVN0eWxlIjp7IiRpZCI6Ijc4MSIsIkZvbnRTZXR0aW5ncyI6eyIkaWQiOiI3ODIiLCJGb250U2l6ZSI6MTEsIkZvbnROYW1lIjoiVGl0aWxsaXVtIFdlYiIsIklzQm9sZCI6ZmFsc2UsIklzSXRhbGljIjpmYWxzZSwiSXNVbmRlcmxpbmVkIjpmYWxzZSwiUGFyZW50U3R5bGUiOm51bGx9LCJBdXRvU2l6ZSI6MCwiRm9yZWdyb3VuZCI6eyIkaWQiOiI3ODMiLCJDb2xvciI6eyIkaWQiOiI3ODQ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g1IiwiVG9wIjowLjAsIkxlZnQiOjAuMCwiUmlnaHQiOjAuMCwiQm90dG9tIjowLjB9LCJQYWRkaW5nIjp7IiRpZCI6Ijc4NiIsIlRvcCI6MC4wLCJMZWZ0IjowLjAsIlJpZ2h0IjowLjAsIkJvdHRvbSI6MC4wfSwiQmFja2dyb3VuZCI6eyIkaWQiOiI3ODciLCJDb2xvciI6eyIkaWQiOiI3ODgiLCJBIjowLCJSIjoyNTUsIkciOjI1NSwiQiI6MjU1fX0sIklzVmlzaWJsZSI6dHJ1ZSwiV2lkdGgiOjAuMCwiSGVpZ2h0IjowLjAsIkJvcmRlclN0eWxlIjp7IiRpZCI6Ijc4OSIsIkxpbmVDb2xvciI6bnVsbCwiTGluZVdlaWdodCI6MC4wLCJMaW5lVHlwZSI6MCwiUGFyZW50U3R5bGUiOm51bGx9LCJQYXJlbnRTdHlsZSI6bnVsbH0sIkRhdGVTdHlsZSI6eyIkaWQiOiI3OTAiLCJGb250U2V0dGluZ3MiOnsiJGlkIjoiNzkxIiwiRm9udFNpemUiOjEwLCJGb250TmFtZSI6IlRpdGlsbGl1bSBXZWIiLCJJc0JvbGQiOmZhbHNlLCJJc0l0YWxpYyI6ZmFsc2UsIklzVW5kZXJsaW5lZCI6ZmFsc2UsIlBhcmVudFN0eWxlIjpudWxsfSwiQXV0b1NpemUiOjAsIkZvcmVncm91bmQiOnsiJGlkIjoiNzkyIiwiQ29sb3IiOnsiJGlkIjoiNzkz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5NCIsIlRvcCI6MC4wLCJMZWZ0IjowLjAsIlJpZ2h0IjowLjAsIkJvdHRvbSI6MC4wfSwiUGFkZGluZyI6eyIkaWQiOiI3OTUiLCJUb3AiOjAuMCwiTGVmdCI6MC4wLCJSaWdodCI6MC4wLCJCb3R0b20iOjAuMH0sIkJhY2tncm91bmQiOnsiJGlkIjoiNzk2IiwiQ29sb3IiOnsiJGlkIjoiNzk3IiwiQSI6MCwiUiI6MjU1LCJHIjoyNTUsIkIiOjI1NX19LCJJc1Zpc2libGUiOnRydWUsIldpZHRoIjowLjAsIkhlaWdodCI6MC4wLCJCb3JkZXJTdHlsZSI6eyIkaWQiOiI3OTgiLCJMaW5lQ29sb3IiOm51bGwsIkxpbmVXZWlnaHQiOjAuMCwiTGluZVR5cGUiOjAsIlBhcmVudFN0eWxlIjpudWxsfSwiUGFyZW50U3R5bGUiOm51bGx9LCJEYXRlRm9ybWF0Ijp7IiRpZCI6Ijc5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DAiLCJGb3JtYXQiOjAsIklzVmlzaWJsZSI6ZmFsc2UsIkxhc3RLbm93blZpc2liaWxpdHlTdGF0ZSI6ZmFsc2V9LCJJc1Zpc2libGUiOnRydWUsIlZhcmlhbmNlU3R5bGUiOnsiJGlkIjoiODAxIiwiVGV4dFN0eWxlIjp7IiRpZCI6IjgwMiIsIkZvbnRTZXR0aW5ncyI6eyIkaWQiOiI4MDMiLCJGb250U2l6ZSI6MTAsIkZvbnROYW1lIjoiQ2FsaWJyaSIsIklzQm9sZCI6ZmFsc2UsIklzSXRhbGljIjpmYWxzZSwiSXNVbmRlcmxpbmVkIjpmYWxzZSwiUGFyZW50U3R5bGUiOm51bGx9LCJBdXRvU2l6ZSI6MCwiRm9yZWdyb3VuZCI6eyIkaWQiOiI4MDQiLCJDb2xvciI6eyIkaWQiOiI4M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A2IiwiVG9wIjowLjAsIkxlZnQiOjAuMCwiUmlnaHQiOjAuMCwiQm90dG9tIjowLjB9LCJQYWRkaW5nIjp7IiRpZCI6IjgwNyIsIlRvcCI6MC4wLCJMZWZ0IjowLjAsIlJpZ2h0IjowLjAsIkJvdHRvbSI6MC4wfSwiQmFja2dyb3VuZCI6eyIkaWQiOiI4MDgiLCJDb2xvciI6eyIkaWQiOiI4MDkiLCJBIjoyNTUsIlIiOjAsIkciOjAsIkIiOjB9fSwiSXNWaXNpYmxlIjp0cnVlLCJXaWR0aCI6MC4wLCJIZWlnaHQiOjAuMCwiQm9yZGVyU3R5bGUiOnsiJGlkIjoiODEwIiwiTGluZUNvbG9yIjpudWxsLCJMaW5lV2VpZ2h0IjowLjAsIkxpbmVUeXBlIjowLCJQYXJlbnRTdHlsZSI6bnVsbH0sIlBhcmVudFN0eWxlIjpudWxsfSwiUGFyZW50U3R5bGUiOm51bGx9LCJQYXJlbnRTdHlsZSI6bnVsbH0sIkluZGV4Ijo2LCJTbWFydER1cmF0aW9uQWN0aXZhdGVkIjpmYWxzZSwiRGF0ZUZvcm1hdCI6eyIkcmVmIjoiNzk5In0sIldlZWtOdW1iZXJpbmciOnsiJGlkIjoiODExIiwiRm9ybWF0IjowLCJJc1Zpc2libGUiOmZhbHNlLCJMYXN0S25vd25WaXNpYmlsaXR5U3RhdGUiOmZhbHNlfSwiQmFzZWxpbmVEYXRhIjp7IiRpZCI6IjgxMiIsIlN0YXJ0RGF0ZSI6IjIwMjYtMDUtMDNUMDA6MDA6MDAiLCJFbmREYXRlIjoiMjAyNi0wNS0yOVQyMzo1OTowMCJ9LCJJZCI6IjI5ZjMxNWRiLTFhZDYtNDBiNC1iMTA2LWY2OWY4ZmEwZGRmNSIsIkltcG9ydElkIjpudWxsLCJUaXRsZSI6IkluZnJhc3RydWN0dXJlIExlYWQiLCJOb3RlIjpudWxsLCJIeXBlcmxpbmsiOnsiJGlkIjoiODEzIiwiQWRkcmVzcyI6IiIsIlN1YkFkZHJlc3MiOiIifSwiSXNDaGFuZ2VkIjpmYWxzZSwiSXNOZXciOmZhbHNlfX1dLCJfbWlsZXN0b25lcyI6W10sIklkIjoiMDAwMDAwMDAtMDAwMC0wMDAwLTAwMDAtMDAwMDAwMDAwMDAwIiwiSXNTaW5nbGVJdGVtUm93Ijp0cnVlfSx7IiRpZCI6IjgxNCIsIl90YXNrcyI6W3siJGlkIjoiODE1IiwiX2F0dGFjaGVkTWlsZXN0b25lcyI6W10sIlRhc2tEZWZpbml0aW9uIjp7IiRpZCI6IjgxNiIsIkdyb3VwTmFtZSI6bnVsbCwiU3RhcnREYXRlIjoiMjAyNi0wNS0wM1QwMDowMDowMCIsIkVuZERhdGUiOiIyMDI2LTA2LTA1VDIzOjU5OjAwIiwiUGVyY2VudGFnZUNvbXBsZXRlIjpudWxsLCJTdHlsZSI6eyIkaWQiOiI4MTciLCJTaGFwZSI6MSwiU2hhcGVUaGlja25lc3MiOjAsIkR1cmF0aW9uRm9ybWF0IjowLCJJbmNsdWRlTm9uV29ya2luZ0RheXNJbkR1cmF0aW9uIjpmYWxzZSwiUGVyY2VudGFnZUNvbXBsZXRlU3R5bGUiOnsiJGlkIjoiODE4IiwiRm9udFNldHRpbmdzIjp7IiRpZCI6IjgxOSIsIkZvbnRTaXplIjoxMCwiRm9udE5hbWUiOiJDYWxpYnJpIiwiSXNCb2xkIjpmYWxzZSwiSXNJdGFsaWMiOmZhbHNlLCJJc1VuZGVybGluZWQiOmZhbHNlLCJQYXJlbnRTdHlsZSI6bnVsbH0sIkF1dG9TaXplIjowLCJGb3JlZ3JvdW5kIjp7IiRpZCI6IjgyMCIsIkNvbG9yIjp7IiRpZCI6IjgyM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4MjIiLCJUb3AiOjAuMCwiTGVmdCI6MC4wLCJSaWdodCI6MC4wLCJCb3R0b20iOjAuMH0sIlBhZGRpbmciOnsiJGlkIjoiODIzIiwiVG9wIjowLjAsIkxlZnQiOjAuMCwiUmlnaHQiOjAuMCwiQm90dG9tIjowLjB9LCJCYWNrZ3JvdW5kIjp7IiRpZCI6IjgyNCIsIkNvbG9yIjp7IiRpZCI6IjgyNSIsIkEiOjg5LCJSIjowLCJHIjowLCJCIjowfX0sIklzVmlzaWJsZSI6dHJ1ZSwiV2lkdGgiOjAuMCwiSGVpZ2h0IjowLjAsIkJvcmRlclN0eWxlIjp7IiRpZCI6IjgyNiIsIkxpbmVDb2xvciI6bnVsbCwiTGluZVdlaWdodCI6MC4wLCJMaW5lVHlwZSI6MCwiUGFyZW50U3R5bGUiOm51bGx9LCJQYXJlbnRTdHlsZSI6bnVsbH0sIkR1cmF0aW9uU3R5bGUiOnsiJGlkIjoiODI3IiwiRm9udFNldHRpbmdzIjp7IiRpZCI6IjgyOCIsIkZvbnRTaXplIjoxMCwiRm9udE5hbWUiOiJDYWxpYnJpIiwiSXNCb2xkIjpmYWxzZSwiSXNJdGFsaWMiOmZhbHNlLCJJc1VuZGVybGluZWQiOmZhbHNlLCJQYXJlbnRTdHlsZSI6bnVsbH0sIkF1dG9TaXplIjowLCJGb3JlZ3JvdW5kIjp7IiRpZCI6IjgyOSIsIkNvbG9yIjp7IiRpZCI6Ijgz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ODMxIiwiVG9wIjowLjAsIkxlZnQiOjAuMCwiUmlnaHQiOjAuMCwiQm90dG9tIjowLjB9LCJQYWRkaW5nIjp7IiRpZCI6IjgzMiIsIlRvcCI6MC4wLCJMZWZ0IjowLjAsIlJpZ2h0IjowLjAsIkJvdHRvbSI6MC4wfSwiQmFja2dyb3VuZCI6eyIkaWQiOiI4MzMiLCJDb2xvciI6eyIkaWQiOiI4MzQiLCJBIjoyNTUsIlIiOjY4LCJHIjo4NCwiQiI6MTA2fX0sIklzVmlzaWJsZSI6dHJ1ZSwiV2lkdGgiOjAuMCwiSGVpZ2h0IjowLjAsIkJvcmRlclN0eWxlIjp7IiRpZCI6IjgzNSIsIkxpbmVDb2xvciI6bnVsbCwiTGluZVdlaWdodCI6MC4wLCJMaW5lVHlwZSI6MCwiUGFyZW50U3R5bGUiOm51bGx9LCJQYXJlbnRTdHlsZSI6bnVsbH0sIkhvcml6b250YWxDb25uZWN0b3JTdHlsZSI6eyIkaWQiOiI4MzYiLCJMaW5lQ29sb3IiOnsiJGlkIjoiODM3IiwiJHR5cGUiOiJOTFJFLkNvbW1vbi5Eb20uU29saWRDb2xvckJydXNoLCBOTFJFLkNvbW1vbiIsIkNvbG9yIjp7IiRpZCI6IjgzOCIsIkEiOjI1NSwiUiI6MCwiRyI6MCwiQiI6MH19LCJMaW5lV2VpZ2h0IjowLjAsIkxpbmVUeXBlIjowLCJQYXJlbnRTdHlsZSI6bnVsbH0sIlZlcnRpY2FsQ29ubmVjdG9yU3R5bGUiOnsiJGlkIjoiODM5IiwiTGluZUNvbG9yIjp7IiRpZCI6Ijg0MCIsIiR0eXBlIjoiTkxSRS5Db21tb24uRG9tLlNvbGlkQ29sb3JCcnVzaCwgTkxSRS5Db21tb24iLCJDb2xvciI6eyIkaWQiOiI4N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g0MiIsIlNoYXBlU3R5bGUiOnsiJGlkIjoiODQzIiwiTWFyZ2luIjp7IiRpZCI6Ijg0NCIsIlRvcCI6MC4wLCJMZWZ0IjowLjAsIlJpZ2h0IjowLjAsIkJvdHRvbSI6MC4wfSwiUGFkZGluZyI6eyIkaWQiOiI4NDUiLCJUb3AiOjAuMCwiTGVmdCI6MC4wLCJSaWdodCI6MC4wLCJCb3R0b20iOjAuMH0sIkJhY2tncm91bmQiOnsiJGlkIjoiODQ2IiwiQ29sb3IiOnsiJGlkIjoiODQ3IiwiQSI6MTUzLCJSIjowLCJHIjowLCJCIjowfX0sIklzVmlzaWJsZSI6dHJ1ZSwiV2lkdGgiOjAuMCwiSGVpZ2h0IjowLjAsIkJvcmRlclN0eWxlIjpudWxsLCJQYXJlbnRTdHlsZSI6bnVsbH0sIk1hcmdpbiI6eyIkaWQiOiI4NDgiLCJUb3AiOjAuMCwiTGVmdCI6MC4wLCJSaWdodCI6MC4wLCJCb3R0b20iOjAuMH0sIlBhZGRpbmciOnsiJGlkIjoiODQ5IiwiVG9wIjowLjAsIkxlZnQiOjAuMCwiUmlnaHQiOjAuMCwiQm90dG9tIjowLjB9LCJCYWNrZ3JvdW5kIjpudWxsLCJJc1Zpc2libGUiOnRydWUsIldpZHRoIjowLjAsIkhlaWdodCI6MC4wLCJCb3JkZXJTdHlsZSI6bnVsbCwiUGFyZW50U3R5bGUiOm51bGx9LCJTaGFwZVN0eWxlIjp7IiRpZCI6Ijg1MCIsIk1hcmdpbiI6eyIkaWQiOiI4NTEiLCJUb3AiOjAuMCwiTGVmdCI6NC4wLCJSaWdodCI6NC4wLCJCb3R0b20iOjAuMH0sIlBhZGRpbmciOnsiJGlkIjoiODUyIiwiVG9wIjowLjAsIkxlZnQiOjAuMCwiUmlnaHQiOjAuMCwiQm90dG9tIjowLjB9LCJCYWNrZ3JvdW5kIjp7IiRpZCI6Ijg1MyIsIkNvbG9yIjp7IiRpZCI6Ijg1NCIsIkEiOjI1NSwiUiI6MTEyLCJHIjoxNzMsIkIiOjcxfX0sIklzVmlzaWJsZSI6dHJ1ZSwiV2lkdGgiOjAuMCwiSGVpZ2h0IjoxMC4wLCJCb3JkZXJTdHlsZSI6eyIkaWQiOiI4NTUiLCJMaW5lQ29sb3IiOnsiJGlkIjoiODU2IiwiJHR5cGUiOiJOTFJFLkNvbW1vbi5Eb20uU29saWRDb2xvckJydXNoLCBOTFJFLkNvbW1vbiIsIkNvbG9yIjp7IiRpZCI6Ijg1NyIsIkEiOjI1NSwiUiI6MjM0LCJHIjoyMiwiQiI6MzB9fSwiTGluZVdlaWdodCI6MC4wLCJMaW5lVHlwZSI6MCwiUGFyZW50U3R5bGUiOm51bGx9LCJQYXJlbnRTdHlsZSI6bnVsbH0sIlRpdGxlU3R5bGUiOnsiJGlkIjoiODU4IiwiRm9udFNldHRpbmdzIjp7IiRpZCI6Ijg1OSIsIkZvbnRTaXplIjoxMSwiRm9udE5hbWUiOiJUaXRpbGxpdW0gV2ViIiwiSXNCb2xkIjpmYWxzZSwiSXNJdGFsaWMiOmZhbHNlLCJJc1VuZGVybGluZWQiOmZhbHNlLCJQYXJlbnRTdHlsZSI6bnVsbH0sIkF1dG9TaXplIjowLCJGb3JlZ3JvdW5kIjp7IiRpZCI6Ijg2MCIsIkNvbG9yIjp7IiRpZCI6Ijg2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AsIlIiOjI1NSwiRyI6MjU1LCJCIjoyNTV9fSwiSXNWaXNpYmxlIjp0cnVlLCJXaWR0aCI6MC4wLCJIZWlnaHQiOjAuMCwiQm9yZGVyU3R5bGUiOnsiJGlkIjoiODY2IiwiTGluZUNvbG9yIjpudWxsLCJMaW5lV2VpZ2h0IjowLjAsIkxpbmVUeXBlIjowLCJQYXJlbnRTdHlsZSI6bnVsbH0sIlBhcmVudFN0eWxlIjpudWxsfSwiRGF0ZVN0eWxlIjp7IiRpZCI6Ijg2NyIsIkZvbnRTZXR0aW5ncyI6eyIkaWQiOiI4NjgiLCJGb250U2l6ZSI6MTAsIkZvbnROYW1lIjoiVGl0aWxsaXVtIFdlYiIsIklzQm9sZCI6ZmFsc2UsIklzSXRhbGljIjpmYWxzZSwiSXNVbmRlcmxpbmVkIjpmYWxzZSwiUGFyZW50U3R5bGUiOm51bGx9LCJBdXRvU2l6ZSI6MCwiRm9yZWdyb3VuZCI6eyIkaWQiOiI4NjkiLCJDb2xvciI6eyIkaWQiOiI4Nz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ODcxIiwiVG9wIjowLjAsIkxlZnQiOjAuMCwiUmlnaHQiOjAuMCwiQm90dG9tIjowLjB9LCJQYWRkaW5nIjp7IiRpZCI6Ijg3MiIsIlRvcCI6MC4wLCJMZWZ0IjowLjAsIlJpZ2h0IjowLjAsIkJvdHRvbSI6MC4wfSwiQmFja2dyb3VuZCI6eyIkaWQiOiI4NzMiLCJDb2xvciI6eyIkaWQiOiI4NzQiLCJBIjowLCJSIjoyNTUsIkciOjI1NSwiQiI6MjU1fX0sIklzVmlzaWJsZSI6dHJ1ZSwiV2lkdGgiOjAuMCwiSGVpZ2h0IjowLjAsIkJvcmRlclN0eWxlIjp7IiRpZCI6Ijg3NSIsIkxpbmVDb2xvciI6bnVsbCwiTGluZVdlaWdodCI6MC4wLCJMaW5lVHlwZSI6MCwiUGFyZW50U3R5bGUiOm51bGx9LCJQYXJlbnRTdHlsZSI6bnVsbH0sIkRhdGVGb3JtYXQiOnsiJGlkIjoiODc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NyIsIkZvcm1hdCI6MCwiSXNWaXNpYmxlIjpmYWxzZSwiTGFzdEtub3duVmlzaWJpbGl0eVN0YXRlIjpmYWxzZX0sIklzVmlzaWJsZSI6dHJ1ZSwiVmFyaWFuY2VTdHlsZSI6eyIkaWQiOiI4NzgiLCJUZXh0U3R5bGUiOnsiJGlkIjoiODc5IiwiRm9udFNldHRpbmdzIjp7IiRpZCI6Ijg4MCIsIkZvbnRTaXplIjoxMCwiRm9udE5hbWUiOiJDYWxpYnJpIiwiSXNCb2xkIjpmYWxzZSwiSXNJdGFsaWMiOmZhbHNlLCJJc1VuZGVybGluZWQiOmZhbHNlLCJQYXJlbnRTdHlsZSI6bnVsbH0sIkF1dG9TaXplIjowLCJGb3JlZ3JvdW5kIjp7IiRpZCI6Ijg4MSIsIkNvbG9yIjp7IiRpZCI6Ijg4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ODMiLCJUb3AiOjAuMCwiTGVmdCI6MC4wLCJSaWdodCI6MC4wLCJCb3R0b20iOjAuMH0sIlBhZGRpbmciOnsiJGlkIjoiODg0IiwiVG9wIjowLjAsIkxlZnQiOjAuMCwiUmlnaHQiOjAuMCwiQm90dG9tIjowLjB9LCJCYWNrZ3JvdW5kIjp7IiRpZCI6Ijg4NSIsIkNvbG9yIjp7IiRpZCI6Ijg4NiIsIkEiOjI1NSwiUiI6MCwiRyI6MCwiQiI6MH19LCJJc1Zpc2libGUiOnRydWUsIldpZHRoIjowLjAsIkhlaWdodCI6MC4wLCJCb3JkZXJTdHlsZSI6eyIkaWQiOiI4ODciLCJMaW5lQ29sb3IiOm51bGwsIkxpbmVXZWlnaHQiOjAuMCwiTGluZVR5cGUiOjAsIlBhcmVudFN0eWxlIjpudWxsfSwiUGFyZW50U3R5bGUiOm51bGx9LCJQYXJlbnRTdHlsZSI6bnVsbH0sIlBhcmVudFN0eWxlIjpudWxsfSwiSW5kZXgiOjcsIlNtYXJ0RHVyYXRpb25BY3RpdmF0ZWQiOmZhbHNlLCJEYXRlRm9ybWF0Ijp7IiRyZWYiOiI4NzYifSwiV2Vla051bWJlcmluZyI6eyIkaWQiOiI4ODgiLCJGb3JtYXQiOjAsIklzVmlzaWJsZSI6ZmFsc2UsIkxhc3RLbm93blZpc2liaWxpdHlTdGF0ZSI6ZmFsc2V9LCJCYXNlbGluZURhdGEiOnsiJGlkIjoiODg5IiwiU3RhcnREYXRlIjoiMjAyNi0wNS0wM1QwMDowMDowMCIsIkVuZERhdGUiOiIyMDI2LTA2LTA1VDIzOjU5OjAwIn0sIklkIjoiNmRmNTM5NjktZGJiYi00MDdjLThjOWQtNjdhMTMyMTVjMWM1IiwiSW1wb3J0SWQiOm51bGwsIlRpdGxlIjoiRGV2cyIsIk5vdGUiOm51bGwsIkh5cGVybGluayI6eyIkaWQiOiI4OTAiLCJBZGRyZXNzIjoiIiwiU3ViQWRkcmVzcyI6IiJ9LCJJc0NoYW5nZWQiOmZhbHNlLCJJc05ldyI6ZmFsc2V9fV0sIl9taWxlc3RvbmVzIjpbXSwiSWQiOiIwMDAwMDAwMC0wMDAwLTAwMDAtMDAwMC0wMDAwMDAwMDAwMDAiLCJJc1NpbmdsZUl0ZW1Sb3ciOnRydWV9XSwiSW5kZXgiOjQsIklkIjoiMjc2Y2U1NTEtY2E1ZC00ODRhLThlMTQtNjIzNDc5YTNiMGJkIiwiSGVhZGVyVGV4dCI6bnVsbCwiSXNEZWZhdWx0Ijp0cnVlLCJTdHlsZSI6eyIkaWQiOiI4OTEiLCJIZWFkZXJTdHlsZSI6eyIkaWQiOiI4OTIiLCJUZXh0U3R5bGUiOnsiJGlkIjoiODkzIiwiRm9udFNldHRpbmdzIjp7IiRpZCI6Ijg5NCIsIkZvbnRTaXplIjoxMSwiRm9udE5hbWUiOiJDYWxpYnJpIiwiSXNCb2xkIjpmYWxzZSwiSXNJdGFsaWMiOmZhbHNlLCJJc1VuZGVybGluZWQiOmZhbHNlLCJQYXJlbnRTdHlsZSI6bnVsbH0sIkF1dG9TaXplIjoyLCJGb3JlZ3JvdW5kIjp7IiRpZCI6Ijg5NSIsIkNvbG9yIjp7IiRpZCI6Ijg5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g5NyIsIlRvcCI6MC4wLCJMZWZ0IjowLjAsIlJpZ2h0IjowLjAsIkJvdHRvbSI6MC4wfSwiUGFkZGluZyI6eyIkaWQiOiI4OTgiLCJUb3AiOjAuMCwiTGVmdCI6MC4wLCJSaWdodCI6MC4wLCJCb3R0b20iOjAuMH0sIkJhY2tncm91bmQiOnsiJGlkIjoiODk5IiwiQ29sb3IiOnsiJGlkIjoiOTAwIiwiQSI6MjU1LCJSIjo2NCwiRyI6NjQsIkIiOjY0fX0sIklzVmlzaWJsZSI6dHJ1ZSwiV2lkdGgiOjAuMCwiSGVpZ2h0IjowLjAsIkJvcmRlclN0eWxlIjpudWxsLCJQYXJlbnRTdHlsZSI6bnVsbH0sIlJlY3RhbmdsZVN0eWxlIjp7IiRpZCI6IjkwMSIsIk1hcmdpbiI6eyIkaWQiOiI5MDIiLCJUb3AiOjAuMCwiTGVmdCI6MC4wLCJSaWdodCI6MC4wLCJCb3R0b20iOjAuMH0sIlBhZGRpbmciOnsiJGlkIjoiOTAzIiwiVG9wIjowLjAsIkxlZnQiOjAuMCwiUmlnaHQiOjAuMCwiQm90dG9tIjowLjB9LCJCYWNrZ3JvdW5kIjp7IiRpZCI6IjkwNCIsIkNvbG9yIjp7IiRpZCI6IjkwNSIsIkEiOjEyNywiUiI6MTEyLCJHIjoxNzMsIkIiOjcxfX0sIklzVmlzaWJsZSI6dHJ1ZSwiV2lkdGgiOjAuMCwiSGVpZ2h0IjowLjAsIkJvcmRlclN0eWxlIjp7IiRpZCI6IjkwNiIsIkxpbmVDb2xvciI6eyIkaWQiOiI5MDciLCIkdHlwZSI6Ik5MUkUuQ29tbW9uLkRvbS5Tb2xpZENvbG9yQnJ1c2gsIE5MUkUuQ29tbW9uIiwiQ29sb3IiOnsiJGlkIjoiOTA4IiwiQSI6MjU1LCJSIjoyNTUsIkciOjI1NSwiQiI6MjU1fX0sIkxpbmVXZWlnaHQiOjAuMCwiTGluZVR5cGUiOjAsIlBhcmVudFN0eWxlIjpudWxsfSwiUGFyZW50U3R5bGUiOm51bGx9LCJNYXJnaW4iOnsiJGlkIjoiOTA5IiwiVG9wIjowLjAsIkxlZnQiOjAuMCwiUmlnaHQiOjAuMCwiQm90dG9tIjowLjB9LCJQYWRkaW5nIjp7IiRpZCI6IjkxMCIsIlRvcCI6MC4wLCJMZWZ0IjowLjAsIlJpZ2h0IjowLjAsIkJvdHRvbSI6MC4wfSwiQmFja2dyb3VuZCI6bnVsbCwiSXNWaXNpYmxlIjp0cnVlLCJXaWR0aCI6MC4wLCJIZWlnaHQiOjAuMCwiQm9yZGVyU3R5bGUiOm51bGwsIlBhcmVudFN0eWxlIjpudWxsfSwiQmFja2dyb3VuZFN0eWxlIjp7IiRpZCI6IjkxMSIsIk1hcmdpbiI6eyIkaWQiOiI5MTIiLCJUb3AiOjAuMCwiTGVmdCI6MC4wLCJSaWdodCI6MC4wLCJCb3R0b20iOjAuMH0sIlBhZGRpbmciOnsiJGlkIjoiOTEzIiwiVG9wIjowLjAsIkxlZnQiOjAuMCwiUmlnaHQiOjAuMCwiQm90dG9tIjowLjB9LCJCYWNrZ3JvdW5kIjp7IiRpZCI6IjkxNCIsIkNvbG9yIjp7IiRpZCI6IjkxNSIsIkEiOjUxLCJSIjoyMDAsIkciOjIwMCwiQiI6MjAwfX0sIklzVmlzaWJsZSI6dHJ1ZSwiV2lkdGgiOjAuMCwiSGVpZ2h0IjowLjAsIkJvcmRlclN0eWxlIjp7IiRpZCI6IjkxNiIsIkxpbmVDb2xvciI6eyIkaWQiOiI5MTciLCIkdHlwZSI6Ik5MUkUuQ29tbW9uLkRvbS5Tb2xpZENvbG9yQnJ1c2gsIE5MUkUuQ29tbW9uIiwiQ29sb3IiOnsiJGlkIjoiOTE4IiwiQSI6MjU1LCJSIjoyMzQsIkciOjIyLCJCIjozMH19LCJMaW5lV2VpZ2h0IjowLjAsIkxpbmVUeXBlIjowLCJQYXJlbnRTdHlsZSI6bnVsbH0sIlBhcmVudFN0eWxlIjpudWxsfSwiTWFyZ2luIjp7IiRpZCI6IjkxOSIsIlRvcCI6MC4wLCJMZWZ0IjowLjAsIlJpZ2h0IjowLjAsIkJvdHRvbSI6MC4wfSwiUGFkZGluZyI6eyIkaWQiOiI5MjAiLCJUb3AiOjAuMCwiTGVmdCI6MC4wLCJSaWdodCI6MC4wLCJCb3R0b20iOjAuMH0sIklzVmlzaWJsZSI6dHJ1ZSwiV2lkdGgiOjAuMCwiSGVpZ2h0IjowLjAsIkJvcmRlclN0eWxlIjp7IiRpZCI6IjkyMSIsIkxpbmVDb2xvciI6bnVsbCwiTGluZVdlaWdodCI6MC4wLCJMaW5lVHlwZSI6MCwiUGFyZW50U3R5bGUiOm51bGx9LCJQYXJlbnRTdHlsZSI6bnVsbH19XSwiSWQiOiJlMTllMDhjOC1lZThjLTQzZmItYjc3YS02MzJiZjAzOTY2NjMiLCJJbmRleCI6NCwiSGVhZGVyVGV4dCI6IlJlc291cmNpbmciLCJTdHlsZSI6eyIkaWQiOiI5MjIiLCJTdHlsZUlkIjoiYjI0ZjgwNDUtZjY5Yi00YTQzLTgyOWYtYTU2NTAzZmRjZDY5IiwiSGVhZGVyU3R5bGUiOnsiJGlkIjoiOTIzIiwiVGV4dElzVmVydGljYWwiOmZhbHNlLCJUZXh0U3R5bGUiOnsiJGlkIjoiOTI0IiwiRm9udFNldHRpbmdzIjp7IiRpZCI6IjkyNSIsIkZvbnRTaXplIjoxMSwiRm9udE5hbWUiOiJUaXRpbGxpdW0gV2ViIiwiSXNCb2xkIjpmYWxzZSwiSXNJdGFsaWMiOmZhbHNlLCJJc1VuZGVybGluZWQiOmZhbHNlLCJQYXJlbnRTdHlsZSI6bnVsbH0sIkF1dG9TaXplIjoyLCJGb3JlZ3JvdW5kIjp7IiRpZCI6IjkyNiIsIkNvbG9yIjp7IiRpZCI6Ijky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kyOCIsIlRvcCI6MC4wLCJMZWZ0IjowLjAsIlJpZ2h0IjowLjAsIkJvdHRvbSI6MC4wfSwiUGFkZGluZyI6eyIkaWQiOiI5MjkiLCJUb3AiOjAuMCwiTGVmdCI6MC4wLCJSaWdodCI6MC4wLCJCb3R0b20iOjAuMH0sIkJhY2tncm91bmQiOnsiJGlkIjoiOTMwIiwiQ29sb3IiOnsiJGlkIjoiOTMxIiwiQSI6MjU1LCJSIjoyNTUsIkciOjI1NSwiQiI6MjU1fX0sIklzVmlzaWJsZSI6dHJ1ZSwiV2lkdGgiOjAuMCwiSGVpZ2h0IjowLjAsIkJvcmRlclN0eWxlIjpudWxsLCJQYXJlbnRTdHlsZSI6bnVsbH0sIlJlY3RhbmdsZVN0eWxlIjp7IiRpZCI6IjkzMiIsIk1hcmdpbiI6eyIkaWQiOiI5MzMiLCJUb3AiOjAuMCwiTGVmdCI6MC4wLCJSaWdodCI6MC4wLCJCb3R0b20iOjAuMH0sIlBhZGRpbmciOnsiJGlkIjoiOTM0IiwiVG9wIjowLjAsIkxlZnQiOjAuMCwiUmlnaHQiOjAuMCwiQm90dG9tIjowLjB9LCJCYWNrZ3JvdW5kIjp7IiRpZCI6IjkzNSIsIkNvbG9yIjp7IiRpZCI6IjkzNiIsIkEiOjI1NSwiUiI6MTEyLCJHIjoxNzMsIkIiOjcxfX0sIklzVmlzaWJsZSI6dHJ1ZSwiV2lkdGgiOjAuMCwiSGVpZ2h0IjowLjAsIkJvcmRlclN0eWxlIjp7IiRpZCI6IjkzNyIsIkxpbmVDb2xvciI6eyIkaWQiOiI5MzgiLCIkdHlwZSI6Ik5MUkUuQ29tbW9uLkRvbS5Tb2xpZENvbG9yQnJ1c2gsIE5MUkUuQ29tbW9uIiwiQ29sb3IiOnsiJGlkIjoiOTM5IiwiQSI6MjU1LCJSIjoyNTUsIkciOjI1NSwiQiI6MjU1fX0sIkxpbmVXZWlnaHQiOjAuMCwiTGluZVR5cGUiOjAsIlBhcmVudFN0eWxlIjpudWxsfSwiUGFyZW50U3R5bGUiOm51bGx9LCJNYXJnaW4iOnsiJGlkIjoiOTQwIiwiVG9wIjowLjAsIkxlZnQiOjAuMCwiUmlnaHQiOjAuMCwiQm90dG9tIjowLjB9LCJQYWRkaW5nIjp7IiRpZCI6Ijk0MSIsIlRvcCI6MC4wLCJMZWZ0IjowLjAsIlJpZ2h0IjowLjAsIkJvdHRvbSI6MC4wfSwiQmFja2dyb3VuZCI6bnVsbCwiSXNWaXNpYmxlIjp0cnVlLCJXaWR0aCI6MC4wLCJIZWlnaHQiOjAuMCwiQm9yZGVyU3R5bGUiOm51bGwsIlBhcmVudFN0eWxlIjpudWxsfSwiQmFja2dyb3VuZFN0eWxlIjp7IiRpZCI6Ijk0MiIsIk1hcmdpbiI6eyIkaWQiOiI5NDMiLCJUb3AiOjAuMCwiTGVmdCI6MC4wLCJSaWdodCI6MC4wLCJCb3R0b20iOjAuMH0sIlBhZGRpbmciOnsiJGlkIjoiOTQ0IiwiVG9wIjowLjAsIkxlZnQiOjAuMCwiUmlnaHQiOjAuMCwiQm90dG9tIjowLjB9LCJCYWNrZ3JvdW5kIjp7IiRpZCI6Ijk0NSIsIkNvbG9yIjp7IiRpZCI6Ijk0NiIsIkEiOjUxLCJSIjoyMDAsIkciOjIwMCwiQiI6MjAwfX0sIklzVmlzaWJsZSI6dHJ1ZSwiV2lkdGgiOjAuMCwiSGVpZ2h0IjowLjAsIkJvcmRlclN0eWxlIjp7IiRpZCI6Ijk0NyIsIkxpbmVDb2xvciI6eyIkaWQiOiI5NDgiLCIkdHlwZSI6Ik5MUkUuQ29tbW9uLkRvbS5Tb2xpZENvbG9yQnJ1c2gsIE5MUkUuQ29tbW9uIiwiQ29sb3IiOnsiJGlkIjoiOTQ5IiwiQSI6MjU1LCJSIjoyMzQsIkciOjIyLCJCIjozMH19LCJMaW5lV2VpZ2h0IjowLjAsIkxpbmVUeXBlIjowLCJQYXJlbnRTdHlsZSI6bnVsbH0sIlBhcmVudFN0eWxlIjpudWxsfSwiSXNBYm92ZVRpbWViYW5kIjpmYWxzZSwiU3BhY2luZyI6MiwiRGVmYXVsdFN3aW1sYW5lVGFza1N0eWxlIjp7IiRpZCI6Ijk1MCIsIiR0eXBlIjoiTkxSRS5Db21tb24uRG9tLlN0eWxlcy5FeHBsaWNpdFNldGFibGVUYXNrU3R5bGUsIE5MUkUuQ29tbW9uIiwiU2hhcGUiOjEsIlNoYXBlVGhpY2tuZXNzIjowLCJEdXJhdGlvbkZvcm1hdCI6MCwiSW5jbHVkZU5vbldvcmtpbmdEYXlzSW5EdXJhdGlvbiI6ZmFsc2UsIlBlcmNlbnRhZ2VDb21wbGV0ZVN0eWxlIjp7IiRpZCI6Ijk1MSIsIkZvbnRTZXR0aW5ncyI6eyIkaWQiOiI5NTIiLCJGb250U2l6ZSI6MTAsIkZvbnROYW1lIjoiQ2FsaWJyaSIsIklzQm9sZCI6ZmFsc2UsIklzSXRhbGljIjpmYWxzZSwiSXNVbmRlcmxpbmVkIjpmYWxzZSwiUGFyZW50U3R5bGUiOm51bGx9LCJBdXRvU2l6ZSI6MCwiRm9yZWdyb3VuZCI6eyIkaWQiOiI5NTMiLCJDb2xvciI6eyIkaWQiOiI5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OTU1IiwiVG9wIjowLjAsIkxlZnQiOjAuMCwiUmlnaHQiOjAuMCwiQm90dG9tIjowLjB9LCJQYWRkaW5nIjp7IiRpZCI6Ijk1NiIsIlRvcCI6MC4wLCJMZWZ0IjowLjAsIlJpZ2h0IjowLjAsIkJvdHRvbSI6MC4wfSwiQmFja2dyb3VuZCI6eyIkaWQiOiI5NTciLCJDb2xvciI6eyIkaWQiOiI5NTgiLCJBIjo4OSwiUiI6MCwiRyI6MCwiQiI6MH19LCJJc1Zpc2libGUiOnRydWUsIldpZHRoIjowLjAsIkhlaWdodCI6MC4wLCJCb3JkZXJTdHlsZSI6eyIkaWQiOiI5NTkiLCJMaW5lQ29sb3IiOm51bGwsIkxpbmVXZWlnaHQiOjAuMCwiTGluZVR5cGUiOjAsIlBhcmVudFN0eWxlIjpudWxsfSwiUGFyZW50U3R5bGUiOm51bGx9LCJEdXJhdGlvblN0eWxlIjp7IiRpZCI6Ijk2MCIsIkZvbnRTZXR0aW5ncyI6eyIkaWQiOiI5NjEiLCJGb250U2l6ZSI6MTAsIkZvbnROYW1lIjoiQ2FsaWJyaSIsIklzQm9sZCI6ZmFsc2UsIklzSXRhbGljIjpmYWxzZSwiSXNVbmRlcmxpbmVkIjpmYWxzZSwiUGFyZW50U3R5bGUiOm51bGx9LCJBdXRvU2l6ZSI6MCwiRm9yZWdyb3VuZCI6eyIkaWQiOiI5NjIiLCJDb2xvciI6eyIkaWQiOiI5Nj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k2NCIsIlRvcCI6MC4wLCJMZWZ0IjowLjAsIlJpZ2h0IjowLjAsIkJvdHRvbSI6MC4wfSwiUGFkZGluZyI6eyIkaWQiOiI5NjUiLCJUb3AiOjAuMCwiTGVmdCI6MC4wLCJSaWdodCI6MC4wLCJCb3R0b20iOjAuMH0sIkJhY2tncm91bmQiOnsiJGlkIjoiOTY2IiwiQ29sb3IiOnsiJGlkIjoiOTY3IiwiQSI6MjU1LCJSIjo2OCwiRyI6ODQsIkIiOjEwNn19LCJJc1Zpc2libGUiOnRydWUsIldpZHRoIjowLjAsIkhlaWdodCI6MC4wLCJCb3JkZXJTdHlsZSI6eyIkaWQiOiI5NjgiLCJMaW5lQ29sb3IiOm51bGwsIkxpbmVXZWlnaHQiOjAuMCwiTGluZVR5cGUiOjAsIlBhcmVudFN0eWxlIjpudWxsfSwiUGFyZW50U3R5bGUiOm51bGx9LCJIb3Jpem9udGFsQ29ubmVjdG9yU3R5bGUiOnsiJGlkIjoiOTY5IiwiTGluZUNvbG9yIjp7IiRpZCI6Ijk3MCIsIiR0eXBlIjoiTkxSRS5Db21tb24uRG9tLlNvbGlkQ29sb3JCcnVzaCwgTkxSRS5Db21tb24iLCJDb2xvciI6eyIkaWQiOiI5NzEiLCJBIjoyNTUsIlIiOjAsIkciOjAsIkIiOjB9fSwiTGluZVdlaWdodCI6MC4wLCJMaW5lVHlwZSI6MCwiUGFyZW50U3R5bGUiOm51bGx9LCJWZXJ0aWNhbENvbm5lY3RvclN0eWxlIjp7IiRpZCI6Ijk3MiIsIkxpbmVDb2xvciI6eyIkaWQiOiI5NzMiLCIkdHlwZSI6Ik5MUkUuQ29tbW9uLkRvbS5Tb2xpZENvbG9yQnJ1c2gsIE5MUkUuQ29tbW9uIiwiQ29sb3IiOnsiJGlkIjoiOTc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OTc1IiwiU2hhcGVTdHlsZSI6eyIkaWQiOiI5NzYiLCJNYXJnaW4iOnsiJGlkIjoiOTc3IiwiVG9wIjowLjAsIkxlZnQiOjAuMCwiUmlnaHQiOjAuMCwiQm90dG9tIjowLjB9LCJQYWRkaW5nIjp7IiRpZCI6Ijk3OCIsIlRvcCI6MC4wLCJMZWZ0IjowLjAsIlJpZ2h0IjowLjAsIkJvdHRvbSI6MC4wfSwiQmFja2dyb3VuZCI6eyIkaWQiOiI5NzkiLCJDb2xvciI6eyIkaWQiOiI5ODAiLCJBIjoxNTMsIlIiOjAsIkciOjAsIkIiOjB9fSwiSXNWaXNpYmxlIjp0cnVlLCJXaWR0aCI6MC4wLCJIZWlnaHQiOjAuMCwiQm9yZGVyU3R5bGUiOnsiJGlkIjoiOTgxIiwiTGluZUNvbG9yIjp7IiRpZCI6Ijk4MiIsIiR0eXBlIjoiTkxSRS5Db21tb24uRG9tLlNvbGlkQ29sb3JCcnVzaCwgTkxSRS5Db21tb24iLCJDb2xvciI6eyIkaWQiOiI5ODMiLCJBIjoyNTUsIlIiOjI1NSwiRyI6MCwiQiI6MH19LCJMaW5lV2VpZ2h0IjowLjAsIkxpbmVUeXBlIjowLCJQYXJlbnRTdHlsZSI6bnVsbH0sIlBhcmVudFN0eWxlIjpudWxsfSwiTWFyZ2luIjp7IiRpZCI6Ijk4NCIsIlRvcCI6MC4wLCJMZWZ0IjowLjAsIlJpZ2h0IjowLjAsIkJvdHRvbSI6MC4wfSwiUGFkZGluZyI6eyIkaWQiOiI5ODUiLCJUb3AiOjAuMCwiTGVmdCI6MC4wLCJSaWdodCI6MC4wLCJCb3R0b20iOjAuMH0sIkJhY2tncm91bmQiOm51bGwsIklzVmlzaWJsZSI6dHJ1ZSwiV2lkdGgiOjAuMCwiSGVpZ2h0IjowLjAsIkJvcmRlclN0eWxlIjpudWxsLCJQYXJlbnRTdHlsZSI6bnVsbH0sIlNoYXBlU3R5bGUiOnsiJGlkIjoiOTg2IiwiTWFyZ2luIjp7IiRpZCI6Ijk4NyIsIlRvcCI6MC4wLCJMZWZ0Ijo0LjAsIlJpZ2h0Ijo0LjAsIkJvdHRvbSI6MC4wfSwiUGFkZGluZyI6eyIkaWQiOiI5ODgiLCJUb3AiOjAuMCwiTGVmdCI6MC4wLCJSaWdodCI6MC4wLCJCb3R0b20iOjAuMH0sIkJhY2tncm91bmQiOnsiJGlkIjoiOTg5IiwiQ29sb3IiOnsiJGlkIjoiOTkwIiwiQSI6MjU1LCJSIjoxMTIsIkciOjE3MywiQiI6NzF9fSwiSXNWaXNpYmxlIjp0cnVlLCJXaWR0aCI6MC4wLCJIZWlnaHQiOjEwLjAsIkJvcmRlclN0eWxlIjp7IiRpZCI6Ijk5MSIsIkxpbmVDb2xvciI6eyIkaWQiOiI5OTIiLCIkdHlwZSI6Ik5MUkUuQ29tbW9uLkRvbS5Tb2xpZENvbG9yQnJ1c2gsIE5MUkUuQ29tbW9uIiwiQ29sb3IiOnsiJGlkIjoiOTkzIiwiQSI6MjU1LCJSIjoyMzQsIkciOjIyLCJCIjozMH19LCJMaW5lV2VpZ2h0IjowLjAsIkxpbmVUeXBlIjowLCJQYXJlbnRTdHlsZSI6bnVsbH0sIlBhcmVudFN0eWxlIjpudWxsfSwiVGl0bGVTdHlsZSI6eyIkaWQiOiI5OTQiLCJGb250U2V0dGluZ3MiOnsiJGlkIjoiOTk1IiwiRm9udFNpemUiOjExLCJGb250TmFtZSI6IkNhbGlicmkiLCJJc0JvbGQiOmZhbHNlLCJJc0l0YWxpYyI6ZmFsc2UsIklzVW5kZXJsaW5lZCI6ZmFsc2UsIlBhcmVudFN0eWxlIjpudWxsfSwiQXV0b1NpemUiOjAsIkZvcmVncm91bmQiOnsiJGlkIjoiOTk2IiwiQ29sb3IiOnsiJGlkIjoiOTk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5OCIsIlRvcCI6MC4wLCJMZWZ0IjowLjAsIlJpZ2h0IjowLjAsIkJvdHRvbSI6MC4wfSwiUGFkZGluZyI6eyIkaWQiOiI5OTkiLCJUb3AiOjAuMCwiTGVmdCI6MC4wLCJSaWdodCI6MC4wLCJCb3R0b20iOjAuMH0sIkJhY2tncm91bmQiOnsiJGlkIjoiMTAwMCIsIkNvbG9yIjp7IiRpZCI6IjEwMDEiLCJBIjoyNTUsIlIiOjAsIkciOjAsIkIiOjB9fSwiSXNWaXNpYmxlIjp0cnVlLCJXaWR0aCI6MC4wLCJIZWlnaHQiOjAuMCwiQm9yZGVyU3R5bGUiOnsiJGlkIjoiMTAwMiIsIkxpbmVDb2xvciI6bnVsbCwiTGluZVdlaWdodCI6MC4wLCJMaW5lVHlwZSI6MCwiUGFyZW50U3R5bGUiOm51bGx9LCJQYXJlbnRTdHlsZSI6bnVsbH0sIkRhdGVTdHlsZSI6eyIkaWQiOiIxMDAzIiwiRm9udFNldHRpbmdzIjp7IiRpZCI6IjEwMDQiLCJGb250U2l6ZSI6MTAsIkZvbnROYW1lIjoiQ2FsaWJyaSIsIklzQm9sZCI6ZmFsc2UsIklzSXRhbGljIjpmYWxzZSwiSXNVbmRlcmxpbmVkIjpmYWxzZSwiUGFyZW50U3R5bGUiOm51bGx9LCJBdXRvU2l6ZSI6MCwiRm9yZWdyb3VuZCI6eyIkaWQiOiIxMDA1IiwiQ29sb3IiOnsiJGlkIjoiMTAwN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TAwNyIsIlRvcCI6MC4wLCJMZWZ0IjowLjAsIlJpZ2h0IjowLjAsIkJvdHRvbSI6MC4wfSwiUGFkZGluZyI6eyIkaWQiOiIxMDA4IiwiVG9wIjowLjAsIkxlZnQiOjAuMCwiUmlnaHQiOjAuMCwiQm90dG9tIjowLjB9LCJCYWNrZ3JvdW5kIjp7IiRpZCI6IjEwMDkiLCJDb2xvciI6eyIkaWQiOiIxMDEwIiwiQSI6MjU1LCJSIjo2OCwiRyI6ODQsIkIiOjEwNn19LCJJc1Zpc2libGUiOnRydWUsIldpZHRoIjowLjAsIkhlaWdodCI6MC4wLCJCb3JkZXJTdHlsZSI6eyIkaWQiOiIxMDExIiwiTGluZUNvbG9yIjpudWxsLCJMaW5lV2VpZ2h0IjowLjAsIkxpbmVUeXBlIjowLCJQYXJlbnRTdHlsZSI6bnVsbH0sIlBhcmVudFN0eWxlIjpudWxsfSwiRGF0ZUZvcm1hdCI6eyIkaWQiOiIxMDE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TMiLCJGb3JtYXQiOjAsIklzVmlzaWJsZSI6ZmFsc2UsIkxhc3RLbm93blZpc2liaWxpdHlTdGF0ZSI6ZmFsc2V9LCJJc1Zpc2libGUiOnRydWUsIlZhcmlhbmNlU3R5bGUiOnsiJGlkIjoiMTAxNCIsIlRleHRTdHlsZSI6eyIkaWQiOiIxMDE1IiwiRm9udFNldHRpbmdzIjp7IiRpZCI6IjEwMTYiLCJGb250U2l6ZSI6MTAsIkZvbnROYW1lIjoiQ2FsaWJyaSIsIklzQm9sZCI6ZmFsc2UsIklzSXRhbGljIjpmYWxzZSwiSXNVbmRlcmxpbmVkIjpmYWxzZSwiUGFyZW50U3R5bGUiOm51bGx9LCJBdXRvU2l6ZSI6MCwiRm9yZWdyb3VuZCI6eyIkaWQiOiIxMDE3IiwiQ29sb3IiOnsiJGlkIjoiMTA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E5IiwiVG9wIjowLjAsIkxlZnQiOjAuMCwiUmlnaHQiOjAuMCwiQm90dG9tIjowLjB9LCJQYWRkaW5nIjp7IiRpZCI6IjEwMjAiLCJUb3AiOjAuMCwiTGVmdCI6MC4wLCJSaWdodCI6MC4wLCJCb3R0b20iOjAuMH0sIkJhY2tncm91bmQiOnsiJGlkIjoiMTAyMSIsIkNvbG9yIjp7IiRpZCI6IjEwMjIiLCJBIjoyNTUsIlIiOjAsIkciOjAsIkIiOjB9fSwiSXNWaXNpYmxlIjp0cnVlLCJXaWR0aCI6MC4wLCJIZWlnaHQiOjAuMCwiQm9yZGVyU3R5bGUiOnsiJGlkIjoiMTAyMyIsIkxpbmVDb2xvciI6bnVsbCwiTGluZVdlaWdodCI6MC4wLCJMaW5lVHlwZSI6MCwiUGFyZW50U3R5bGUiOm51bGx9LCJQYXJlbnRTdHlsZSI6bnVsbH0sIlBhcmVudFN0eWxlIjpudWxsfSwiUGFyZW50U3R5bGUiOm51bGwsIl9leHBsaWNpdGx5U2V0Ijp7IiRpZCI6IjEwMj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MDI1IiwiU2hhcGUiOjEsIkNvbm5lY3Rvck1hcmdpbiI6eyIkaWQiOiIxMDI2IiwiVG9wIjowLjAsIkxlZnQiOjIuMCwiUmlnaHQiOjIuMCwiQm90dG9tIjowLjB9LCJDb25uZWN0b3JTdHlsZSI6eyIkaWQiOiIxMDI3IiwiTGluZUNvbG9yIjp7IiRpZCI6IjEwMjgiLCIkdHlwZSI6Ik5MUkUuQ29tbW9uLkRvbS5Tb2xpZENvbG9yQnJ1c2gsIE5MUkUuQ29tbW9uIiwiQ29sb3IiOnsiJGlkIjoiMTAyOSIsIkEiOjEyNywiUiI6NTYsIkciOjg2LCJCIjozNX19LCJMaW5lV2VpZ2h0IjoxLjAsIkxpbmVUeXBlIjowLCJQYXJlbnRTdHlsZSI6bnVsbH0sIklzQmVsb3dUaW1lYmFuZCI6ZmFsc2UsIlBvc2l0aW9uT25UYXNrIjoxLCJIaWRlRGF0ZSI6ZmFsc2UsIlNoYXBlU2l6ZSI6MCwiU3BhY2luZyI6MC4wLCJQYWRkaW5nIjp7IiRpZCI6IjEwMzAiLCJUb3AiOjUuMCwiTGVmdCI6My4wLCJSaWdodCI6MC4wLCJCb3R0b20iOjIuMH0sIlNoYXBlU3R5bGUiOnsiJGlkIjoiMTAzMSIsIk1hcmdpbiI6eyIkaWQiOiIxMDMyIiwiVG9wIjowLjAsIkxlZnQiOjAuMCwiUmlnaHQiOjAuMCwiQm90dG9tIjowLjB9LCJQYWRkaW5nIjp7IiRpZCI6IjEwMzMiLCJUb3AiOjAuMCwiTGVmdCI6MC4wLCJSaWdodCI6MC4wLCJCb3R0b20iOjAuMH0sIkJhY2tncm91bmQiOnsiJGlkIjoiMTAzNCIsIkNvbG9yIjp7IiRpZCI6IjEwMzUiLCJBIjoyNTUsIlIiOjU2LCJHIjo4NiwiQiI6MzV9fSwiSXNWaXNpYmxlIjp0cnVlLCJXaWR0aCI6MTIuMCwiSGVpZ2h0IjoxNC4wLCJCb3JkZXJTdHlsZSI6eyIkaWQiOiIxMDM2IiwiTGluZUNvbG9yIjp7IiRpZCI6IjEwMzciLCIkdHlwZSI6Ik5MUkUuQ29tbW9uLkRvbS5Tb2xpZENvbG9yQnJ1c2gsIE5MUkUuQ29tbW9uIiwiQ29sb3IiOnsiJGlkIjoiMTAzOCIsIkEiOjI1NSwiUiI6MjU1LCJHIjoyNTUsIkIiOjI1NX19LCJMaW5lV2VpZ2h0IjowLjAsIkxpbmVUeXBlIjowLCJQYXJlbnRTdHlsZSI6bnVsbH0sIlBhcmVudFN0eWxlIjpudWxsfSwiVGl0bGVTdHlsZSI6eyIkaWQiOiIxMDM5IiwiRm9udFNldHRpbmdzIjp7IiRpZCI6IjEwNDAiLCJGb250U2l6ZSI6MTEsIkZvbnROYW1lIjoiQ2FsaWJyaSIsIklzQm9sZCI6ZmFsc2UsIklzSXRhbGljIjpmYWxzZSwiSXNVbmRlcmxpbmVkIjpmYWxzZSwiUGFyZW50U3R5bGUiOm51bGx9LCJBdXRvU2l6ZSI6MCwiRm9yZWdyb3VuZCI6eyIkaWQiOiIxMDQxIiwiQ29sb3IiOnsiJGlkIjoiMTA0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DQzIiwiVG9wIjowLjAsIkxlZnQiOjAuMCwiUmlnaHQiOjAuMCwiQm90dG9tIjowLjB9LCJQYWRkaW5nIjp7IiRpZCI6IjEwNDQiLCJUb3AiOjAuMCwiTGVmdCI6MC4wLCJSaWdodCI6MC4wLCJCb3R0b20iOjAuMH0sIkJhY2tncm91bmQiOnsiJGlkIjoiMTA0NSIsIkNvbG9yIjp7IiRpZCI6IjEwNDYiLCJBIjoyNTUsIlIiOjAsIkciOjAsIkIiOjB9fSwiSXNWaXNpYmxlIjp0cnVlLCJXaWR0aCI6MC4wLCJIZWlnaHQiOjAuMCwiQm9yZGVyU3R5bGUiOnsiJGlkIjoiMTA0NyIsIkxpbmVDb2xvciI6bnVsbCwiTGluZVdlaWdodCI6MC4wLCJMaW5lVHlwZSI6MCwiUGFyZW50U3R5bGUiOm51bGx9LCJQYXJlbnRTdHlsZSI6bnVsbH0sIkRhdGVTdHlsZSI6eyIkaWQiOiIxMDQ4IiwiRm9udFNldHRpbmdzIjp7IiRpZCI6IjEwNDkiLCJGb250U2l6ZSI6MTAsIkZvbnROYW1lIjoiQ2FsaWJyaSIsIklzQm9sZCI6ZmFsc2UsIklzSXRhbGljIjpmYWxzZSwiSXNVbmRlcmxpbmVkIjpmYWxzZSwiUGFyZW50U3R5bGUiOm51bGx9LCJBdXRvU2l6ZSI6MCwiRm9yZWdyb3VuZCI6eyIkaWQiOiIxMDUwIiwiQ29sb3IiOnsiJGlkIjoiMTA1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A1MiIsIlRvcCI6MC4wLCJMZWZ0IjowLjAsIlJpZ2h0IjowLjAsIkJvdHRvbSI6MC4wfSwiUGFkZGluZyI6eyIkaWQiOiIxMDUzIiwiVG9wIjowLjAsIkxlZnQiOjAuMCwiUmlnaHQiOjAuMCwiQm90dG9tIjowLjB9LCJCYWNrZ3JvdW5kIjp7IiRpZCI6IjEwNTQiLCJDb2xvciI6eyIkaWQiOiIxMDU1IiwiQSI6MjU1LCJSIjo2OCwiRyI6ODQsIkIiOjEwNn19LCJJc1Zpc2libGUiOnRydWUsIldpZHRoIjowLjAsIkhlaWdodCI6MC4wLCJCb3JkZXJTdHlsZSI6eyIkaWQiOiIxMDU2IiwiTGluZUNvbG9yIjpudWxsLCJMaW5lV2VpZ2h0IjowLjAsIkxpbmVUeXBlIjowLCJQYXJlbnRTdHlsZSI6bnVsbH0sIlBhcmVudFN0eWxlIjpudWxsfSwiRGF0ZUZvcm1hdCI6eyIkaWQiOiIxMDU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4IiwiRm9ybWF0IjowLCJJc1Zpc2libGUiOmZhbHNlLCJMYXN0S25vd25WaXNpYmlsaXR5U3RhdGUiOmZhbHNlfSwiSXNWaXNpYmxlIjpmYWxzZSwiVmFyaWFuY2VTdHlsZSI6eyIkaWQiOiIxMDU5IiwiVGV4dFN0eWxlIjp7IiRpZCI6IjEwNjAiLCJGb250U2V0dGluZ3MiOnsiJGlkIjoiMTA2MSIsIkZvbnRTaXplIjoxMCwiRm9udE5hbWUiOiJDYWxpYnJpIiwiSXNCb2xkIjpmYWxzZSwiSXNJdGFsaWMiOmZhbHNlLCJJc1VuZGVybGluZWQiOmZhbHNlLCJQYXJlbnRTdHlsZSI6bnVsbH0sIkF1dG9TaXplIjowLCJGb3JlZ3JvdW5kIjp7IiRpZCI6IjEwNjIiLCJDb2xvciI6eyIkaWQiOiIxMD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jQiLCJUb3AiOjAuMCwiTGVmdCI6MC4wLCJSaWdodCI6MC4wLCJCb3R0b20iOjAuMH0sIlBhZGRpbmciOnsiJGlkIjoiMTA2NSIsIlRvcCI6MC4wLCJMZWZ0IjowLjAsIlJpZ2h0IjowLjAsIkJvdHRvbSI6MC4wfSwiQmFja2dyb3VuZCI6eyIkaWQiOiIxMDY2IiwiQ29sb3IiOnsiJGlkIjoiMTA2NyIsIkEiOjI1NSwiUiI6MCwiRyI6MCwiQiI6MH19LCJJc1Zpc2libGUiOnRydWUsIldpZHRoIjowLjAsIkhlaWdodCI6MC4wLCJCb3JkZXJTdHlsZSI6eyIkaWQiOiIxMDY4IiwiTGluZUNvbG9yIjpudWxsLCJMaW5lV2VpZ2h0IjowLjAsIkxpbmVUeXBlIjowLCJQYXJlbnRTdHlsZSI6bnVsbH0sIlBhcmVudFN0eWxlIjpudWxsfSwiUGFyZW50U3R5bGUiOm51bGx9LCJQYXJlbnRTdHlsZSI6bnVsbH0sIkRlZmF1bHRTd2ltbGFuZU1pbGVzdG9uZVN0eWxlIjp7IiRpZCI6IjEwNjkiLCJUaXRsZVBvc2l0aW9uIjoiTGVmdCIsIkRhdGVQb3NpdGlvbiI6IlJpZ2h0IiwiVmFyaWFuY2VQb3NpdGlvbiI6IlJpZ2h0IiwiU2hhcGVUeXBlIjoxLCJTaGFwZVNpemUiOjAsIlNwYWNpbmciOjUsIlNoYXBlU3R5bGUiOnsiJGlkIjoiMTA3MCIsIk1hcmdpbiI6eyIkaWQiOiIxMDcxIiwiVG9wIjowLjAsIkxlZnQiOjAuMCwiUmlnaHQiOjAuMCwiQm90dG9tIjowLjB9LCJQYWRkaW5nIjp7IiRpZCI6IjEwNzIiLCJUb3AiOjAuMCwiTGVmdCI6MC4wLCJSaWdodCI6MC4wLCJCb3R0b20iOjAuMH0sIkJhY2tncm91bmQiOnsiJGlkIjoiMTA3MyIsIkNvbG9yIjp7IiRpZCI6IjEwNzQiLCJBIjoyNTUsIlIiOjExMiwiRyI6MTczLCJCIjo3MX19LCJJc1Zpc2libGUiOnRydWUsIldpZHRoIjoxMi4wLCJIZWlnaHQiOjE0LjAsIkJvcmRlclN0eWxlIjp7IiRpZCI6IjEwNzUiLCJMaW5lQ29sb3IiOnsiJGlkIjoiMTA3NiIsIiR0eXBlIjoiTkxSRS5Db21tb24uRG9tLlNvbGlkQ29sb3JCcnVzaCwgTkxSRS5Db21tb24iLCJDb2xvciI6eyIkaWQiOiIxMDc3IiwiQSI6MjU1LCJSIjoyMzQsIkciOjIyLCJCIjozMH19LCJMaW5lV2VpZ2h0IjowLjAsIkxpbmVUeXBlIjowLCJQYXJlbnRTdHlsZSI6bnVsbH0sIlBhcmVudFN0eWxlIjpudWxsfSwiVGl0bGVTdHlsZSI6eyIkaWQiOiIxMDc4IiwiRm9udFNldHRpbmdzIjp7IiRpZCI6IjEwNzkiLCJGb250U2l6ZSI6MTEsIkZvbnROYW1lIjoiQ2FsaWJyaSIsIklzQm9sZCI6ZmFsc2UsIklzSXRhbGljIjpmYWxzZSwiSXNVbmRlcmxpbmVkIjpmYWxzZSwiUGFyZW50U3R5bGUiOm51bGx9LCJBdXRvU2l6ZSI6MCwiRm9yZWdyb3VuZCI6eyIkaWQiOiIxMDgwIiwiQ29sb3IiOnsiJGlkIjoiMTA4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MDgyIiwiVG9wIjowLjAsIkxlZnQiOjAuMCwiUmlnaHQiOjAuMCwiQm90dG9tIjowLjB9LCJQYWRkaW5nIjp7IiRpZCI6IjEwODMiLCJUb3AiOjAuMCwiTGVmdCI6MC4wLCJSaWdodCI6MC4wLCJCb3R0b20iOjAuMH0sIkJhY2tncm91bmQiOnsiJGlkIjoiMTA4NCIsIkNvbG9yIjp7IiRpZCI6IjEwODUiLCJBIjoyNTUsIlIiOjAsIkciOjAsIkIiOjB9fSwiSXNWaXNpYmxlIjp0cnVlLCJXaWR0aCI6MC4wLCJIZWlnaHQiOjAuMCwiQm9yZGVyU3R5bGUiOnsiJGlkIjoiMTA4NiIsIkxpbmVDb2xvciI6bnVsbCwiTGluZVdlaWdodCI6MC4wLCJMaW5lVHlwZSI6MCwiUGFyZW50U3R5bGUiOm51bGx9LCJQYXJlbnRTdHlsZSI6bnVsbH0sIkRhdGVTdHlsZSI6eyIkaWQiOiIxMDg3IiwiRm9udFNldHRpbmdzIjp7IiRpZCI6IjEwODgiLCJGb250U2l6ZSI6MTAsIkZvbnROYW1lIjoiQ2FsaWJyaSIsIklzQm9sZCI6ZmFsc2UsIklzSXRhbGljIjpmYWxzZSwiSXNVbmRlcmxpbmVkIjpmYWxzZSwiUGFyZW50U3R5bGUiOm51bGx9LCJBdXRvU2l6ZSI6MCwiRm9yZWdyb3VuZCI6eyIkaWQiOiIxMDg5IiwiQ29sb3IiOnsiJGlkIjoiMTA5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TA5MSIsIlRvcCI6MC4wLCJMZWZ0IjowLjAsIlJpZ2h0IjowLjAsIkJvdHRvbSI6MC4wfSwiUGFkZGluZyI6eyIkaWQiOiIxMDkyIiwiVG9wIjowLjAsIkxlZnQiOjAuMCwiUmlnaHQiOjAuMCwiQm90dG9tIjowLjB9LCJCYWNrZ3JvdW5kIjp7IiRpZCI6IjEwOTMiLCJDb2xvciI6eyIkaWQiOiIxMDk0IiwiQSI6MjU1LCJSIjo2OCwiRyI6ODQsIkIiOjEwNn19LCJJc1Zpc2libGUiOnRydWUsIldpZHRoIjowLjAsIkhlaWdodCI6MC4wLCJCb3JkZXJTdHlsZSI6eyIkaWQiOiIxMDk1IiwiTGluZUNvbG9yIjpudWxsLCJMaW5lV2VpZ2h0IjowLjAsIkxpbmVUeXBlIjowLCJQYXJlbnRTdHlsZSI6bnVsbH0sIlBhcmVudFN0eWxlIjpudWxsfSwiRGF0ZUZvcm1hdCI6eyIkaWQiOiIxMDk2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ciLCJGb3JtYXQiOjAsIklzVmlzaWJsZSI6ZmFsc2UsIkxhc3RLbm93blZpc2liaWxpdHlTdGF0ZSI6ZmFsc2V9LCJJc1Zpc2libGUiOnRydWUsIlZhcmlhbmNlU3R5bGUiOnsiJGlkIjoiMTA5OCIsIlRleHRTdHlsZSI6eyIkaWQiOiIxMDk5IiwiRm9udFNldHRpbmdzIjp7IiRpZCI6IjExMDAiLCJGb250U2l6ZSI6MTAsIkZvbnROYW1lIjoiQ2FsaWJyaSIsIklzQm9sZCI6ZmFsc2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yNTUsIlIiOjAsIkciOjAsIkIiOjB9fSwiSXNWaXNpYmxlIjp0cnVlLCJXaWR0aCI6MC4wLCJIZWlnaHQiOjAuMCwiQm9yZGVyU3R5bGUiOnsiJGlkIjoiMTEwNyIsIkxpbmVDb2xvciI6bnVsbCwiTGluZVdlaWdodCI6MC4wLCJMaW5lVHlwZSI6MCwiUGFyZW50U3R5bGUiOm51bGx9LCJQYXJlbnRTdHlsZSI6bnVsbH0sIlBhcmVudFN0eWxlIjpudWxsfSwiUGFyZW50U3R5bGUiOm51bGx9LCJEZWZhdWx0U3dpbWxhbmVBY3Rpdml0eVN0eWxlIjp7IiRpZCI6IjExMDgiLCJIZWFkZXJTdHlsZSI6eyIkaWQiOiIxMTA5IiwiVGV4dFN0eWxlIjp7IiRpZCI6IjExMTAiLCJGb250U2V0dGluZ3MiOnsiJGlkIjoiMTExMSIsIkZvbnRTaXplIjoxMSwiRm9udE5hbWUiOiJDYWxpYnJpIiwiSXNCb2xkIjpmYWxzZSwiSXNJdGFsaWMiOmZhbHNlLCJJc1VuZGVybGluZWQiOmZhbHNlLCJQYXJlbnRTdHlsZSI6bnVsbH0sIkF1dG9TaXplIjoyLCJGb3JlZ3JvdW5kIjp7IiRpZCI6IjExMTIiLCJDb2xvciI6eyIkaWQiOiIxMTEz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ExNCIsIlRvcCI6MC4wLCJMZWZ0IjowLjAsIlJpZ2h0IjowLjAsIkJvdHRvbSI6MC4wfSwiUGFkZGluZyI6eyIkaWQiOiIxMTE1IiwiVG9wIjowLjAsIkxlZnQiOjAuMCwiUmlnaHQiOjAuMCwiQm90dG9tIjowLjB9LCJCYWNrZ3JvdW5kIjp7IiRpZCI6IjExMTYiLCJDb2xvciI6eyIkaWQiOiIxMTE3IiwiQSI6MjU1LCJSIjo2NCwiRyI6NjQsIkIiOjY0fX0sIklzVmlzaWJsZSI6dHJ1ZSwiV2lkdGgiOjAuMCwiSGVpZ2h0IjowLjAsIkJvcmRlclN0eWxlIjpudWxsLCJQYXJlbnRTdHlsZSI6bnVsbH0sIlJlY3RhbmdsZVN0eWxlIjp7IiRpZCI6IjExMTgiLCJNYXJnaW4iOnsiJGlkIjoiMTExOSIsIlRvcCI6MC4wLCJMZWZ0IjowLjAsIlJpZ2h0IjowLjAsIkJvdHRvbSI6MC4wfSwiUGFkZGluZyI6eyIkaWQiOiIxMTIwIiwiVG9wIjowLjAsIkxlZnQiOjAuMCwiUmlnaHQiOjAuMCwiQm90dG9tIjowLjB9LCJCYWNrZ3JvdW5kIjp7IiRpZCI6IjExMjEiLCJDb2xvciI6eyIkaWQiOiIxMTIyIiwiQSI6MTI3LCJSIjoxMTIsIkciOjE3MywiQiI6NzF9fSwiSXNWaXNpYmxlIjp0cnVlLCJXaWR0aCI6MC4wLCJIZWlnaHQiOjAuMCwiQm9yZGVyU3R5bGUiOnsiJGlkIjoiMTEyMyIsIkxpbmVDb2xvciI6eyIkaWQiOiIxMTI0IiwiJHR5cGUiOiJOTFJFLkNvbW1vbi5Eb20uU29saWRDb2xvckJydXNoLCBOTFJFLkNvbW1vbiIsIkNvbG9yIjp7IiRpZCI6IjExMjUiLCJBIjoyNTUsIlIiOjI1NSwiRyI6MjU1LCJCIjoyNTV9fSwiTGluZVdlaWdodCI6MC4wLCJMaW5lVHlwZSI6MCwiUGFyZW50U3R5bGUiOm51bGx9LCJQYXJlbnRTdHlsZSI6bnVsbH0sIk1hcmdpbiI6eyIkaWQiOiIxMTI2IiwiVG9wIjowLjAsIkxlZnQiOjAuMCwiUmlnaHQiOjAuMCwiQm90dG9tIjowLjB9LCJQYWRkaW5nIjp7IiRpZCI6IjExMjciLCJUb3AiOjAuMCwiTGVmdCI6MC4wLCJSaWdodCI6MC4wLCJCb3R0b20iOjAuMH0sIkJhY2tncm91bmQiOm51bGwsIklzVmlzaWJsZSI6dHJ1ZSwiV2lkdGgiOjAuMCwiSGVpZ2h0IjowLjAsIkJvcmRlclN0eWxlIjpudWxsLCJQYXJlbnRTdHlsZSI6bnVsbH0sIkJhY2tncm91bmRTdHlsZSI6eyIkaWQiOiIxMTI4IiwiTWFyZ2luIjp7IiRpZCI6IjExMjkiLCJUb3AiOjAuMCwiTGVmdCI6MC4wLCJSaWdodCI6MC4wLCJCb3R0b20iOjAuMH0sIlBhZGRpbmciOnsiJGlkIjoiMTEzMCIsIlRvcCI6MC4wLCJMZWZ0IjowLjAsIlJpZ2h0IjowLjAsIkJvdHRvbSI6MC4wfSwiQmFja2dyb3VuZCI6eyIkaWQiOiIxMTMxIiwiQ29sb3IiOnsiJGlkIjoiMTEzMiIsIkEiOjUxLCJSIjoyMDAsIkciOjIwMCwiQiI6MjAwfX0sIklzVmlzaWJsZSI6dHJ1ZSwiV2lkdGgiOjAuMCwiSGVpZ2h0IjowLjAsIkJvcmRlclN0eWxlIjp7IiRpZCI6IjExMzMiLCJMaW5lQ29sb3IiOnsiJGlkIjoiMTEzNCIsIiR0eXBlIjoiTkxSRS5Db21tb24uRG9tLlNvbGlkQ29sb3JCcnVzaCwgTkxSRS5Db21tb24iLCJDb2xvciI6eyIkaWQiOiIxMTM1IiwiQSI6MjU1LCJSIjoyMzQsIkciOjIyLCJCIjozMH19LCJMaW5lV2VpZ2h0IjowLjAsIkxpbmVUeXBlIjowLCJQYXJlbnRTdHlsZSI6bnVsbH0sIlBhcmVudFN0eWxlIjpudWxsfSwiTWFyZ2luIjp7IiRpZCI6IjExMzYiLCJUb3AiOjAuMCwiTGVmdCI6MC4wLCJSaWdodCI6MC4wLCJCb3R0b20iOjAuMH0sIlBhZGRpbmciOnsiJGlkIjoiMTEzNyIsIlRvcCI6MC4wLCJMZWZ0IjowLjAsIlJpZ2h0IjowLjAsIkJvdHRvbSI6MC4wfSwiSXNWaXNpYmxlIjp0cnVlLCJXaWR0aCI6MC4wLCJIZWlnaHQiOjAuMCwiQm9yZGVyU3R5bGUiOnsiJGlkIjoiMTEzOCIsIkxpbmVDb2xvciI6bnVsbCwiTGluZVdlaWdodCI6MC4wLCJMaW5lVHlwZSI6MCwiUGFyZW50U3R5bGUiOm51bGx9LCJQYXJlbnRTdHlsZSI6bnVsbH0sIk1hcmdpbiI6eyIkaWQiOiIxMTM5IiwiVG9wIjowLjAsIkxlZnQiOjAuMCwiUmlnaHQiOjAuMCwiQm90dG9tIjowLjB9LCJQYWRkaW5nIjp7IiRpZCI6IjExNDAiLCJUb3AiOjAuMCwiTGVmdCI6MC4wLCJSaWdodCI6MC4wLCJCb3R0b20iOjAuMH0sIklzVmlzaWJsZSI6ZmFsc2UsIldpZHRoIjowLjAsIkhlaWdodCI6MC4wLCJCb3JkZXJTdHlsZSI6eyIkaWQiOiIxMTQxIiwiTGluZUNvbG9yIjpudWxsLCJMaW5lV2VpZ2h0IjowLjAsIkxpbmVUeXBlIjowLCJQYXJlbnRTdHlsZSI6bnVsbH0sIlBhcmVudFN0eWxlIjpudWxsfX0seyIkaWQiOiIxMTQyIiwiX2FjdGl2aXRpZXMiOlt7IiRpZCI6IjExNDMiLCJfcm93cyI6W3siJGlkIjoiMTE0NCIsIl90YXNrcyI6W3siJGlkIjoiMTE0NSIsIl9hdHRhY2hlZE1pbGVzdG9uZXMiOltdLCJUYXNrRGVmaW5pdGlvbiI6eyIkaWQiOiIxMTQ2IiwiR3JvdXBOYW1lIjpudWxsLCJTdGFydERhdGUiOiIyMDI2LTA1LTEwVDAwOjAwOjAwIiwiRW5kRGF0ZSI6IjIwMjYtMDYtMTRUMjM6NTk6MDAiLCJQZXJjZW50YWdlQ29tcGxldGUiOm51bGwsIlN0eWxlIjp7IiRpZCI6IjExNDciLCJTaGFwZSI6MSwiU2hhcGVUaGlja25lc3MiOjAsIkR1cmF0aW9uRm9ybWF0IjowLCJJbmNsdWRlTm9uV29ya2luZ0RheXNJbkR1cmF0aW9uIjpmYWxzZSwiUGVyY2VudGFnZUNvbXBsZXRlU3R5bGUiOnsiJGlkIjoiMTE0OCIsIkZvbnRTZXR0aW5ncyI6eyIkaWQiOiIxMTQ5IiwiRm9udFNpemUiOjEwLCJGb250TmFtZSI6IkNhbGlicmkiLCJJc0JvbGQiOmZhbHNlLCJJc0l0YWxpYyI6ZmFsc2UsIklzVW5kZXJsaW5lZCI6ZmFsc2UsIlBhcmVudFN0eWxlIjpudWxsfSwiQXV0b1NpemUiOjAsIkZvcmVncm91bmQiOnsiJGlkIjoiMTE1MCIsIkNvbG9yIjp7IiRpZCI6IjExNTE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E1MiIsIlRvcCI6MC4wLCJMZWZ0IjowLjAsIlJpZ2h0IjowLjAsIkJvdHRvbSI6MC4wfSwiUGFkZGluZyI6eyIkaWQiOiIxMTUzIiwiVG9wIjowLjAsIkxlZnQiOjAuMCwiUmlnaHQiOjAuMCwiQm90dG9tIjowLjB9LCJCYWNrZ3JvdW5kIjp7IiRpZCI6IjExNTQiLCJDb2xvciI6eyIkaWQiOiIxMTU1IiwiQSI6ODksIlIiOjAsIkciOjAsIkIiOjB9fSwiSXNWaXNpYmxlIjp0cnVlLCJXaWR0aCI6MC4wLCJIZWlnaHQiOjAuMCwiQm9yZGVyU3R5bGUiOnsiJGlkIjoiMTE1NiIsIkxpbmVDb2xvciI6bnVsbCwiTGluZVdlaWdodCI6MC4wLCJMaW5lVHlwZSI6MCwiUGFyZW50U3R5bGUiOm51bGx9LCJQYXJlbnRTdHlsZSI6bnVsbH0sIkR1cmF0aW9uU3R5bGUiOnsiJGlkIjoiMTE1NyIsIkZvbnRTZXR0aW5ncyI6eyIkaWQiOiIxMTU4IiwiRm9udFNpemUiOjEwLCJGb250TmFtZSI6IkNhbGlicmkiLCJJc0JvbGQiOmZhbHNlLCJJc0l0YWxpYyI6ZmFsc2UsIklzVW5kZXJsaW5lZCI6ZmFsc2UsIlBhcmVudFN0eWxlIjpudWxsfSwiQXV0b1NpemUiOjAsIkZvcmVncm91bmQiOnsiJGlkIjoiMTE1OSIsIkNvbG9yIjp7IiRpZCI6IjExN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xNjEiLCJUb3AiOjAuMCwiTGVmdCI6MC4wLCJSaWdodCI6MC4wLCJCb3R0b20iOjAuMH0sIlBhZGRpbmciOnsiJGlkIjoiMTE2MiIsIlRvcCI6MC4wLCJMZWZ0IjowLjAsIlJpZ2h0IjowLjAsIkJvdHRvbSI6MC4wfSwiQmFja2dyb3VuZCI6eyIkaWQiOiIxMTYzIiwiQ29sb3IiOnsiJGlkIjoiMTE2NCIsIkEiOjI1NSwiUiI6NjgsIkciOjg0LCJCIjoxMDZ9fSwiSXNWaXNpYmxlIjp0cnVlLCJXaWR0aCI6MC4wLCJIZWlnaHQiOjAuMCwiQm9yZGVyU3R5bGUiOnsiJGlkIjoiMTE2NSIsIkxpbmVDb2xvciI6bnVsbCwiTGluZVdlaWdodCI6MC4wLCJMaW5lVHlwZSI6MCwiUGFyZW50U3R5bGUiOm51bGx9LCJQYXJlbnRTdHlsZSI6bnVsbH0sIkhvcml6b250YWxDb25uZWN0b3JTdHlsZSI6eyIkaWQiOiIxMTY2IiwiTGluZUNvbG9yIjp7IiRpZCI6IjExNjciLCIkdHlwZSI6Ik5MUkUuQ29tbW9uLkRvbS5Tb2xpZENvbG9yQnJ1c2gsIE5MUkUuQ29tbW9uIiwiQ29sb3IiOnsiJGlkIjoiMTE2OCIsIkEiOjI1NSwiUiI6MCwiRyI6MCwiQiI6MH19LCJMaW5lV2VpZ2h0IjowLjAsIkxpbmVUeXBlIjowLCJQYXJlbnRTdHlsZSI6bnVsbH0sIlZlcnRpY2FsQ29ubmVjdG9yU3R5bGUiOnsiJGlkIjoiMTE2OSIsIkxpbmVDb2xvciI6eyIkaWQiOiIxMTcwIiwiJHR5cGUiOiJOTFJFLkNvbW1vbi5Eb20uU29saWRDb2xvckJydXNoLCBOTFJFLkNvbW1vbiIsIkNvbG9yIjp7IiRpZCI6IjExN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xNzIiLCJTaGFwZVN0eWxlIjp7IiRpZCI6IjExNzMiLCJNYXJnaW4iOnsiJGlkIjoiMTE3NCIsIlRvcCI6MC4wLCJMZWZ0IjowLjAsIlJpZ2h0IjowLjAsIkJvdHRvbSI6MC4wfSwiUGFkZGluZyI6eyIkaWQiOiIxMTc1IiwiVG9wIjowLjAsIkxlZnQiOjAuMCwiUmlnaHQiOjAuMCwiQm90dG9tIjowLjB9LCJCYWNrZ3JvdW5kIjp7IiRpZCI6IjExNzYiLCJDb2xvciI6eyIkaWQiOiIxMTc3IiwiQSI6MTUzLCJSIjowLCJHIjowLCJCIjowfX0sIklzVmlzaWJsZSI6dHJ1ZSwiV2lkdGgiOjAuMCwiSGVpZ2h0IjowLjAsIkJvcmRlclN0eWxlIjpudWxsLCJQYXJlbnRTdHlsZSI6bnVsbH0sIk1hcmdpbiI6eyIkaWQiOiIxMTc4IiwiVG9wIjowLjAsIkxlZnQiOjAuMCwiUmlnaHQiOjAuMCwiQm90dG9tIjowLjB9LCJQYWRkaW5nIjp7IiRpZCI6IjExNzkiLCJUb3AiOjAuMCwiTGVmdCI6MC4wLCJSaWdodCI6MC4wLCJCb3R0b20iOjAuMH0sIkJhY2tncm91bmQiOm51bGwsIklzVmlzaWJsZSI6dHJ1ZSwiV2lkdGgiOjAuMCwiSGVpZ2h0IjowLjAsIkJvcmRlclN0eWxlIjpudWxsLCJQYXJlbnRTdHlsZSI6bnVsbH0sIlNoYXBlU3R5bGUiOnsiJGlkIjoiMTE4MCIsIk1hcmdpbiI6eyIkaWQiOiIxMTgxIiwiVG9wIjowLjAsIkxlZnQiOjQuMCwiUmlnaHQiOjQuMCwiQm90dG9tIjowLjB9LCJQYWRkaW5nIjp7IiRpZCI6IjExODIiLCJUb3AiOjAuMCwiTGVmdCI6MC4wLCJSaWdodCI6MC4wLCJCb3R0b20iOjAuMH0sIkJhY2tncm91bmQiOnsiJGlkIjoiMTE4MyIsIkNvbG9yIjp7IiRpZCI6IjExODQiLCJBIjoyNTUsIlIiOjE2NSwiRyI6MTY1LCJCIjoxNjV9fSwiSXNWaXNpYmxlIjp0cnVlLCJXaWR0aCI6MC4wLCJIZWlnaHQiOjEwLjAsIkJvcmRlclN0eWxlIjp7IiRpZCI6IjExODUiLCJMaW5lQ29sb3IiOnsiJGlkIjoiMTE4NiIsIiR0eXBlIjoiTkxSRS5Db21tb24uRG9tLlNvbGlkQ29sb3JCcnVzaCwgTkxSRS5Db21tb24iLCJDb2xvciI6eyIkaWQiOiIxMTg3IiwiQSI6MjU1LCJSIjoyMzQsIkciOjIyLCJCIjozMH19LCJMaW5lV2VpZ2h0IjowLjAsIkxpbmVUeXBlIjowLCJQYXJlbnRTdHlsZSI6bnVsbH0sIlBhcmVudFN0eWxlIjpudWxsfSwiVGl0bGVTdHlsZSI6eyIkaWQiOiIxMTg4IiwiRm9udFNldHRpbmdzIjp7IiRpZCI6IjExODkiLCJGb250U2l6ZSI6MTEsIkZvbnROYW1lIjoiVGl0aWxsaXVtIFdlYiIsIklzQm9sZCI6ZmFsc2UsIklzSXRhbGljIjpmYWxzZSwiSXNVbmRlcmxpbmVkIjpmYWxzZSwiUGFyZW50U3R5bGUiOm51bGx9LCJBdXRvU2l6ZSI6MCwiRm9yZWdyb3VuZCI6eyIkaWQiOiIxMTkwIiwiQ29sb3IiOnsiJGlkIjoiMTE5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xMTkyIiwiVG9wIjowLjAsIkxlZnQiOjAuMCwiUmlnaHQiOjAuMCwiQm90dG9tIjowLjB9LCJQYWRkaW5nIjp7IiRpZCI6IjExOTMiLCJUb3AiOjAuMCwiTGVmdCI6MC4wLCJSaWdodCI6MC4wLCJCb3R0b20iOjAuMH0sIkJhY2tncm91bmQiOnsiJGlkIjoiMTE5NCIsIkNvbG9yIjp7IiRpZCI6IjExOTUiLCJBIjowLCJSIjoyNTUsIkciOjI1NSwiQiI6MjU1fX0sIklzVmlzaWJsZSI6dHJ1ZSwiV2lkdGgiOjAuMCwiSGVpZ2h0IjowLjAsIkJvcmRlclN0eWxlIjp7IiRpZCI6IjExOTYiLCJMaW5lQ29sb3IiOm51bGwsIkxpbmVXZWlnaHQiOjAuMCwiTGluZVR5cGUiOjAsIlBhcmVudFN0eWxlIjpudWxsfSwiUGFyZW50U3R5bGUiOm51bGx9LCJEYXRlU3R5bGUiOnsiJGlkIjoiMTE5NyIsIkZvbnRTZXR0aW5ncyI6eyIkaWQiOiIxMTk4IiwiRm9udFNpemUiOjEwLCJGb250TmFtZSI6IlRpdGlsbGl1bSBXZWIiLCJJc0JvbGQiOmZhbHNlLCJJc0l0YWxpYyI6ZmFsc2UsIklzVW5kZXJsaW5lZCI6ZmFsc2UsIlBhcmVudFN0eWxlIjpudWxsfSwiQXV0b1NpemUiOjAsIkZvcmVncm91bmQiOnsiJGlkIjoiMTE5OSIsIkNvbG9yIjp7IiRpZCI6IjEyMD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TIwMSIsIlRvcCI6MC4wLCJMZWZ0IjowLjAsIlJpZ2h0IjowLjAsIkJvdHRvbSI6MC4wfSwiUGFkZGluZyI6eyIkaWQiOiIxMjAyIiwiVG9wIjowLjAsIkxlZnQiOjAuMCwiUmlnaHQiOjAuMCwiQm90dG9tIjowLjB9LCJCYWNrZ3JvdW5kIjp7IiRpZCI6IjEyMDMiLCJDb2xvciI6eyIkaWQiOiIxMjA0IiwiQSI6MCwiUiI6MjU1LCJHIjoyNTUsIkIiOjI1NX19LCJJc1Zpc2libGUiOnRydWUsIldpZHRoIjowLjAsIkhlaWdodCI6MC4wLCJCb3JkZXJTdHlsZSI6eyIkaWQiOiIxMjA1IiwiTGluZUNvbG9yIjpudWxsLCJMaW5lV2VpZ2h0IjowLjAsIkxpbmVUeXBlIjowLCJQYXJlbnRTdHlsZSI6bnVsbH0sIlBhcmVudFN0eWxlIjpudWxsfSwiRGF0ZUZvcm1hdCI6eyIkaWQiOiIx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DciLCJGb3JtYXQiOjAsIklzVmlzaWJsZSI6ZmFsc2UsIkxhc3RLbm93blZpc2liaWxpdHlTdGF0ZSI6ZmFsc2V9LCJJc1Zpc2libGUiOnRydWUsIlZhcmlhbmNlU3R5bGUiOnsiJGlkIjoiMTIwOCIsIlRleHRTdHlsZSI6eyIkaWQiOiIxMjA5IiwiRm9udFNldHRpbmdzIjp7IiRpZCI6IjEyMTAiLCJGb250U2l6ZSI6MTAsIkZvbnROYW1lIjoiQ2FsaWJyaSIsIklzQm9sZCI6ZmFsc2UsIklzSXRhbGljIjpmYWxzZSwiSXNVbmRlcmxpbmVkIjpmYWxzZSwiUGFyZW50U3R5bGUiOm51bGx9LCJBdXRvU2l6ZSI6MCwiRm9yZWdyb3VuZCI6eyIkaWQiOiIxMjExIiwiQ29sb3IiOnsiJGlkIjoiMTIx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EzIiwiVG9wIjowLjAsIkxlZnQiOjAuMCwiUmlnaHQiOjAuMCwiQm90dG9tIjowLjB9LCJQYWRkaW5nIjp7IiRpZCI6IjEyMTQiLCJUb3AiOjAuMCwiTGVmdCI6MC4wLCJSaWdodCI6MC4wLCJCb3R0b20iOjAuMH0sIkJhY2tncm91bmQiOnsiJGlkIjoiMTIxNSIsIkNvbG9yIjp7IiRpZCI6IjEyMTYiLCJBIjoyNTUsIlIiOjAsIkciOjAsIkIiOjB9fSwiSXNWaXNpYmxlIjp0cnVlLCJXaWR0aCI6MC4wLCJIZWlnaHQiOjAuMCwiQm9yZGVyU3R5bGUiOnsiJGlkIjoiMTIxNyIsIkxpbmVDb2xvciI6bnVsbCwiTGluZVdlaWdodCI6MC4wLCJMaW5lVHlwZSI6MCwiUGFyZW50U3R5bGUiOm51bGx9LCJQYXJlbnRTdHlsZSI6bnVsbH0sIlBhcmVudFN0eWxlIjpudWxsfSwiUGFyZW50U3R5bGUiOm51bGx9LCJJbmRleCI6OSwiU21hcnREdXJhdGlvbkFjdGl2YXRlZCI6ZmFsc2UsIkRhdGVGb3JtYXQiOnsiJHJlZiI6IjEyMDYifSwiV2Vla051bWJlcmluZyI6eyIkaWQiOiIxMjE4IiwiRm9ybWF0IjowLCJJc1Zpc2libGUiOmZhbHNlLCJMYXN0S25vd25WaXNpYmlsaXR5U3RhdGUiOmZhbHNlfSwiQmFzZWxpbmVEYXRhIjp7IiRpZCI6IjEyMTkiLCJTdGFydERhdGUiOiIyMDI2LTA1LTEwVDAwOjAwOjAwIiwiRW5kRGF0ZSI6IjIwMjYtMDYtMTRUMjM6NTk6MDAifSwiSWQiOiJiYTA4MGIzNi1jYzUxLTQxNTEtODU4YS1kNDQ5NGVmNWFiMjMiLCJJbXBvcnRJZCI6bnVsbCwiVGl0bGUiOiJQcm90b3RpcG8gbmF2ZWdhYmxlIChTcHJpbnQgMyB5IDQpIiwiTm90ZSI6bnVsbCwiSHlwZXJsaW5rIjp7IiRpZCI6IjEyMjAiLCJBZGRyZXNzIjoiIiwiU3ViQWRkcmVzcyI6IiJ9LCJJc0NoYW5nZWQiOmZhbHNlLCJJc05ldyI6ZmFsc2V9fV0sIl9taWxlc3RvbmVzIjpbXSwiSWQiOiIwMDAwMDAwMC0wMDAwLTAwMDAtMDAwMC0wMDAwMDAwMDAwMDAiLCJJc1NpbmdsZUl0ZW1Sb3ciOnRydWV9XSwiSW5kZXgiOjgsIklkIjoiMzBhZWZhYTUtODhhOS00ZmU3LWE2OTktODk1M2JlY2MyYjEwIiwiSGVhZGVyVGV4dCI6bnVsbCwiSXNEZWZhdWx0Ijp0cnVlLCJTdHlsZSI6eyIkaWQiOiIxMjIxIiwiSGVhZGVyU3R5bGUiOnsiJGlkIjoiMTIyMiIsIlRleHRTdHlsZSI6eyIkaWQiOiIxMjIzIiwiRm9udFNldHRpbmdzIjp7IiRpZCI6IjEyMjQiLCJGb250U2l6ZSI6MTEsIkZvbnROYW1lIjoiQ2FsaWJyaSIsIklzQm9sZCI6ZmFsc2UsIklzSXRhbGljIjpmYWxzZSwiSXNVbmRlcmxpbmVkIjpmYWxzZSwiUGFyZW50U3R5bGUiOm51bGx9LCJBdXRvU2l6ZSI6MiwiRm9yZWdyb3VuZCI6eyIkaWQiOiIxMjI1IiwiQ29sb3IiOnsiJGlkIjoiMTIy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yMjciLCJUb3AiOjAuMCwiTGVmdCI6MC4wLCJSaWdodCI6MC4wLCJCb3R0b20iOjAuMH0sIlBhZGRpbmciOnsiJGlkIjoiMTIyOCIsIlRvcCI6MC4wLCJMZWZ0IjowLjAsIlJpZ2h0IjowLjAsIkJvdHRvbSI6MC4wfSwiQmFja2dyb3VuZCI6eyIkaWQiOiIxMjI5IiwiQ29sb3IiOnsiJGlkIjoiMTIzMCIsIkEiOjI1NSwiUiI6NjQsIkciOjY0LCJCIjo2NH19LCJJc1Zpc2libGUiOnRydWUsIldpZHRoIjowLjAsIkhlaWdodCI6MC4wLCJCb3JkZXJTdHlsZSI6bnVsbCwiUGFyZW50U3R5bGUiOm51bGx9LCJSZWN0YW5nbGVTdHlsZSI6eyIkaWQiOiIxMjMxIiwiTWFyZ2luIjp7IiRpZCI6IjEyMzIiLCJUb3AiOjAuMCwiTGVmdCI6MC4wLCJSaWdodCI6MC4wLCJCb3R0b20iOjAuMH0sIlBhZGRpbmciOnsiJGlkIjoiMTIzMyIsIlRvcCI6MC4wLCJMZWZ0IjowLjAsIlJpZ2h0IjowLjAsIkJvdHRvbSI6MC4wfSwiQmFja2dyb3VuZCI6eyIkaWQiOiIxMjM0IiwiQ29sb3IiOnsiJGlkIjoiMTIzNSIsIkEiOjEyNywiUiI6MTY1LCJHIjoxNjUsIkIiOjE2NX19LCJJc1Zpc2libGUiOnRydWUsIldpZHRoIjowLjAsIkhlaWdodCI6MC4wLCJCb3JkZXJTdHlsZSI6eyIkaWQiOiIxMjM2IiwiTGluZUNvbG9yIjp7IiRpZCI6IjEyMzciLCIkdHlwZSI6Ik5MUkUuQ29tbW9uLkRvbS5Tb2xpZENvbG9yQnJ1c2gsIE5MUkUuQ29tbW9uIiwiQ29sb3IiOnsiJGlkIjoiMTIzOCIsIkEiOjI1NSwiUiI6MjU1LCJHIjowLCJCIjowfX0sIkxpbmVXZWlnaHQiOjAuMCwiTGluZVR5cGUiOjAsIlBhcmVudFN0eWxlIjpudWxsfSwiUGFyZW50U3R5bGUiOm51bGx9LCJNYXJnaW4iOnsiJGlkIjoiMTIzOSIsIlRvcCI6MC4wLCJMZWZ0IjowLjAsIlJpZ2h0IjowLjAsIkJvdHRvbSI6MC4wfSwiUGFkZGluZyI6eyIkaWQiOiIxMjQwIiwiVG9wIjowLjAsIkxlZnQiOjAuMCwiUmlnaHQiOjAuMCwiQm90dG9tIjowLjB9LCJCYWNrZ3JvdW5kIjpudWxsLCJJc1Zpc2libGUiOnRydWUsIldpZHRoIjowLjAsIkhlaWdodCI6MC4wLCJCb3JkZXJTdHlsZSI6bnVsbCwiUGFyZW50U3R5bGUiOm51bGx9LCJCYWNrZ3JvdW5kU3R5bGUiOnsiJGlkIjoiMTI0MSIsIk1hcmdpbiI6eyIkaWQiOiIxMjQyIiwiVG9wIjowLjAsIkxlZnQiOjAuMCwiUmlnaHQiOjAuMCwiQm90dG9tIjowLjB9LCJQYWRkaW5nIjp7IiRpZCI6IjEyNDMiLCJUb3AiOjAuMCwiTGVmdCI6MC4wLCJSaWdodCI6MC4wLCJCb3R0b20iOjAuMH0sIkJhY2tncm91bmQiOnsiJGlkIjoiMTI0NCIsIkNvbG9yIjp7IiRpZCI6IjEyNDUiLCJBIjo1MSwiUiI6MjAwLCJHIjoyMDAsIkIiOjIwMH19LCJJc1Zpc2libGUiOnRydWUsIldpZHRoIjowLjAsIkhlaWdodCI6MC4wLCJCb3JkZXJTdHlsZSI6eyIkaWQiOiIxMjQ2IiwiTGluZUNvbG9yIjp7IiRpZCI6IjEyNDciLCIkdHlwZSI6Ik5MUkUuQ29tbW9uLkRvbS5Tb2xpZENvbG9yQnJ1c2gsIE5MUkUuQ29tbW9uIiwiQ29sb3IiOnsiJGlkIjoiMTI0OCIsIkEiOjI1NSwiUiI6MjM0LCJHIjoyMiwiQiI6MzB9fSwiTGluZVdlaWdodCI6MC4wLCJMaW5lVHlwZSI6MCwiUGFyZW50U3R5bGUiOm51bGx9LCJQYXJlbnRTdHlsZSI6bnVsbH0sIk1hcmdpbiI6eyIkaWQiOiIxMjQ5IiwiVG9wIjowLjAsIkxlZnQiOjAuMCwiUmlnaHQiOjAuMCwiQm90dG9tIjowLjB9LCJQYWRkaW5nIjp7IiRpZCI6IjEyNTAiLCJUb3AiOjAuMCwiTGVmdCI6MC4wLCJSaWdodCI6MC4wLCJCb3R0b20iOjAuMH0sIklzVmlzaWJsZSI6dHJ1ZSwiV2lkdGgiOjAuMCwiSGVpZ2h0IjowLjAsIkJvcmRlclN0eWxlIjp7IiRpZCI6IjEyNTEiLCJMaW5lQ29sb3IiOm51bGwsIkxpbmVXZWlnaHQiOjAuMCwiTGluZVR5cGUiOjAsIlBhcmVudFN0eWxlIjpudWxsfSwiUGFyZW50U3R5bGUiOm51bGx9fV0sIklkIjoiMWZkMzVkMGQtOGQ4MC00MGI3LWE5OWQtNWY2OTc1NjZhNmY5IiwiSW5kZXgiOjgsIkhlYWRlclRleHQiOiJVWC9VSSBEcmFmdCIsIlN0eWxlIjp7IiRpZCI6IjEyNTIiLCJTdHlsZUlkIjoiMDcwMmRlYTgtYzExNC00ZDcxLWJlNDAtY2QzMDYyYzQ2OTcwIiwiSGVhZGVyU3R5bGUiOnsiJGlkIjoiMTI1MyIsIlRleHRJc1ZlcnRpY2FsIjpmYWxzZSwiVGV4dFN0eWxlIjp7IiRpZCI6IjEyNTQiLCJGb250U2V0dGluZ3MiOnsiJGlkIjoiMTI1NSIsIkZvbnRTaXplIjoxMSwiRm9udE5hbWUiOiJUaXRpbGxpdW0gV2ViIiwiSXNCb2xkIjpmYWxzZSwiSXNJdGFsaWMiOmZhbHNlLCJJc1VuZGVybGluZWQiOmZhbHNlLCJQYXJlbnRTdHlsZSI6bnVsbH0sIkF1dG9TaXplIjoyLCJGb3JlZ3JvdW5kIjp7IiRpZCI6IjEyNTYiLCJDb2xvciI6eyIkaWQiOiIxMjU3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I1OCIsIlRvcCI6MC4wLCJMZWZ0IjowLjAsIlJpZ2h0IjowLjAsIkJvdHRvbSI6MC4wfSwiUGFkZGluZyI6eyIkaWQiOiIxMjU5IiwiVG9wIjowLjAsIkxlZnQiOjAuMCwiUmlnaHQiOjAuMCwiQm90dG9tIjowLjB9LCJCYWNrZ3JvdW5kIjp7IiRpZCI6IjEyNjAiLCJDb2xvciI6eyIkaWQiOiIxMjYxIiwiQSI6MjU1LCJSIjoyNTUsIkciOjI1NSwiQiI6MjU1fX0sIklzVmlzaWJsZSI6dHJ1ZSwiV2lkdGgiOjAuMCwiSGVpZ2h0IjowLjAsIkJvcmRlclN0eWxlIjpudWxsLCJQYXJlbnRTdHlsZSI6bnVsbH0sIlJlY3RhbmdsZVN0eWxlIjp7IiRpZCI6IjEyNjIiLCJNYXJnaW4iOnsiJGlkIjoiMTI2MyIsIlRvcCI6MC4wLCJMZWZ0IjowLjAsIlJpZ2h0IjowLjAsIkJvdHRvbSI6MC4wfSwiUGFkZGluZyI6eyIkaWQiOiIxMjY0IiwiVG9wIjowLjAsIkxlZnQiOjAuMCwiUmlnaHQiOjAuMCwiQm90dG9tIjowLjB9LCJCYWNrZ3JvdW5kIjp7IiRpZCI6IjEyNjUiLCJDb2xvciI6eyIkaWQiOiIxMjY2IiwiQSI6MjU1LCJSIjoxNjUsIkciOjE2NSwiQiI6MTY1fX0sIklzVmlzaWJsZSI6dHJ1ZSwiV2lkdGgiOjAuMCwiSGVpZ2h0IjowLjAsIkJvcmRlclN0eWxlIjp7IiRpZCI6IjEyNjciLCJMaW5lQ29sb3IiOnsiJGlkIjoiMTI2OCIsIiR0eXBlIjoiTkxSRS5Db21tb24uRG9tLlNvbGlkQ29sb3JCcnVzaCwgTkxSRS5Db21tb24iLCJDb2xvciI6eyIkaWQiOiIxMjY5IiwiQSI6MjU1LCJSIjoyNTUsIkciOjI1NSwiQiI6MjU1fX0sIkxpbmVXZWlnaHQiOjAuMCwiTGluZVR5cGUiOjAsIlBhcmVudFN0eWxlIjpudWxsfSwiUGFyZW50U3R5bGUiOm51bGx9LCJNYXJnaW4iOnsiJGlkIjoiMTI3MCIsIlRvcCI6MC4wLCJMZWZ0IjowLjAsIlJpZ2h0IjowLjAsIkJvdHRvbSI6MC4wfSwiUGFkZGluZyI6eyIkaWQiOiIxMjcxIiwiVG9wIjowLjAsIkxlZnQiOjAuMCwiUmlnaHQiOjAuMCwiQm90dG9tIjowLjB9LCJCYWNrZ3JvdW5kIjpudWxsLCJJc1Zpc2libGUiOnRydWUsIldpZHRoIjowLjAsIkhlaWdodCI6MC4wLCJCb3JkZXJTdHlsZSI6bnVsbCwiUGFyZW50U3R5bGUiOm51bGx9LCJCYWNrZ3JvdW5kU3R5bGUiOnsiJGlkIjoiMTI3MiIsIk1hcmdpbiI6eyIkaWQiOiIxMjczIiwiVG9wIjowLjAsIkxlZnQiOjAuMCwiUmlnaHQiOjAuMCwiQm90dG9tIjowLjB9LCJQYWRkaW5nIjp7IiRpZCI6IjEyNzQiLCJUb3AiOjAuMCwiTGVmdCI6MC4wLCJSaWdodCI6MC4wLCJCb3R0b20iOjAuMH0sIkJhY2tncm91bmQiOnsiJGlkIjoiMTI3NSIsIkNvbG9yIjp7IiRpZCI6IjEyNzYiLCJBIjo1MSwiUiI6MjAwLCJHIjoyMDAsIkIiOjIwMH19LCJJc1Zpc2libGUiOnRydWUsIldpZHRoIjowLjAsIkhlaWdodCI6MC4wLCJCb3JkZXJTdHlsZSI6eyIkaWQiOiIxMjc3IiwiTGluZUNvbG9yIjp7IiRpZCI6IjEyNzgiLCIkdHlwZSI6Ik5MUkUuQ29tbW9uLkRvbS5Tb2xpZENvbG9yQnJ1c2gsIE5MUkUuQ29tbW9uIiwiQ29sb3IiOnsiJGlkIjoiMTI3OSIsIkEiOjI1NSwiUiI6MjM0LCJHIjoyMiwiQiI6MzB9fSwiTGluZVdlaWdodCI6MC4wLCJMaW5lVHlwZSI6MCwiUGFyZW50U3R5bGUiOm51bGx9LCJQYXJlbnRTdHlsZSI6bnVsbH0sIklzQWJvdmVUaW1lYmFuZCI6ZmFsc2UsIlNwYWNpbmciOjIsIkRlZmF1bHRTd2ltbGFuZVRhc2tTdHlsZSI6eyIkaWQiOiIxMjgwIiwiJHR5cGUiOiJOTFJFLkNvbW1vbi5Eb20uU3R5bGVzLkV4cGxpY2l0U2V0YWJsZVRhc2tTdHlsZSwgTkxSRS5Db21tb24iLCJTaGFwZSI6MSwiU2hhcGVUaGlja25lc3MiOjAsIkR1cmF0aW9uRm9ybWF0IjowLCJJbmNsdWRlTm9uV29ya2luZ0RheXNJbkR1cmF0aW9uIjpmYWxzZSwiUGVyY2VudGFnZUNvbXBsZXRlU3R5bGUiOnsiJGlkIjoiMTI4MSIsIkZvbnRTZXR0aW5ncyI6eyIkaWQiOiIxMjgyIiwiRm9udFNpemUiOjEwLCJGb250TmFtZSI6IkNhbGlicmkiLCJJc0JvbGQiOmZhbHNlLCJJc0l0YWxpYyI6ZmFsc2UsIklzVW5kZXJsaW5lZCI6ZmFsc2UsIlBhcmVudFN0eWxlIjpudWxsfSwiQXV0b1NpemUiOjAsIkZvcmVncm91bmQiOnsiJGlkIjoiMTI4MyIsIkNvbG9yIjp7IiRpZCI6IjEyO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4NSIsIlRvcCI6MC4wLCJMZWZ0IjowLjAsIlJpZ2h0IjowLjAsIkJvdHRvbSI6MC4wfSwiUGFkZGluZyI6eyIkaWQiOiIxMjg2IiwiVG9wIjowLjAsIkxlZnQiOjAuMCwiUmlnaHQiOjAuMCwiQm90dG9tIjowLjB9LCJCYWNrZ3JvdW5kIjp7IiRpZCI6IjEyODciLCJDb2xvciI6eyIkaWQiOiIxMjg4IiwiQSI6ODksIlIiOjAsIkciOjAsIkIiOjB9fSwiSXNWaXNpYmxlIjp0cnVlLCJXaWR0aCI6MC4wLCJIZWlnaHQiOjAuMCwiQm9yZGVyU3R5bGUiOnsiJGlkIjoiMTI4OSIsIkxpbmVDb2xvciI6bnVsbCwiTGluZVdlaWdodCI6MC4wLCJMaW5lVHlwZSI6MCwiUGFyZW50U3R5bGUiOm51bGx9LCJQYXJlbnRTdHlsZSI6bnVsbH0sIkR1cmF0aW9uU3R5bGUiOnsiJGlkIjoiMTI5MCIsIkZvbnRTZXR0aW5ncyI6eyIkaWQiOiIxMjkxIiwiRm9udFNpemUiOjEwLCJGb250TmFtZSI6IkNhbGlicmkiLCJJc0JvbGQiOmZhbHNlLCJJc0l0YWxpYyI6ZmFsc2UsIklzVW5kZXJsaW5lZCI6ZmFsc2UsIlBhcmVudFN0eWxlIjpudWxsfSwiQXV0b1NpemUiOjAsIkZvcmVncm91bmQiOnsiJGlkIjoiMTI5MiIsIkNvbG9yIjp7IiRpZCI6IjEyO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yOTQiLCJUb3AiOjAuMCwiTGVmdCI6MC4wLCJSaWdodCI6MC4wLCJCb3R0b20iOjAuMH0sIlBhZGRpbmciOnsiJGlkIjoiMTI5NSIsIlRvcCI6MC4wLCJMZWZ0IjowLjAsIlJpZ2h0IjowLjAsIkJvdHRvbSI6MC4wfSwiQmFja2dyb3VuZCI6eyIkaWQiOiIxMjk2IiwiQ29sb3IiOnsiJGlkIjoiMTI5NyIsIkEiOjI1NSwiUiI6NjgsIkciOjg0LCJCIjoxMDZ9fSwiSXNWaXNpYmxlIjp0cnVlLCJXaWR0aCI6MC4wLCJIZWlnaHQiOjAuMCwiQm9yZGVyU3R5bGUiOnsiJGlkIjoiMTI5OCIsIkxpbmVDb2xvciI6bnVsbCwiTGluZVdlaWdodCI6MC4wLCJMaW5lVHlwZSI6MCwiUGFyZW50U3R5bGUiOm51bGx9LCJQYXJlbnRTdHlsZSI6bnVsbH0sIkhvcml6b250YWxDb25uZWN0b3JTdHlsZSI6eyIkaWQiOiIxMjk5IiwiTGluZUNvbG9yIjp7IiRpZCI6IjEzMDAiLCIkdHlwZSI6Ik5MUkUuQ29tbW9uLkRvbS5Tb2xpZENvbG9yQnJ1c2gsIE5MUkUuQ29tbW9uIiwiQ29sb3IiOnsiJGlkIjoiMTMwMSIsIkEiOjI1NSwiUiI6MCwiRyI6MCwiQiI6MH19LCJMaW5lV2VpZ2h0IjowLjAsIkxpbmVUeXBlIjowLCJQYXJlbnRTdHlsZSI6bnVsbH0sIlZlcnRpY2FsQ29ubmVjdG9yU3R5bGUiOnsiJGlkIjoiMTMwMiIsIkxpbmVDb2xvciI6eyIkaWQiOiIxMzAzIiwiJHR5cGUiOiJOTFJFLkNvbW1vbi5Eb20uU29saWRDb2xvckJydXNoLCBOTFJFLkNvbW1vbiIsIkNvbG9yIjp7IiRpZCI6IjEzMD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MzA1IiwiU2hhcGVTdHlsZSI6eyIkaWQiOiIxMzA2IiwiTWFyZ2luIjp7IiRpZCI6IjEzMDciLCJUb3AiOjAuMCwiTGVmdCI6MC4wLCJSaWdodCI6MC4wLCJCb3R0b20iOjAuMH0sIlBhZGRpbmciOnsiJGlkIjoiMTMwOCIsIlRvcCI6MC4wLCJMZWZ0IjowLjAsIlJpZ2h0IjowLjAsIkJvdHRvbSI6MC4wfSwiQmFja2dyb3VuZCI6eyIkaWQiOiIxMzA5IiwiQ29sb3IiOnsiJGlkIjoiMTMxMCIsIkEiOjE1MywiUiI6MCwiRyI6MCwiQiI6MH19LCJJc1Zpc2libGUiOnRydWUsIldpZHRoIjowLjAsIkhlaWdodCI6MC4wLCJCb3JkZXJTdHlsZSI6eyIkaWQiOiIxMzExIiwiTGluZUNvbG9yIjp7IiRpZCI6IjEzMTIiLCIkdHlwZSI6Ik5MUkUuQ29tbW9uLkRvbS5Tb2xpZENvbG9yQnJ1c2gsIE5MUkUuQ29tbW9uIiwiQ29sb3IiOnsiJGlkIjoiMTMxMyIsIkEiOjI1NSwiUiI6MjU1LCJHIjowLCJCIjowfX0sIkxpbmVXZWlnaHQiOjAuMCwiTGluZVR5cGUiOjAsIlBhcmVudFN0eWxlIjpudWxsfSwiUGFyZW50U3R5bGUiOm51bGx9LCJNYXJnaW4iOnsiJGlkIjoiMTMxNCIsIlRvcCI6MC4wLCJMZWZ0IjowLjAsIlJpZ2h0IjowLjAsIkJvdHRvbSI6MC4wfSwiUGFkZGluZyI6eyIkaWQiOiIxMzE1IiwiVG9wIjowLjAsIkxlZnQiOjAuMCwiUmlnaHQiOjAuMCwiQm90dG9tIjowLjB9LCJCYWNrZ3JvdW5kIjpudWxsLCJJc1Zpc2libGUiOnRydWUsIldpZHRoIjowLjAsIkhlaWdodCI6MC4wLCJCb3JkZXJTdHlsZSI6bnVsbCwiUGFyZW50U3R5bGUiOm51bGx9LCJTaGFwZVN0eWxlIjp7IiRpZCI6IjEzMTYiLCJNYXJnaW4iOnsiJGlkIjoiMTMxNyIsIlRvcCI6MC4wLCJMZWZ0Ijo0LjAsIlJpZ2h0Ijo0LjAsIkJvdHRvbSI6MC4wfSwiUGFkZGluZyI6eyIkaWQiOiIxMzE4IiwiVG9wIjowLjAsIkxlZnQiOjAuMCwiUmlnaHQiOjAuMCwiQm90dG9tIjowLjB9LCJCYWNrZ3JvdW5kIjp7IiRpZCI6IjEzMTkiLCJDb2xvciI6eyIkaWQiOiIxMzIwIiwiQSI6MjU1LCJSIjoxNjUsIkciOjE2NSwiQiI6MTY1fX0sIklzVmlzaWJsZSI6dHJ1ZSwiV2lkdGgiOjAuMCwiSGVpZ2h0IjoxMC4wLCJCb3JkZXJTdHlsZSI6eyIkaWQiOiIxMzIxIiwiTGluZUNvbG9yIjp7IiRpZCI6IjEzMjIiLCIkdHlwZSI6Ik5MUkUuQ29tbW9uLkRvbS5Tb2xpZENvbG9yQnJ1c2gsIE5MUkUuQ29tbW9uIiwiQ29sb3IiOnsiJGlkIjoiMTMyMyIsIkEiOjI1NSwiUiI6MjM0LCJHIjoyMiwiQiI6MzB9fSwiTGluZVdlaWdodCI6MC4wLCJMaW5lVHlwZSI6MCwiUGFyZW50U3R5bGUiOm51bGx9LCJQYXJlbnRTdHlsZSI6bnVsbH0sIlRpdGxlU3R5bGUiOnsiJGlkIjoiMTMyNCIsIkZvbnRTZXR0aW5ncyI6eyIkaWQiOiIxMzI1IiwiRm9udFNpemUiOjExLCJGb250TmFtZSI6IkNhbGlicmkiLCJJc0JvbGQiOmZhbHNlLCJJc0l0YWxpYyI6ZmFsc2UsIklzVW5kZXJsaW5lZCI6ZmFsc2UsIlBhcmVudFN0eWxlIjpudWxsfSwiQXV0b1NpemUiOjAsIkZvcmVncm91bmQiOnsiJGlkIjoiMTMyNiIsIkNvbG9yIjp7IiRpZCI6IjEzMj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yOCIsIlRvcCI6MC4wLCJMZWZ0IjowLjAsIlJpZ2h0IjowLjAsIkJvdHRvbSI6MC4wfSwiUGFkZGluZyI6eyIkaWQiOiIxMzI5IiwiVG9wIjowLjAsIkxlZnQiOjAuMCwiUmlnaHQiOjAuMCwiQm90dG9tIjowLjB9LCJCYWNrZ3JvdW5kIjp7IiRpZCI6IjEzMzAiLCJDb2xvciI6eyIkaWQiOiIxMzMxIiwiQSI6MjU1LCJSIjowLCJHIjowLCJCIjowfX0sIklzVmlzaWJsZSI6dHJ1ZSwiV2lkdGgiOjAuMCwiSGVpZ2h0IjowLjAsIkJvcmRlclN0eWxlIjp7IiRpZCI6IjEzMzIiLCJMaW5lQ29sb3IiOm51bGwsIkxpbmVXZWlnaHQiOjAuMCwiTGluZVR5cGUiOjAsIlBhcmVudFN0eWxlIjpudWxsfSwiUGFyZW50U3R5bGUiOm51bGx9LCJEYXRlU3R5bGUiOnsiJGlkIjoiMTMzMyIsIkZvbnRTZXR0aW5ncyI6eyIkaWQiOiIxMzM0IiwiRm9udFNpemUiOjEwLCJGb250TmFtZSI6IkNhbGlicmkiLCJJc0JvbGQiOmZhbHNlLCJJc0l0YWxpYyI6ZmFsc2UsIklzVW5kZXJsaW5lZCI6ZmFsc2UsIlBhcmVudFN0eWxlIjpudWxsfSwiQXV0b1NpemUiOjAsIkZvcmVncm91bmQiOnsiJGlkIjoiMTMzNSIsIkNvbG9yIjp7IiRpZCI6IjEzMzY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EzMzciLCJUb3AiOjAuMCwiTGVmdCI6MC4wLCJSaWdodCI6MC4wLCJCb3R0b20iOjAuMH0sIlBhZGRpbmciOnsiJGlkIjoiMTMzOCIsIlRvcCI6MC4wLCJMZWZ0IjowLjAsIlJpZ2h0IjowLjAsIkJvdHRvbSI6MC4wfSwiQmFja2dyb3VuZCI6eyIkaWQiOiIxMzM5IiwiQ29sb3IiOnsiJGlkIjoiMTM0MCIsIkEiOjI1NSwiUiI6NjgsIkciOjg0LCJCIjoxMDZ9fSwiSXNWaXNpYmxlIjp0cnVlLCJXaWR0aCI6MC4wLCJIZWlnaHQiOjAuMCwiQm9yZGVyU3R5bGUiOnsiJGlkIjoiMTM0MSIsIkxpbmVDb2xvciI6bnVsbCwiTGluZVdlaWdodCI6MC4wLCJMaW5lVHlwZSI6MCwiUGFyZW50U3R5bGUiOm51bGx9LCJQYXJlbnRTdHlsZSI6bnVsbH0sIkRhdGVGb3JtYXQiOnsiJGlkIjoiMTM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QzIiwiRm9ybWF0IjowLCJJc1Zpc2libGUiOmZhbHNlLCJMYXN0S25vd25WaXNpYmlsaXR5U3RhdGUiOmZhbHNlfSwiSXNWaXNpYmxlIjp0cnVlLCJWYXJpYW5jZVN0eWxlIjp7IiRpZCI6IjEzNDQiLCJUZXh0U3R5bGUiOnsiJGlkIjoiMTM0NSIsIkZvbnRTZXR0aW5ncyI6eyIkaWQiOiIxMzQ2IiwiRm9udFNpemUiOjEwLCJGb250TmFtZSI6IkNhbGlicmkiLCJJc0JvbGQiOmZhbHNlLCJJc0l0YWxpYyI6ZmFsc2UsIklzVW5kZXJsaW5lZCI6ZmFsc2UsIlBhcmVudFN0eWxlIjpudWxsfSwiQXV0b1NpemUiOjAsIkZvcmVncm91bmQiOnsiJGlkIjoiMTM0NyIsIkNvbG9yIjp7IiRpZCI6IjEzN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0OSIsIlRvcCI6MC4wLCJMZWZ0IjowLjAsIlJpZ2h0IjowLjAsIkJvdHRvbSI6MC4wfSwiUGFkZGluZyI6eyIkaWQiOiIxMzUwIiwiVG9wIjowLjAsIkxlZnQiOjAuMCwiUmlnaHQiOjAuMCwiQm90dG9tIjowLjB9LCJCYWNrZ3JvdW5kIjp7IiRpZCI6IjEzNTEiLCJDb2xvciI6eyIkaWQiOiIxMzUyIiwiQSI6MjU1LCJSIjowLCJHIjowLCJCIjowfX0sIklzVmlzaWJsZSI6dHJ1ZSwiV2lkdGgiOjAuMCwiSGVpZ2h0IjowLjAsIkJvcmRlclN0eWxlIjp7IiRpZCI6IjEzNTMiLCJMaW5lQ29sb3IiOm51bGwsIkxpbmVXZWlnaHQiOjAuMCwiTGluZVR5cGUiOjAsIlBhcmVudFN0eWxlIjpudWxsfSwiUGFyZW50U3R5bGUiOm51bGx9LCJQYXJlbnRTdHlsZSI6bnVsbH0sIlBhcmVudFN0eWxlIjpudWxsLCJfZXhwbGljaXRseVNldCI6eyIkaWQiOiIxMzU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M1NSIsIlNoYXBlIjoxLCJDb25uZWN0b3JNYXJnaW4iOnsiJGlkIjoiMTM1NiIsIlRvcCI6MC4wLCJMZWZ0IjoyLjAsIlJpZ2h0IjoyLjAsIkJvdHRvbSI6MC4wfSwiQ29ubmVjdG9yU3R5bGUiOnsiJGlkIjoiMTM1NyIsIkxpbmVDb2xvciI6eyIkaWQiOiIxMzU4IiwiJHR5cGUiOiJOTFJFLkNvbW1vbi5Eb20uU29saWRDb2xvckJydXNoLCBOTFJFLkNvbW1vbiIsIkNvbG9yIjp7IiRpZCI6IjEzNTkiLCJBIjoxMjcsIlIiOjU3LCJHIjo1NywiQiI6NTd9fSwiTGluZVdlaWdodCI6MS4wLCJMaW5lVHlwZSI6MCwiUGFyZW50U3R5bGUiOm51bGx9LCJJc0JlbG93VGltZWJhbmQiOmZhbHNlLCJQb3NpdGlvbk9uVGFzayI6MSwiSGlkZURhdGUiOmZhbHNlLCJTaGFwZVNpemUiOjAsIlNwYWNpbmciOjAuMCwiUGFkZGluZyI6eyIkaWQiOiIxMzYwIiwiVG9wIjo1LjAsIkxlZnQiOjMuMCwiUmlnaHQiOjAuMCwiQm90dG9tIjoyLjB9LCJTaGFwZVN0eWxlIjp7IiRpZCI6IjEzNjEiLCJNYXJnaW4iOnsiJGlkIjoiMTM2MiIsIlRvcCI6MC4wLCJMZWZ0IjowLjAsIlJpZ2h0IjowLjAsIkJvdHRvbSI6MC4wfSwiUGFkZGluZyI6eyIkaWQiOiIxMzYzIiwiVG9wIjowLjAsIkxlZnQiOjAuMCwiUmlnaHQiOjAuMCwiQm90dG9tIjowLjB9LCJCYWNrZ3JvdW5kIjp7IiRpZCI6IjEzNjQiLCJDb2xvciI6eyIkaWQiOiIxMzY1IiwiQSI6MjU1LCJSIjo1NywiRyI6NTcsIkIiOjU3fX0sIklzVmlzaWJsZSI6dHJ1ZSwiV2lkdGgiOjEyLjAsIkhlaWdodCI6MTQuMCwiQm9yZGVyU3R5bGUiOnsiJGlkIjoiMTM2NiIsIkxpbmVDb2xvciI6eyIkaWQiOiIxMzY3IiwiJHR5cGUiOiJOTFJFLkNvbW1vbi5Eb20uU29saWRDb2xvckJydXNoLCBOTFJFLkNvbW1vbiIsIkNvbG9yIjp7IiRpZCI6IjEzNjgiLCJBIjoyNTUsIlIiOjI1NSwiRyI6MCwiQiI6MH19LCJMaW5lV2VpZ2h0IjowLjAsIkxpbmVUeXBlIjowLCJQYXJlbnRTdHlsZSI6bnVsbH0sIlBhcmVudFN0eWxlIjpudWxsfSwiVGl0bGVTdHlsZSI6eyIkaWQiOiIxMzY5IiwiRm9udFNldHRpbmdzIjp7IiRpZCI6IjEzNzAiLCJGb250U2l6ZSI6MTEsIkZvbnROYW1lIjoiQ2FsaWJyaSIsIklzQm9sZCI6ZmFsc2UsIklzSXRhbGljIjpmYWxzZSwiSXNVbmRlcmxpbmVkIjpmYWxzZSwiUGFyZW50U3R5bGUiOm51bGx9LCJBdXRvU2l6ZSI6MCwiRm9yZWdyb3VuZCI6eyIkaWQiOiIxMzcxIiwiQ29sb3IiOnsiJGlkIjoiMTM3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zczIiwiVG9wIjowLjAsIkxlZnQiOjAuMCwiUmlnaHQiOjAuMCwiQm90dG9tIjowLjB9LCJQYWRkaW5nIjp7IiRpZCI6IjEzNzQiLCJUb3AiOjAuMCwiTGVmdCI6MC4wLCJSaWdodCI6MC4wLCJCb3R0b20iOjAuMH0sIkJhY2tncm91bmQiOnsiJGlkIjoiMTM3NSIsIkNvbG9yIjp7IiRpZCI6IjEzNzYiLCJBIjoyNTUsIlIiOjAsIkciOjAsIkIiOjB9fSwiSXNWaXNpYmxlIjp0cnVlLCJXaWR0aCI6MC4wLCJIZWlnaHQiOjAuMCwiQm9yZGVyU3R5bGUiOnsiJGlkIjoiMTM3NyIsIkxpbmVDb2xvciI6bnVsbCwiTGluZVdlaWdodCI6MC4wLCJMaW5lVHlwZSI6MCwiUGFyZW50U3R5bGUiOm51bGx9LCJQYXJlbnRTdHlsZSI6bnVsbH0sIkRhdGVTdHlsZSI6eyIkaWQiOiIxMzc4IiwiRm9udFNldHRpbmdzIjp7IiRpZCI6IjEzNzkiLCJGb250U2l6ZSI6MTAsIkZvbnROYW1lIjoiQ2FsaWJyaSIsIklzQm9sZCI6ZmFsc2UsIklzSXRhbGljIjpmYWxzZSwiSXNVbmRlcmxpbmVkIjpmYWxzZSwiUGFyZW50U3R5bGUiOm51bGx9LCJBdXRvU2l6ZSI6MCwiRm9yZWdyb3VuZCI6eyIkaWQiOiIxMzgwIiwiQ29sb3IiOnsiJGlkIjoiMTM4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M4MiIsIlRvcCI6MC4wLCJMZWZ0IjowLjAsIlJpZ2h0IjowLjAsIkJvdHRvbSI6MC4wfSwiUGFkZGluZyI6eyIkaWQiOiIxMzgzIiwiVG9wIjowLjAsIkxlZnQiOjAuMCwiUmlnaHQiOjAuMCwiQm90dG9tIjowLjB9LCJCYWNrZ3JvdW5kIjp7IiRpZCI6IjEzODQiLCJDb2xvciI6eyIkaWQiOiIxMzg1IiwiQSI6MjU1LCJSIjo2OCwiRyI6ODQsIkIiOjEwNn19LCJJc1Zpc2libGUiOnRydWUsIldpZHRoIjowLjAsIkhlaWdodCI6MC4wLCJCb3JkZXJTdHlsZSI6eyIkaWQiOiIxMzg2IiwiTGluZUNvbG9yIjpudWxsLCJMaW5lV2VpZ2h0IjowLjAsIkxpbmVUeXBlIjowLCJQYXJlbnRTdHlsZSI6bnVsbH0sIlBhcmVudFN0eWxlIjpudWxsfSwiRGF0ZUZvcm1hdCI6eyIkaWQiOiIxMzg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g4IiwiRm9ybWF0IjowLCJJc1Zpc2libGUiOmZhbHNlLCJMYXN0S25vd25WaXNpYmlsaXR5U3RhdGUiOmZhbHNlfSwiSXNWaXNpYmxlIjpmYWxzZSwiVmFyaWFuY2VTdHlsZSI6eyIkaWQiOiIxMzg5IiwiVGV4dFN0eWxlIjp7IiRpZCI6IjEzOTAiLCJGb250U2V0dGluZ3MiOnsiJGlkIjoiMTM5MSIsIkZvbnRTaXplIjoxMCwiRm9udE5hbWUiOiJDYWxpYnJpIiwiSXNCb2xkIjpmYWxzZSwiSXNJdGFsaWMiOmZhbHNlLCJJc1VuZGVybGluZWQiOmZhbHNlLCJQYXJlbnRTdHlsZSI6bnVsbH0sIkF1dG9TaXplIjowLCJGb3JlZ3JvdW5kIjp7IiRpZCI6IjEzOTIiLCJDb2xvciI6eyIkaWQiOiIxMzk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OTQiLCJUb3AiOjAuMCwiTGVmdCI6MC4wLCJSaWdodCI6MC4wLCJCb3R0b20iOjAuMH0sIlBhZGRpbmciOnsiJGlkIjoiMTM5NSIsIlRvcCI6MC4wLCJMZWZ0IjowLjAsIlJpZ2h0IjowLjAsIkJvdHRvbSI6MC4wfSwiQmFja2dyb3VuZCI6eyIkaWQiOiIxMzk2IiwiQ29sb3IiOnsiJGlkIjoiMTM5NyIsIkEiOjI1NSwiUiI6MCwiRyI6MCwiQiI6MH19LCJJc1Zpc2libGUiOnRydWUsIldpZHRoIjowLjAsIkhlaWdodCI6MC4wLCJCb3JkZXJTdHlsZSI6eyIkaWQiOiIxMzk4IiwiTGluZUNvbG9yIjpudWxsLCJMaW5lV2VpZ2h0IjowLjAsIkxpbmVUeXBlIjowLCJQYXJlbnRTdHlsZSI6bnVsbH0sIlBhcmVudFN0eWxlIjpudWxsfSwiUGFyZW50U3R5bGUiOm51bGx9LCJQYXJlbnRTdHlsZSI6bnVsbH0sIkRlZmF1bHRTd2ltbGFuZU1pbGVzdG9uZVN0eWxlIjp7IiRpZCI6IjEzOTkiLCJUaXRsZVBvc2l0aW9uIjoiTGVmdCIsIkRhdGVQb3NpdGlvbiI6IlJpZ2h0IiwiVmFyaWFuY2VQb3NpdGlvbiI6IlJpZ2h0IiwiU2hhcGVUeXBlIjoxLCJTaGFwZVNpemUiOjAsIlNwYWNpbmciOjUsIlNoYXBlU3R5bGUiOnsiJGlkIjoiMTQwMCIsIk1hcmdpbiI6eyIkaWQiOiIxNDAxIiwiVG9wIjowLjAsIkxlZnQiOjAuMCwiUmlnaHQiOjAuMCwiQm90dG9tIjowLjB9LCJQYWRkaW5nIjp7IiRpZCI6IjE0MDIiLCJUb3AiOjAuMCwiTGVmdCI6MC4wLCJSaWdodCI6MC4wLCJCb3R0b20iOjAuMH0sIkJhY2tncm91bmQiOnsiJGlkIjoiMTQwMyIsIkNvbG9yIjp7IiRpZCI6IjE0MDQiLCJBIjoyNTUsIlIiOjE2NSwiRyI6MTY1LCJCIjoxNjV9fSwiSXNWaXNpYmxlIjp0cnVlLCJXaWR0aCI6MTIuMCwiSGVpZ2h0IjoxNC4wLCJCb3JkZXJTdHlsZSI6eyIkaWQiOiIxNDA1IiwiTGluZUNvbG9yIjp7IiRpZCI6IjE0MDYiLCIkdHlwZSI6Ik5MUkUuQ29tbW9uLkRvbS5Tb2xpZENvbG9yQnJ1c2gsIE5MUkUuQ29tbW9uIiwiQ29sb3IiOnsiJGlkIjoiMTQwNyIsIkEiOjI1NSwiUiI6MjM0LCJHIjoyMiwiQiI6MzB9fSwiTGluZVdlaWdodCI6MC4wLCJMaW5lVHlwZSI6MCwiUGFyZW50U3R5bGUiOm51bGx9LCJQYXJlbnRTdHlsZSI6bnVsbH0sIlRpdGxlU3R5bGUiOnsiJGlkIjoiMTQwOCIsIkZvbnRTZXR0aW5ncyI6eyIkaWQiOiIxNDA5IiwiRm9udFNpemUiOjExLCJGb250TmFtZSI6IkNhbGlicmkiLCJJc0JvbGQiOmZhbHNlLCJJc0l0YWxpYyI6ZmFsc2UsIklzVW5kZXJsaW5lZCI6ZmFsc2UsIlBhcmVudFN0eWxlIjpudWxsfSwiQXV0b1NpemUiOjAsIkZvcmVncm91bmQiOnsiJGlkIjoiMTQxMCIsIkNvbG9yIjp7IiRpZCI6IjE0MT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xMiIsIlRvcCI6MC4wLCJMZWZ0IjowLjAsIlJpZ2h0IjowLjAsIkJvdHRvbSI6MC4wfSwiUGFkZGluZyI6eyIkaWQiOiIxNDEzIiwiVG9wIjowLjAsIkxlZnQiOjAuMCwiUmlnaHQiOjAuMCwiQm90dG9tIjowLjB9LCJCYWNrZ3JvdW5kIjp7IiRpZCI6IjE0MTQiLCJDb2xvciI6eyIkaWQiOiIxNDE1IiwiQSI6MjU1LCJSIjowLCJHIjowLCJCIjowfX0sIklzVmlzaWJsZSI6dHJ1ZSwiV2lkdGgiOjAuMCwiSGVpZ2h0IjowLjAsIkJvcmRlclN0eWxlIjp7IiRpZCI6IjE0MTYiLCJMaW5lQ29sb3IiOm51bGwsIkxpbmVXZWlnaHQiOjAuMCwiTGluZVR5cGUiOjAsIlBhcmVudFN0eWxlIjpudWxsfSwiUGFyZW50U3R5bGUiOm51bGx9LCJEYXRlU3R5bGUiOnsiJGlkIjoiMTQxNyIsIkZvbnRTZXR0aW5ncyI6eyIkaWQiOiIxNDE4IiwiRm9udFNpemUiOjEwLCJGb250TmFtZSI6IkNhbGlicmkiLCJJc0JvbGQiOmZhbHNlLCJJc0l0YWxpYyI6ZmFsc2UsIklzVW5kZXJsaW5lZCI6ZmFsc2UsIlBhcmVudFN0eWxlIjpudWxsfSwiQXV0b1NpemUiOjAsIkZvcmVncm91bmQiOnsiJGlkIjoiMTQxOSIsIkNvbG9yIjp7IiRpZCI6IjE0M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0MjEiLCJUb3AiOjAuMCwiTGVmdCI6MC4wLCJSaWdodCI6MC4wLCJCb3R0b20iOjAuMH0sIlBhZGRpbmciOnsiJGlkIjoiMTQyMiIsIlRvcCI6MC4wLCJMZWZ0IjowLjAsIlJpZ2h0IjowLjAsIkJvdHRvbSI6MC4wfSwiQmFja2dyb3VuZCI6eyIkaWQiOiIxNDIzIiwiQ29sb3IiOnsiJGlkIjoiMTQyNCIsIkEiOjI1NSwiUiI6NjgsIkciOjg0LCJCIjoxMDZ9fSwiSXNWaXNpYmxlIjp0cnVlLCJXaWR0aCI6MC4wLCJIZWlnaHQiOjAuMCwiQm9yZGVyU3R5bGUiOnsiJGlkIjoiMTQyNSIsIkxpbmVDb2xvciI6bnVsbCwiTGluZVdlaWdodCI6MC4wLCJMaW5lVHlwZSI6MCwiUGFyZW50U3R5bGUiOm51bGx9LCJQYXJlbnRTdHlsZSI6bnVsbH0sIkRhdGVGb3JtYXQiOnsiJGlkIjoiMTQyNi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I3IiwiRm9ybWF0IjowLCJJc1Zpc2libGUiOmZhbHNlLCJMYXN0S25vd25WaXNpYmlsaXR5U3RhdGUiOmZhbHNlfSwiSXNWaXNpYmxlIjp0cnVlLCJWYXJpYW5jZVN0eWxlIjp7IiRpZCI6IjE0MjgiLCJUZXh0U3R5bGUiOnsiJGlkIjoiMTQyOSIsIkZvbnRTZXR0aW5ncyI6eyIkaWQiOiIxNDMwIiwiRm9udFNpemUiOjEwLCJGb250TmFtZSI6IkNhbGlicmkiLCJJc0JvbGQiOmZhbHNlLCJJc0l0YWxpYyI6ZmFsc2UsIklzVW5kZXJsaW5lZCI6ZmFsc2UsIlBhcmVudFN0eWxlIjpudWxsfSwiQXV0b1NpemUiOjAsIkZvcmVncm91bmQiOnsiJGlkIjoiMTQzMSIsIkNvbG9yIjp7IiRpZCI6IjE0M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zMyIsIlRvcCI6MC4wLCJMZWZ0IjowLjAsIlJpZ2h0IjowLjAsIkJvdHRvbSI6MC4wfSwiUGFkZGluZyI6eyIkaWQiOiIxNDM0IiwiVG9wIjowLjAsIkxlZnQiOjAuMCwiUmlnaHQiOjAuMCwiQm90dG9tIjowLjB9LCJCYWNrZ3JvdW5kIjp7IiRpZCI6IjE0MzUiLCJDb2xvciI6eyIkaWQiOiIxNDM2IiwiQSI6MjU1LCJSIjowLCJHIjowLCJCIjowfX0sIklzVmlzaWJsZSI6dHJ1ZSwiV2lkdGgiOjAuMCwiSGVpZ2h0IjowLjAsIkJvcmRlclN0eWxlIjp7IiRpZCI6IjE0MzciLCJMaW5lQ29sb3IiOm51bGwsIkxpbmVXZWlnaHQiOjAuMCwiTGluZVR5cGUiOjAsIlBhcmVudFN0eWxlIjpudWxsfSwiUGFyZW50U3R5bGUiOm51bGx9LCJQYXJlbnRTdHlsZSI6bnVsbH0sIlBhcmVudFN0eWxlIjpudWxsfSwiRGVmYXVsdFN3aW1sYW5lQWN0aXZpdHlTdHlsZSI6eyIkaWQiOiIxNDM4IiwiSGVhZGVyU3R5bGUiOnsiJGlkIjoiMTQzOSIsIlRleHRTdHlsZSI6eyIkaWQiOiIxNDQwIiwiRm9udFNldHRpbmdzIjp7IiRpZCI6IjE0NDEiLCJGb250U2l6ZSI6MTEsIkZvbnROYW1lIjoiQ2FsaWJyaSIsIklzQm9sZCI6ZmFsc2UsIklzSXRhbGljIjpmYWxzZSwiSXNVbmRlcmxpbmVkIjpmYWxzZSwiUGFyZW50U3R5bGUiOm51bGx9LCJBdXRvU2l6ZSI6MiwiRm9yZWdyb3VuZCI6eyIkaWQiOiIxNDQyIiwiQ29sb3IiOnsiJGlkIjoiMTQ0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0NDQiLCJUb3AiOjAuMCwiTGVmdCI6MC4wLCJSaWdodCI6MC4wLCJCb3R0b20iOjAuMH0sIlBhZGRpbmciOnsiJGlkIjoiMTQ0NSIsIlRvcCI6MC4wLCJMZWZ0IjowLjAsIlJpZ2h0IjowLjAsIkJvdHRvbSI6MC4wfSwiQmFja2dyb3VuZCI6eyIkaWQiOiIxNDQ2IiwiQ29sb3IiOnsiJGlkIjoiMTQ0NyIsIkEiOjI1NSwiUiI6NjQsIkciOjY0LCJCIjo2NH19LCJJc1Zpc2libGUiOnRydWUsIldpZHRoIjowLjAsIkhlaWdodCI6MC4wLCJCb3JkZXJTdHlsZSI6bnVsbCwiUGFyZW50U3R5bGUiOm51bGx9LCJSZWN0YW5nbGVTdHlsZSI6eyIkaWQiOiIxNDQ4IiwiTWFyZ2luIjp7IiRpZCI6IjE0NDkiLCJUb3AiOjAuMCwiTGVmdCI6MC4wLCJSaWdodCI6MC4wLCJCb3R0b20iOjAuMH0sIlBhZGRpbmciOnsiJGlkIjoiMTQ1MCIsIlRvcCI6MC4wLCJMZWZ0IjowLjAsIlJpZ2h0IjowLjAsIkJvdHRvbSI6MC4wfSwiQmFja2dyb3VuZCI6eyIkaWQiOiIxNDUxIiwiQ29sb3IiOnsiJGlkIjoiMTQ1MiIsIkEiOjEyNywiUiI6MTY1LCJHIjoxNjUsIkIiOjE2NX19LCJJc1Zpc2libGUiOnRydWUsIldpZHRoIjowLjAsIkhlaWdodCI6MC4wLCJCb3JkZXJTdHlsZSI6eyIkaWQiOiIxNDUzIiwiTGluZUNvbG9yIjp7IiRpZCI6IjE0NTQiLCIkdHlwZSI6Ik5MUkUuQ29tbW9uLkRvbS5Tb2xpZENvbG9yQnJ1c2gsIE5MUkUuQ29tbW9uIiwiQ29sb3IiOnsiJGlkIjoiMTQ1NSIsIkEiOjI1NSwiUiI6MjU1LCJHIjowLCJCIjowfX0sIkxpbmVXZWlnaHQiOjAuMCwiTGluZVR5cGUiOjAsIlBhcmVudFN0eWxlIjpudWxsfSwiUGFyZW50U3R5bGUiOm51bGx9LCJNYXJnaW4iOnsiJGlkIjoiMTQ1NiIsIlRvcCI6MC4wLCJMZWZ0IjowLjAsIlJpZ2h0IjowLjAsIkJvdHRvbSI6MC4wfSwiUGFkZGluZyI6eyIkaWQiOiIxNDU3IiwiVG9wIjowLjAsIkxlZnQiOjAuMCwiUmlnaHQiOjAuMCwiQm90dG9tIjowLjB9LCJCYWNrZ3JvdW5kIjpudWxsLCJJc1Zpc2libGUiOnRydWUsIldpZHRoIjowLjAsIkhlaWdodCI6MC4wLCJCb3JkZXJTdHlsZSI6bnVsbCwiUGFyZW50U3R5bGUiOm51bGx9LCJCYWNrZ3JvdW5kU3R5bGUiOnsiJGlkIjoiMTQ1OCIsIk1hcmdpbiI6eyIkaWQiOiIxNDU5IiwiVG9wIjowLjAsIkxlZnQiOjAuMCwiUmlnaHQiOjAuMCwiQm90dG9tIjowLjB9LCJQYWRkaW5nIjp7IiRpZCI6IjE0NjAiLCJUb3AiOjAuMCwiTGVmdCI6MC4wLCJSaWdodCI6MC4wLCJCb3R0b20iOjAuMH0sIkJhY2tncm91bmQiOnsiJGlkIjoiMTQ2MSIsIkNvbG9yIjp7IiRpZCI6IjE0NjIiLCJBIjo1MSwiUiI6MjAwLCJHIjoyMDAsIkIiOjIwMH19LCJJc1Zpc2libGUiOnRydWUsIldpZHRoIjowLjAsIkhlaWdodCI6MC4wLCJCb3JkZXJTdHlsZSI6eyIkaWQiOiIxNDYzIiwiTGluZUNvbG9yIjp7IiRpZCI6IjE0NjQiLCIkdHlwZSI6Ik5MUkUuQ29tbW9uLkRvbS5Tb2xpZENvbG9yQnJ1c2gsIE5MUkUuQ29tbW9uIiwiQ29sb3IiOnsiJGlkIjoiMTQ2NSIsIkEiOjI1NSwiUiI6MjM0LCJHIjoyMiwiQiI6MzB9fSwiTGluZVdlaWdodCI6MC4wLCJMaW5lVHlwZSI6MCwiUGFyZW50U3R5bGUiOm51bGx9LCJQYXJlbnRTdHlsZSI6bnVsbH0sIk1hcmdpbiI6eyIkaWQiOiIxNDY2IiwiVG9wIjowLjAsIkxlZnQiOjAuMCwiUmlnaHQiOjAuMCwiQm90dG9tIjowLjB9LCJQYWRkaW5nIjp7IiRpZCI6IjE0NjciLCJUb3AiOjAuMCwiTGVmdCI6MC4wLCJSaWdodCI6MC4wLCJCb3R0b20iOjAuMH0sIklzVmlzaWJsZSI6dHJ1ZSwiV2lkdGgiOjAuMCwiSGVpZ2h0IjowLjAsIkJvcmRlclN0eWxlIjp7IiRpZCI6IjE0NjgiLCJMaW5lQ29sb3IiOm51bGwsIkxpbmVXZWlnaHQiOjAuMCwiTGluZVR5cGUiOjAsIlBhcmVudFN0eWxlIjpudWxsfSwiUGFyZW50U3R5bGUiOm51bGx9LCJNYXJnaW4iOnsiJGlkIjoiMTQ2OSIsIlRvcCI6MC4wLCJMZWZ0IjowLjAsIlJpZ2h0IjowLjAsIkJvdHRvbSI6MC4wfSwiUGFkZGluZyI6eyIkaWQiOiIxNDcwIiwiVG9wIjowLjAsIkxlZnQiOjAuMCwiUmlnaHQiOjAuMCwiQm90dG9tIjowLjB9LCJJc1Zpc2libGUiOmZhbHNlLCJXaWR0aCI6MC4wLCJIZWlnaHQiOjAuMCwiQm9yZGVyU3R5bGUiOnsiJGlkIjoiMTQ3MSIsIkxpbmVDb2xvciI6bnVsbCwiTGluZVdlaWdodCI6MC4wLCJMaW5lVHlwZSI6MCwiUGFyZW50U3R5bGUiOm51bGx9LCJQYXJlbnRTdHlsZSI6bnVsbH19LHsiJGlkIjoiMTQ3MiIsIl9hY3Rpdml0aWVzIjpbeyIkaWQiOiIxNDczIiwiX3Jvd3MiOlt7IiRpZCI6IjE0NzQiLCJfdGFza3MiOlt7IiRpZCI6IjE0NzUiLCJfYXR0YWNoZWRNaWxlc3RvbmVzIjpbXSwiVGFza0RlZmluaXRpb24iOnsiJGlkIjoiMTQ3NiIsIkdyb3VwTmFtZSI6bnVsbCwiU3RhcnREYXRlIjoiMjAyNi0wNy0wMVQwMDowMDowMFoiLCJFbmREYXRlIjoiMjAyNi0wOS0zMFQyMzo1OTowMFoiLCJQZXJjZW50YWdlQ29tcGxldGUiOm51bGwsIlN0eWxlIjp7IiRpZCI6IjE0NzciLCJTaGFwZSI6MSwiU2hhcGVUaGlja25lc3MiOjAsIkR1cmF0aW9uRm9ybWF0IjowLCJJbmNsdWRlTm9uV29ya2luZ0RheXNJbkR1cmF0aW9uIjpmYWxzZSwiUGVyY2VudGFnZUNvbXBsZXRlU3R5bGUiOnsiJGlkIjoiMTQ3OCIsIkZvbnRTZXR0aW5ncyI6eyIkaWQiOiIxNDc5IiwiRm9udFNpemUiOjEwLCJGb250TmFtZSI6IkNhbGlicmkiLCJJc0JvbGQiOmZhbHNlLCJJc0l0YWxpYyI6ZmFsc2UsIklzVW5kZXJsaW5lZCI6ZmFsc2UsIlBhcmVudFN0eWxlIjpudWxsfSwiQXV0b1NpemUiOjAsIkZvcmVncm91bmQiOnsiJGlkIjoiMTQ4MCIsIkNvbG9yIjp7IiRpZCI6IjE0ODE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4MiIsIlRvcCI6MC4wLCJMZWZ0IjowLjAsIlJpZ2h0IjowLjAsIkJvdHRvbSI6MC4wfSwiUGFkZGluZyI6eyIkaWQiOiIxNDgzIiwiVG9wIjowLjAsIkxlZnQiOjAuMCwiUmlnaHQiOjAuMCwiQm90dG9tIjowLjB9LCJCYWNrZ3JvdW5kIjp7IiRpZCI6IjE0ODQiLCJDb2xvciI6eyIkaWQiOiIxNDg1IiwiQSI6ODksIlIiOjAsIkciOjAsIkIiOjB9fSwiSXNWaXNpYmxlIjp0cnVlLCJXaWR0aCI6MC4wLCJIZWlnaHQiOjAuMCwiQm9yZGVyU3R5bGUiOnsiJGlkIjoiMTQ4NiIsIkxpbmVDb2xvciI6bnVsbCwiTGluZVdlaWdodCI6MC4wLCJMaW5lVHlwZSI6MCwiUGFyZW50U3R5bGUiOm51bGx9LCJQYXJlbnRTdHlsZSI6bnVsbH0sIkR1cmF0aW9uU3R5bGUiOnsiJGlkIjoiMTQ4NyIsIkZvbnRTZXR0aW5ncyI6eyIkaWQiOiIxNDg4IiwiRm9udFNpemUiOjEwLCJGb250TmFtZSI6IkNhbGlicmkiLCJJc0JvbGQiOmZhbHNlLCJJc0l0YWxpYyI6ZmFsc2UsIklzVW5kZXJsaW5lZCI6ZmFsc2UsIlBhcmVudFN0eWxlIjpudWxsfSwiQXV0b1NpemUiOjAsIkZvcmVncm91bmQiOnsiJGlkIjoiMTQ4OSIsIkNvbG9yIjp7IiRpZCI6IjE0OT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0OTEiLCJUb3AiOjAuMCwiTGVmdCI6MC4wLCJSaWdodCI6MC4wLCJCb3R0b20iOjAuMH0sIlBhZGRpbmciOnsiJGlkIjoiMTQ5MiIsIlRvcCI6MC4wLCJMZWZ0IjowLjAsIlJpZ2h0IjowLjAsIkJvdHRvbSI6MC4wfSwiQmFja2dyb3VuZCI6eyIkaWQiOiIxNDkzIiwiQ29sb3IiOnsiJGlkIjoiMTQ5NCIsIkEiOjI1NSwiUiI6NjgsIkciOjg0LCJCIjoxMDZ9fSwiSXNWaXNpYmxlIjp0cnVlLCJXaWR0aCI6MC4wLCJIZWlnaHQiOjAuMCwiQm9yZGVyU3R5bGUiOnsiJGlkIjoiMTQ5NSIsIkxpbmVDb2xvciI6bnVsbCwiTGluZVdlaWdodCI6MC4wLCJMaW5lVHlwZSI6MCwiUGFyZW50U3R5bGUiOm51bGx9LCJQYXJlbnRTdHlsZSI6bnVsbH0sIkhvcml6b250YWxDb25uZWN0b3JTdHlsZSI6eyIkaWQiOiIxNDk2IiwiTGluZUNvbG9yIjp7IiRpZCI6IjE0OTciLCIkdHlwZSI6Ik5MUkUuQ29tbW9uLkRvbS5Tb2xpZENvbG9yQnJ1c2gsIE5MUkUuQ29tbW9uIiwiQ29sb3IiOnsiJGlkIjoiMTQ5OCIsIkEiOjI1NSwiUiI6MCwiRyI6MCwiQiI6MH19LCJMaW5lV2VpZ2h0IjowLjAsIkxpbmVUeXBlIjowLCJQYXJlbnRTdHlsZSI6bnVsbH0sIlZlcnRpY2FsQ29ubmVjdG9yU3R5bGUiOnsiJGlkIjoiMTQ5OSIsIkxpbmVDb2xvciI6eyIkaWQiOiIxNTAwIiwiJHR5cGUiOiJOTFJFLkNvbW1vbi5Eb20uU29saWRDb2xvckJydXNoLCBOTFJFLkNvbW1vbiIsIkNvbG9yIjp7IiRpZCI6IjE1M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1MDIiLCJTaGFwZVN0eWxlIjp7IiRpZCI6IjE1MDMiLCJNYXJnaW4iOnsiJGlkIjoiMTUwNCIsIlRvcCI6MC4wLCJMZWZ0IjowLjAsIlJpZ2h0IjowLjAsIkJvdHRvbSI6MC4wfSwiUGFkZGluZyI6eyIkaWQiOiIxNTA1IiwiVG9wIjowLjAsIkxlZnQiOjAuMCwiUmlnaHQiOjAuMCwiQm90dG9tIjowLjB9LCJCYWNrZ3JvdW5kIjp7IiRpZCI6IjE1MDYiLCJDb2xvciI6eyIkaWQiOiIxNTA3IiwiQSI6MTUzLCJSIjowLCJHIjowLCJCIjowfX0sIklzVmlzaWJsZSI6dHJ1ZSwiV2lkdGgiOjAuMCwiSGVpZ2h0IjowLjAsIkJvcmRlclN0eWxlIjpudWxsLCJQYXJlbnRTdHlsZSI6bnVsbH0sIk1hcmdpbiI6eyIkaWQiOiIxNTA4IiwiVG9wIjowLjAsIkxlZnQiOjAuMCwiUmlnaHQiOjAuMCwiQm90dG9tIjowLjB9LCJQYWRkaW5nIjp7IiRpZCI6IjE1MDkiLCJUb3AiOjAuMCwiTGVmdCI6MC4wLCJSaWdodCI6MC4wLCJCb3R0b20iOjAuMH0sIkJhY2tncm91bmQiOm51bGwsIklzVmlzaWJsZSI6dHJ1ZSwiV2lkdGgiOjAuMCwiSGVpZ2h0IjowLjAsIkJvcmRlclN0eWxlIjpudWxsLCJQYXJlbnRTdHlsZSI6bnVsbH0sIlNoYXBlU3R5bGUiOnsiJGlkIjoiMTUxMCIsIk1hcmdpbiI6eyIkaWQiOiIxNTExIiwiVG9wIjowLjAsIkxlZnQiOjQuMCwiUmlnaHQiOjQuMCwiQm90dG9tIjowLjB9LCJQYWRkaW5nIjp7IiRpZCI6IjE1MTIiLCJUb3AiOjAuMCwiTGVmdCI6MC4wLCJSaWdodCI6MC4wLCJCb3R0b20iOjAuMH0sIkJhY2tncm91bmQiOnsiJGlkIjoiMTUxMyIsIkNvbG9yIjp7IiRpZCI6IjE1MTQiLCJBIjoyNTUsIlIiOjY4LCJHIjoxMTQsIkIiOjE5Nn19LCJJc1Zpc2libGUiOnRydWUsIldpZHRoIjowLjAsIkhlaWdodCI6MTAuMCwiQm9yZGVyU3R5bGUiOnsiJGlkIjoiMTUxNSIsIkxpbmVDb2xvciI6eyIkaWQiOiIxNTE2IiwiJHR5cGUiOiJOTFJFLkNvbW1vbi5Eb20uU29saWRDb2xvckJydXNoLCBOTFJFLkNvbW1vbiIsIkNvbG9yIjp7IiRpZCI6IjE1MTciLCJBIjoyNTUsIlIiOjIzNCwiRyI6MjIsIkIiOjMwfX0sIkxpbmVXZWlnaHQiOjAuMCwiTGluZVR5cGUiOjAsIlBhcmVudFN0eWxlIjpudWxsfSwiUGFyZW50U3R5bGUiOm51bGx9LCJUaXRsZVN0eWxlIjp7IiRpZCI6IjE1MTgiLCJGb250U2V0dGluZ3MiOnsiJGlkIjoiMTUxOSIsIkZvbnRTaXplIjoxMSwiRm9udE5hbWUiOiJUaXRpbGxpdW0gV2ViIiwiSXNCb2xkIjpmYWxzZSwiSXNJdGFsaWMiOmZhbHNlLCJJc1VuZGVybGluZWQiOmZhbHNlLCJQYXJlbnRTdHlsZSI6bnVsbH0sIkF1dG9TaXplIjowLCJGb3JlZ3JvdW5kIjp7IiRpZCI6IjE1MjAiLCJDb2xvciI6eyIkaWQiOiIxNTIxIiwiQSI6MjU1LCJSIjoyNTUsIkciOjI1NSwiQiI6MjU1fX0sIk1heFdpZHRoIjo3MjAuMCwiTWF4SGVpZ2h0IjoiSW5maW5pdHkiLCJTbWFydEZvcmVncm91bmRJc0FjdGl2ZSI6ZmFsc2UsIkhvcml6b250YWxBbGlnbm1lbnQiOjAsIlZlcnRpY2FsQWxpZ25tZW50IjowLCJTbWFydEZvcmVncm91bmQiOm51bGwsIkJhY2tncm91bmRGaWxsVHlwZSI6MCwiTWFyZ2luIjp7IiRpZCI6IjE1MjIiLCJUb3AiOjAuMCwiTGVmdCI6MC4wLCJSaWdodCI6MC4wLCJCb3R0b20iOjAuMH0sIlBhZGRpbmciOnsiJGlkIjoiMTUyMyIsIlRvcCI6MC4wLCJMZWZ0IjowLjAsIlJpZ2h0IjowLjAsIkJvdHRvbSI6MC4wfSwiQmFja2dyb3VuZCI6eyIkaWQiOiIxNTI0IiwiQ29sb3IiOnsiJGlkIjoiMTUyNSIsIkEiOjAsIlIiOjI1NSwiRyI6MjU1LCJCIjoyNTV9fSwiSXNWaXNpYmxlIjp0cnVlLCJXaWR0aCI6MC4wLCJIZWlnaHQiOjAuMCwiQm9yZGVyU3R5bGUiOnsiJGlkIjoiMTUyNiIsIkxpbmVDb2xvciI6bnVsbCwiTGluZVdlaWdodCI6MC4wLCJMaW5lVHlwZSI6MCwiUGFyZW50U3R5bGUiOm51bGx9LCJQYXJlbnRTdHlsZSI6bnVsbH0sIkRhdGVTdHlsZSI6eyIkaWQiOiIxNTI3IiwiRm9udFNldHRpbmdzIjp7IiRpZCI6IjE1MjgiLCJGb250U2l6ZSI6MTAsIkZvbnROYW1lIjoiVGl0aWxsaXVtIFdlYiIsIklzQm9sZCI6ZmFsc2UsIklzSXRhbGljIjpmYWxzZSwiSXNVbmRlcmxpbmVkIjpmYWxzZSwiUGFyZW50U3R5bGUiOm51bGx9LCJBdXRvU2l6ZSI6MCwiRm9yZWdyb3VuZCI6eyIkaWQiOiIxNTI5IiwiQ29sb3IiOnsiJGlkIjoiMTUzMC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aWQiOiIxNTMxIiwiVG9wIjowLjAsIkxlZnQiOjAuMCwiUmlnaHQiOjAuMCwiQm90dG9tIjowLjB9LCJQYWRkaW5nIjp7IiRpZCI6IjE1MzIiLCJUb3AiOjAuMCwiTGVmdCI6MC4wLCJSaWdodCI6MC4wLCJCb3R0b20iOjAuMH0sIkJhY2tncm91bmQiOnsiJGlkIjoiMTUzMyIsIkNvbG9yIjp7IiRpZCI6IjE1MzQiLCJBIjowLCJSIjoyNTUsIkciOjI1NSwiQiI6MjU1fX0sIklzVmlzaWJsZSI6dHJ1ZSwiV2lkdGgiOjAuMCwiSGVpZ2h0IjowLjAsIkJvcmRlclN0eWxlIjp7IiRpZCI6IjE1MzUiLCJMaW5lQ29sb3IiOm51bGwsIkxpbmVXZWlnaHQiOjAuMCwiTGluZVR5cGUiOjAsIlBhcmVudFN0eWxlIjpudWxsfSwiUGFyZW50U3R5bGUiOm51bGx9LCJEYXRlRm9ybWF0Ijp7IiRpZCI6IjE1M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yIsIkZvcm1hdCI6MCwiSXNWaXNpYmxlIjpmYWxzZSwiTGFzdEtub3duVmlzaWJpbGl0eVN0YXRlIjpmYWxzZX0sIklzVmlzaWJsZSI6dHJ1ZSwiVmFyaWFuY2VTdHlsZSI6eyIkaWQiOiIxNTM4IiwiVGV4dFN0eWxlIjp7IiRpZCI6IjE1MzkiLCJGb250U2V0dGluZ3MiOnsiJGlkIjoiMTU0MCIsIkZvbnRTaXplIjoxMCwiRm9udE5hbWUiOiJDYWxpYnJpIiwiSXNCb2xkIjpmYWxzZSwiSXNJdGFsaWMiOmZhbHNlLCJJc1VuZGVybGluZWQiOmZhbHNlLCJQYXJlbnRTdHlsZSI6bnVsbH0sIkF1dG9TaXplIjowLCJGb3JlZ3JvdW5kIjp7IiRpZCI6IjE1NDEiLCJDb2xvciI6eyIkaWQiOiIxNTQ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1NDMiLCJUb3AiOjAuMCwiTGVmdCI6MC4wLCJSaWdodCI6MC4wLCJCb3R0b20iOjAuMH0sIlBhZGRpbmciOnsiJGlkIjoiMTU0NCIsIlRvcCI6MC4wLCJMZWZ0IjowLjAsIlJpZ2h0IjowLjAsIkJvdHRvbSI6MC4wfSwiQmFja2dyb3VuZCI6eyIkaWQiOiIxNTQ1IiwiQ29sb3IiOnsiJGlkIjoiMTU0NiIsIkEiOjI1NSwiUiI6MCwiRyI6MCwiQiI6MH19LCJJc1Zpc2libGUiOnRydWUsIldpZHRoIjowLjAsIkhlaWdodCI6MC4wLCJCb3JkZXJTdHlsZSI6bnVsbCwiUGFyZW50U3R5bGUiOm51bGx9LCJQYXJlbnRTdHlsZSI6bnVsbH0sIlBhcmVudFN0eWxlIjpudWxsfSwiSW5kZXgiOjExLCJTbWFydER1cmF0aW9uQWN0aXZhdGVkIjpmYWxzZSwiRGF0ZUZvcm1hdCI6eyIkcmVmIjoiMTUzNiJ9LCJXZWVrTnVtYmVyaW5nIjp7IiRpZCI6IjE1NDciLCJGb3JtYXQiOjAsIklzVmlzaWJsZSI6ZmFsc2UsIkxhc3RLbm93blZpc2liaWxpdHlTdGF0ZSI6ZmFsc2V9LCJCYXNlbGluZURhdGEiOnsiJGlkIjoiMTU0OCIsIlN0YXJ0RGF0ZSI6IjIwMjYtMDctMDFUMDA6MDA6MDAiLCJFbmREYXRlIjoiMjAyNi0wOS0zMFQyMzo1OTowMCJ9LCJJZCI6ImQyM2QyZDY4LWRjNmYtNDAwNC05NGYxLWE4YTAzMzNiZDM1MCIsIkltcG9ydElkIjpudWxsLCJUaXRsZSI6IlByaW1lcmFzIGZ1bmNpb25lcyBpbnRlZ3JhZGFzIChTcHJpbnQgNSAtIDEwKSIsIk5vdGUiOm51bGwsIkh5cGVybGluayI6eyIkaWQiOiIxNTQ5IiwiQWRkcmVzcyI6IiIsIlN1YkFkZHJlc3MiOiIifSwiSXNDaGFuZ2VkIjpmYWxzZSwiSXNOZXciOmZhbHNlfX1dLCJfbWlsZXN0b25lcyI6W10sIklkIjoiMDAwMDAwMDAtMDAwMC0wMDAwLTAwMDAtMDAwMDAwMDAwMDAwIiwiSXNTaW5nbGVJdGVtUm93Ijp0cnVlfV0sIkluZGV4IjoxMCwiSWQiOiJiNjkxZTllYy00ODhjLTQ4NmItOGQ1YS1jOTRmNTlmNzg1MDEiLCJIZWFkZXJUZXh0IjpudWxsLCJJc0RlZmF1bHQiOnRydWUsIlN0eWxlIjp7IiRpZCI6IjE1NTAiLCJIZWFkZXJTdHlsZSI6eyIkaWQiOiIxNTUxIiwiVGV4dFN0eWxlIjp7IiRpZCI6IjE1NTIiLCJGb250U2V0dGluZ3MiOnsiJGlkIjoiMTU1MyIsIkZvbnRTaXplIjoxMSwiRm9udE5hbWUiOiJDYWxpYnJpIiwiSXNCb2xkIjpmYWxzZSwiSXNJdGFsaWMiOmZhbHNlLCJJc1VuZGVybGluZWQiOmZhbHNlLCJQYXJlbnRTdHlsZSI6bnVsbH0sIkF1dG9TaXplIjowLCJGb3JlZ3JvdW5kIjp7IiRpZCI6IjE1NTQiLCJDb2xvciI6eyIkaWQiOiIxNTU1IiwiQSI6MjU1LCJSIjo2NCwiRyI6NjQsIkIiOjY0fX0sIk1heFdpZHRoIjowLjAsIk1heEhlaWdodCI6MC4wLCJTbWFydEZvcmVncm91bmRJc0FjdGl2ZSI6ZmFsc2UsIkhvcml6b250YWxBbGlnbm1lbnQiOjAsIlZlcnRpY2FsQWxpZ25tZW50IjowLCJTbWFydEZvcmVncm91bmQiOm51bGwsIkJhY2tncm91bmRGaWxsVHlwZSI6MCwiTWFyZ2luIjp7IiRpZCI6IjE1NTYiLCJUb3AiOjAuMCwiTGVmdCI6MC4wLCJSaWdodCI6MC4wLCJCb3R0b20iOjAuMH0sIlBhZGRpbmciOnsiJGlkIjoiMTU1NyIsIlRvcCI6MC4wLCJMZWZ0IjowLjAsIlJpZ2h0IjowLjAsIkJvdHRvbSI6MC4wfSwiQmFja2dyb3VuZCI6eyIkaWQiOiIxNTU4IiwiQ29sb3IiOnsiJGlkIjoiMTU1OSIsIkEiOjI1NSwiUiI6NjQsIkciOjY0LCJCIjo2NH19LCJJc1Zpc2libGUiOmZhbHNlLCJXaWR0aCI6MC4wLCJIZWlnaHQiOjAuMCwiQm9yZGVyU3R5bGUiOm51bGwsIlBhcmVudFN0eWxlIjpudWxsfSwiUmVjdGFuZ2xlU3R5bGUiOnsiJGlkIjoiMTU2MCIsIk1hcmdpbiI6eyIkaWQiOiIxNTYxIiwiVG9wIjowLjAsIkxlZnQiOjAuMCwiUmlnaHQiOjAuMCwiQm90dG9tIjowLjB9LCJQYWRkaW5nIjp7IiRpZCI6IjE1NjIiLCJUb3AiOjAuMCwiTGVmdCI6MC4wLCJSaWdodCI6MC4wLCJCb3R0b20iOjAuMH0sIkJhY2tncm91bmQiOnsiJGlkIjoiMTU2MyIsIkNvbG9yIjp7IiRpZCI6IjE1NjQiLCJBIjoxMjcsIlIiOjY4LCJHIjoxMTQsIkIiOjE5Nn19LCJJc1Zpc2libGUiOmZhbHNlLCJXaWR0aCI6MC4wLCJIZWlnaHQiOjAuMCwiQm9yZGVyU3R5bGUiOnsiJGlkIjoiMTU2NSIsIkxpbmVDb2xvciI6eyIkaWQiOiIxNTY2IiwiJHR5cGUiOiJOTFJFLkNvbW1vbi5Eb20uU29saWRDb2xvckJydXNoLCBOTFJFLkNvbW1vbiIsIkNvbG9yIjp7IiRpZCI6IjE1NjciLCJBIjoyNTUsIlIiOjI1NSwiRyI6MCwiQiI6MH19LCJMaW5lV2VpZ2h0IjowLjAsIkxpbmVUeXBlIjowLCJQYXJlbnRTdHlsZSI6bnVsbH0sIlBhcmVudFN0eWxlIjpudWxsfSwiTWFyZ2luIjp7IiRpZCI6IjE1NjgiLCJUb3AiOjAuMCwiTGVmdCI6MC4wLCJSaWdodCI6MC4wLCJCb3R0b20iOjAuMH0sIlBhZGRpbmciOnsiJGlkIjoiMTU2OSIsIlRvcCI6MC4wLCJMZWZ0IjowLjAsIlJpZ2h0IjowLjAsIkJvdHRvbSI6MC4wfSwiQmFja2dyb3VuZCI6bnVsbCwiSXNWaXNpYmxlIjp0cnVlLCJXaWR0aCI6MC4wLCJIZWlnaHQiOjAuMCwiQm9yZGVyU3R5bGUiOm51bGwsIlBhcmVudFN0eWxlIjpudWxsfSwiQmFja2dyb3VuZFN0eWxlIjp7IiRpZCI6IjE1NzAiLCJNYXJnaW4iOnsiJGlkIjoiMTU3MSIsIlRvcCI6MC4wLCJMZWZ0IjowLjAsIlJpZ2h0IjowLjAsIkJvdHRvbSI6MC4wfSwiUGFkZGluZyI6eyIkaWQiOiIxNTcyIiwiVG9wIjowLjAsIkxlZnQiOjAuMCwiUmlnaHQiOjAuMCwiQm90dG9tIjowLjB9LCJCYWNrZ3JvdW5kIjp7IiRpZCI6IjE1NzMiLCJDb2xvciI6eyIkaWQiOiIxNTc0IiwiQSI6NTEsIlIiOjIwMCwiRyI6MjAwLCJCIjoyMDB9fSwiSXNWaXNpYmxlIjp0cnVlLCJXaWR0aCI6MC4wLCJIZWlnaHQiOjAuMCwiQm9yZGVyU3R5bGUiOnsiJGlkIjoiMTU3NSIsIkxpbmVDb2xvciI6eyIkaWQiOiIxNTc2IiwiJHR5cGUiOiJOTFJFLkNvbW1vbi5Eb20uU29saWRDb2xvckJydXNoLCBOTFJFLkNvbW1vbiIsIkNvbG9yIjp7IiRpZCI6IjE1NzciLCJBIjoyNTUsIlIiOjIzNCwiRyI6MjIsIkIiOjMwfX0sIkxpbmVXZWlnaHQiOjAuMCwiTGluZVR5cGUiOjAsIlBhcmVudFN0eWxlIjpudWxsfSwiUGFyZW50U3R5bGUiOm51bGx9LCJNYXJnaW4iOnsiJGlkIjoiMTU3OCIsIlRvcCI6MC4wLCJMZWZ0IjowLjAsIlJpZ2h0IjowLjAsIkJvdHRvbSI6MC4wfSwiUGFkZGluZyI6eyIkaWQiOiIxNTc5IiwiVG9wIjowLjAsIkxlZnQiOjAuMCwiUmlnaHQiOjAuMCwiQm90dG9tIjowLjB9LCJJc1Zpc2libGUiOnRydWUsIldpZHRoIjowLjAsIkhlaWdodCI6MC4wLCJCb3JkZXJTdHlsZSI6eyIkaWQiOiIxNTgwIiwiTGluZUNvbG9yIjpudWxsLCJMaW5lV2VpZ2h0IjowLjAsIkxpbmVUeXBlIjowLCJQYXJlbnRTdHlsZSI6bnVsbH0sIlBhcmVudFN0eWxlIjpudWxsfX1dLCJJZCI6ImRlNTJjYjk0LWQwNmMtNDhmOS05NWRlLTEzZGZjN2Q5NzEwNSIsIkluZGV4IjoxMCwiSGVhZGVyVGV4dCI6IlByZS1BbHBoYVxyXG4iLCJTdHlsZSI6eyIkaWQiOiIxNTgxIiwiU3R5bGVJZCI6IjMzMmNmYjEzLWI0MDEtNGVjMy1iNjU1LTczOTY4ZDA0ZDc0OSIsIkhlYWRlclN0eWxlIjp7IiRpZCI6IjE1ODIiLCJUZXh0SXNWZXJ0aWNhbCI6ZmFsc2UsIlRleHRTdHlsZSI6eyIkaWQiOiIxNTgzIiwiRm9udFNldHRpbmdzIjp7IiRpZCI6IjE1ODQiLCJGb250U2l6ZSI6MTEsIkZvbnROYW1lIjoiQ2FsaWJyaSIsIklzQm9sZCI6ZmFsc2UsIklzSXRhbGljIjpmYWxzZSwiSXNVbmRlcmxpbmVkIjpmYWxzZSwiUGFyZW50U3R5bGUiOm51bGx9LCJBdXRvU2l6ZSI6MiwiRm9yZWdyb3VuZCI6eyIkaWQiOiIxNTg1IiwiQ29sb3IiOnsiJGlkIjoiMTU4N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1ODciLCJUb3AiOjAuMCwiTGVmdCI6MC4wLCJSaWdodCI6MC4wLCJCb3R0b20iOjAuMH0sIlBhZGRpbmciOnsiJGlkIjoiMTU4OCIsIlRvcCI6MC4wLCJMZWZ0IjowLjAsIlJpZ2h0IjowLjAsIkJvdHRvbSI6MC4wfSwiQmFja2dyb3VuZCI6eyIkaWQiOiIxNTg5IiwiQ29sb3IiOnsiJGlkIjoiMTU5MCIsIkEiOjI1NSwiUiI6MjU1LCJHIjoyNTUsIkIiOjI1NX19LCJJc1Zpc2libGUiOmZhbHNlLCJXaWR0aCI6MC4wLCJIZWlnaHQiOjAuMCwiQm9yZGVyU3R5bGUiOm51bGwsIlBhcmVudFN0eWxlIjpudWxsfSwiUmVjdGFuZ2xlU3R5bGUiOnsiJGlkIjoiMTU5MSIsIk1hcmdpbiI6eyIkaWQiOiIxNTkyIiwiVG9wIjowLjAsIkxlZnQiOjAuMCwiUmlnaHQiOjAuMCwiQm90dG9tIjowLjB9LCJQYWRkaW5nIjp7IiRpZCI6IjE1OTMiLCJUb3AiOjAuMCwiTGVmdCI6MC4wLCJSaWdodCI6MC4wLCJCb3R0b20iOjAuMH0sIkJhY2tncm91bmQiOnsiJGlkIjoiMTU5NCIsIkNvbG9yIjp7IiRpZCI6IjE1OTUiLCJBIjoyNTUsIlIiOjY4LCJHIjoxMTQsIkIiOjE5Nn19LCJJc1Zpc2libGUiOnRydWUsIldpZHRoIjowLjAsIkhlaWdodCI6MC4wLCJCb3JkZXJTdHlsZSI6eyIkaWQiOiIxNTk2IiwiTGluZUNvbG9yIjp7IiRpZCI6IjE1OTciLCIkdHlwZSI6Ik5MUkUuQ29tbW9uLkRvbS5Tb2xpZENvbG9yQnJ1c2gsIE5MUkUuQ29tbW9uIiwiQ29sb3IiOnsiJGlkIjoiMTU5OCIsIkEiOjI1NSwiUiI6MjU1LCJHIjoyNTUsIkIiOjI1NX19LCJMaW5lV2VpZ2h0IjowLjAsIkxpbmVUeXBlIjowLCJQYXJlbnRTdHlsZSI6bnVsbH0sIlBhcmVudFN0eWxlIjpudWxsfSwiTWFyZ2luIjp7IiRpZCI6IjE1OTkiLCJUb3AiOjAuMCwiTGVmdCI6MC4wLCJSaWdodCI6MC4wLCJCb3R0b20iOjAuMH0sIlBhZGRpbmciOnsiJGlkIjoiMTYwMCIsIlRvcCI6MC4wLCJMZWZ0IjowLjAsIlJpZ2h0IjowLjAsIkJvdHRvbSI6MC4wfSwiQmFja2dyb3VuZCI6bnVsbCwiSXNWaXNpYmxlIjp0cnVlLCJXaWR0aCI6MC4wLCJIZWlnaHQiOjAuMCwiQm9yZGVyU3R5bGUiOm51bGwsIlBhcmVudFN0eWxlIjpudWxsfSwiQmFja2dyb3VuZFN0eWxlIjp7IiRpZCI6IjE2MDEiLCJNYXJnaW4iOnsiJGlkIjoiMTYwMiIsIlRvcCI6MC4wLCJMZWZ0IjowLjAsIlJpZ2h0IjowLjAsIkJvdHRvbSI6MC4wfSwiUGFkZGluZyI6eyIkaWQiOiIxNjAzIiwiVG9wIjowLjAsIkxlZnQiOjAuMCwiUmlnaHQiOjAuMCwiQm90dG9tIjowLjB9LCJCYWNrZ3JvdW5kIjp7IiRpZCI6IjE2MDQiLCJDb2xvciI6eyIkaWQiOiIxNjA1IiwiQSI6NTEsIlIiOjIwMCwiRyI6MjAwLCJCIjoyMDB9fSwiSXNWaXNpYmxlIjp0cnVlLCJXaWR0aCI6MC4wLCJIZWlnaHQiOjAuMCwiQm9yZGVyU3R5bGUiOnsiJGlkIjoiMTYwNiIsIkxpbmVDb2xvciI6eyIkaWQiOiIxNjA3IiwiJHR5cGUiOiJOTFJFLkNvbW1vbi5Eb20uU29saWRDb2xvckJydXNoLCBOTFJFLkNvbW1vbiIsIkNvbG9yIjp7IiRpZCI6IjE2MDgiLCJBIjoyNTUsIlIiOjIzNCwiRyI6MjIsIkIiOjMwfX0sIkxpbmVXZWlnaHQiOjAuMCwiTGluZVR5cGUiOjAsIlBhcmVudFN0eWxlIjpudWxsfSwiUGFyZW50U3R5bGUiOm51bGx9LCJJc0Fib3ZlVGltZWJhbmQiOmZhbHNlLCJTcGFjaW5nIjoyLCJEZWZhdWx0U3dpbWxhbmVUYXNrU3R5bGUiOnsiJGlkIjoiMTYwOSIsIiR0eXBlIjoiTkxSRS5Db21tb24uRG9tLlN0eWxlcy5FeHBsaWNpdFNldGFibGVUYXNrU3R5bGUsIE5MUkUuQ29tbW9uIiwiU2hhcGUiOjEsIlNoYXBlVGhpY2tuZXNzIjowLCJEdXJhdGlvbkZvcm1hdCI6MCwiSW5jbHVkZU5vbldvcmtpbmdEYXlzSW5EdXJhdGlvbiI6ZmFsc2UsIlBlcmNlbnRhZ2VDb21wbGV0ZVN0eWxlIjp7IiRpZCI6IjE2MTAiLCJGb250U2V0dGluZ3MiOnsiJGlkIjoiMTYxMSIsIkZvbnRTaXplIjoxMCwiRm9udE5hbWUiOiJDYWxpYnJpIiwiSXNCb2xkIjpmYWxzZSwiSXNJdGFsaWMiOmZhbHNlLCJJc1VuZGVybGluZWQiOmZhbHNlLCJQYXJlbnRTdHlsZSI6bnVsbH0sIkF1dG9TaXplIjowLCJGb3JlZ3JvdW5kIjp7IiRpZCI6IjE2MTIiLCJDb2xvciI6eyIkaWQiOiIxNjE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2MTQiLCJUb3AiOjAuMCwiTGVmdCI6MC4wLCJSaWdodCI6MC4wLCJCb3R0b20iOjAuMH0sIlBhZGRpbmciOnsiJGlkIjoiMTYxNSIsIlRvcCI6MC4wLCJMZWZ0IjowLjAsIlJpZ2h0IjowLjAsIkJvdHRvbSI6MC4wfSwiQmFja2dyb3VuZCI6eyIkaWQiOiIxNjE2IiwiQ29sb3IiOnsiJGlkIjoiMTYxNyIsIkEiOjg5LCJSIjowLCJHIjowLCJCIjowfX0sIklzVmlzaWJsZSI6dHJ1ZSwiV2lkdGgiOjAuMCwiSGVpZ2h0IjowLjAsIkJvcmRlclN0eWxlIjp7IiRpZCI6IjE2MTgiLCJMaW5lQ29sb3IiOm51bGwsIkxpbmVXZWlnaHQiOjAuMCwiTGluZVR5cGUiOjAsIlBhcmVudFN0eWxlIjpudWxsfSwiUGFyZW50U3R5bGUiOm51bGx9LCJEdXJhdGlvblN0eWxlIjp7IiRpZCI6IjE2MTkiLCJGb250U2V0dGluZ3MiOnsiJGlkIjoiMTYyMCIsIkZvbnRTaXplIjoxMCwiRm9udE5hbWUiOiJDYWxpYnJpIiwiSXNCb2xkIjpmYWxzZSwiSXNJdGFsaWMiOmZhbHNlLCJJc1VuZGVybGluZWQiOmZhbHNlLCJQYXJlbnRTdHlsZSI6bnVsbH0sIkF1dG9TaXplIjowLCJGb3JlZ3JvdW5kIjp7IiRpZCI6IjE2MjEiLCJDb2xvciI6eyIkaWQiOiIxNjI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jIzIiwiVG9wIjowLjAsIkxlZnQiOjAuMCwiUmlnaHQiOjAuMCwiQm90dG9tIjowLjB9LCJQYWRkaW5nIjp7IiRpZCI6IjE2MjQiLCJUb3AiOjAuMCwiTGVmdCI6MC4wLCJSaWdodCI6MC4wLCJCb3R0b20iOjAuMH0sIkJhY2tncm91bmQiOnsiJGlkIjoiMTYyNSIsIkNvbG9yIjp7IiRpZCI6IjE2MjYiLCJBIjoyNTUsIlIiOjY4LCJHIjo4NCwiQiI6MTA2fX0sIklzVmlzaWJsZSI6dHJ1ZSwiV2lkdGgiOjAuMCwiSGVpZ2h0IjowLjAsIkJvcmRlclN0eWxlIjp7IiRpZCI6IjE2MjciLCJMaW5lQ29sb3IiOm51bGwsIkxpbmVXZWlnaHQiOjAuMCwiTGluZVR5cGUiOjAsIlBhcmVudFN0eWxlIjpudWxsfSwiUGFyZW50U3R5bGUiOm51bGx9LCJIb3Jpem9udGFsQ29ubmVjdG9yU3R5bGUiOnsiJGlkIjoiMTYyOCIsIkxpbmVDb2xvciI6eyIkaWQiOiIxNjI5IiwiJHR5cGUiOiJOTFJFLkNvbW1vbi5Eb20uU29saWRDb2xvckJydXNoLCBOTFJFLkNvbW1vbiIsIkNvbG9yIjp7IiRpZCI6IjE2MzAiLCJBIjoyNTUsIlIiOjAsIkciOjAsIkIiOjB9fSwiTGluZVdlaWdodCI6MC4wLCJMaW5lVHlwZSI6MCwiUGFyZW50U3R5bGUiOm51bGx9LCJWZXJ0aWNhbENvbm5lY3RvclN0eWxlIjp7IiRpZCI6IjE2MzEiLCJMaW5lQ29sb3IiOnsiJGlkIjoiMTYzMiIsIiR0eXBlIjoiTkxSRS5Db21tb24uRG9tLlNvbGlkQ29sb3JCcnVzaCwgTkxSRS5Db21tb24iLCJDb2xvciI6eyIkaWQiOiIxNjM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M0IiwiU2hhcGVTdHlsZSI6eyIkaWQiOiIxNjM1IiwiTWFyZ2luIjp7IiRpZCI6IjE2MzYiLCJUb3AiOjAuMCwiTGVmdCI6MC4wLCJSaWdodCI6MC4wLCJCb3R0b20iOjAuMH0sIlBhZGRpbmciOnsiJGlkIjoiMTYzNyIsIlRvcCI6MC4wLCJMZWZ0IjowLjAsIlJpZ2h0IjowLjAsIkJvdHRvbSI6MC4wfSwiQmFja2dyb3VuZCI6eyIkaWQiOiIxNjM4IiwiQ29sb3IiOnsiJGlkIjoiMTYzOSIsIkEiOjE1MywiUiI6MCwiRyI6MCwiQiI6MH19LCJJc1Zpc2libGUiOnRydWUsIldpZHRoIjowLjAsIkhlaWdodCI6MC4wLCJCb3JkZXJTdHlsZSI6eyIkaWQiOiIxNjQwIiwiTGluZUNvbG9yIjp7IiRpZCI6IjE2NDEiLCIkdHlwZSI6Ik5MUkUuQ29tbW9uLkRvbS5Tb2xpZENvbG9yQnJ1c2gsIE5MUkUuQ29tbW9uIiwiQ29sb3IiOnsiJGlkIjoiMTY0MiIsIkEiOjI1NSwiUiI6MjU1LCJHIjowLCJCIjowfX0sIkxpbmVXZWlnaHQiOjAuMCwiTGluZVR5cGUiOjAsIlBhcmVudFN0eWxlIjpudWxsfSwiUGFyZW50U3R5bGUiOm51bGx9LCJNYXJnaW4iOnsiJGlkIjoiMTY0MyIsIlRvcCI6MC4wLCJMZWZ0IjowLjAsIlJpZ2h0IjowLjAsIkJvdHRvbSI6MC4wfSwiUGFkZGluZyI6eyIkaWQiOiIxNjQ0IiwiVG9wIjowLjAsIkxlZnQiOjAuMCwiUmlnaHQiOjAuMCwiQm90dG9tIjowLjB9LCJCYWNrZ3JvdW5kIjpudWxsLCJJc1Zpc2libGUiOnRydWUsIldpZHRoIjowLjAsIkhlaWdodCI6MC4wLCJCb3JkZXJTdHlsZSI6bnVsbCwiUGFyZW50U3R5bGUiOm51bGx9LCJTaGFwZVN0eWxlIjp7IiRpZCI6IjE2NDUiLCJNYXJnaW4iOnsiJGlkIjoiMTY0NiIsIlRvcCI6MC4wLCJMZWZ0Ijo0LjAsIlJpZ2h0Ijo0LjAsIkJvdHRvbSI6MC4wfSwiUGFkZGluZyI6eyIkaWQiOiIxNjQ3IiwiVG9wIjowLjAsIkxlZnQiOjAuMCwiUmlnaHQiOjAuMCwiQm90dG9tIjowLjB9LCJCYWNrZ3JvdW5kIjp7IiRpZCI6IjE2NDgiLCJDb2xvciI6eyIkaWQiOiIxNjQ5IiwiQSI6MjU1LCJSIjo2OCwiRyI6MTE0LCJCIjoxOTZ9fSwiSXNWaXNpYmxlIjp0cnVlLCJXaWR0aCI6MC4wLCJIZWlnaHQiOjEwLjAsIkJvcmRlclN0eWxlIjp7IiRpZCI6IjE2NTAiLCJMaW5lQ29sb3IiOnsiJGlkIjoiMTY1MSIsIiR0eXBlIjoiTkxSRS5Db21tb24uRG9tLlNvbGlkQ29sb3JCcnVzaCwgTkxSRS5Db21tb24iLCJDb2xvciI6eyIkaWQiOiIxNjUyIiwiQSI6MjU1LCJSIjoyMzQsIkciOjIyLCJCIjozMH19LCJMaW5lV2VpZ2h0IjowLjAsIkxpbmVUeXBlIjowLCJQYXJlbnRTdHlsZSI6bnVsbH0sIlBhcmVudFN0eWxlIjpudWxsfSwiVGl0bGVTdHlsZSI6eyIkaWQiOiIxNjUzIiwiRm9udFNldHRpbmdzIjp7IiRpZCI6IjE2NTQiLCJGb250U2l6ZSI6MTEsIkZvbnROYW1lIjoiQ2FsaWJyaSIsIklzQm9sZCI6ZmFsc2UsIklzSXRhbGljIjpmYWxzZSwiSXNVbmRlcmxpbmVkIjpmYWxzZSwiUGFyZW50U3R5bGUiOm51bGx9LCJBdXRvU2l6ZSI6MCwiRm9yZWdyb3VuZCI6eyIkaWQiOiIxNjU1IiwiQ29sb3IiOnsiJGlkIjoiMTY1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jU3IiwiVG9wIjowLjAsIkxlZnQiOjAuMCwiUmlnaHQiOjAuMCwiQm90dG9tIjowLjB9LCJQYWRkaW5nIjp7IiRpZCI6IjE2NTgiLCJUb3AiOjAuMCwiTGVmdCI6MC4wLCJSaWdodCI6MC4wLCJCb3R0b20iOjAuMH0sIkJhY2tncm91bmQiOnsiJGlkIjoiMTY1OSIsIkNvbG9yIjp7IiRpZCI6IjE2NjAiLCJBIjoyNTUsIlIiOjAsIkciOjAsIkIiOjB9fSwiSXNWaXNpYmxlIjp0cnVlLCJXaWR0aCI6MC4wLCJIZWlnaHQiOjAuMCwiQm9yZGVyU3R5bGUiOnsiJGlkIjoiMTY2MSIsIkxpbmVDb2xvciI6bnVsbCwiTGluZVdlaWdodCI6MC4wLCJMaW5lVHlwZSI6MCwiUGFyZW50U3R5bGUiOm51bGx9LCJQYXJlbnRTdHlsZSI6bnVsbH0sIkRhdGVTdHlsZSI6eyIkaWQiOiIxNjYyIiwiRm9udFNldHRpbmdzIjp7IiRpZCI6IjE2NjMiLCJGb250U2l6ZSI6MTAsIkZvbnROYW1lIjoiQ2FsaWJyaSIsIklzQm9sZCI6ZmFsc2UsIklzSXRhbGljIjpmYWxzZSwiSXNVbmRlcmxpbmVkIjpmYWxzZSwiUGFyZW50U3R5bGUiOm51bGx9LCJBdXRvU2l6ZSI6MCwiRm9yZWdyb3VuZCI6eyIkaWQiOiIxNjY0IiwiQ29sb3IiOnsiJGlkIjoiMTY2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Y2NiIsIlRvcCI6MC4wLCJMZWZ0IjowLjAsIlJpZ2h0IjowLjAsIkJvdHRvbSI6MC4wfSwiUGFkZGluZyI6eyIkaWQiOiIxNjY3IiwiVG9wIjowLjAsIkxlZnQiOjAuMCwiUmlnaHQiOjAuMCwiQm90dG9tIjowLjB9LCJCYWNrZ3JvdW5kIjp7IiRpZCI6IjE2NjgiLCJDb2xvciI6eyIkaWQiOiIxNjY5IiwiQSI6MjU1LCJSIjo2OCwiRyI6ODQsIkIiOjEwNn19LCJJc1Zpc2libGUiOnRydWUsIldpZHRoIjowLjAsIkhlaWdodCI6MC4wLCJCb3JkZXJTdHlsZSI6eyIkaWQiOiIxNjcwIiwiTGluZUNvbG9yIjpudWxsLCJMaW5lV2VpZ2h0IjowLjAsIkxpbmVUeXBlIjowLCJQYXJlbnRTdHlsZSI6bnVsbH0sIlBhcmVudFN0eWxlIjpudWxsfSwiRGF0ZUZvcm1hdCI6eyIkaWQiOiIxN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NzIiLCJGb3JtYXQiOjAsIklzVmlzaWJsZSI6ZmFsc2UsIkxhc3RLbm93blZpc2liaWxpdHlTdGF0ZSI6ZmFsc2V9LCJJc1Zpc2libGUiOnRydWUsIlZhcmlhbmNlU3R5bGUiOnsiJGlkIjoiMTY3MyIsIlRleHRTdHlsZSI6eyIkaWQiOiIxNjc0IiwiRm9udFNldHRpbmdzIjp7IiRpZCI6IjE2NzUiLCJGb250U2l6ZSI6MTAsIkZvbnROYW1lIjoiQ2FsaWJyaSIsIklzQm9sZCI6ZmFsc2UsIklzSXRhbGljIjpmYWxzZSwiSXNVbmRlcmxpbmVkIjpmYWxzZSwiUGFyZW50U3R5bGUiOm51bGx9LCJBdXRvU2l6ZSI6MCwiRm9yZWdyb3VuZCI6eyIkaWQiOiIxNjc2IiwiQ29sb3IiOnsiJGlkIjoiMTY3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c4IiwiVG9wIjowLjAsIkxlZnQiOjAuMCwiUmlnaHQiOjAuMCwiQm90dG9tIjowLjB9LCJQYWRkaW5nIjp7IiRpZCI6IjE2NzkiLCJUb3AiOjAuMCwiTGVmdCI6MC4wLCJSaWdodCI6MC4wLCJCb3R0b20iOjAuMH0sIkJhY2tncm91bmQiOnsiJGlkIjoiMTY4MCIsIkNvbG9yIjp7IiRpZCI6IjE2ODEiLCJBIjoyNTUsIlIiOjAsIkciOjAsIkIiOjB9fSwiSXNWaXNpYmxlIjp0cnVlLCJXaWR0aCI6MC4wLCJIZWlnaHQiOjAuMCwiQm9yZGVyU3R5bGUiOm51bGwsIlBhcmVudFN0eWxlIjpudWxsfSwiUGFyZW50U3R5bGUiOm51bGx9LCJQYXJlbnRTdHlsZSI6bnVsbCwiX2V4cGxpY2l0bHlTZXQiOnsiJGlkIjoiMTY4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2ODMiLCJTaGFwZSI6MSwiQ29ubmVjdG9yTWFyZ2luIjp7IiRpZCI6IjE2ODQiLCJUb3AiOjAuMCwiTGVmdCI6Mi4wLCJSaWdodCI6Mi4wLCJCb3R0b20iOjAuMH0sIkNvbm5lY3RvclN0eWxlIjp7IiRpZCI6IjE2ODUiLCJMaW5lQ29sb3IiOnsiJGlkIjoiMTY4NiIsIiR0eXBlIjoiTkxSRS5Db21tb24uRG9tLlNvbGlkQ29sb3JCcnVzaCwgTkxSRS5Db21tb24iLCJDb2xvciI6eyIkaWQiOiIxNjg3IiwiQSI6MTI3LCJSIjozNCwiRyI6NTcsIkIiOjk4fX0sIkxpbmVXZWlnaHQiOjEuMCwiTGluZVR5cGUiOjAsIlBhcmVudFN0eWxlIjpudWxsfSwiSXNCZWxvd1RpbWViYW5kIjpmYWxzZSwiUG9zaXRpb25PblRhc2siOjEsIkhpZGVEYXRlIjpmYWxzZSwiU2hhcGVTaXplIjowLCJTcGFjaW5nIjowLjAsIlBhZGRpbmciOnsiJGlkIjoiMTY4OCIsIlRvcCI6NS4wLCJMZWZ0IjozLjAsIlJpZ2h0IjowLjAsIkJvdHRvbSI6Mi4wfSwiU2hhcGVTdHlsZSI6eyIkaWQiOiIxNjg5IiwiTWFyZ2luIjp7IiRpZCI6IjE2OTAiLCJUb3AiOjAuMCwiTGVmdCI6MC4wLCJSaWdodCI6MC4wLCJCb3R0b20iOjAuMH0sIlBhZGRpbmciOnsiJGlkIjoiMTY5MSIsIlRvcCI6MC4wLCJMZWZ0IjowLjAsIlJpZ2h0IjowLjAsIkJvdHRvbSI6MC4wfSwiQmFja2dyb3VuZCI6eyIkaWQiOiIxNjkyIiwiQ29sb3IiOnsiJGlkIjoiMTY5MyIsIkEiOjI1NSwiUiI6MzQsIkciOjU3LCJCIjo5OH19LCJJc1Zpc2libGUiOnRydWUsIldpZHRoIjoxMi4wLCJIZWlnaHQiOjE0LjAsIkJvcmRlclN0eWxlIjp7IiRpZCI6IjE2OTQiLCJMaW5lQ29sb3IiOnsiJGlkIjoiMTY5NSIsIiR0eXBlIjoiTkxSRS5Db21tb24uRG9tLlNvbGlkQ29sb3JCcnVzaCwgTkxSRS5Db21tb24iLCJDb2xvciI6eyIkaWQiOiIxNjk2IiwiQSI6MjU1LCJSIjoyNTUsIkciOjAsIkIiOjB9fSwiTGluZVdlaWdodCI6MC4wLCJMaW5lVHlwZSI6MCwiUGFyZW50U3R5bGUiOm51bGx9LCJQYXJlbnRTdHlsZSI6bnVsbH0sIlRpdGxlU3R5bGUiOnsiJGlkIjoiMTY5NyIsIkZvbnRTZXR0aW5ncyI6eyIkaWQiOiIxNjk4IiwiRm9udFNpemUiOjExLCJGb250TmFtZSI6IkNhbGlicmkiLCJJc0JvbGQiOmZhbHNlLCJJc0l0YWxpYyI6ZmFsc2UsIklzVW5kZXJsaW5lZCI6ZmFsc2UsIlBhcmVudFN0eWxlIjpudWxsfSwiQXV0b1NpemUiOjAsIkZvcmVncm91bmQiOnsiJGlkIjoiMTY5OSIsIkNvbG9yIjp7IiRpZCI6IjE3MD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cwMSIsIlRvcCI6MC4wLCJMZWZ0IjowLjAsIlJpZ2h0IjowLjAsIkJvdHRvbSI6MC4wfSwiUGFkZGluZyI6eyIkaWQiOiIxNzAyIiwiVG9wIjowLjAsIkxlZnQiOjAuMCwiUmlnaHQiOjAuMCwiQm90dG9tIjowLjB9LCJCYWNrZ3JvdW5kIjp7IiRpZCI6IjE3MDMiLCJDb2xvciI6eyIkaWQiOiIxNzA0IiwiQSI6MjU1LCJSIjowLCJHIjowLCJCIjowfX0sIklzVmlzaWJsZSI6dHJ1ZSwiV2lkdGgiOjAuMCwiSGVpZ2h0IjowLjAsIkJvcmRlclN0eWxlIjp7IiRpZCI6IjE3MDUiLCJMaW5lQ29sb3IiOm51bGwsIkxpbmVXZWlnaHQiOjAuMCwiTGluZVR5cGUiOjAsIlBhcmVudFN0eWxlIjpudWxsfSwiUGFyZW50U3R5bGUiOm51bGx9LCJEYXRlU3R5bGUiOnsiJGlkIjoiMTcwNiIsIkZvbnRTZXR0aW5ncyI6eyIkaWQiOiIxNzA3IiwiRm9udFNpemUiOjEwLCJGb250TmFtZSI6IkNhbGlicmkiLCJJc0JvbGQiOmZhbHNlLCJJc0l0YWxpYyI6ZmFsc2UsIklzVW5kZXJsaW5lZCI6ZmFsc2UsIlBhcmVudFN0eWxlIjpudWxsfSwiQXV0b1NpemUiOjAsIkZvcmVncm91bmQiOnsiJGlkIjoiMTcwOCIsIkNvbG9yIjp7IiRpZCI6IjE3MD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3MTAiLCJUb3AiOjAuMCwiTGVmdCI6MC4wLCJSaWdodCI6MC4wLCJCb3R0b20iOjAuMH0sIlBhZGRpbmciOnsiJGlkIjoiMTcxMSIsIlRvcCI6MC4wLCJMZWZ0IjowLjAsIlJpZ2h0IjowLjAsIkJvdHRvbSI6MC4wfSwiQmFja2dyb3VuZCI6eyIkaWQiOiIxNzEyIiwiQ29sb3IiOnsiJGlkIjoiMTcxMyIsIkEiOjI1NSwiUiI6NjgsIkciOjg0LCJCIjoxMDZ9fSwiSXNWaXNpYmxlIjp0cnVlLCJXaWR0aCI6MC4wLCJIZWlnaHQiOjAuMCwiQm9yZGVyU3R5bGUiOnsiJGlkIjoiMTcxNCIsIkxpbmVDb2xvciI6bnVsbCwiTGluZVdlaWdodCI6MC4wLCJMaW5lVHlwZSI6MCwiUGFyZW50U3R5bGUiOm51bGx9LCJQYXJlbnRTdHlsZSI6bnVsbH0sIkRhdGVGb3JtYXQiOnsiJGlkIjoiMTcx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E2IiwiRm9ybWF0IjowLCJJc1Zpc2libGUiOmZhbHNlLCJMYXN0S25vd25WaXNpYmlsaXR5U3RhdGUiOmZhbHNlfSwiSXNWaXNpYmxlIjp0cnVlLCJWYXJpYW5jZVN0eWxlIjp7IiRpZCI6IjE3MTciLCJUZXh0U3R5bGUiOnsiJGlkIjoiMTcxOCIsIkZvbnRTZXR0aW5ncyI6eyIkaWQiOiIxNzE5IiwiRm9udFNpemUiOjEwLCJGb250TmFtZSI6IkNhbGlicmkiLCJJc0JvbGQiOmZhbHNlLCJJc0l0YWxpYyI6ZmFsc2UsIklzVW5kZXJsaW5lZCI6ZmFsc2UsIlBhcmVudFN0eWxlIjpudWxsfSwiQXV0b1NpemUiOjAsIkZvcmVncm91bmQiOnsiJGlkIjoiMTcyMCIsIkNvbG9yIjp7IiRpZCI6IjE3Mj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yMiIsIlRvcCI6MC4wLCJMZWZ0IjowLjAsIlJpZ2h0IjowLjAsIkJvdHRvbSI6MC4wfSwiUGFkZGluZyI6eyIkaWQiOiIxNzIzIiwiVG9wIjowLjAsIkxlZnQiOjAuMCwiUmlnaHQiOjAuMCwiQm90dG9tIjowLjB9LCJCYWNrZ3JvdW5kIjp7IiRpZCI6IjE3MjQiLCJDb2xvciI6eyIkaWQiOiIxNzI1IiwiQSI6MjU1LCJSIjowLCJHIjowLCJCIjowfX0sIklzVmlzaWJsZSI6dHJ1ZSwiV2lkdGgiOjAuMCwiSGVpZ2h0IjowLjAsIkJvcmRlclN0eWxlIjpudWxsLCJQYXJlbnRTdHlsZSI6bnVsbH0sIlBhcmVudFN0eWxlIjpudWxsfSwiUGFyZW50U3R5bGUiOm51bGx9LCJEZWZhdWx0U3dpbWxhbmVNaWxlc3RvbmVTdHlsZSI6eyIkaWQiOiIxNzI2IiwiVGl0bGVQb3NpdGlvbiI6IkxlZnQiLCJEYXRlUG9zaXRpb24iOiJSaWdodCIsIlZhcmlhbmNlUG9zaXRpb24iOiJSaWdodCIsIlNoYXBlVHlwZSI6MSwiU2hhcGVTaXplIjowLCJTcGFjaW5nIjo1LCJTaGFwZVN0eWxlIjp7IiRpZCI6IjE3MjciLCJNYXJnaW4iOnsiJGlkIjoiMTcyOCIsIlRvcCI6MC4wLCJMZWZ0IjowLjAsIlJpZ2h0IjowLjAsIkJvdHRvbSI6MC4wfSwiUGFkZGluZyI6eyIkaWQiOiIxNzI5IiwiVG9wIjowLjAsIkxlZnQiOjAuMCwiUmlnaHQiOjAuMCwiQm90dG9tIjowLjB9LCJCYWNrZ3JvdW5kIjp7IiRpZCI6IjE3MzAiLCJDb2xvciI6eyIkaWQiOiIxNzMxIiwiQSI6MjU1LCJSIjo2OCwiRyI6MTE0LCJCIjoxOTZ9fSwiSXNWaXNpYmxlIjp0cnVlLCJXaWR0aCI6MTIuMCwiSGVpZ2h0IjoxNC4wLCJCb3JkZXJTdHlsZSI6eyIkaWQiOiIxNzMyIiwiTGluZUNvbG9yIjp7IiRpZCI6IjE3MzMiLCIkdHlwZSI6Ik5MUkUuQ29tbW9uLkRvbS5Tb2xpZENvbG9yQnJ1c2gsIE5MUkUuQ29tbW9uIiwiQ29sb3IiOnsiJGlkIjoiMTczNCIsIkEiOjI1NSwiUiI6MjM0LCJHIjoyMiwiQiI6MzB9fSwiTGluZVdlaWdodCI6MC4wLCJMaW5lVHlwZSI6MCwiUGFyZW50U3R5bGUiOm51bGx9LCJQYXJlbnRTdHlsZSI6bnVsbH0sIlRpdGxlU3R5bGUiOnsiJGlkIjoiMTczNSIsIkZvbnRTZXR0aW5ncyI6eyIkaWQiOiIxNzM2IiwiRm9udFNpemUiOjExLCJGb250TmFtZSI6IkNhbGlicmkiLCJJc0JvbGQiOmZhbHNlLCJJc0l0YWxpYyI6ZmFsc2UsIklzVW5kZXJsaW5lZCI6ZmFsc2UsIlBhcmVudFN0eWxlIjpudWxsfSwiQXV0b1NpemUiOjAsIkZvcmVncm91bmQiOnsiJGlkIjoiMTczNyIsIkNvbG9yIjp7IiRpZCI6IjE3Mz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czOSIsIlRvcCI6MC4wLCJMZWZ0IjowLjAsIlJpZ2h0IjowLjAsIkJvdHRvbSI6MC4wfSwiUGFkZGluZyI6eyIkaWQiOiIxNzQwIiwiVG9wIjowLjAsIkxlZnQiOjAuMCwiUmlnaHQiOjAuMCwiQm90dG9tIjowLjB9LCJCYWNrZ3JvdW5kIjp7IiRpZCI6IjE3NDEiLCJDb2xvciI6eyIkaWQiOiIxNzQyIiwiQSI6MjU1LCJSIjowLCJHIjowLCJCIjowfX0sIklzVmlzaWJsZSI6dHJ1ZSwiV2lkdGgiOjAuMCwiSGVpZ2h0IjowLjAsIkJvcmRlclN0eWxlIjp7IiRpZCI6IjE3NDMiLCJMaW5lQ29sb3IiOm51bGwsIkxpbmVXZWlnaHQiOjAuMCwiTGluZVR5cGUiOjAsIlBhcmVudFN0eWxlIjpudWxsfSwiUGFyZW50U3R5bGUiOm51bGx9LCJEYXRlU3R5bGUiOnsiJGlkIjoiMTc0NCIsIkZvbnRTZXR0aW5ncyI6eyIkaWQiOiIxNzQ1IiwiRm9udFNpemUiOjEwLCJGb250TmFtZSI6IkNhbGlicmkiLCJJc0JvbGQiOmZhbHNlLCJJc0l0YWxpYyI6ZmFsc2UsIklzVW5kZXJsaW5lZCI6ZmFsc2UsIlBhcmVudFN0eWxlIjpudWxsfSwiQXV0b1NpemUiOjAsIkZvcmVncm91bmQiOnsiJGlkIjoiMTc0NiIsIkNvbG9yIjp7IiRpZCI6IjE3ND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3NDgiLCJUb3AiOjAuMCwiTGVmdCI6MC4wLCJSaWdodCI6MC4wLCJCb3R0b20iOjAuMH0sIlBhZGRpbmciOnsiJGlkIjoiMTc0OSIsIlRvcCI6MC4wLCJMZWZ0IjowLjAsIlJpZ2h0IjowLjAsIkJvdHRvbSI6MC4wfSwiQmFja2dyb3VuZCI6eyIkaWQiOiIxNzUwIiwiQ29sb3IiOnsiJGlkIjoiMTc1MSIsIkEiOjI1NSwiUiI6NjgsIkciOjg0LCJCIjoxMDZ9fSwiSXNWaXNpYmxlIjp0cnVlLCJXaWR0aCI6MC4wLCJIZWlnaHQiOjAuMCwiQm9yZGVyU3R5bGUiOnsiJGlkIjoiMTc1MiIsIkxpbmVDb2xvciI6bnVsbCwiTGluZVdlaWdodCI6MC4wLCJMaW5lVHlwZSI6MCwiUGFyZW50U3R5bGUiOm51bGx9LCJQYXJlbnRTdHlsZSI6bnVsbH0sIkRhdGVGb3JtYXQiOnsiJGlkIjoiMTc1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U0IiwiRm9ybWF0IjowLCJJc1Zpc2libGUiOmZhbHNlLCJMYXN0S25vd25WaXNpYmlsaXR5U3RhdGUiOmZhbHNlfSwiSXNWaXNpYmxlIjp0cnVlLCJWYXJpYW5jZVN0eWxlIjp7IiRpZCI6IjE3NTUiLCJUZXh0U3R5bGUiOnsiJGlkIjoiMTc1NiIsIkZvbnRTZXR0aW5ncyI6eyIkaWQiOiIxNzU3IiwiRm9udFNpemUiOjEwLCJGb250TmFtZSI6IkNhbGlicmkiLCJJc0JvbGQiOmZhbHNlLCJJc0l0YWxpYyI6ZmFsc2UsIklzVW5kZXJsaW5lZCI6ZmFsc2UsIlBhcmVudFN0eWxlIjpudWxsfSwiQXV0b1NpemUiOjAsIkZvcmVncm91bmQiOnsiJGlkIjoiMTc1OCIsIkNvbG9yIjp7IiRpZCI6IjE3N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CIsIlRvcCI6MC4wLCJMZWZ0IjowLjAsIlJpZ2h0IjowLjAsIkJvdHRvbSI6MC4wfSwiUGFkZGluZyI6eyIkaWQiOiIxNzYxIiwiVG9wIjowLjAsIkxlZnQiOjAuMCwiUmlnaHQiOjAuMCwiQm90dG9tIjowLjB9LCJCYWNrZ3JvdW5kIjp7IiRpZCI6IjE3NjIiLCJDb2xvciI6eyIkaWQiOiIxNzYzIiwiQSI6MjU1LCJSIjowLCJHIjowLCJCIjowfX0sIklzVmlzaWJsZSI6dHJ1ZSwiV2lkdGgiOjAuMCwiSGVpZ2h0IjowLjAsIkJvcmRlclN0eWxlIjpudWxsLCJQYXJlbnRTdHlsZSI6bnVsbH0sIlBhcmVudFN0eWxlIjpudWxsfSwiUGFyZW50U3R5bGUiOm51bGx9LCJEZWZhdWx0U3dpbWxhbmVBY3Rpdml0eVN0eWxlIjp7IiRpZCI6IjE3NjQiLCJIZWFkZXJTdHlsZSI6eyIkaWQiOiIxNzY1IiwiVGV4dFN0eWxlIjp7IiRpZCI6IjE3NjYiLCJGb250U2V0dGluZ3MiOnsiJGlkIjoiMTc2NyIsIkZvbnRTaXplIjoxMSwiRm9udE5hbWUiOiJDYWxpYnJpIiwiSXNCb2xkIjpmYWxzZSwiSXNJdGFsaWMiOmZhbHNlLCJJc1VuZGVybGluZWQiOmZhbHNlLCJQYXJlbnRTdHlsZSI6bnVsbH0sIkF1dG9TaXplIjowLCJGb3JlZ3JvdW5kIjp7IiRpZCI6IjE3NjgiLCJDb2xvciI6eyIkaWQiOiIxNzY5IiwiQSI6MjU1LCJSIjo2NCwiRyI6NjQsIkIiOjY0fX0sIk1heFdpZHRoIjowLjAsIk1heEhlaWdodCI6MC4wLCJTbWFydEZvcmVncm91bmRJc0FjdGl2ZSI6ZmFsc2UsIkhvcml6b250YWxBbGlnbm1lbnQiOjAsIlZlcnRpY2FsQWxpZ25tZW50IjowLCJTbWFydEZvcmVncm91bmQiOm51bGwsIkJhY2tncm91bmRGaWxsVHlwZSI6MCwiTWFyZ2luIjp7IiRpZCI6IjE3NzAiLCJUb3AiOjAuMCwiTGVmdCI6MC4wLCJSaWdodCI6MC4wLCJCb3R0b20iOjAuMH0sIlBhZGRpbmciOnsiJGlkIjoiMTc3MSIsIlRvcCI6MC4wLCJMZWZ0IjowLjAsIlJpZ2h0IjowLjAsIkJvdHRvbSI6MC4wfSwiQmFja2dyb3VuZCI6eyIkaWQiOiIxNzcyIiwiQ29sb3IiOnsiJGlkIjoiMTc3MyIsIkEiOjI1NSwiUiI6NjQsIkciOjY0LCJCIjo2NH19LCJJc1Zpc2libGUiOmZhbHNlLCJXaWR0aCI6MC4wLCJIZWlnaHQiOjAuMCwiQm9yZGVyU3R5bGUiOm51bGwsIlBhcmVudFN0eWxlIjpudWxsfSwiUmVjdGFuZ2xlU3R5bGUiOnsiJGlkIjoiMTc3NCIsIk1hcmdpbiI6eyIkaWQiOiIxNzc1IiwiVG9wIjowLjAsIkxlZnQiOjAuMCwiUmlnaHQiOjAuMCwiQm90dG9tIjowLjB9LCJQYWRkaW5nIjp7IiRpZCI6IjE3NzYiLCJUb3AiOjAuMCwiTGVmdCI6MC4wLCJSaWdodCI6MC4wLCJCb3R0b20iOjAuMH0sIkJhY2tncm91bmQiOnsiJGlkIjoiMTc3NyIsIkNvbG9yIjp7IiRpZCI6IjE3NzgiLCJBIjoxMjcsIlIiOjY4LCJHIjoxMTQsIkIiOjE5Nn19LCJJc1Zpc2libGUiOmZhbHNlLCJXaWR0aCI6MC4wLCJIZWlnaHQiOjAuMCwiQm9yZGVyU3R5bGUiOnsiJGlkIjoiMTc3OSIsIkxpbmVDb2xvciI6eyIkaWQiOiIxNzgwIiwiJHR5cGUiOiJOTFJFLkNvbW1vbi5Eb20uU29saWRDb2xvckJydXNoLCBOTFJFLkNvbW1vbiIsIkNvbG9yIjp7IiRpZCI6IjE3ODEiLCJBIjoyNTUsIlIiOjI1NSwiRyI6MCwiQiI6MH19LCJMaW5lV2VpZ2h0IjowLjAsIkxpbmVUeXBlIjowLCJQYXJlbnRTdHlsZSI6bnVsbH0sIlBhcmVudFN0eWxlIjpudWxsfSwiTWFyZ2luIjp7IiRpZCI6IjE3ODIiLCJUb3AiOjAuMCwiTGVmdCI6MC4wLCJSaWdodCI6MC4wLCJCb3R0b20iOjAuMH0sIlBhZGRpbmciOnsiJGlkIjoiMTc4MyIsIlRvcCI6MC4wLCJMZWZ0IjowLjAsIlJpZ2h0IjowLjAsIkJvdHRvbSI6MC4wfSwiQmFja2dyb3VuZCI6bnVsbCwiSXNWaXNpYmxlIjp0cnVlLCJXaWR0aCI6MC4wLCJIZWlnaHQiOjAuMCwiQm9yZGVyU3R5bGUiOm51bGwsIlBhcmVudFN0eWxlIjpudWxsfSwiQmFja2dyb3VuZFN0eWxlIjp7IiRpZCI6IjE3ODQiLCJNYXJnaW4iOnsiJGlkIjoiMTc4NSIsIlRvcCI6MC4wLCJMZWZ0IjowLjAsIlJpZ2h0IjowLjAsIkJvdHRvbSI6MC4wfSwiUGFkZGluZyI6eyIkaWQiOiIxNzg2IiwiVG9wIjowLjAsIkxlZnQiOjAuMCwiUmlnaHQiOjAuMCwiQm90dG9tIjowLjB9LCJCYWNrZ3JvdW5kIjp7IiRpZCI6IjE3ODciLCJDb2xvciI6eyIkaWQiOiIxNzg4IiwiQSI6NTEsIlIiOjIwMCwiRyI6MjAwLCJCIjoyMDB9fSwiSXNWaXNpYmxlIjp0cnVlLCJXaWR0aCI6MC4wLCJIZWlnaHQiOjAuMCwiQm9yZGVyU3R5bGUiOnsiJGlkIjoiMTc4OSIsIkxpbmVDb2xvciI6eyIkaWQiOiIxNzkwIiwiJHR5cGUiOiJOTFJFLkNvbW1vbi5Eb20uU29saWRDb2xvckJydXNoLCBOTFJFLkNvbW1vbiIsIkNvbG9yIjp7IiRpZCI6IjE3OTEiLCJBIjoyNTUsIlIiOjIzNCwiRyI6MjIsIkIiOjMwfX0sIkxpbmVXZWlnaHQiOjAuMCwiTGluZVR5cGUiOjAsIlBhcmVudFN0eWxlIjpudWxsfSwiUGFyZW50U3R5bGUiOm51bGx9LCJNYXJnaW4iOnsiJGlkIjoiMTc5MiIsIlRvcCI6MC4wLCJMZWZ0IjowLjAsIlJpZ2h0IjowLjAsIkJvdHRvbSI6MC4wfSwiUGFkZGluZyI6eyIkaWQiOiIxNzkzIiwiVG9wIjowLjAsIkxlZnQiOjAuMCwiUmlnaHQiOjAuMCwiQm90dG9tIjowLjB9LCJJc1Zpc2libGUiOnRydWUsIldpZHRoIjowLjAsIkhlaWdodCI6MC4wLCJCb3JkZXJTdHlsZSI6eyIkaWQiOiIxNzk0IiwiTGluZUNvbG9yIjpudWxsLCJMaW5lV2VpZ2h0IjowLjAsIkxpbmVUeXBlIjowLCJQYXJlbnRTdHlsZSI6bnVsbH0sIlBhcmVudFN0eWxlIjpudWxsfSwiTWFyZ2luIjp7IiRpZCI6IjE3OTUiLCJUb3AiOjAuMCwiTGVmdCI6MC4wLCJSaWdodCI6MC4wLCJCb3R0b20iOjAuMH0sIlBhZGRpbmciOnsiJGlkIjoiMTc5NiIsIlRvcCI6MC4wLCJMZWZ0IjowLjAsIlJpZ2h0IjowLjAsIkJvdHRvbSI6MC4wfSwiSXNWaXNpYmxlIjpmYWxzZSwiV2lkdGgiOjAuMCwiSGVpZ2h0IjowLjAsIkJvcmRlclN0eWxlIjp7IiRpZCI6IjE3OTciLCJMaW5lQ29sb3IiOm51bGwsIkxpbmVXZWlnaHQiOjAuMCwiTGluZVR5cGUiOjAsIlBhcmVudFN0eWxlIjpudWxsfSwiUGFyZW50U3R5bGUiOm51bGx9fSx7IiRpZCI6IjE3OTgiLCJfYWN0aXZpdGllcyI6W3siJGlkIjoiMTc5OSIsIl9yb3dzIjpbeyIkaWQiOiIxODAwIiwiX3Rhc2tzIjpbeyIkaWQiOiIxODAxIiwiX2F0dGFjaGVkTWlsZXN0b25lcyI6W10sIlRhc2tEZWZpbml0aW9uIjp7IiRpZCI6IjE4MDIiLCJHcm91cE5hbWUiOm51bGwsIlN0YXJ0RGF0ZSI6IjIwMjYtMTAtMDFUMDA6MDA6MDBaIiwiRW5kRGF0ZSI6IjIwMjYtMTEtMzBUMjM6NTk6MDBaIiwiUGVyY2VudGFnZUNvbXBsZXRlIjpudWxsLCJTdHlsZSI6eyIkaWQiOiIxODAzIiwiU2hhcGUiOjEsIlNoYXBlVGhpY2tuZXNzIjowLCJEdXJhdGlvbkZvcm1hdCI6MCwiSW5jbHVkZU5vbldvcmtpbmdEYXlzSW5EdXJhdGlvbiI6ZmFsc2UsIlBlcmNlbnRhZ2VDb21wbGV0ZVN0eWxlIjp7IiRpZCI6IjE4MDQiLCJGb250U2V0dGluZ3MiOnsiJGlkIjoiMTgwNSIsIkZvbnRTaXplIjoxMCwiRm9udE5hbWUiOiJDYWxpYnJpIiwiSXNCb2xkIjpmYWxzZSwiSXNJdGFsaWMiOmZhbHNlLCJJc1VuZGVybGluZWQiOmZhbHNlLCJQYXJlbnRTdHlsZSI6bnVsbH0sIkF1dG9TaXplIjowLCJGb3JlZ3JvdW5kIjp7IiRpZCI6IjE4MDYiLCJDb2xvciI6eyIkaWQiOiIxODA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4MDgiLCJUb3AiOjAuMCwiTGVmdCI6MC4wLCJSaWdodCI6MC4wLCJCb3R0b20iOjAuMH0sIlBhZGRpbmciOnsiJGlkIjoiMTgwOSIsIlRvcCI6MC4wLCJMZWZ0IjowLjAsIlJpZ2h0IjowLjAsIkJvdHRvbSI6MC4wfSwiQmFja2dyb3VuZCI6eyIkaWQiOiIxODEwIiwiQ29sb3IiOnsiJGlkIjoiMTgxMSIsIkEiOjg5LCJSIjowLCJHIjowLCJCIjowfX0sIklzVmlzaWJsZSI6dHJ1ZSwiV2lkdGgiOjAuMCwiSGVpZ2h0IjowLjAsIkJvcmRlclN0eWxlIjp7IiRpZCI6IjE4MTIiLCJMaW5lQ29sb3IiOm51bGwsIkxpbmVXZWlnaHQiOjAuMCwiTGluZVR5cGUiOjAsIlBhcmVudFN0eWxlIjpudWxsfSwiUGFyZW50U3R5bGUiOm51bGx9LCJEdXJhdGlvblN0eWxlIjp7IiRpZCI6IjE4MTMiLCJGb250U2V0dGluZ3MiOnsiJGlkIjoiMTgxNCIsIkZvbnRTaXplIjoxMCwiRm9udE5hbWUiOiJDYWxpYnJpIiwiSXNCb2xkIjpmYWxzZSwiSXNJdGFsaWMiOmZhbHNlLCJJc1VuZGVybGluZWQiOmZhbHNlLCJQYXJlbnRTdHlsZSI6bnVsbH0sIkF1dG9TaXplIjowLCJGb3JlZ3JvdW5kIjp7IiRpZCI6IjE4MTUiLCJDb2xvciI6eyIkaWQiOiIxODE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xODE3IiwiVG9wIjowLjAsIkxlZnQiOjAuMCwiUmlnaHQiOjAuMCwiQm90dG9tIjowLjB9LCJQYWRkaW5nIjp7IiRpZCI6IjE4MTgiLCJUb3AiOjAuMCwiTGVmdCI6MC4wLCJSaWdodCI6MC4wLCJCb3R0b20iOjAuMH0sIkJhY2tncm91bmQiOnsiJGlkIjoiMTgxOSIsIkNvbG9yIjp7IiRpZCI6IjE4MjAiLCJBIjoyNTUsIlIiOjY4LCJHIjo4NCwiQiI6MTA2fX0sIklzVmlzaWJsZSI6dHJ1ZSwiV2lkdGgiOjAuMCwiSGVpZ2h0IjowLjAsIkJvcmRlclN0eWxlIjp7IiRpZCI6IjE4MjEiLCJMaW5lQ29sb3IiOm51bGwsIkxpbmVXZWlnaHQiOjAuMCwiTGluZVR5cGUiOjAsIlBhcmVudFN0eWxlIjpudWxsfSwiUGFyZW50U3R5bGUiOm51bGx9LCJIb3Jpem9udGFsQ29ubmVjdG9yU3R5bGUiOnsiJGlkIjoiMTgyMiIsIkxpbmVDb2xvciI6eyIkaWQiOiIxODIzIiwiJHR5cGUiOiJOTFJFLkNvbW1vbi5Eb20uU29saWRDb2xvckJydXNoLCBOTFJFLkNvbW1vbiIsIkNvbG9yIjp7IiRpZCI6IjE4MjQiLCJBIjoyNTUsIlIiOjAsIkciOjAsIkIiOjB9fSwiTGluZVdlaWdodCI6MC4wLCJMaW5lVHlwZSI6MCwiUGFyZW50U3R5bGUiOm51bGx9LCJWZXJ0aWNhbENvbm5lY3RvclN0eWxlIjp7IiRpZCI6IjE4MjUiLCJMaW5lQ29sb3IiOnsiJGlkIjoiMTgyNiIsIiR0eXBlIjoiTkxSRS5Db21tb24uRG9tLlNvbGlkQ29sb3JCcnVzaCwgTkxSRS5Db21tb24iLCJDb2xvciI6eyIkaWQiOiIxODI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ODI4IiwiU2hhcGVTdHlsZSI6eyIkaWQiOiIxODI5IiwiTWFyZ2luIjp7IiRpZCI6IjE4MzAiLCJUb3AiOjAuMCwiTGVmdCI6MC4wLCJSaWdodCI6MC4wLCJCb3R0b20iOjAuMH0sIlBhZGRpbmciOnsiJGlkIjoiMTgzMSIsIlRvcCI6MC4wLCJMZWZ0IjowLjAsIlJpZ2h0IjowLjAsIkJvdHRvbSI6MC4wfSwiQmFja2dyb3VuZCI6eyIkaWQiOiIxODMyIiwiQ29sb3IiOnsiJGlkIjoiMTgzMyIsIkEiOjE1MywiUiI6MCwiRyI6MCwiQiI6MH19LCJJc1Zpc2libGUiOnRydWUsIldpZHRoIjowLjAsIkhlaWdodCI6MC4wLCJCb3JkZXJTdHlsZSI6bnVsbCwiUGFyZW50U3R5bGUiOm51bGx9LCJNYXJnaW4iOnsiJGlkIjoiMTgzNCIsIlRvcCI6MC4wLCJMZWZ0IjowLjAsIlJpZ2h0IjowLjAsIkJvdHRvbSI6MC4wfSwiUGFkZGluZyI6eyIkaWQiOiIxODM1IiwiVG9wIjowLjAsIkxlZnQiOjAuMCwiUmlnaHQiOjAuMCwiQm90dG9tIjowLjB9LCJCYWNrZ3JvdW5kIjpudWxsLCJJc1Zpc2libGUiOnRydWUsIldpZHRoIjowLjAsIkhlaWdodCI6MC4wLCJCb3JkZXJTdHlsZSI6bnVsbCwiUGFyZW50U3R5bGUiOm51bGx9LCJTaGFwZVN0eWxlIjp7IiRpZCI6IjE4MzYiLCJNYXJnaW4iOnsiJGlkIjoiMTgzNyIsIlRvcCI6MC4wLCJMZWZ0Ijo0LjAsIlJpZ2h0Ijo0LjAsIkJvdHRvbSI6MC4wfSwiUGFkZGluZyI6eyIkaWQiOiIxODM4IiwiVG9wIjowLjAsIkxlZnQiOjAuMCwiUmlnaHQiOjAuMCwiQm90dG9tIjowLjB9LCJCYWNrZ3JvdW5kIjp7IiRpZCI6IjE4MzkiLCJDb2xvciI6eyIkaWQiOiIxODQwIiwiQSI6MjU1LCJSIjoyNTUsIkciOjE5MiwiQiI6MH19LCJJc1Zpc2libGUiOnRydWUsIldpZHRoIjowLjAsIkhlaWdodCI6MTAuMCwiQm9yZGVyU3R5bGUiOnsiJGlkIjoiMTg0MSIsIkxpbmVDb2xvciI6eyIkaWQiOiIxODQyIiwiJHR5cGUiOiJOTFJFLkNvbW1vbi5Eb20uU29saWRDb2xvckJydXNoLCBOTFJFLkNvbW1vbiIsIkNvbG9yIjp7IiRpZCI6IjE4NDMiLCJBIjoyNTUsIlIiOjIzNCwiRyI6MjIsIkIiOjMwfX0sIkxpbmVXZWlnaHQiOjAuMCwiTGluZVR5cGUiOjAsIlBhcmVudFN0eWxlIjpudWxsfSwiUGFyZW50U3R5bGUiOm51bGx9LCJUaXRsZVN0eWxlIjp7IiRpZCI6IjE4NDQiLCJGb250U2V0dGluZ3MiOnsiJGlkIjoiMTg0NSIsIkZvbnRTaXplIjoxMSwiRm9udE5hbWUiOiJUaXRpbGxpdW0gV2ViIiwiSXNCb2xkIjpmYWxzZSwiSXNJdGFsaWMiOmZhbHNlLCJJc1VuZGVybGluZWQiOmZhbHNlLCJQYXJlbnRTdHlsZSI6bnVsbH0sIkF1dG9TaXplIjowLCJGb3JlZ3JvdW5kIjp7IiRpZCI6IjE4NDYiLCJDb2xvciI6eyIkaWQiOiIxODQ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E4NDgiLCJUb3AiOjAuMCwiTGVmdCI6MC4wLCJSaWdodCI6MC4wLCJCb3R0b20iOjAuMH0sIlBhZGRpbmciOnsiJGlkIjoiMTg0OSIsIlRvcCI6MC4wLCJMZWZ0IjowLjAsIlJpZ2h0IjowLjAsIkJvdHRvbSI6MC4wfSwiQmFja2dyb3VuZCI6eyIkaWQiOiIxODUwIiwiQ29sb3IiOnsiJGlkIjoiMTg1MSIsIkEiOjAsIlIiOjI1NSwiRyI6MjU1LCJCIjoyNTV9fSwiSXNWaXNpYmxlIjp0cnVlLCJXaWR0aCI6MC4wLCJIZWlnaHQiOjAuMCwiQm9yZGVyU3R5bGUiOnsiJGlkIjoiMTg1MiIsIkxpbmVDb2xvciI6bnVsbCwiTGluZVdlaWdodCI6MC4wLCJMaW5lVHlwZSI6MCwiUGFyZW50U3R5bGUiOm51bGx9LCJQYXJlbnRTdHlsZSI6bnVsbH0sIkRhdGVTdHlsZSI6eyIkaWQiOiIxODUzIiwiRm9udFNldHRpbmdzIjp7IiRpZCI6IjE4NTQiLCJGb250U2l6ZSI6MTAsIkZvbnROYW1lIjoiVGl0aWxsaXVtIFdlYiIsIklzQm9sZCI6ZmFsc2UsIklzSXRhbGljIjpmYWxzZSwiSXNVbmRlcmxpbmVkIjpmYWxzZSwiUGFyZW50U3R5bGUiOm51bGx9LCJBdXRvU2l6ZSI6MCwiRm9yZWdyb3VuZCI6eyIkaWQiOiIxODU1IiwiQ29sb3IiOnsiJGlkIjoiMTg1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xODU3IiwiVG9wIjowLjAsIkxlZnQiOjAuMCwiUmlnaHQiOjAuMCwiQm90dG9tIjowLjB9LCJQYWRkaW5nIjp7IiRpZCI6IjE4NTgiLCJUb3AiOjAuMCwiTGVmdCI6MC4wLCJSaWdodCI6MC4wLCJCb3R0b20iOjAuMH0sIkJhY2tncm91bmQiOnsiJGlkIjoiMTg1OSIsIkNvbG9yIjp7IiRpZCI6IjE4NjAiLCJBIjowLCJSIjoyNTUsIkciOjI1NSwiQiI6MjU1fX0sIklzVmlzaWJsZSI6dHJ1ZSwiV2lkdGgiOjAuMCwiSGVpZ2h0IjowLjAsIkJvcmRlclN0eWxlIjp7IiRpZCI6IjE4NjEiLCJMaW5lQ29sb3IiOm51bGwsIkxpbmVXZWlnaHQiOjAuMCwiTGluZVR5cGUiOjAsIlBhcmVudFN0eWxlIjpudWxsfSwiUGFyZW50U3R5bGUiOm51bGx9LCJEYXRlRm9ybWF0Ijp7IiRpZCI6IjE4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2MyIsIkZvcm1hdCI6MCwiSXNWaXNpYmxlIjpmYWxzZSwiTGFzdEtub3duVmlzaWJpbGl0eVN0YXRlIjpmYWxzZX0sIklzVmlzaWJsZSI6dHJ1ZSwiVmFyaWFuY2VTdHlsZSI6eyIkaWQiOiIxODY0IiwiVGV4dFN0eWxlIjp7IiRpZCI6IjE4NjUiLCJGb250U2V0dGluZ3MiOnsiJGlkIjoiMTg2NiIsIkZvbnRTaXplIjoxMCwiRm9udE5hbWUiOiJDYWxpYnJpIiwiSXNCb2xkIjpmYWxzZSwiSXNJdGFsaWMiOmZhbHNlLCJJc1VuZGVybGluZWQiOmZhbHNlLCJQYXJlbnRTdHlsZSI6bnVsbH0sIkF1dG9TaXplIjowLCJGb3JlZ3JvdW5kIjp7IiRpZCI6IjE4NjciLCJDb2xvciI6eyIkaWQiOiIxOD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NjkiLCJUb3AiOjAuMCwiTGVmdCI6MC4wLCJSaWdodCI6MC4wLCJCb3R0b20iOjAuMH0sIlBhZGRpbmciOnsiJGlkIjoiMTg3MCIsIlRvcCI6MC4wLCJMZWZ0IjowLjAsIlJpZ2h0IjowLjAsIkJvdHRvbSI6MC4wfSwiQmFja2dyb3VuZCI6eyIkaWQiOiIxODcxIiwiQ29sb3IiOnsiJGlkIjoiMTg3MiIsIkEiOjI1NSwiUiI6MCwiRyI6MCwiQiI6MH19LCJJc1Zpc2libGUiOnRydWUsIldpZHRoIjowLjAsIkhlaWdodCI6MC4wLCJCb3JkZXJTdHlsZSI6eyIkaWQiOiIxODczIiwiTGluZUNvbG9yIjpudWxsLCJMaW5lV2VpZ2h0IjowLjAsIkxpbmVUeXBlIjowLCJQYXJlbnRTdHlsZSI6bnVsbH0sIlBhcmVudFN0eWxlIjpudWxsfSwiUGFyZW50U3R5bGUiOm51bGx9LCJQYXJlbnRTdHlsZSI6bnVsbH0sIkluZGV4IjoxMywiU21hcnREdXJhdGlvbkFjdGl2YXRlZCI6ZmFsc2UsIkRhdGVGb3JtYXQiOnsiJHJlZiI6IjE4NjIifSwiV2Vla051bWJlcmluZyI6eyIkaWQiOiIxODc0IiwiRm9ybWF0IjowLCJJc1Zpc2libGUiOmZhbHNlLCJMYXN0S25vd25WaXNpYmlsaXR5U3RhdGUiOmZhbHNlfSwiQmFzZWxpbmVEYXRhIjp7IiRpZCI6IjE4NzUiLCJTdGFydERhdGUiOiIyMDI2LTEwLTAxVDAwOjAwOjAwIiwiRW5kRGF0ZSI6IjIwMjYtMTEtMzBUMjM6NTk6MDAifSwiSWQiOiIwYmQ2ZDFhMS1mY2FmLTRmMmMtOTRhNy03NDk1NGY5YTU5OGQiLCJJbXBvcnRJZCI6bnVsbCwiVGl0bGUiOiJGbHVqbyBlbmQtdG8tZW5kIChTcHJpbnRzICgxMSAtIDE0KSIsIk5vdGUiOm51bGwsIkh5cGVybGluayI6eyIkaWQiOiIxODc2IiwiQWRkcmVzcyI6IiIsIlN1YkFkZHJlc3MiOiIifSwiSXNDaGFuZ2VkIjpmYWxzZSwiSXNOZXciOmZhbHNlfX1dLCJfbWlsZXN0b25lcyI6W10sIklkIjoiMDAwMDAwMDAtMDAwMC0wMDAwLTAwMDAtMDAwMDAwMDAwMDAwIiwiSXNTaW5nbGVJdGVtUm93Ijp0cnVlfV0sIkluZGV4IjoxMiwiSWQiOiJjOWYxOGNkYy04MzUwLTQ5YTUtOGM2Mi0xN2Y3YzhiNzBiNzIiLCJIZWFkZXJUZXh0IjpudWxsLCJJc0RlZmF1bHQiOnRydWUsIlN0eWxlIjp7IiRpZCI6IjE4NzciLCJIZWFkZXJTdHlsZSI6eyIkaWQiOiIxODc4IiwiVGV4dFN0eWxlIjp7IiRpZCI6IjE4NzkiLCJGb250U2V0dGluZ3MiOnsiJGlkIjoiMTg4MCIsIkZvbnRTaXplIjoxMSwiRm9udE5hbWUiOiJDYWxpYnJpIiwiSXNCb2xkIjpmYWxzZSwiSXNJdGFsaWMiOmZhbHNlLCJJc1VuZGVybGluZWQiOmZhbHNlLCJQYXJlbnRTdHlsZSI6bnVsbH0sIkF1dG9TaXplIjoyLCJGb3JlZ3JvdW5kIjp7IiRpZCI6IjE4ODEiLCJDb2xvciI6eyIkaWQiOiIxODg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g4MyIsIlRvcCI6MC4wLCJMZWZ0IjowLjAsIlJpZ2h0IjowLjAsIkJvdHRvbSI6MC4wfSwiUGFkZGluZyI6eyIkaWQiOiIxODg0IiwiVG9wIjowLjAsIkxlZnQiOjAuMCwiUmlnaHQiOjAuMCwiQm90dG9tIjowLjB9LCJCYWNrZ3JvdW5kIjp7IiRpZCI6IjE4ODUiLCJDb2xvciI6eyIkaWQiOiIxODg2IiwiQSI6MjU1LCJSIjo2NCwiRyI6NjQsIkIiOjY0fX0sIklzVmlzaWJsZSI6dHJ1ZSwiV2lkdGgiOjAuMCwiSGVpZ2h0IjowLjAsIkJvcmRlclN0eWxlIjpudWxsLCJQYXJlbnRTdHlsZSI6bnVsbH0sIlJlY3RhbmdsZVN0eWxlIjp7IiRpZCI6IjE4ODciLCJNYXJnaW4iOnsiJGlkIjoiMTg4OCIsIlRvcCI6MC4wLCJMZWZ0IjowLjAsIlJpZ2h0IjowLjAsIkJvdHRvbSI6MC4wfSwiUGFkZGluZyI6eyIkaWQiOiIxODg5IiwiVG9wIjowLjAsIkxlZnQiOjAuMCwiUmlnaHQiOjAuMCwiQm90dG9tIjowLjB9LCJCYWNrZ3JvdW5kIjp7IiRpZCI6IjE4OTAiLCJDb2xvciI6eyIkaWQiOiIxODkxIiwiQSI6MTI3LCJSIjoyNTUsIkciOjE5MiwiQiI6MH19LCJJc1Zpc2libGUiOnRydWUsIldpZHRoIjowLjAsIkhlaWdodCI6MC4wLCJCb3JkZXJTdHlsZSI6eyIkaWQiOiIxODkyIiwiTGluZUNvbG9yIjp7IiRpZCI6IjE4OTMiLCIkdHlwZSI6Ik5MUkUuQ29tbW9uLkRvbS5Tb2xpZENvbG9yQnJ1c2gsIE5MUkUuQ29tbW9uIiwiQ29sb3IiOnsiJGlkIjoiMTg5NCIsIkEiOjI1NSwiUiI6MjU1LCJHIjoyNTUsIkIiOjI1NX19LCJMaW5lV2VpZ2h0IjowLjAsIkxpbmVUeXBlIjowLCJQYXJlbnRTdHlsZSI6bnVsbH0sIlBhcmVudFN0eWxlIjpudWxsfSwiTWFyZ2luIjp7IiRpZCI6IjE4OTUiLCJUb3AiOjAuMCwiTGVmdCI6MC4wLCJSaWdodCI6MC4wLCJCb3R0b20iOjAuMH0sIlBhZGRpbmciOnsiJGlkIjoiMTg5NiIsIlRvcCI6MC4wLCJMZWZ0IjowLjAsIlJpZ2h0IjowLjAsIkJvdHRvbSI6MC4wfSwiQmFja2dyb3VuZCI6bnVsbCwiSXNWaXNpYmxlIjp0cnVlLCJXaWR0aCI6MC4wLCJIZWlnaHQiOjAuMCwiQm9yZGVyU3R5bGUiOm51bGwsIlBhcmVudFN0eWxlIjpudWxsfSwiQmFja2dyb3VuZFN0eWxlIjp7IiRpZCI6IjE4OTciLCJNYXJnaW4iOnsiJGlkIjoiMTg5OCIsIlRvcCI6MC4wLCJMZWZ0IjowLjAsIlJpZ2h0IjowLjAsIkJvdHRvbSI6MC4wfSwiUGFkZGluZyI6eyIkaWQiOiIxODk5IiwiVG9wIjowLjAsIkxlZnQiOjAuMCwiUmlnaHQiOjAuMCwiQm90dG9tIjowLjB9LCJCYWNrZ3JvdW5kIjp7IiRpZCI6IjE5MDAiLCJDb2xvciI6eyIkaWQiOiIxOTAxIiwiQSI6NTEsIlIiOjIwMCwiRyI6MjAwLCJCIjoyMDB9fSwiSXNWaXNpYmxlIjp0cnVlLCJXaWR0aCI6MC4wLCJIZWlnaHQiOjAuMCwiQm9yZGVyU3R5bGUiOnsiJGlkIjoiMTkwMiIsIkxpbmVDb2xvciI6eyIkaWQiOiIxOTAzIiwiJHR5cGUiOiJOTFJFLkNvbW1vbi5Eb20uU29saWRDb2xvckJydXNoLCBOTFJFLkNvbW1vbiIsIkNvbG9yIjp7IiRpZCI6IjE5MDQiLCJBIjoyNTUsIlIiOjIzNCwiRyI6MjIsIkIiOjMwfX0sIkxpbmVXZWlnaHQiOjAuMCwiTGluZVR5cGUiOjAsIlBhcmVudFN0eWxlIjpudWxsfSwiUGFyZW50U3R5bGUiOm51bGx9LCJNYXJnaW4iOnsiJGlkIjoiMTkwNSIsIlRvcCI6MC4wLCJMZWZ0IjowLjAsIlJpZ2h0IjowLjAsIkJvdHRvbSI6MC4wfSwiUGFkZGluZyI6eyIkaWQiOiIxOTA2IiwiVG9wIjowLjAsIkxlZnQiOjAuMCwiUmlnaHQiOjAuMCwiQm90dG9tIjowLjB9LCJJc1Zpc2libGUiOnRydWUsIldpZHRoIjowLjAsIkhlaWdodCI6MC4wLCJCb3JkZXJTdHlsZSI6eyIkaWQiOiIxOTA3IiwiTGluZUNvbG9yIjpudWxsLCJMaW5lV2VpZ2h0IjowLjAsIkxpbmVUeXBlIjowLCJQYXJlbnRTdHlsZSI6bnVsbH0sIlBhcmVudFN0eWxlIjpudWxsfX1dLCJJZCI6IjhmMzc5YmNkLWQyNmUtNDJmNy1iZTI0LWI3ZTY0OWFlMDNkYyIsIkluZGV4IjoxMiwiSGVhZGVyVGV4dCI6IkFscGhhIiwiU3R5bGUiOnsiJGlkIjoiMTkwOCIsIlN0eWxlSWQiOiI5ODUxM2UxMC01NTFjLTRmMzAtYWMxMS1hMDY5MGU5MDMxMzQiLCJIZWFkZXJTdHlsZSI6eyIkaWQiOiIxOTA5IiwiVGV4dElzVmVydGljYWwiOmZhbHNlLCJUZXh0U3R5bGUiOnsiJGlkIjoiMTkxMCIsIkZvbnRTZXR0aW5ncyI6eyIkaWQiOiIxOTExIiwiRm9udFNpemUiOjExLCJGb250TmFtZSI6IlRpdGlsbGl1bSBXZWIiLCJJc0JvbGQiOmZhbHNlLCJJc0l0YWxpYyI6ZmFsc2UsIklzVW5kZXJsaW5lZCI6ZmFsc2UsIlBhcmVudFN0eWxlIjpudWxsfSwiQXV0b1NpemUiOjIsIkZvcmVncm91bmQiOnsiJGlkIjoiMTkxMiIsIkNvbG9yIjp7IiRpZCI6IjE5MT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OTE0IiwiVG9wIjowLjAsIkxlZnQiOjAuMCwiUmlnaHQiOjAuMCwiQm90dG9tIjowLjB9LCJQYWRkaW5nIjp7IiRpZCI6IjE5MTUiLCJUb3AiOjAuMCwiTGVmdCI6MC4wLCJSaWdodCI6MC4wLCJCb3R0b20iOjAuMH0sIkJhY2tncm91bmQiOnsiJGlkIjoiMTkxNiIsIkNvbG9yIjp7IiRpZCI6IjE5MTciLCJBIjoyNTUsIlIiOjM4LCJHIjozOCwiQiI6Mzh9fSwiSXNWaXNpYmxlIjp0cnVlLCJXaWR0aCI6MC4wLCJIZWlnaHQiOjAuMCwiQm9yZGVyU3R5bGUiOm51bGwsIlBhcmVudFN0eWxlIjpudWxsfSwiUmVjdGFuZ2xlU3R5bGUiOnsiJGlkIjoiMTkxOCIsIk1hcmdpbiI6eyIkaWQiOiIxOTE5IiwiVG9wIjowLjAsIkxlZnQiOjAuMCwiUmlnaHQiOjAuMCwiQm90dG9tIjowLjB9LCJQYWRkaW5nIjp7IiRpZCI6IjE5MjAiLCJUb3AiOjAuMCwiTGVmdCI6MC4wLCJSaWdodCI6MC4wLCJCb3R0b20iOjAuMH0sIkJhY2tncm91bmQiOnsiJGlkIjoiMTkyMSIsIkNvbG9yIjp7IiRpZCI6IjE5MjIiLCJBIjoyNTUsIlIiOjI1NSwiRyI6MTkyLCJCIjowfX0sIklzVmlzaWJsZSI6dHJ1ZSwiV2lkdGgiOjAuMCwiSGVpZ2h0IjowLjAsIkJvcmRlclN0eWxlIjp7IiRpZCI6IjE5MjMiLCJMaW5lQ29sb3IiOnsiJGlkIjoiMTkyNCIsIiR0eXBlIjoiTkxSRS5Db21tb24uRG9tLlNvbGlkQ29sb3JCcnVzaCwgTkxSRS5Db21tb24iLCJDb2xvciI6eyIkaWQiOiIxOTI1IiwiQSI6MjU1LCJSIjoyNTUsIkciOjI1NSwiQiI6MjU1fX0sIkxpbmVXZWlnaHQiOjAuMCwiTGluZVR5cGUiOjAsIlBhcmVudFN0eWxlIjpudWxsfSwiUGFyZW50U3R5bGUiOm51bGx9LCJNYXJnaW4iOnsiJGlkIjoiMTkyNiIsIlRvcCI6MC4wLCJMZWZ0IjowLjAsIlJpZ2h0IjowLjAsIkJvdHRvbSI6MC4wfSwiUGFkZGluZyI6eyIkaWQiOiIxOTI3IiwiVG9wIjowLjAsIkxlZnQiOjAuMCwiUmlnaHQiOjAuMCwiQm90dG9tIjowLjB9LCJCYWNrZ3JvdW5kIjpudWxsLCJJc1Zpc2libGUiOnRydWUsIldpZHRoIjowLjAsIkhlaWdodCI6MC4wLCJCb3JkZXJTdHlsZSI6bnVsbCwiUGFyZW50U3R5bGUiOm51bGx9LCJCYWNrZ3JvdW5kU3R5bGUiOnsiJGlkIjoiMTkyOCIsIk1hcmdpbiI6eyIkaWQiOiIxOTI5IiwiVG9wIjowLjAsIkxlZnQiOjAuMCwiUmlnaHQiOjAuMCwiQm90dG9tIjowLjB9LCJQYWRkaW5nIjp7IiRpZCI6IjE5MzAiLCJUb3AiOjAuMCwiTGVmdCI6MC4wLCJSaWdodCI6MC4wLCJCb3R0b20iOjAuMH0sIkJhY2tncm91bmQiOnsiJGlkIjoiMTkzMSIsIkNvbG9yIjp7IiRpZCI6IjE5MzIiLCJBIjo1MSwiUiI6MjAwLCJHIjoyMDAsIkIiOjIwMH19LCJJc1Zpc2libGUiOnRydWUsIldpZHRoIjowLjAsIkhlaWdodCI6MC4wLCJCb3JkZXJTdHlsZSI6eyIkaWQiOiIxOTMzIiwiTGluZUNvbG9yIjp7IiRpZCI6IjE5MzQiLCIkdHlwZSI6Ik5MUkUuQ29tbW9uLkRvbS5Tb2xpZENvbG9yQnJ1c2gsIE5MUkUuQ29tbW9uIiwiQ29sb3IiOnsiJGlkIjoiMTkzNSIsIkEiOjI1NSwiUiI6MjM0LCJHIjoyMiwiQiI6MzB9fSwiTGluZVdlaWdodCI6MC4wLCJMaW5lVHlwZSI6MCwiUGFyZW50U3R5bGUiOm51bGx9LCJQYXJlbnRTdHlsZSI6bnVsbH0sIklzQWJvdmVUaW1lYmFuZCI6ZmFsc2UsIlNwYWNpbmciOjIsIkRlZmF1bHRTd2ltbGFuZVRhc2tTdHlsZSI6eyIkaWQiOiIxOTM2IiwiJHR5cGUiOiJOTFJFLkNvbW1vbi5Eb20uU3R5bGVzLkV4cGxpY2l0U2V0YWJsZVRhc2tTdHlsZSwgTkxSRS5Db21tb24iLCJTaGFwZSI6MSwiU2hhcGVUaGlja25lc3MiOjAsIkR1cmF0aW9uRm9ybWF0IjowLCJJbmNsdWRlTm9uV29ya2luZ0RheXNJbkR1cmF0aW9uIjpmYWxzZSwiUGVyY2VudGFnZUNvbXBsZXRlU3R5bGUiOnsiJGlkIjoiMTkzNyIsIkZvbnRTZXR0aW5ncyI6eyIkaWQiOiIxOTM4IiwiRm9udFNpemUiOjEwLCJGb250TmFtZSI6IkNhbGlicmkiLCJJc0JvbGQiOmZhbHNlLCJJc0l0YWxpYyI6ZmFsc2UsIklzVW5kZXJsaW5lZCI6ZmFsc2UsIlBhcmVudFN0eWxlIjpudWxsfSwiQXV0b1NpemUiOjAsIkZvcmVncm91bmQiOnsiJGlkIjoiMTkzOSIsIkNvbG9yIjp7IiRpZCI6IjE5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0MSIsIlRvcCI6MC4wLCJMZWZ0IjowLjAsIlJpZ2h0IjowLjAsIkJvdHRvbSI6MC4wfSwiUGFkZGluZyI6eyIkaWQiOiIxOTQyIiwiVG9wIjowLjAsIkxlZnQiOjAuMCwiUmlnaHQiOjAuMCwiQm90dG9tIjowLjB9LCJCYWNrZ3JvdW5kIjp7IiRpZCI6IjE5NDMiLCJDb2xvciI6eyIkaWQiOiIxOTQ0IiwiQSI6ODksIlIiOjAsIkciOjAsIkIiOjB9fSwiSXNWaXNpYmxlIjp0cnVlLCJXaWR0aCI6MC4wLCJIZWlnaHQiOjAuMCwiQm9yZGVyU3R5bGUiOnsiJGlkIjoiMTk0NSIsIkxpbmVDb2xvciI6bnVsbCwiTGluZVdlaWdodCI6MC4wLCJMaW5lVHlwZSI6MCwiUGFyZW50U3R5bGUiOm51bGx9LCJQYXJlbnRTdHlsZSI6bnVsbH0sIkR1cmF0aW9uU3R5bGUiOnsiJGlkIjoiMTk0NiIsIkZvbnRTZXR0aW5ncyI6eyIkaWQiOiIxOTQ3IiwiRm9udFNpemUiOjEwLCJGb250TmFtZSI6IkNhbGlicmkiLCJJc0JvbGQiOmZhbHNlLCJJc0l0YWxpYyI6ZmFsc2UsIklzVW5kZXJsaW5lZCI6ZmFsc2UsIlBhcmVudFN0eWxlIjpudWxsfSwiQXV0b1NpemUiOjAsIkZvcmVncm91bmQiOnsiJGlkIjoiMTk0OCIsIkNvbG9yIjp7IiRpZCI6IjE5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5NTAiLCJUb3AiOjAuMCwiTGVmdCI6MC4wLCJSaWdodCI6MC4wLCJCb3R0b20iOjAuMH0sIlBhZGRpbmciOnsiJGlkIjoiMTk1MSIsIlRvcCI6MC4wLCJMZWZ0IjowLjAsIlJpZ2h0IjowLjAsIkJvdHRvbSI6MC4wfSwiQmFja2dyb3VuZCI6eyIkaWQiOiIxOTUyIiwiQ29sb3IiOnsiJGlkIjoiMTk1MyIsIkEiOjI1NSwiUiI6NjgsIkciOjg0LCJCIjoxMDZ9fSwiSXNWaXNpYmxlIjp0cnVlLCJXaWR0aCI6MC4wLCJIZWlnaHQiOjAuMCwiQm9yZGVyU3R5bGUiOnsiJGlkIjoiMTk1NCIsIkxpbmVDb2xvciI6bnVsbCwiTGluZVdlaWdodCI6MC4wLCJMaW5lVHlwZSI6MCwiUGFyZW50U3R5bGUiOm51bGx9LCJQYXJlbnRTdHlsZSI6bnVsbH0sIkhvcml6b250YWxDb25uZWN0b3JTdHlsZSI6eyIkaWQiOiIxOTU1IiwiTGluZUNvbG9yIjp7IiRpZCI6IjE5NTYiLCIkdHlwZSI6Ik5MUkUuQ29tbW9uLkRvbS5Tb2xpZENvbG9yQnJ1c2gsIE5MUkUuQ29tbW9uIiwiQ29sb3IiOnsiJGlkIjoiMTk1NyIsIkEiOjI1NSwiUiI6MCwiRyI6MCwiQiI6MH19LCJMaW5lV2VpZ2h0IjowLjAsIkxpbmVUeXBlIjowLCJQYXJlbnRTdHlsZSI6bnVsbH0sIlZlcnRpY2FsQ29ubmVjdG9yU3R5bGUiOnsiJGlkIjoiMTk1OCIsIkxpbmVDb2xvciI6eyIkaWQiOiIxOTU5IiwiJHR5cGUiOiJOTFJFLkNvbW1vbi5Eb20uU29saWRDb2xvckJydXNoLCBOTFJFLkNvbW1vbiIsIkNvbG9yIjp7IiRpZCI6IjE5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OTYxIiwiU2hhcGVTdHlsZSI6eyIkaWQiOiIxOTYyIiwiTWFyZ2luIjp7IiRpZCI6IjE5NjMiLCJUb3AiOjAuMCwiTGVmdCI6MC4wLCJSaWdodCI6MC4wLCJCb3R0b20iOjAuMH0sIlBhZGRpbmciOnsiJGlkIjoiMTk2NCIsIlRvcCI6MC4wLCJMZWZ0IjowLjAsIlJpZ2h0IjowLjAsIkJvdHRvbSI6MC4wfSwiQmFja2dyb3VuZCI6eyIkaWQiOiIxOTY1IiwiQ29sb3IiOnsiJGlkIjoiMTk2NiIsIkEiOjE1MywiUiI6MCwiRyI6MCwiQiI6MH19LCJJc1Zpc2libGUiOnRydWUsIldpZHRoIjowLjAsIkhlaWdodCI6MC4wLCJCb3JkZXJTdHlsZSI6eyIkaWQiOiIxOTY3IiwiTGluZUNvbG9yIjp7IiRpZCI6IjE5NjgiLCIkdHlwZSI6Ik5MUkUuQ29tbW9uLkRvbS5Tb2xpZENvbG9yQnJ1c2gsIE5MUkUuQ29tbW9uIiwiQ29sb3IiOnsiJGlkIjoiMTk2OSIsIkEiOjI1NSwiUiI6MjU1LCJHIjowLCJCIjowfX0sIkxpbmVXZWlnaHQiOjAuMCwiTGluZVR5cGUiOjAsIlBhcmVudFN0eWxlIjpudWxsfSwiUGFyZW50U3R5bGUiOm51bGx9LCJNYXJnaW4iOnsiJGlkIjoiMTk3MCIsIlRvcCI6MC4wLCJMZWZ0IjowLjAsIlJpZ2h0IjowLjAsIkJvdHRvbSI6MC4wfSwiUGFkZGluZyI6eyIkaWQiOiIxOTcxIiwiVG9wIjowLjAsIkxlZnQiOjAuMCwiUmlnaHQiOjAuMCwiQm90dG9tIjowLjB9LCJCYWNrZ3JvdW5kIjpudWxsLCJJc1Zpc2libGUiOnRydWUsIldpZHRoIjowLjAsIkhlaWdodCI6MC4wLCJCb3JkZXJTdHlsZSI6bnVsbCwiUGFyZW50U3R5bGUiOm51bGx9LCJTaGFwZVN0eWxlIjp7IiRpZCI6IjE5NzIiLCJNYXJnaW4iOnsiJGlkIjoiMTk3MyIsIlRvcCI6MC4wLCJMZWZ0Ijo0LjAsIlJpZ2h0Ijo0LjAsIkJvdHRvbSI6MC4wfSwiUGFkZGluZyI6eyIkaWQiOiIxOTc0IiwiVG9wIjowLjAsIkxlZnQiOjAuMCwiUmlnaHQiOjAuMCwiQm90dG9tIjowLjB9LCJCYWNrZ3JvdW5kIjp7IiRpZCI6IjE5NzUiLCJDb2xvciI6eyIkaWQiOiIxOTc2IiwiQSI6MjU1LCJSIjoyNTUsIkciOjE5MiwiQiI6MH19LCJJc1Zpc2libGUiOnRydWUsIldpZHRoIjowLjAsIkhlaWdodCI6MTAuMCwiQm9yZGVyU3R5bGUiOnsiJGlkIjoiMTk3NyIsIkxpbmVDb2xvciI6eyIkaWQiOiIxOTc4IiwiJHR5cGUiOiJOTFJFLkNvbW1vbi5Eb20uU29saWRDb2xvckJydXNoLCBOTFJFLkNvbW1vbiIsIkNvbG9yIjp7IiRpZCI6IjE5NzkiLCJBIjoyNTUsIlIiOjIzNCwiRyI6MjIsIkIiOjMwfX0sIkxpbmVXZWlnaHQiOjAuMCwiTGluZVR5cGUiOjAsIlBhcmVudFN0eWxlIjpudWxsfSwiUGFyZW50U3R5bGUiOm51bGx9LCJUaXRsZVN0eWxlIjp7IiRpZCI6IjE5ODAiLCJGb250U2V0dGluZ3MiOnsiJGlkIjoiMTk4MSIsIkZvbnRTaXplIjoxMSwiRm9udE5hbWUiOiJDYWxpYnJpIiwiSXNCb2xkIjpmYWxzZSwiSXNJdGFsaWMiOmZhbHNlLCJJc1VuZGVybGluZWQiOmZhbHNlLCJQYXJlbnRTdHlsZSI6bnVsbH0sIkF1dG9TaXplIjowLCJGb3JlZ3JvdW5kIjp7IiRpZCI6IjE5ODIiLCJDb2xvciI6eyIkaWQiOiIxOTg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ODQiLCJUb3AiOjAuMCwiTGVmdCI6MC4wLCJSaWdodCI6MC4wLCJCb3R0b20iOjAuMH0sIlBhZGRpbmciOnsiJGlkIjoiMTk4NSIsIlRvcCI6MC4wLCJMZWZ0IjowLjAsIlJpZ2h0IjowLjAsIkJvdHRvbSI6MC4wfSwiQmFja2dyb3VuZCI6eyIkaWQiOiIxOTg2IiwiQ29sb3IiOnsiJGlkIjoiMTk4NyIsIkEiOjI1NSwiUiI6MCwiRyI6MCwiQiI6MH19LCJJc1Zpc2libGUiOnRydWUsIldpZHRoIjowLjAsIkhlaWdodCI6MC4wLCJCb3JkZXJTdHlsZSI6eyIkaWQiOiIxOTg4IiwiTGluZUNvbG9yIjpudWxsLCJMaW5lV2VpZ2h0IjowLjAsIkxpbmVUeXBlIjowLCJQYXJlbnRTdHlsZSI6bnVsbH0sIlBhcmVudFN0eWxlIjpudWxsfSwiRGF0ZVN0eWxlIjp7IiRpZCI6IjE5ODkiLCJGb250U2V0dGluZ3MiOnsiJGlkIjoiMTk5MCIsIkZvbnRTaXplIjoxMCwiRm9udE5hbWUiOiJDYWxpYnJpIiwiSXNCb2xkIjpmYWxzZSwiSXNJdGFsaWMiOmZhbHNlLCJJc1VuZGVybGluZWQiOmZhbHNlLCJQYXJlbnRTdHlsZSI6bnVsbH0sIkF1dG9TaXplIjowLCJGb3JlZ3JvdW5kIjp7IiRpZCI6IjE5OTEiLCJDb2xvciI6eyIkaWQiOiIxOTk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xOTkzIiwiVG9wIjowLjAsIkxlZnQiOjAuMCwiUmlnaHQiOjAuMCwiQm90dG9tIjowLjB9LCJQYWRkaW5nIjp7IiRpZCI6IjE5OTQiLCJUb3AiOjAuMCwiTGVmdCI6MC4wLCJSaWdodCI6MC4wLCJCb3R0b20iOjAuMH0sIkJhY2tncm91bmQiOnsiJGlkIjoiMTk5NSIsIkNvbG9yIjp7IiRpZCI6IjE5OTYiLCJBIjoyNTUsIlIiOjY4LCJHIjo4NCwiQiI6MTA2fX0sIklzVmlzaWJsZSI6dHJ1ZSwiV2lkdGgiOjAuMCwiSGVpZ2h0IjowLjAsIkJvcmRlclN0eWxlIjp7IiRpZCI6IjE5OTciLCJMaW5lQ29sb3IiOm51bGwsIkxpbmVXZWlnaHQiOjAuMCwiTGluZVR5cGUiOjAsIlBhcmVudFN0eWxlIjpudWxsfSwiUGFyZW50U3R5bGUiOm51bGx9LCJEYXRlRm9ybWF0Ijp7IiRpZCI6IjE5O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5OSIsIkZvcm1hdCI6MCwiSXNWaXNpYmxlIjpmYWxzZSwiTGFzdEtub3duVmlzaWJpbGl0eVN0YXRlIjpmYWxzZX0sIklzVmlzaWJsZSI6dHJ1ZSwiVmFyaWFuY2VTdHlsZSI6eyIkaWQiOiIyMDAwIiwiVGV4dFN0eWxlIjp7IiRpZCI6IjIwMDEiLCJGb250U2V0dGluZ3MiOnsiJGlkIjoiMjAwMiIsIkZvbnRTaXplIjoxMCwiRm9udE5hbWUiOiJDYWxpYnJpIiwiSXNCb2xkIjpmYWxzZSwiSXNJdGFsaWMiOmZhbHNlLCJJc1VuZGVybGluZWQiOmZhbHNlLCJQYXJlbnRTdHlsZSI6bnVsbH0sIkF1dG9TaXplIjowLCJGb3JlZ3JvdW5kIjp7IiRpZCI6IjIwMDMiLCJDb2xvciI6eyIkaWQiOiIyM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MDUiLCJUb3AiOjAuMCwiTGVmdCI6MC4wLCJSaWdodCI6MC4wLCJCb3R0b20iOjAuMH0sIlBhZGRpbmciOnsiJGlkIjoiMjAwNiIsIlRvcCI6MC4wLCJMZWZ0IjowLjAsIlJpZ2h0IjowLjAsIkJvdHRvbSI6MC4wfSwiQmFja2dyb3VuZCI6eyIkaWQiOiIyMDA3IiwiQ29sb3IiOnsiJGlkIjoiMjAwOCIsIkEiOjI1NSwiUiI6MCwiRyI6MCwiQiI6MH19LCJJc1Zpc2libGUiOnRydWUsIldpZHRoIjowLjAsIkhlaWdodCI6MC4wLCJCb3JkZXJTdHlsZSI6eyIkaWQiOiIyMDA5IiwiTGluZUNvbG9yIjpudWxsLCJMaW5lV2VpZ2h0IjowLjAsIkxpbmVUeXBlIjowLCJQYXJlbnRTdHlsZSI6bnVsbH0sIlBhcmVudFN0eWxlIjpudWxsfSwiUGFyZW50U3R5bGUiOm51bGx9LCJQYXJlbnRTdHlsZSI6bnVsbCwiX2V4cGxpY2l0bHlTZXQiOnsiJGlkIjoiMjAx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wMTEiLCJTaGFwZSI6MSwiQ29ubmVjdG9yTWFyZ2luIjp7IiRpZCI6IjIwMTIiLCJUb3AiOjAuMCwiTGVmdCI6Mi4wLCJSaWdodCI6Mi4wLCJCb3R0b20iOjAuMH0sIkNvbm5lY3RvclN0eWxlIjp7IiRpZCI6IjIwMTMiLCJMaW5lQ29sb3IiOnsiJGlkIjoiMjAxNCIsIiR0eXBlIjoiTkxSRS5Db21tb24uRG9tLlNvbGlkQ29sb3JCcnVzaCwgTkxSRS5Db21tb24iLCJDb2xvciI6eyIkaWQiOiIyMDE1IiwiQSI6MTI3LCJSIjoxMjcsIkciOjk2LCJCIjowfX0sIkxpbmVXZWlnaHQiOjEuMCwiTGluZVR5cGUiOjAsIlBhcmVudFN0eWxlIjpudWxsfSwiSXNCZWxvd1RpbWViYW5kIjpmYWxzZSwiUG9zaXRpb25PblRhc2siOjEsIkhpZGVEYXRlIjpmYWxzZSwiU2hhcGVTaXplIjowLCJTcGFjaW5nIjowLjAsIlBhZGRpbmciOnsiJGlkIjoiMjAxNiIsIlRvcCI6NS4wLCJMZWZ0IjozLjAsIlJpZ2h0IjowLjAsIkJvdHRvbSI6Mi4wfSwiU2hhcGVTdHlsZSI6eyIkaWQiOiIyMDE3IiwiTWFyZ2luIjp7IiRpZCI6IjIwMTgiLCJUb3AiOjAuMCwiTGVmdCI6MC4wLCJSaWdodCI6MC4wLCJCb3R0b20iOjAuMH0sIlBhZGRpbmciOnsiJGlkIjoiMjAxOSIsIlRvcCI6MC4wLCJMZWZ0IjowLjAsIlJpZ2h0IjowLjAsIkJvdHRvbSI6MC4wfSwiQmFja2dyb3VuZCI6eyIkaWQiOiIyMDIwIiwiQ29sb3IiOnsiJGlkIjoiMjAyMSIsIkEiOjI1NSwiUiI6MTI3LCJHIjo5NiwiQiI6MH19LCJJc1Zpc2libGUiOnRydWUsIldpZHRoIjoxMi4wLCJIZWlnaHQiOjE0LjAsIkJvcmRlclN0eWxlIjp7IiRpZCI6IjIwMjIiLCJMaW5lQ29sb3IiOnsiJGlkIjoiMjAyMyIsIiR0eXBlIjoiTkxSRS5Db21tb24uRG9tLlNvbGlkQ29sb3JCcnVzaCwgTkxSRS5Db21tb24iLCJDb2xvciI6eyIkaWQiOiIyMDI0IiwiQSI6MjU1LCJSIjoyNTUsIkciOjI1NSwiQiI6MjU1fX0sIkxpbmVXZWlnaHQiOjAuMCwiTGluZVR5cGUiOjAsIlBhcmVudFN0eWxlIjpudWxsfSwiUGFyZW50U3R5bGUiOm51bGx9LCJUaXRsZVN0eWxlIjp7IiRpZCI6IjIwMjUiLCJGb250U2V0dGluZ3MiOnsiJGlkIjoiMjAyNiIsIkZvbnRTaXplIjoxMSwiRm9udE5hbWUiOiJDYWxpYnJpIiwiSXNCb2xkIjpmYWxzZSwiSXNJdGFsaWMiOmZhbHNlLCJJc1VuZGVybGluZWQiOmZhbHNlLCJQYXJlbnRTdHlsZSI6bnVsbH0sIkF1dG9TaXplIjowLCJGb3JlZ3JvdW5kIjp7IiRpZCI6IjIwMjciLCJDb2xvciI6eyIkaWQiOiIyMDI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wMjkiLCJUb3AiOjAuMCwiTGVmdCI6MC4wLCJSaWdodCI6MC4wLCJCb3R0b20iOjAuMH0sIlBhZGRpbmciOnsiJGlkIjoiMjAzMCIsIlRvcCI6MC4wLCJMZWZ0IjowLjAsIlJpZ2h0IjowLjAsIkJvdHRvbSI6MC4wfSwiQmFja2dyb3VuZCI6eyIkaWQiOiIyMDMxIiwiQ29sb3IiOnsiJGlkIjoiMjAzMiIsIkEiOjI1NSwiUiI6MCwiRyI6MCwiQiI6MH19LCJJc1Zpc2libGUiOnRydWUsIldpZHRoIjowLjAsIkhlaWdodCI6MC4wLCJCb3JkZXJTdHlsZSI6eyIkaWQiOiIyMDMzIiwiTGluZUNvbG9yIjpudWxsLCJMaW5lV2VpZ2h0IjowLjAsIkxpbmVUeXBlIjowLCJQYXJlbnRTdHlsZSI6bnVsbH0sIlBhcmVudFN0eWxlIjpudWxsfSwiRGF0ZVN0eWxlIjp7IiRpZCI6IjIwMzQiLCJGb250U2V0dGluZ3MiOnsiJGlkIjoiMjAzNSIsIkZvbnRTaXplIjoxMCwiRm9udE5hbWUiOiJDYWxpYnJpIiwiSXNCb2xkIjpmYWxzZSwiSXNJdGFsaWMiOmZhbHNlLCJJc1VuZGVybGluZWQiOmZhbHNlLCJQYXJlbnRTdHlsZSI6bnVsbH0sIkF1dG9TaXplIjowLCJGb3JlZ3JvdW5kIjp7IiRpZCI6IjIwMzYiLCJDb2xvciI6eyIkaWQiOiIyMDM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yMDM4IiwiVG9wIjowLjAsIkxlZnQiOjAuMCwiUmlnaHQiOjAuMCwiQm90dG9tIjowLjB9LCJQYWRkaW5nIjp7IiRpZCI6IjIwMzkiLCJUb3AiOjAuMCwiTGVmdCI6MC4wLCJSaWdodCI6MC4wLCJCb3R0b20iOjAuMH0sIkJhY2tncm91bmQiOnsiJGlkIjoiMjA0MCIsIkNvbG9yIjp7IiRpZCI6IjIwNDEiLCJBIjoyNTUsIlIiOjY4LCJHIjo4NCwiQiI6MTA2fX0sIklzVmlzaWJsZSI6dHJ1ZSwiV2lkdGgiOjAuMCwiSGVpZ2h0IjowLjAsIkJvcmRlclN0eWxlIjp7IiRpZCI6IjIwNDIiLCJMaW5lQ29sb3IiOm51bGwsIkxpbmVXZWlnaHQiOjAuMCwiTGluZVR5cGUiOjAsIlBhcmVudFN0eWxlIjpudWxsfSwiUGFyZW50U3R5bGUiOm51bGx9LCJEYXRlRm9ybWF0Ijp7IiRpZCI6IjIwND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0NCIsIkZvcm1hdCI6MCwiSXNWaXNpYmxlIjpmYWxzZSwiTGFzdEtub3duVmlzaWJpbGl0eVN0YXRlIjpmYWxzZX0sIklzVmlzaWJsZSI6ZmFsc2UsIlZhcmlhbmNlU3R5bGUiOnsiJGlkIjoiMjA0NSIsIlRleHRTdHlsZSI6eyIkaWQiOiIyMDQ2IiwiRm9udFNldHRpbmdzIjp7IiRpZCI6IjIwNDciLCJGb250U2l6ZSI6MTAsIkZvbnROYW1lIjoiQ2FsaWJyaSIsIklzQm9sZCI6ZmFsc2UsIklzSXRhbGljIjpmYWxzZSwiSXNVbmRlcmxpbmVkIjpmYWxzZSwiUGFyZW50U3R5bGUiOm51bGx9LCJBdXRvU2l6ZSI6MCwiRm9yZWdyb3VuZCI6eyIkaWQiOiIyMDQ4IiwiQ29sb3IiOnsiJGlkIjoiMjA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UwIiwiVG9wIjowLjAsIkxlZnQiOjAuMCwiUmlnaHQiOjAuMCwiQm90dG9tIjowLjB9LCJQYWRkaW5nIjp7IiRpZCI6IjIwNTEiLCJUb3AiOjAuMCwiTGVmdCI6MC4wLCJSaWdodCI6MC4wLCJCb3R0b20iOjAuMH0sIkJhY2tncm91bmQiOnsiJGlkIjoiMjA1MiIsIkNvbG9yIjp7IiRpZCI6IjIwNTMiLCJBIjoyNTUsIlIiOjAsIkciOjAsIkIiOjB9fSwiSXNWaXNpYmxlIjp0cnVlLCJXaWR0aCI6MC4wLCJIZWlnaHQiOjAuMCwiQm9yZGVyU3R5bGUiOnsiJGlkIjoiMjA1NCIsIkxpbmVDb2xvciI6bnVsbCwiTGluZVdlaWdodCI6MC4wLCJMaW5lVHlwZSI6MCwiUGFyZW50U3R5bGUiOm51bGx9LCJQYXJlbnRTdHlsZSI6bnVsbH0sIlBhcmVudFN0eWxlIjpudWxsfSwiUGFyZW50U3R5bGUiOm51bGx9LCJEZWZhdWx0U3dpbWxhbmVNaWxlc3RvbmVTdHlsZSI6eyIkaWQiOiIyMDU1IiwiVGl0bGVQb3NpdGlvbiI6IkxlZnQiLCJEYXRlUG9zaXRpb24iOiJSaWdodCIsIlZhcmlhbmNlUG9zaXRpb24iOiJSaWdodCIsIlNoYXBlVHlwZSI6MSwiU2hhcGVTaXplIjowLCJTcGFjaW5nIjo1LCJTaGFwZVN0eWxlIjp7IiRpZCI6IjIwNTYiLCJNYXJnaW4iOnsiJGlkIjoiMjA1NyIsIlRvcCI6MC4wLCJMZWZ0IjowLjAsIlJpZ2h0IjowLjAsIkJvdHRvbSI6MC4wfSwiUGFkZGluZyI6eyIkaWQiOiIyMDU4IiwiVG9wIjowLjAsIkxlZnQiOjAuMCwiUmlnaHQiOjAuMCwiQm90dG9tIjowLjB9LCJCYWNrZ3JvdW5kIjp7IiRpZCI6IjIwNTkiLCJDb2xvciI6eyIkaWQiOiIyMDYwIiwiQSI6MjU1LCJSIjoyNTUsIkciOjE5MiwiQiI6MH19LCJJc1Zpc2libGUiOnRydWUsIldpZHRoIjoxMi4wLCJIZWlnaHQiOjE0LjAsIkJvcmRlclN0eWxlIjp7IiRpZCI6IjIwNjEiLCJMaW5lQ29sb3IiOnsiJGlkIjoiMjA2MiIsIiR0eXBlIjoiTkxSRS5Db21tb24uRG9tLlNvbGlkQ29sb3JCcnVzaCwgTkxSRS5Db21tb24iLCJDb2xvciI6eyIkaWQiOiIyMDYzIiwiQSI6MjU1LCJSIjoyMzQsIkciOjIyLCJCIjozMH19LCJMaW5lV2VpZ2h0IjowLjAsIkxpbmVUeXBlIjowLCJQYXJlbnRTdHlsZSI6bnVsbH0sIlBhcmVudFN0eWxlIjpudWxsfSwiVGl0bGVTdHlsZSI6eyIkaWQiOiIyMDY0IiwiRm9udFNldHRpbmdzIjp7IiRpZCI6IjIwNjUiLCJGb250U2l6ZSI6MTEsIkZvbnROYW1lIjoiQ2FsaWJyaSIsIklzQm9sZCI6ZmFsc2UsIklzSXRhbGljIjpmYWxzZSwiSXNVbmRlcmxpbmVkIjpmYWxzZSwiUGFyZW50U3R5bGUiOm51bGx9LCJBdXRvU2l6ZSI6MCwiRm9yZWdyb3VuZCI6eyIkaWQiOiIyMDY2IiwiQ29sb3IiOnsiJGlkIjoiMjA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DY4IiwiVG9wIjowLjAsIkxlZnQiOjAuMCwiUmlnaHQiOjAuMCwiQm90dG9tIjowLjB9LCJQYWRkaW5nIjp7IiRpZCI6IjIwNjkiLCJUb3AiOjAuMCwiTGVmdCI6MC4wLCJSaWdodCI6MC4wLCJCb3R0b20iOjAuMH0sIkJhY2tncm91bmQiOnsiJGlkIjoiMjA3MCIsIkNvbG9yIjp7IiRpZCI6IjIwNzEiLCJBIjoyNTUsIlIiOjAsIkciOjAsIkIiOjB9fSwiSXNWaXNpYmxlIjp0cnVlLCJXaWR0aCI6MC4wLCJIZWlnaHQiOjAuMCwiQm9yZGVyU3R5bGUiOnsiJGlkIjoiMjA3MiIsIkxpbmVDb2xvciI6bnVsbCwiTGluZVdlaWdodCI6MC4wLCJMaW5lVHlwZSI6MCwiUGFyZW50U3R5bGUiOm51bGx9LCJQYXJlbnRTdHlsZSI6bnVsbH0sIkRhdGVTdHlsZSI6eyIkaWQiOiIyMDczIiwiRm9udFNldHRpbmdzIjp7IiRpZCI6IjIwNzQiLCJGb250U2l6ZSI6MTAsIkZvbnROYW1lIjoiQ2FsaWJyaSIsIklzQm9sZCI6ZmFsc2UsIklzSXRhbGljIjpmYWxzZSwiSXNVbmRlcmxpbmVkIjpmYWxzZSwiUGFyZW50U3R5bGUiOm51bGx9LCJBdXRvU2l6ZSI6MCwiRm9yZWdyb3VuZCI6eyIkaWQiOiIyMDc1IiwiQ29sb3IiOnsiJGlkIjoiMjA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A3NyIsIlRvcCI6MC4wLCJMZWZ0IjowLjAsIlJpZ2h0IjowLjAsIkJvdHRvbSI6MC4wfSwiUGFkZGluZyI6eyIkaWQiOiIyMDc4IiwiVG9wIjowLjAsIkxlZnQiOjAuMCwiUmlnaHQiOjAuMCwiQm90dG9tIjowLjB9LCJCYWNrZ3JvdW5kIjp7IiRpZCI6IjIwNzkiLCJDb2xvciI6eyIkaWQiOiIyMDgwIiwiQSI6MjU1LCJSIjo2OCwiRyI6ODQsIkIiOjEwNn19LCJJc1Zpc2libGUiOnRydWUsIldpZHRoIjowLjAsIkhlaWdodCI6MC4wLCJCb3JkZXJTdHlsZSI6eyIkaWQiOiIyMDgxIiwiTGluZUNvbG9yIjpudWxsLCJMaW5lV2VpZ2h0IjowLjAsIkxpbmVUeXBlIjowLCJQYXJlbnRTdHlsZSI6bnVsbH0sIlBhcmVudFN0eWxlIjpudWxsfSwiRGF0ZUZvcm1hdCI6eyIkaWQiOiIyMD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ODMiLCJGb3JtYXQiOjAsIklzVmlzaWJsZSI6ZmFsc2UsIkxhc3RLbm93blZpc2liaWxpdHlTdGF0ZSI6ZmFsc2V9LCJJc1Zpc2libGUiOnRydWUsIlZhcmlhbmNlU3R5bGUiOnsiJGlkIjoiMjA4NCIsIlRleHRTdHlsZSI6eyIkaWQiOiIyMDg1IiwiRm9udFNldHRpbmdzIjp7IiRpZCI6IjIwODYiLCJGb250U2l6ZSI6MTAsIkZvbnROYW1lIjoiQ2FsaWJyaSIsIklzQm9sZCI6ZmFsc2UsIklzSXRhbGljIjpmYWxzZSwiSXNVbmRlcmxpbmVkIjpmYWxzZSwiUGFyZW50U3R5bGUiOm51bGx9LCJBdXRvU2l6ZSI6MCwiRm9yZWdyb3VuZCI6eyIkaWQiOiIyMDg3IiwiQ29sb3IiOnsiJGlkIjoiMjA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g5IiwiVG9wIjowLjAsIkxlZnQiOjAuMCwiUmlnaHQiOjAuMCwiQm90dG9tIjowLjB9LCJQYWRkaW5nIjp7IiRpZCI6IjIwOTAiLCJUb3AiOjAuMCwiTGVmdCI6MC4wLCJSaWdodCI6MC4wLCJCb3R0b20iOjAuMH0sIkJhY2tncm91bmQiOnsiJGlkIjoiMjA5MSIsIkNvbG9yIjp7IiRpZCI6IjIwOTIiLCJBIjoyNTUsIlIiOjAsIkciOjAsIkIiOjB9fSwiSXNWaXNpYmxlIjp0cnVlLCJXaWR0aCI6MC4wLCJIZWlnaHQiOjAuMCwiQm9yZGVyU3R5bGUiOnsiJGlkIjoiMjA5MyIsIkxpbmVDb2xvciI6bnVsbCwiTGluZVdlaWdodCI6MC4wLCJMaW5lVHlwZSI6MCwiUGFyZW50U3R5bGUiOm51bGx9LCJQYXJlbnRTdHlsZSI6bnVsbH0sIlBhcmVudFN0eWxlIjpudWxsfSwiUGFyZW50U3R5bGUiOm51bGx9LCJEZWZhdWx0U3dpbWxhbmVBY3Rpdml0eVN0eWxlIjp7IiRpZCI6IjIwOTQiLCJIZWFkZXJTdHlsZSI6eyIkaWQiOiIyMDk1IiwiVGV4dFN0eWxlIjp7IiRpZCI6IjIwOTYiLCJGb250U2V0dGluZ3MiOnsiJGlkIjoiMjA5NyIsIkZvbnRTaXplIjoxMSwiRm9udE5hbWUiOiJDYWxpYnJpIiwiSXNCb2xkIjpmYWxzZSwiSXNJdGFsaWMiOmZhbHNlLCJJc1VuZGVybGluZWQiOmZhbHNlLCJQYXJlbnRTdHlsZSI6bnVsbH0sIkF1dG9TaXplIjoyLCJGb3JlZ3JvdW5kIjp7IiRpZCI6IjIwOTgiLCJDb2xvciI6eyIkaWQiOiIyMD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EwMCIsIlRvcCI6MC4wLCJMZWZ0IjowLjAsIlJpZ2h0IjowLjAsIkJvdHRvbSI6MC4wfSwiUGFkZGluZyI6eyIkaWQiOiIyMTAxIiwiVG9wIjowLjAsIkxlZnQiOjAuMCwiUmlnaHQiOjAuMCwiQm90dG9tIjowLjB9LCJCYWNrZ3JvdW5kIjp7IiRpZCI6IjIxMDIiLCJDb2xvciI6eyIkaWQiOiIyMTAzIiwiQSI6MjU1LCJSIjo2NCwiRyI6NjQsIkIiOjY0fX0sIklzVmlzaWJsZSI6dHJ1ZSwiV2lkdGgiOjAuMCwiSGVpZ2h0IjowLjAsIkJvcmRlclN0eWxlIjpudWxsLCJQYXJlbnRTdHlsZSI6bnVsbH0sIlJlY3RhbmdsZVN0eWxlIjp7IiRpZCI6IjIxMDQiLCJNYXJnaW4iOnsiJGlkIjoiMjEwNSIsIlRvcCI6MC4wLCJMZWZ0IjowLjAsIlJpZ2h0IjowLjAsIkJvdHRvbSI6MC4wfSwiUGFkZGluZyI6eyIkaWQiOiIyMTA2IiwiVG9wIjowLjAsIkxlZnQiOjAuMCwiUmlnaHQiOjAuMCwiQm90dG9tIjowLjB9LCJCYWNrZ3JvdW5kIjp7IiRpZCI6IjIxMDciLCJDb2xvciI6eyIkaWQiOiIyMTA4IiwiQSI6MTI3LCJSIjoyNTUsIkciOjE5MiwiQiI6MH19LCJJc1Zpc2libGUiOnRydWUsIldpZHRoIjowLjAsIkhlaWdodCI6MC4wLCJCb3JkZXJTdHlsZSI6eyIkaWQiOiIyMTA5IiwiTGluZUNvbG9yIjp7IiRpZCI6IjIxMTAiLCIkdHlwZSI6Ik5MUkUuQ29tbW9uLkRvbS5Tb2xpZENvbG9yQnJ1c2gsIE5MUkUuQ29tbW9uIiwiQ29sb3IiOnsiJGlkIjoiMjExMSIsIkEiOjI1NSwiUiI6MjU1LCJHIjoyNTUsIkIiOjI1NX19LCJMaW5lV2VpZ2h0IjowLjAsIkxpbmVUeXBlIjowLCJQYXJlbnRTdHlsZSI6bnVsbH0sIlBhcmVudFN0eWxlIjpudWxsfSwiTWFyZ2luIjp7IiRpZCI6IjIxMTIiLCJUb3AiOjAuMCwiTGVmdCI6MC4wLCJSaWdodCI6MC4wLCJCb3R0b20iOjAuMH0sIlBhZGRpbmciOnsiJGlkIjoiMjExMyIsIlRvcCI6MC4wLCJMZWZ0IjowLjAsIlJpZ2h0IjowLjAsIkJvdHRvbSI6MC4wfSwiQmFja2dyb3VuZCI6bnVsbCwiSXNWaXNpYmxlIjp0cnVlLCJXaWR0aCI6MC4wLCJIZWlnaHQiOjAuMCwiQm9yZGVyU3R5bGUiOm51bGwsIlBhcmVudFN0eWxlIjpudWxsfSwiQmFja2dyb3VuZFN0eWxlIjp7IiRpZCI6IjIxMTQiLCJNYXJnaW4iOnsiJGlkIjoiMjExNSIsIlRvcCI6MC4wLCJMZWZ0IjowLjAsIlJpZ2h0IjowLjAsIkJvdHRvbSI6MC4wfSwiUGFkZGluZyI6eyIkaWQiOiIyMTE2IiwiVG9wIjowLjAsIkxlZnQiOjAuMCwiUmlnaHQiOjAuMCwiQm90dG9tIjowLjB9LCJCYWNrZ3JvdW5kIjp7IiRpZCI6IjIxMTciLCJDb2xvciI6eyIkaWQiOiIyMTE4IiwiQSI6NTEsIlIiOjIwMCwiRyI6MjAwLCJCIjoyMDB9fSwiSXNWaXNpYmxlIjp0cnVlLCJXaWR0aCI6MC4wLCJIZWlnaHQiOjAuMCwiQm9yZGVyU3R5bGUiOnsiJGlkIjoiMjExOSIsIkxpbmVDb2xvciI6eyIkaWQiOiIyMTIwIiwiJHR5cGUiOiJOTFJFLkNvbW1vbi5Eb20uU29saWRDb2xvckJydXNoLCBOTFJFLkNvbW1vbiIsIkNvbG9yIjp7IiRpZCI6IjIxMjEiLCJBIjoyNTUsIlIiOjIzNCwiRyI6MjIsIkIiOjMwfX0sIkxpbmVXZWlnaHQiOjAuMCwiTGluZVR5cGUiOjAsIlBhcmVudFN0eWxlIjpudWxsfSwiUGFyZW50U3R5bGUiOm51bGx9LCJNYXJnaW4iOnsiJGlkIjoiMjEyMiIsIlRvcCI6MC4wLCJMZWZ0IjowLjAsIlJpZ2h0IjowLjAsIkJvdHRvbSI6MC4wfSwiUGFkZGluZyI6eyIkaWQiOiIyMTIzIiwiVG9wIjowLjAsIkxlZnQiOjAuMCwiUmlnaHQiOjAuMCwiQm90dG9tIjowLjB9LCJJc1Zpc2libGUiOnRydWUsIldpZHRoIjowLjAsIkhlaWdodCI6MC4wLCJCb3JkZXJTdHlsZSI6eyIkaWQiOiIyMTI0IiwiTGluZUNvbG9yIjpudWxsLCJMaW5lV2VpZ2h0IjowLjAsIkxpbmVUeXBlIjowLCJQYXJlbnRTdHlsZSI6bnVsbH0sIlBhcmVudFN0eWxlIjpudWxsfSwiTWFyZ2luIjp7IiRpZCI6IjIxMjUiLCJUb3AiOjAuMCwiTGVmdCI6MC4wLCJSaWdodCI6MC4wLCJCb3R0b20iOjAuMH0sIlBhZGRpbmciOnsiJGlkIjoiMjEyNiIsIlRvcCI6MC4wLCJMZWZ0IjowLjAsIlJpZ2h0IjowLjAsIkJvdHRvbSI6MC4wfSwiSXNWaXNpYmxlIjpmYWxzZSwiV2lkdGgiOjAuMCwiSGVpZ2h0IjowLjAsIkJvcmRlclN0eWxlIjp7IiRpZCI6IjIxMjciLCJMaW5lQ29sb3IiOm51bGwsIkxpbmVXZWlnaHQiOjAuMCwiTGluZVR5cGUiOjAsIlBhcmVudFN0eWxlIjpudWxsfSwiUGFyZW50U3R5bGUiOm51bGx9fSx7IiRpZCI6IjIxMjgiLCJfYWN0aXZpdGllcyI6W3siJGlkIjoiMjEyOSIsIl9yb3dzIjpbeyIkaWQiOiIyMTMwIiwiX3Rhc2tzIjpbeyIkaWQiOiIyMTMxIiwiX2F0dGFjaGVkTWlsZXN0b25lcyI6W10sIlRhc2tEZWZpbml0aW9uIjp7IiRpZCI6IjIxMzIiLCJHcm91cE5hbWUiOm51bGwsIlN0YXJ0RGF0ZSI6IjIwMjYtMTItMDFUMDA6MDA6MDBaIiwiRW5kRGF0ZSI6IjIwMjYtMTItMzFUMjM6NTk6MDBaIiwiUGVyY2VudGFnZUNvbXBsZXRlIjpudWxsLCJTdHlsZSI6eyIkaWQiOiIyMTMzIiwiU2hhcGUiOjEsIlNoYXBlVGhpY2tuZXNzIjowLCJEdXJhdGlvbkZvcm1hdCI6MCwiSW5jbHVkZU5vbldvcmtpbmdEYXlzSW5EdXJhdGlvbiI6ZmFsc2UsIlBlcmNlbnRhZ2VDb21wbGV0ZVN0eWxlIjp7IiRpZCI6IjIxMzQiLCJGb250U2V0dGluZ3MiOnsiJGlkIjoiMjEzNSIsIkZvbnRTaXplIjoxMCwiRm9udE5hbWUiOiJDYWxpYnJpIiwiSXNCb2xkIjpmYWxzZSwiSXNJdGFsaWMiOmZhbHNlLCJJc1VuZGVybGluZWQiOmZhbHNlLCJQYXJlbnRTdHlsZSI6bnVsbH0sIkF1dG9TaXplIjowLCJGb3JlZ3JvdW5kIjp7IiRpZCI6IjIxMzYiLCJDb2xvciI6eyIkaWQiOiIyMT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xMzgiLCJUb3AiOjAuMCwiTGVmdCI6MC4wLCJSaWdodCI6MC4wLCJCb3R0b20iOjAuMH0sIlBhZGRpbmciOnsiJGlkIjoiMjEzOSIsIlRvcCI6MC4wLCJMZWZ0IjowLjAsIlJpZ2h0IjowLjAsIkJvdHRvbSI6MC4wfSwiQmFja2dyb3VuZCI6eyIkaWQiOiIyMTQwIiwiQ29sb3IiOnsiJGlkIjoiMjE0MSIsIkEiOjg5LCJSIjowLCJHIjowLCJCIjowfX0sIklzVmlzaWJsZSI6dHJ1ZSwiV2lkdGgiOjAuMCwiSGVpZ2h0IjowLjAsIkJvcmRlclN0eWxlIjp7IiRpZCI6IjIxNDIiLCJMaW5lQ29sb3IiOm51bGwsIkxpbmVXZWlnaHQiOjAuMCwiTGluZVR5cGUiOjAsIlBhcmVudFN0eWxlIjpudWxsfSwiUGFyZW50U3R5bGUiOm51bGx9LCJEdXJhdGlvblN0eWxlIjp7IiRpZCI6IjIxNDMiLCJGb250U2V0dGluZ3MiOnsiJGlkIjoiMjE0NCIsIkZvbnRTaXplIjoxMCwiRm9udE5hbWUiOiJDYWxpYnJpIiwiSXNCb2xkIjpmYWxzZSwiSXNJdGFsaWMiOmZhbHNlLCJJc1VuZGVybGluZWQiOmZhbHNlLCJQYXJlbnRTdHlsZSI6bnVsbH0sIkF1dG9TaXplIjowLCJGb3JlZ3JvdW5kIjp7IiRpZCI6IjIxNDUiLCJDb2xvciI6eyIkaWQiOiIyMT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MTQ3IiwiVG9wIjowLjAsIkxlZnQiOjAuMCwiUmlnaHQiOjAuMCwiQm90dG9tIjowLjB9LCJQYWRkaW5nIjp7IiRpZCI6IjIxNDgiLCJUb3AiOjAuMCwiTGVmdCI6MC4wLCJSaWdodCI6MC4wLCJCb3R0b20iOjAuMH0sIkJhY2tncm91bmQiOnsiJGlkIjoiMjE0OSIsIkNvbG9yIjp7IiRpZCI6IjIxNTAiLCJBIjoyNTUsIlIiOjY4LCJHIjo4NCwiQiI6MTA2fX0sIklzVmlzaWJsZSI6dHJ1ZSwiV2lkdGgiOjAuMCwiSGVpZ2h0IjowLjAsIkJvcmRlclN0eWxlIjp7IiRpZCI6IjIxNTEiLCJMaW5lQ29sb3IiOm51bGwsIkxpbmVXZWlnaHQiOjAuMCwiTGluZVR5cGUiOjAsIlBhcmVudFN0eWxlIjpudWxsfSwiUGFyZW50U3R5bGUiOm51bGx9LCJIb3Jpem9udGFsQ29ubmVjdG9yU3R5bGUiOnsiJGlkIjoiMjE1MiIsIkxpbmVDb2xvciI6eyIkaWQiOiIyMTUzIiwiJHR5cGUiOiJOTFJFLkNvbW1vbi5Eb20uU29saWRDb2xvckJydXNoLCBOTFJFLkNvbW1vbiIsIkNvbG9yIjp7IiRpZCI6IjIxNTQiLCJBIjoyNTUsIlIiOjAsIkciOjAsIkIiOjB9fSwiTGluZVdlaWdodCI6MC4wLCJMaW5lVHlwZSI6MCwiUGFyZW50U3R5bGUiOm51bGx9LCJWZXJ0aWNhbENvbm5lY3RvclN0eWxlIjp7IiRpZCI6IjIxNTUiLCJMaW5lQ29sb3IiOnsiJGlkIjoiMjE1NiIsIiR0eXBlIjoiTkxSRS5Db21tb24uRG9tLlNvbGlkQ29sb3JCcnVzaCwgTkxSRS5Db21tb24iLCJDb2xvciI6eyIkaWQiOiIyMTU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MTU4IiwiU2hhcGVTdHlsZSI6eyIkaWQiOiIyMTU5IiwiTWFyZ2luIjp7IiRpZCI6IjIxNjAiLCJUb3AiOjAuMCwiTGVmdCI6MC4wLCJSaWdodCI6MC4wLCJCb3R0b20iOjAuMH0sIlBhZGRpbmciOnsiJGlkIjoiMjE2MSIsIlRvcCI6MC4wLCJMZWZ0IjowLjAsIlJpZ2h0IjowLjAsIkJvdHRvbSI6MC4wfSwiQmFja2dyb3VuZCI6eyIkaWQiOiIyMTYyIiwiQ29sb3IiOnsiJGlkIjoiMjE2MyIsIkEiOjE1MywiUiI6MCwiRyI6MCwiQiI6MH19LCJJc1Zpc2libGUiOnRydWUsIldpZHRoIjowLjAsIkhlaWdodCI6MC4wLCJCb3JkZXJTdHlsZSI6bnVsbCwiUGFyZW50U3R5bGUiOm51bGx9LCJNYXJnaW4iOnsiJGlkIjoiMjE2NCIsIlRvcCI6MC4wLCJMZWZ0IjowLjAsIlJpZ2h0IjowLjAsIkJvdHRvbSI6MC4wfSwiUGFkZGluZyI6eyIkaWQiOiIyMTY1IiwiVG9wIjowLjAsIkxlZnQiOjAuMCwiUmlnaHQiOjAuMCwiQm90dG9tIjowLjB9LCJCYWNrZ3JvdW5kIjpudWxsLCJJc1Zpc2libGUiOnRydWUsIldpZHRoIjowLjAsIkhlaWdodCI6MC4wLCJCb3JkZXJTdHlsZSI6bnVsbCwiUGFyZW50U3R5bGUiOm51bGx9LCJTaGFwZVN0eWxlIjp7IiRpZCI6IjIxNjYiLCJNYXJnaW4iOnsiJGlkIjoiMjE2NyIsIlRvcCI6MC4wLCJMZWZ0Ijo0LjAsIlJpZ2h0Ijo0LjAsIkJvdHRvbSI6MC4wfSwiUGFkZGluZyI6eyIkaWQiOiIyMTY4IiwiVG9wIjowLjAsIkxlZnQiOjAuMCwiUmlnaHQiOjAuMCwiQm90dG9tIjowLjB9LCJCYWNrZ3JvdW5kIjp7IiRpZCI6IjIxNjkiLCJDb2xvciI6eyIkaWQiOiIyMTcwIiwiQSI6MjU1LCJSIjoxMTIsIkciOjE3MywiQiI6NzF9fSwiSXNWaXNpYmxlIjp0cnVlLCJXaWR0aCI6MC4wLCJIZWlnaHQiOjEwLjAsIkJvcmRlclN0eWxlIjp7IiRpZCI6IjIxNzEiLCJMaW5lQ29sb3IiOnsiJGlkIjoiMjE3MiIsIiR0eXBlIjoiTkxSRS5Db21tb24uRG9tLlNvbGlkQ29sb3JCcnVzaCwgTkxSRS5Db21tb24iLCJDb2xvciI6eyIkaWQiOiIyMTczIiwiQSI6MjU1LCJSIjoyMzQsIkciOjIyLCJCIjozMH19LCJMaW5lV2VpZ2h0IjowLjAsIkxpbmVUeXBlIjowLCJQYXJlbnRTdHlsZSI6bnVsbH0sIlBhcmVudFN0eWxlIjpudWxsfSwiVGl0bGVTdHlsZSI6eyIkaWQiOiIyMTc0IiwiRm9udFNldHRpbmdzIjp7IiRpZCI6IjIxNzUiLCJGb250U2l6ZSI6MTEsIkZvbnROYW1lIjoiVGl0aWxsaXVtIFdlYiIsIklzQm9sZCI6ZmFsc2UsIklzSXRhbGljIjpmYWxzZSwiSXNVbmRlcmxpbmVkIjpmYWxzZSwiUGFyZW50U3R5bGUiOm51bGx9LCJBdXRvU2l6ZSI6MCwiRm9yZWdyb3VuZCI6eyIkaWQiOiIyMTc2IiwiQ29sb3IiOnsiJGlkIjoiMjE3Ny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yMTc4IiwiVG9wIjowLjAsIkxlZnQiOjAuMCwiUmlnaHQiOjAuMCwiQm90dG9tIjowLjB9LCJQYWRkaW5nIjp7IiRpZCI6IjIxNzkiLCJUb3AiOjAuMCwiTGVmdCI6MC4wLCJSaWdodCI6MC4wLCJCb3R0b20iOjAuMH0sIkJhY2tncm91bmQiOnsiJGlkIjoiMjE4MCIsIkNvbG9yIjp7IiRpZCI6IjIxODEiLCJBIjowLCJSIjoyNTUsIkciOjI1NSwiQiI6MjU1fX0sIklzVmlzaWJsZSI6dHJ1ZSwiV2lkdGgiOjAuMCwiSGVpZ2h0IjowLjAsIkJvcmRlclN0eWxlIjp7IiRpZCI6IjIxODIiLCJMaW5lQ29sb3IiOm51bGwsIkxpbmVXZWlnaHQiOjAuMCwiTGluZVR5cGUiOjAsIlBhcmVudFN0eWxlIjpudWxsfSwiUGFyZW50U3R5bGUiOm51bGx9LCJEYXRlU3R5bGUiOnsiJGlkIjoiMjE4MyIsIkZvbnRTZXR0aW5ncyI6eyIkaWQiOiIyMTg0IiwiRm9udFNpemUiOjEwLCJGb250TmFtZSI6IlRpdGlsbGl1bSBXZWIiLCJJc0JvbGQiOmZhbHNlLCJJc0l0YWxpYyI6ZmFsc2UsIklzVW5kZXJsaW5lZCI6ZmFsc2UsIlBhcmVudFN0eWxlIjpudWxsfSwiQXV0b1NpemUiOjAsIkZvcmVncm91bmQiOnsiJGlkIjoiMjE4NSIsIkNvbG9yIjp7IiRpZCI6IjIxODY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jE4NyIsIlRvcCI6MC4wLCJMZWZ0IjowLjAsIlJpZ2h0IjowLjAsIkJvdHRvbSI6MC4wfSwiUGFkZGluZyI6eyIkaWQiOiIyMTg4IiwiVG9wIjowLjAsIkxlZnQiOjAuMCwiUmlnaHQiOjAuMCwiQm90dG9tIjowLjB9LCJCYWNrZ3JvdW5kIjp7IiRpZCI6IjIxODkiLCJDb2xvciI6eyIkaWQiOiIyMTkwIiwiQSI6MCwiUiI6MjU1LCJHIjoyNTUsIkIiOjI1NX19LCJJc1Zpc2libGUiOnRydWUsIldpZHRoIjowLjAsIkhlaWdodCI6MC4wLCJCb3JkZXJTdHlsZSI6eyIkaWQiOiIyMTkxIiwiTGluZUNvbG9yIjpudWxsLCJMaW5lV2VpZ2h0IjowLjAsIkxpbmVUeXBlIjowLCJQYXJlbnRTdHlsZSI6bnVsbH0sIlBhcmVudFN0eWxlIjpudWxsfSwiRGF0ZUZvcm1hdCI6eyIkaWQiOiIyMT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OTMiLCJGb3JtYXQiOjAsIklzVmlzaWJsZSI6ZmFsc2UsIkxhc3RLbm93blZpc2liaWxpdHlTdGF0ZSI6ZmFsc2V9LCJJc1Zpc2libGUiOnRydWUsIlZhcmlhbmNlU3R5bGUiOnsiJGlkIjoiMjE5NCIsIlRleHRTdHlsZSI6eyIkaWQiOiIyMTk1IiwiRm9udFNldHRpbmdzIjp7IiRpZCI6IjIxOTYiLCJGb250U2l6ZSI6MTAsIkZvbnROYW1lIjoiQ2FsaWJyaSIsIklzQm9sZCI6ZmFsc2UsIklzSXRhbGljIjpmYWxzZSwiSXNVbmRlcmxpbmVkIjpmYWxzZSwiUGFyZW50U3R5bGUiOm51bGx9LCJBdXRvU2l6ZSI6MCwiRm9yZWdyb3VuZCI6eyIkaWQiOiIyMTk3IiwiQ29sb3IiOnsiJGlkIjoiMjE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Tk5IiwiVG9wIjowLjAsIkxlZnQiOjAuMCwiUmlnaHQiOjAuMCwiQm90dG9tIjowLjB9LCJQYWRkaW5nIjp7IiRpZCI6IjIyMDAiLCJUb3AiOjAuMCwiTGVmdCI6MC4wLCJSaWdodCI6MC4wLCJCb3R0b20iOjAuMH0sIkJhY2tncm91bmQiOnsiJGlkIjoiMjIwMSIsIkNvbG9yIjp7IiRpZCI6IjIyMDIiLCJBIjoyNTUsIlIiOjAsIkciOjAsIkIiOjB9fSwiSXNWaXNpYmxlIjp0cnVlLCJXaWR0aCI6MC4wLCJIZWlnaHQiOjAuMCwiQm9yZGVyU3R5bGUiOnsiJGlkIjoiMjIwMyIsIkxpbmVDb2xvciI6bnVsbCwiTGluZVdlaWdodCI6MC4wLCJMaW5lVHlwZSI6MCwiUGFyZW50U3R5bGUiOm51bGx9LCJQYXJlbnRTdHlsZSI6bnVsbH0sIlBhcmVudFN0eWxlIjpudWxsfSwiUGFyZW50U3R5bGUiOm51bGx9LCJJbmRleCI6MTUsIlNtYXJ0RHVyYXRpb25BY3RpdmF0ZWQiOmZhbHNlLCJEYXRlRm9ybWF0Ijp7IiRyZWYiOiIyMTkyIn0sIldlZWtOdW1iZXJpbmciOnsiJGlkIjoiMjIwNCIsIkZvcm1hdCI6MCwiSXNWaXNpYmxlIjpmYWxzZSwiTGFzdEtub3duVmlzaWJpbGl0eVN0YXRlIjpmYWxzZX0sIkJhc2VsaW5lRGF0YSI6eyIkaWQiOiIyMjA1IiwiU3RhcnREYXRlIjoiMjAyNi0xMi0wMVQwMDowMDowMCIsIkVuZERhdGUiOiIyMDI2LTEyLTMxVDIzOjU5OjAwIn0sIklkIjoiZDg3Y2UwYjktNWY1Mi00MzQ1LWJlYjgtNTZjNDdjN2U5M2UwIiwiSW1wb3J0SWQiOm51bGwsIlRpdGxlIjoiVmVyc2nDs24gbcOtbmltYSB2aWFibGUgKFNwcmludHMgMTUtMTcpIiwiTm90ZSI6bnVsbCwiSHlwZXJsaW5rIjp7IiRpZCI6IjIyMDYiLCJBZGRyZXNzIjoiIiwiU3ViQWRkcmVzcyI6IiJ9LCJJc0NoYW5nZWQiOmZhbHNlLCJJc05ldyI6ZmFsc2V9fV0sIl9taWxlc3RvbmVzIjpbXSwiSWQiOiIwMDAwMDAwMC0wMDAwLTAwMDAtMDAwMC0wMDAwMDAwMDAwMDAiLCJJc1NpbmdsZUl0ZW1Sb3ciOnRydWV9XSwiSW5kZXgiOjE0LCJJZCI6IjY0MmNlOWI3LTY3ZjUtNDQ2NS04YmJiLTQzMzVhNzUyOTE2YSIsIkhlYWRlclRleHQiOm51bGwsIklzRGVmYXVsdCI6dHJ1ZSwiU3R5bGUiOnsiJGlkIjoiMjIwNyIsIkhlYWRlclN0eWxlIjp7IiRpZCI6IjIyMDgiLCJUZXh0U3R5bGUiOnsiJGlkIjoiMjIwOSIsIkZvbnRTZXR0aW5ncyI6eyIkaWQiOiIyMjEwIiwiRm9udFNpemUiOjExLCJGb250TmFtZSI6IkNhbGlicmkiLCJJc0JvbGQiOmZhbHNlLCJJc0l0YWxpYyI6ZmFsc2UsIklzVW5kZXJsaW5lZCI6ZmFsc2UsIlBhcmVudFN0eWxlIjpudWxsfSwiQXV0b1NpemUiOjIsIkZvcmVncm91bmQiOnsiJGlkIjoiMjIxMSIsIkNvbG9yIjp7IiRpZCI6IjIyMTI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MjEzIiwiVG9wIjowLjAsIkxlZnQiOjAuMCwiUmlnaHQiOjAuMCwiQm90dG9tIjowLjB9LCJQYWRkaW5nIjp7IiRpZCI6IjIyMTQiLCJUb3AiOjAuMCwiTGVmdCI6MC4wLCJSaWdodCI6MC4wLCJCb3R0b20iOjAuMH0sIkJhY2tncm91bmQiOnsiJGlkIjoiMjIxNSIsIkNvbG9yIjp7IiRpZCI6IjIyMTYiLCJBIjoyNTUsIlIiOjY0LCJHIjo2NCwiQiI6NjR9fSwiSXNWaXNpYmxlIjp0cnVlLCJXaWR0aCI6MC4wLCJIZWlnaHQiOjAuMCwiQm9yZGVyU3R5bGUiOm51bGwsIlBhcmVudFN0eWxlIjpudWxsfSwiUmVjdGFuZ2xlU3R5bGUiOnsiJGlkIjoiMjIxNyIsIk1hcmdpbiI6eyIkaWQiOiIyMjE4IiwiVG9wIjowLjAsIkxlZnQiOjAuMCwiUmlnaHQiOjAuMCwiQm90dG9tIjowLjB9LCJQYWRkaW5nIjp7IiRpZCI6IjIyMTkiLCJUb3AiOjAuMCwiTGVmdCI6MC4wLCJSaWdodCI6MC4wLCJCb3R0b20iOjAuMH0sIkJhY2tncm91bmQiOnsiJGlkIjoiMjIyMCIsIkNvbG9yIjp7IiRpZCI6IjIyMjEiLCJBIjoxMjcsIlIiOjExMiwiRyI6MTczLCJCIjo3MX19LCJJc1Zpc2libGUiOnRydWUsIldpZHRoIjowLjAsIkhlaWdodCI6MC4wLCJCb3JkZXJTdHlsZSI6eyIkaWQiOiIyMjIyIiwiTGluZUNvbG9yIjp7IiRpZCI6IjIyMjMiLCIkdHlwZSI6Ik5MUkUuQ29tbW9uLkRvbS5Tb2xpZENvbG9yQnJ1c2gsIE5MUkUuQ29tbW9uIiwiQ29sb3IiOnsiJGlkIjoiMjIyNCIsIkEiOjI1NSwiUiI6MjU1LCJHIjoyNTUsIkIiOjI1NX19LCJMaW5lV2VpZ2h0IjowLjAsIkxpbmVUeXBlIjowLCJQYXJlbnRTdHlsZSI6bnVsbH0sIlBhcmVudFN0eWxlIjpudWxsfSwiTWFyZ2luIjp7IiRpZCI6IjIyMjUiLCJUb3AiOjAuMCwiTGVmdCI6MC4wLCJSaWdodCI6MC4wLCJCb3R0b20iOjAuMH0sIlBhZGRpbmciOnsiJGlkIjoiMjIyNiIsIlRvcCI6MC4wLCJMZWZ0IjowLjAsIlJpZ2h0IjowLjAsIkJvdHRvbSI6MC4wfSwiQmFja2dyb3VuZCI6bnVsbCwiSXNWaXNpYmxlIjp0cnVlLCJXaWR0aCI6MC4wLCJIZWlnaHQiOjAuMCwiQm9yZGVyU3R5bGUiOm51bGwsIlBhcmVudFN0eWxlIjpudWxsfSwiQmFja2dyb3VuZFN0eWxlIjp7IiRpZCI6IjIyMjciLCJNYXJnaW4iOnsiJGlkIjoiMjIyOCIsIlRvcCI6MC4wLCJMZWZ0IjowLjAsIlJpZ2h0IjowLjAsIkJvdHRvbSI6MC4wfSwiUGFkZGluZyI6eyIkaWQiOiIyMjI5IiwiVG9wIjowLjAsIkxlZnQiOjAuMCwiUmlnaHQiOjAuMCwiQm90dG9tIjowLjB9LCJCYWNrZ3JvdW5kIjp7IiRpZCI6IjIyMzAiLCJDb2xvciI6eyIkaWQiOiIyMjMxIiwiQSI6NTEsIlIiOjIwMCwiRyI6MjAwLCJCIjoyMDB9fSwiSXNWaXNpYmxlIjp0cnVlLCJXaWR0aCI6MC4wLCJIZWlnaHQiOjAuMCwiQm9yZGVyU3R5bGUiOnsiJGlkIjoiMjIzMiIsIkxpbmVDb2xvciI6eyIkaWQiOiIyMjMzIiwiJHR5cGUiOiJOTFJFLkNvbW1vbi5Eb20uU29saWRDb2xvckJydXNoLCBOTFJFLkNvbW1vbiIsIkNvbG9yIjp7IiRpZCI6IjIyMzQiLCJBIjoyNTUsIlIiOjIzNCwiRyI6MjIsIkIiOjMwfX0sIkxpbmVXZWlnaHQiOjAuMCwiTGluZVR5cGUiOjAsIlBhcmVudFN0eWxlIjpudWxsfSwiUGFyZW50U3R5bGUiOm51bGx9LCJNYXJnaW4iOnsiJGlkIjoiMjIzNSIsIlRvcCI6MC4wLCJMZWZ0IjowLjAsIlJpZ2h0IjowLjAsIkJvdHRvbSI6MC4wfSwiUGFkZGluZyI6eyIkaWQiOiIyMjM2IiwiVG9wIjowLjAsIkxlZnQiOjAuMCwiUmlnaHQiOjAuMCwiQm90dG9tIjowLjB9LCJJc1Zpc2libGUiOnRydWUsIldpZHRoIjowLjAsIkhlaWdodCI6MC4wLCJCb3JkZXJTdHlsZSI6eyIkaWQiOiIyMjM3IiwiTGluZUNvbG9yIjpudWxsLCJMaW5lV2VpZ2h0IjowLjAsIkxpbmVUeXBlIjowLCJQYXJlbnRTdHlsZSI6bnVsbH0sIlBhcmVudFN0eWxlIjpudWxsfX1dLCJJZCI6ImViYjhlZjFkLWU2ZDktNGI1ZS04YWZkLTJhOWY0ZWE0ODNhMSIsIkluZGV4IjoxNCwiSGVhZGVyVGV4dCI6Ik1WUFxyXG4iLCJTdHlsZSI6eyIkaWQiOiIyMjM4IiwiU3R5bGVJZCI6ImIyNGY4MDQ1LWY2OWItNGE0My04MjlmLWE1NjUwM2ZkY2Q2OSIsIkhlYWRlclN0eWxlIjp7IiRpZCI6IjIyMzkiLCJUZXh0SXNWZXJ0aWNhbCI6ZmFsc2UsIlRleHRTdHlsZSI6eyIkaWQiOiIyMjQwIiwiRm9udFNldHRpbmdzIjp7IiRpZCI6IjIyNDEiLCJGb250U2l6ZSI6MTEsIkZvbnROYW1lIjoiVGl0aWxsaXVtIFdlYiIsIklzQm9sZCI6ZmFsc2UsIklzSXRhbGljIjpmYWxzZSwiSXNVbmRlcmxpbmVkIjpmYWxzZSwiUGFyZW50U3R5bGUiOm51bGx9LCJBdXRvU2l6ZSI6MiwiRm9yZWdyb3VuZCI6eyIkaWQiOiIyMjQyIiwiQ29sb3IiOnsiJGlkIjoiMjI0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yNDQiLCJUb3AiOjAuMCwiTGVmdCI6MC4wLCJSaWdodCI6MC4wLCJCb3R0b20iOjAuMH0sIlBhZGRpbmciOnsiJGlkIjoiMjI0NSIsIlRvcCI6MC4wLCJMZWZ0IjowLjAsIlJpZ2h0IjowLjAsIkJvdHRvbSI6MC4wfSwiQmFja2dyb3VuZCI6eyIkaWQiOiIyMjQ2IiwiQ29sb3IiOnsiJGlkIjoiMjI0NyIsIkEiOjI1NSwiUiI6MjU1LCJHIjoyNTUsIkIiOjI1NX19LCJJc1Zpc2libGUiOnRydWUsIldpZHRoIjowLjAsIkhlaWdodCI6MC4wLCJCb3JkZXJTdHlsZSI6bnVsbCwiUGFyZW50U3R5bGUiOm51bGx9LCJSZWN0YW5nbGVTdHlsZSI6eyIkaWQiOiIyMjQ4IiwiTWFyZ2luIjp7IiRpZCI6IjIyNDkiLCJUb3AiOjAuMCwiTGVmdCI6MC4wLCJSaWdodCI6MC4wLCJCb3R0b20iOjAuMH0sIlBhZGRpbmciOnsiJGlkIjoiMjI1MCIsIlRvcCI6MC4wLCJMZWZ0IjowLjAsIlJpZ2h0IjowLjAsIkJvdHRvbSI6MC4wfSwiQmFja2dyb3VuZCI6eyIkaWQiOiIyMjUxIiwiQ29sb3IiOnsiJGlkIjoiMjI1MiIsIkEiOjI1NSwiUiI6MTEyLCJHIjoxNzMsIkIiOjcxfX0sIklzVmlzaWJsZSI6dHJ1ZSwiV2lkdGgiOjAuMCwiSGVpZ2h0IjowLjAsIkJvcmRlclN0eWxlIjp7IiRpZCI6IjIyNTMiLCJMaW5lQ29sb3IiOnsiJGlkIjoiMjI1NCIsIiR0eXBlIjoiTkxSRS5Db21tb24uRG9tLlNvbGlkQ29sb3JCcnVzaCwgTkxSRS5Db21tb24iLCJDb2xvciI6eyIkaWQiOiIyMjU1IiwiQSI6MjU1LCJSIjoyNTUsIkciOjI1NSwiQiI6MjU1fX0sIkxpbmVXZWlnaHQiOjAuMCwiTGluZVR5cGUiOjAsIlBhcmVudFN0eWxlIjpudWxsfSwiUGFyZW50U3R5bGUiOm51bGx9LCJNYXJnaW4iOnsiJGlkIjoiMjI1NiIsIlRvcCI6MC4wLCJMZWZ0IjowLjAsIlJpZ2h0IjowLjAsIkJvdHRvbSI6MC4wfSwiUGFkZGluZyI6eyIkaWQiOiIyMjU3IiwiVG9wIjowLjAsIkxlZnQiOjAuMCwiUmlnaHQiOjAuMCwiQm90dG9tIjowLjB9LCJCYWNrZ3JvdW5kIjpudWxsLCJJc1Zpc2libGUiOnRydWUsIldpZHRoIjowLjAsIkhlaWdodCI6MC4wLCJCb3JkZXJTdHlsZSI6bnVsbCwiUGFyZW50U3R5bGUiOm51bGx9LCJCYWNrZ3JvdW5kU3R5bGUiOnsiJGlkIjoiMjI1OCIsIk1hcmdpbiI6eyIkaWQiOiIyMjU5IiwiVG9wIjowLjAsIkxlZnQiOjAuMCwiUmlnaHQiOjAuMCwiQm90dG9tIjowLjB9LCJQYWRkaW5nIjp7IiRpZCI6IjIyNjAiLCJUb3AiOjAuMCwiTGVmdCI6MC4wLCJSaWdodCI6MC4wLCJCb3R0b20iOjAuMH0sIkJhY2tncm91bmQiOnsiJGlkIjoiMjI2MSIsIkNvbG9yIjp7IiRpZCI6IjIyNjIiLCJBIjo1MSwiUiI6MjAwLCJHIjoyMDAsIkIiOjIwMH19LCJJc1Zpc2libGUiOnRydWUsIldpZHRoIjowLjAsIkhlaWdodCI6MC4wLCJCb3JkZXJTdHlsZSI6eyIkaWQiOiIyMjYzIiwiTGluZUNvbG9yIjp7IiRpZCI6IjIyNjQiLCIkdHlwZSI6Ik5MUkUuQ29tbW9uLkRvbS5Tb2xpZENvbG9yQnJ1c2gsIE5MUkUuQ29tbW9uIiwiQ29sb3IiOnsiJGlkIjoiMjI2NSIsIkEiOjI1NSwiUiI6MjM0LCJHIjoyMiwiQiI6MzB9fSwiTGluZVdlaWdodCI6MC4wLCJMaW5lVHlwZSI6MCwiUGFyZW50U3R5bGUiOm51bGx9LCJQYXJlbnRTdHlsZSI6bnVsbH0sIklzQWJvdmVUaW1lYmFuZCI6ZmFsc2UsIlNwYWNpbmciOjIsIkRlZmF1bHRTd2ltbGFuZVRhc2tTdHlsZSI6eyIkaWQiOiIyMjY2IiwiJHR5cGUiOiJOTFJFLkNvbW1vbi5Eb20uU3R5bGVzLkV4cGxpY2l0U2V0YWJsZVRhc2tTdHlsZSwgTkxSRS5Db21tb24iLCJTaGFwZSI6MSwiU2hhcGVUaGlja25lc3MiOjAsIkR1cmF0aW9uRm9ybWF0IjowLCJJbmNsdWRlTm9uV29ya2luZ0RheXNJbkR1cmF0aW9uIjpmYWxzZSwiUGVyY2VudGFnZUNvbXBsZXRlU3R5bGUiOnsiJGlkIjoiMjI2NyIsIkZvbnRTZXR0aW5ncyI6eyIkaWQiOiIyMjY4IiwiRm9udFNpemUiOjEwLCJGb250TmFtZSI6IkNhbGlicmkiLCJJc0JvbGQiOmZhbHNlLCJJc0l0YWxpYyI6ZmFsc2UsIklzVW5kZXJsaW5lZCI6ZmFsc2UsIlBhcmVudFN0eWxlIjpudWxsfSwiQXV0b1NpemUiOjAsIkZvcmVncm91bmQiOnsiJGlkIjoiMjI2OSIsIkNvbG9yIjp7IiRpZCI6IjIy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I3MSIsIlRvcCI6MC4wLCJMZWZ0IjowLjAsIlJpZ2h0IjowLjAsIkJvdHRvbSI6MC4wfSwiUGFkZGluZyI6eyIkaWQiOiIyMjcyIiwiVG9wIjowLjAsIkxlZnQiOjAuMCwiUmlnaHQiOjAuMCwiQm90dG9tIjowLjB9LCJCYWNrZ3JvdW5kIjp7IiRpZCI6IjIyNzMiLCJDb2xvciI6eyIkaWQiOiIyMjc0IiwiQSI6ODksIlIiOjAsIkciOjAsIkIiOjB9fSwiSXNWaXNpYmxlIjp0cnVlLCJXaWR0aCI6MC4wLCJIZWlnaHQiOjAuMCwiQm9yZGVyU3R5bGUiOnsiJGlkIjoiMjI3NSIsIkxpbmVDb2xvciI6bnVsbCwiTGluZVdlaWdodCI6MC4wLCJMaW5lVHlwZSI6MCwiUGFyZW50U3R5bGUiOm51bGx9LCJQYXJlbnRTdHlsZSI6bnVsbH0sIkR1cmF0aW9uU3R5bGUiOnsiJGlkIjoiMjI3NiIsIkZvbnRTZXR0aW5ncyI6eyIkaWQiOiIyMjc3IiwiRm9udFNpemUiOjEwLCJGb250TmFtZSI6IkNhbGlicmkiLCJJc0JvbGQiOmZhbHNlLCJJc0l0YWxpYyI6ZmFsc2UsIklzVW5kZXJsaW5lZCI6ZmFsc2UsIlBhcmVudFN0eWxlIjpudWxsfSwiQXV0b1NpemUiOjAsIkZvcmVncm91bmQiOnsiJGlkIjoiMjI3OCIsIkNvbG9yIjp7IiRpZCI6IjIy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IyODAiLCJUb3AiOjAuMCwiTGVmdCI6MC4wLCJSaWdodCI6MC4wLCJCb3R0b20iOjAuMH0sIlBhZGRpbmciOnsiJGlkIjoiMjI4MSIsIlRvcCI6MC4wLCJMZWZ0IjowLjAsIlJpZ2h0IjowLjAsIkJvdHRvbSI6MC4wfSwiQmFja2dyb3VuZCI6eyIkaWQiOiIyMjgyIiwiQ29sb3IiOnsiJGlkIjoiMjI4MyIsIkEiOjI1NSwiUiI6NjgsIkciOjg0LCJCIjoxMDZ9fSwiSXNWaXNpYmxlIjp0cnVlLCJXaWR0aCI6MC4wLCJIZWlnaHQiOjAuMCwiQm9yZGVyU3R5bGUiOnsiJGlkIjoiMjI4NCIsIkxpbmVDb2xvciI6bnVsbCwiTGluZVdlaWdodCI6MC4wLCJMaW5lVHlwZSI6MCwiUGFyZW50U3R5bGUiOm51bGx9LCJQYXJlbnRTdHlsZSI6bnVsbH0sIkhvcml6b250YWxDb25uZWN0b3JTdHlsZSI6eyIkaWQiOiIyMjg1IiwiTGluZUNvbG9yIjp7IiRpZCI6IjIyODYiLCIkdHlwZSI6Ik5MUkUuQ29tbW9uLkRvbS5Tb2xpZENvbG9yQnJ1c2gsIE5MUkUuQ29tbW9uIiwiQ29sb3IiOnsiJGlkIjoiMjI4NyIsIkEiOjI1NSwiUiI6MCwiRyI6MCwiQiI6MH19LCJMaW5lV2VpZ2h0IjowLjAsIkxpbmVUeXBlIjowLCJQYXJlbnRTdHlsZSI6bnVsbH0sIlZlcnRpY2FsQ29ubmVjdG9yU3R5bGUiOnsiJGlkIjoiMjI4OCIsIkxpbmVDb2xvciI6eyIkaWQiOiIyMjg5IiwiJHR5cGUiOiJOTFJFLkNvbW1vbi5Eb20uU29saWRDb2xvckJydXNoLCBOTFJFLkNvbW1vbiIsIkNvbG9yIjp7IiRpZCI6IjIyOT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yMjkxIiwiU2hhcGVTdHlsZSI6eyIkaWQiOiIyMjkyIiwiTWFyZ2luIjp7IiRpZCI6IjIyOTMiLCJUb3AiOjAuMCwiTGVmdCI6MC4wLCJSaWdodCI6MC4wLCJCb3R0b20iOjAuMH0sIlBhZGRpbmciOnsiJGlkIjoiMjI5NCIsIlRvcCI6MC4wLCJMZWZ0IjowLjAsIlJpZ2h0IjowLjAsIkJvdHRvbSI6MC4wfSwiQmFja2dyb3VuZCI6eyIkaWQiOiIyMjk1IiwiQ29sb3IiOnsiJGlkIjoiMjI5NiIsIkEiOjE1MywiUiI6MCwiRyI6MCwiQiI6MH19LCJJc1Zpc2libGUiOnRydWUsIldpZHRoIjowLjAsIkhlaWdodCI6MC4wLCJCb3JkZXJTdHlsZSI6eyIkaWQiOiIyMjk3IiwiTGluZUNvbG9yIjp7IiRpZCI6IjIyOTgiLCIkdHlwZSI6Ik5MUkUuQ29tbW9uLkRvbS5Tb2xpZENvbG9yQnJ1c2gsIE5MUkUuQ29tbW9uIiwiQ29sb3IiOnsiJGlkIjoiMjI5OSIsIkEiOjI1NSwiUiI6MjU1LCJHIjowLCJCIjowfX0sIkxpbmVXZWlnaHQiOjAuMCwiTGluZVR5cGUiOjAsIlBhcmVudFN0eWxlIjpudWxsfSwiUGFyZW50U3R5bGUiOm51bGx9LCJNYXJnaW4iOnsiJGlkIjoiMjMwMCIsIlRvcCI6MC4wLCJMZWZ0IjowLjAsIlJpZ2h0IjowLjAsIkJvdHRvbSI6MC4wfSwiUGFkZGluZyI6eyIkaWQiOiIyMzAxIiwiVG9wIjowLjAsIkxlZnQiOjAuMCwiUmlnaHQiOjAuMCwiQm90dG9tIjowLjB9LCJCYWNrZ3JvdW5kIjpudWxsLCJJc1Zpc2libGUiOnRydWUsIldpZHRoIjowLjAsIkhlaWdodCI6MC4wLCJCb3JkZXJTdHlsZSI6bnVsbCwiUGFyZW50U3R5bGUiOm51bGx9LCJTaGFwZVN0eWxlIjp7IiRpZCI6IjIzMDIiLCJNYXJnaW4iOnsiJGlkIjoiMjMwMyIsIlRvcCI6MC4wLCJMZWZ0Ijo0LjAsIlJpZ2h0Ijo0LjAsIkJvdHRvbSI6MC4wfSwiUGFkZGluZyI6eyIkaWQiOiIyMzA0IiwiVG9wIjowLjAsIkxlZnQiOjAuMCwiUmlnaHQiOjAuMCwiQm90dG9tIjowLjB9LCJCYWNrZ3JvdW5kIjp7IiRpZCI6IjIzMDUiLCJDb2xvciI6eyIkaWQiOiIyMzA2IiwiQSI6MjU1LCJSIjoxMTIsIkciOjE3MywiQiI6NzF9fSwiSXNWaXNpYmxlIjp0cnVlLCJXaWR0aCI6MC4wLCJIZWlnaHQiOjEwLjAsIkJvcmRlclN0eWxlIjp7IiRpZCI6IjIzMDciLCJMaW5lQ29sb3IiOnsiJGlkIjoiMjMwOCIsIiR0eXBlIjoiTkxSRS5Db21tb24uRG9tLlNvbGlkQ29sb3JCcnVzaCwgTkxSRS5Db21tb24iLCJDb2xvciI6eyIkaWQiOiIyMzA5IiwiQSI6MjU1LCJSIjoyMzQsIkciOjIyLCJCIjozMH19LCJMaW5lV2VpZ2h0IjowLjAsIkxpbmVUeXBlIjowLCJQYXJlbnRTdHlsZSI6bnVsbH0sIlBhcmVudFN0eWxlIjpudWxsfSwiVGl0bGVTdHlsZSI6eyIkaWQiOiIyMzEwIiwiRm9udFNldHRpbmdzIjp7IiRpZCI6IjIzMTEiLCJGb250U2l6ZSI6MTEsIkZvbnROYW1lIjoiQ2FsaWJyaSIsIklzQm9sZCI6ZmFsc2UsIklzSXRhbGljIjpmYWxzZSwiSXNVbmRlcmxpbmVkIjpmYWxzZSwiUGFyZW50U3R5bGUiOm51bGx9LCJBdXRvU2l6ZSI6MCwiRm9yZWdyb3VuZCI6eyIkaWQiOiIyMzEyIiwiQ29sb3IiOnsiJGlkIjoiMjMx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E0IiwiVG9wIjowLjAsIkxlZnQiOjAuMCwiUmlnaHQiOjAuMCwiQm90dG9tIjowLjB9LCJQYWRkaW5nIjp7IiRpZCI6IjIzMTUiLCJUb3AiOjAuMCwiTGVmdCI6MC4wLCJSaWdodCI6MC4wLCJCb3R0b20iOjAuMH0sIkJhY2tncm91bmQiOnsiJGlkIjoiMjMxNiIsIkNvbG9yIjp7IiRpZCI6IjIzMTciLCJBIjoyNTUsIlIiOjAsIkciOjAsIkIiOjB9fSwiSXNWaXNpYmxlIjp0cnVlLCJXaWR0aCI6MC4wLCJIZWlnaHQiOjAuMCwiQm9yZGVyU3R5bGUiOnsiJGlkIjoiMjMxOCIsIkxpbmVDb2xvciI6bnVsbCwiTGluZVdlaWdodCI6MC4wLCJMaW5lVHlwZSI6MCwiUGFyZW50U3R5bGUiOm51bGx9LCJQYXJlbnRTdHlsZSI6bnVsbH0sIkRhdGVTdHlsZSI6eyIkaWQiOiIyMzE5IiwiRm9udFNldHRpbmdzIjp7IiRpZCI6IjIzMjAiLCJGb250U2l6ZSI6MTAsIkZvbnROYW1lIjoiQ2FsaWJyaSIsIklzQm9sZCI6ZmFsc2UsIklzSXRhbGljIjpmYWxzZSwiSXNVbmRlcmxpbmVkIjpmYWxzZSwiUGFyZW50U3R5bGUiOm51bGx9LCJBdXRvU2l6ZSI6MCwiRm9yZWdyb3VuZCI6eyIkaWQiOiIyMzIxIiwiQ29sb3IiOnsiJGlkIjoiMjMy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jMyMyIsIlRvcCI6MC4wLCJMZWZ0IjowLjAsIlJpZ2h0IjowLjAsIkJvdHRvbSI6MC4wfSwiUGFkZGluZyI6eyIkaWQiOiIyMzI0IiwiVG9wIjowLjAsIkxlZnQiOjAuMCwiUmlnaHQiOjAuMCwiQm90dG9tIjowLjB9LCJCYWNrZ3JvdW5kIjp7IiRpZCI6IjIzMjUiLCJDb2xvciI6eyIkaWQiOiIyMzI2IiwiQSI6MjU1LCJSIjo2OCwiRyI6ODQsIkIiOjEwNn19LCJJc1Zpc2libGUiOnRydWUsIldpZHRoIjowLjAsIkhlaWdodCI6MC4wLCJCb3JkZXJTdHlsZSI6eyIkaWQiOiIyMzI3IiwiTGluZUNvbG9yIjpudWxsLCJMaW5lV2VpZ2h0IjowLjAsIkxpbmVUeXBlIjowLCJQYXJlbnRTdHlsZSI6bnVsbH0sIlBhcmVudFN0eWxlIjpudWxsfSwiRGF0ZUZvcm1hdCI6eyIkaWQiOiIyMzI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jkiLCJGb3JtYXQiOjAsIklzVmlzaWJsZSI6ZmFsc2UsIkxhc3RLbm93blZpc2liaWxpdHlTdGF0ZSI6ZmFsc2V9LCJJc1Zpc2libGUiOnRydWUsIlZhcmlhbmNlU3R5bGUiOnsiJGlkIjoiMjMzMCIsIlRleHRTdHlsZSI6eyIkaWQiOiIyMzMxIiwiRm9udFNldHRpbmdzIjp7IiRpZCI6IjIzMzIiLCJGb250U2l6ZSI6MTAsIkZvbnROYW1lIjoiQ2FsaWJyaSIsIklzQm9sZCI6ZmFsc2UsIklzSXRhbGljIjpmYWxzZSwiSXNVbmRlcmxpbmVkIjpmYWxzZSwiUGFyZW50U3R5bGUiOm51bGx9LCJBdXRvU2l6ZSI6MCwiRm9yZWdyb3VuZCI6eyIkaWQiOiIyMzMzIiwiQ29sb3IiOnsiJGlkIjoiMjM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M1IiwiVG9wIjowLjAsIkxlZnQiOjAuMCwiUmlnaHQiOjAuMCwiQm90dG9tIjowLjB9LCJQYWRkaW5nIjp7IiRpZCI6IjIzMzYiLCJUb3AiOjAuMCwiTGVmdCI6MC4wLCJSaWdodCI6MC4wLCJCb3R0b20iOjAuMH0sIkJhY2tncm91bmQiOnsiJGlkIjoiMjMzNyIsIkNvbG9yIjp7IiRpZCI6IjIzMzgiLCJBIjoyNTUsIlIiOjAsIkciOjAsIkIiOjB9fSwiSXNWaXNpYmxlIjp0cnVlLCJXaWR0aCI6MC4wLCJIZWlnaHQiOjAuMCwiQm9yZGVyU3R5bGUiOnsiJGlkIjoiMjMzOSIsIkxpbmVDb2xvciI6bnVsbCwiTGluZVdlaWdodCI6MC4wLCJMaW5lVHlwZSI6MCwiUGFyZW50U3R5bGUiOm51bGx9LCJQYXJlbnRTdHlsZSI6bnVsbH0sIlBhcmVudFN0eWxlIjpudWxsfSwiUGFyZW50U3R5bGUiOm51bGwsIl9leHBsaWNpdGx5U2V0Ijp7IiRpZCI6IjIzND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yMzQxIiwiU2hhcGUiOjEsIkNvbm5lY3Rvck1hcmdpbiI6eyIkaWQiOiIyMzQyIiwiVG9wIjowLjAsIkxlZnQiOjIuMCwiUmlnaHQiOjIuMCwiQm90dG9tIjowLjB9LCJDb25uZWN0b3JTdHlsZSI6eyIkaWQiOiIyMzQzIiwiTGluZUNvbG9yIjp7IiRpZCI6IjIzNDQiLCIkdHlwZSI6Ik5MUkUuQ29tbW9uLkRvbS5Tb2xpZENvbG9yQnJ1c2gsIE5MUkUuQ29tbW9uIiwiQ29sb3IiOnsiJGlkIjoiMjM0NSIsIkEiOjEyNywiUiI6NTYsIkciOjg2LCJCIjozNX19LCJMaW5lV2VpZ2h0IjoxLjAsIkxpbmVUeXBlIjowLCJQYXJlbnRTdHlsZSI6bnVsbH0sIklzQmVsb3dUaW1lYmFuZCI6ZmFsc2UsIlBvc2l0aW9uT25UYXNrIjoxLCJIaWRlRGF0ZSI6ZmFsc2UsIlNoYXBlU2l6ZSI6MCwiU3BhY2luZyI6MC4wLCJQYWRkaW5nIjp7IiRpZCI6IjIzNDYiLCJUb3AiOjUuMCwiTGVmdCI6My4wLCJSaWdodCI6MC4wLCJCb3R0b20iOjIuMH0sIlNoYXBlU3R5bGUiOnsiJGlkIjoiMjM0NyIsIk1hcmdpbiI6eyIkaWQiOiIyMzQ4IiwiVG9wIjowLjAsIkxlZnQiOjAuMCwiUmlnaHQiOjAuMCwiQm90dG9tIjowLjB9LCJQYWRkaW5nIjp7IiRpZCI6IjIzNDkiLCJUb3AiOjAuMCwiTGVmdCI6MC4wLCJSaWdodCI6MC4wLCJCb3R0b20iOjAuMH0sIkJhY2tncm91bmQiOnsiJGlkIjoiMjM1MCIsIkNvbG9yIjp7IiRpZCI6IjIzNTEiLCJBIjoyNTUsIlIiOjU2LCJHIjo4NiwiQiI6MzV9fSwiSXNWaXNpYmxlIjp0cnVlLCJXaWR0aCI6MTIuMCwiSGVpZ2h0IjoxNC4wLCJCb3JkZXJTdHlsZSI6eyIkaWQiOiIyMzUyIiwiTGluZUNvbG9yIjp7IiRpZCI6IjIzNTMiLCIkdHlwZSI6Ik5MUkUuQ29tbW9uLkRvbS5Tb2xpZENvbG9yQnJ1c2gsIE5MUkUuQ29tbW9uIiwiQ29sb3IiOnsiJGlkIjoiMjM1NCIsIkEiOjI1NSwiUiI6MjU1LCJHIjoyNTUsIkIiOjI1NX19LCJMaW5lV2VpZ2h0IjowLjAsIkxpbmVUeXBlIjowLCJQYXJlbnRTdHlsZSI6bnVsbH0sIlBhcmVudFN0eWxlIjpudWxsfSwiVGl0bGVTdHlsZSI6eyIkaWQiOiIyMzU1IiwiRm9udFNldHRpbmdzIjp7IiRpZCI6IjIzNTYiLCJGb250U2l6ZSI6MTEsIkZvbnROYW1lIjoiQ2FsaWJyaSIsIklzQm9sZCI6ZmFsc2UsIklzSXRhbGljIjpmYWxzZSwiSXNVbmRlcmxpbmVkIjpmYWxzZSwiUGFyZW50U3R5bGUiOm51bGx9LCJBdXRvU2l6ZSI6MCwiRm9yZWdyb3VuZCI6eyIkaWQiOiIyMzU3IiwiQ29sb3IiOnsiJGlkIjoiMjM1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yMzU5IiwiVG9wIjowLjAsIkxlZnQiOjAuMCwiUmlnaHQiOjAuMCwiQm90dG9tIjowLjB9LCJQYWRkaW5nIjp7IiRpZCI6IjIzNjAiLCJUb3AiOjAuMCwiTGVmdCI6MC4wLCJSaWdodCI6MC4wLCJCb3R0b20iOjAuMH0sIkJhY2tncm91bmQiOnsiJGlkIjoiMjM2MSIsIkNvbG9yIjp7IiRpZCI6IjIzNjIiLCJBIjoyNTUsIlIiOjAsIkciOjAsIkIiOjB9fSwiSXNWaXNpYmxlIjp0cnVlLCJXaWR0aCI6MC4wLCJIZWlnaHQiOjAuMCwiQm9yZGVyU3R5bGUiOnsiJGlkIjoiMjM2MyIsIkxpbmVDb2xvciI6bnVsbCwiTGluZVdlaWdodCI6MC4wLCJMaW5lVHlwZSI6MCwiUGFyZW50U3R5bGUiOm51bGx9LCJQYXJlbnRTdHlsZSI6bnVsbH0sIkRhdGVTdHlsZSI6eyIkaWQiOiIyMzY0IiwiRm9udFNldHRpbmdzIjp7IiRpZCI6IjIzNjUiLCJGb250U2l6ZSI6MTAsIkZvbnROYW1lIjoiQ2FsaWJyaSIsIklzQm9sZCI6ZmFsc2UsIklzSXRhbGljIjpmYWxzZSwiSXNVbmRlcmxpbmVkIjpmYWxzZSwiUGFyZW50U3R5bGUiOm51bGx9LCJBdXRvU2l6ZSI6MCwiRm9yZWdyb3VuZCI6eyIkaWQiOiIyMzY2IiwiQ29sb3IiOnsiJGlkIjoiMjM2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jM2OCIsIlRvcCI6MC4wLCJMZWZ0IjowLjAsIlJpZ2h0IjowLjAsIkJvdHRvbSI6MC4wfSwiUGFkZGluZyI6eyIkaWQiOiIyMzY5IiwiVG9wIjowLjAsIkxlZnQiOjAuMCwiUmlnaHQiOjAuMCwiQm90dG9tIjowLjB9LCJCYWNrZ3JvdW5kIjp7IiRpZCI6IjIzNzAiLCJDb2xvciI6eyIkaWQiOiIyMzcxIiwiQSI6MjU1LCJSIjo2OCwiRyI6ODQsIkIiOjEwNn19LCJJc1Zpc2libGUiOnRydWUsIldpZHRoIjowLjAsIkhlaWdodCI6MC4wLCJCb3JkZXJTdHlsZSI6eyIkaWQiOiIyMzcyIiwiTGluZUNvbG9yIjpudWxsLCJMaW5lV2VpZ2h0IjowLjAsIkxpbmVUeXBlIjowLCJQYXJlbnRTdHlsZSI6bnVsbH0sIlBhcmVudFN0eWxlIjpudWxsfSwiRGF0ZUZvcm1hdCI6eyIkaWQiOiIyMzc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c0IiwiRm9ybWF0IjowLCJJc1Zpc2libGUiOmZhbHNlLCJMYXN0S25vd25WaXNpYmlsaXR5U3RhdGUiOmZhbHNlfSwiSXNWaXNpYmxlIjpmYWxzZSwiVmFyaWFuY2VTdHlsZSI6eyIkaWQiOiIyMzc1IiwiVGV4dFN0eWxlIjp7IiRpZCI6IjIzNzYiLCJGb250U2V0dGluZ3MiOnsiJGlkIjoiMjM3NyIsIkZvbnRTaXplIjoxMCwiRm9udE5hbWUiOiJDYWxpYnJpIiwiSXNCb2xkIjpmYWxzZSwiSXNJdGFsaWMiOmZhbHNlLCJJc1VuZGVybGluZWQiOmZhbHNlLCJQYXJlbnRTdHlsZSI6bnVsbH0sIkF1dG9TaXplIjowLCJGb3JlZ3JvdW5kIjp7IiRpZCI6IjIzNzgiLCJDb2xvciI6eyIkaWQiOiIyMz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zODAiLCJUb3AiOjAuMCwiTGVmdCI6MC4wLCJSaWdodCI6MC4wLCJCb3R0b20iOjAuMH0sIlBhZGRpbmciOnsiJGlkIjoiMjM4MSIsIlRvcCI6MC4wLCJMZWZ0IjowLjAsIlJpZ2h0IjowLjAsIkJvdHRvbSI6MC4wfSwiQmFja2dyb3VuZCI6eyIkaWQiOiIyMzgyIiwiQ29sb3IiOnsiJGlkIjoiMjM4MyIsIkEiOjI1NSwiUiI6MCwiRyI6MCwiQiI6MH19LCJJc1Zpc2libGUiOnRydWUsIldpZHRoIjowLjAsIkhlaWdodCI6MC4wLCJCb3JkZXJTdHlsZSI6eyIkaWQiOiIyMzg0IiwiTGluZUNvbG9yIjpudWxsLCJMaW5lV2VpZ2h0IjowLjAsIkxpbmVUeXBlIjowLCJQYXJlbnRTdHlsZSI6bnVsbH0sIlBhcmVudFN0eWxlIjpudWxsfSwiUGFyZW50U3R5bGUiOm51bGx9LCJQYXJlbnRTdHlsZSI6bnVsbH0sIkRlZmF1bHRTd2ltbGFuZU1pbGVzdG9uZVN0eWxlIjp7IiRpZCI6IjIzODUiLCJUaXRsZVBvc2l0aW9uIjoiTGVmdCIsIkRhdGVQb3NpdGlvbiI6IlJpZ2h0IiwiVmFyaWFuY2VQb3NpdGlvbiI6IlJpZ2h0IiwiU2hhcGVUeXBlIjoxLCJTaGFwZVNpemUiOjAsIlNwYWNpbmciOjUsIlNoYXBlU3R5bGUiOnsiJGlkIjoiMjM4NiIsIk1hcmdpbiI6eyIkaWQiOiIyMzg3IiwiVG9wIjowLjAsIkxlZnQiOjAuMCwiUmlnaHQiOjAuMCwiQm90dG9tIjowLjB9LCJQYWRkaW5nIjp7IiRpZCI6IjIzODgiLCJUb3AiOjAuMCwiTGVmdCI6MC4wLCJSaWdodCI6MC4wLCJCb3R0b20iOjAuMH0sIkJhY2tncm91bmQiOnsiJGlkIjoiMjM4OSIsIkNvbG9yIjp7IiRpZCI6IjIzOTAiLCJBIjoyNTUsIlIiOjExMiwiRyI6MTczLCJCIjo3MX19LCJJc1Zpc2libGUiOnRydWUsIldpZHRoIjoxMi4wLCJIZWlnaHQiOjE0LjAsIkJvcmRlclN0eWxlIjp7IiRpZCI6IjIzOTEiLCJMaW5lQ29sb3IiOnsiJGlkIjoiMjM5MiIsIiR0eXBlIjoiTkxSRS5Db21tb24uRG9tLlNvbGlkQ29sb3JCcnVzaCwgTkxSRS5Db21tb24iLCJDb2xvciI6eyIkaWQiOiIyMzkzIiwiQSI6MjU1LCJSIjoyMzQsIkciOjIyLCJCIjozMH19LCJMaW5lV2VpZ2h0IjowLjAsIkxpbmVUeXBlIjowLCJQYXJlbnRTdHlsZSI6bnVsbH0sIlBhcmVudFN0eWxlIjpudWxsfSwiVGl0bGVTdHlsZSI6eyIkaWQiOiIyMzk0IiwiRm9udFNldHRpbmdzIjp7IiRpZCI6IjIzOTUiLCJGb250U2l6ZSI6MTEsIkZvbnROYW1lIjoiQ2FsaWJyaSIsIklzQm9sZCI6ZmFsc2UsIklzSXRhbGljIjpmYWxzZSwiSXNVbmRlcmxpbmVkIjpmYWxzZSwiUGFyZW50U3R5bGUiOm51bGx9LCJBdXRvU2l6ZSI6MCwiRm9yZWdyb3VuZCI6eyIkaWQiOiIyMzk2IiwiQ29sb3IiOnsiJGlkIjoiMjM5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zk4IiwiVG9wIjowLjAsIkxlZnQiOjAuMCwiUmlnaHQiOjAuMCwiQm90dG9tIjowLjB9LCJQYWRkaW5nIjp7IiRpZCI6IjIzOTkiLCJUb3AiOjAuMCwiTGVmdCI6MC4wLCJSaWdodCI6MC4wLCJCb3R0b20iOjAuMH0sIkJhY2tncm91bmQiOnsiJGlkIjoiMjQwMCIsIkNvbG9yIjp7IiRpZCI6IjI0MDEiLCJBIjoyNTUsIlIiOjAsIkciOjAsIkIiOjB9fSwiSXNWaXNpYmxlIjp0cnVlLCJXaWR0aCI6MC4wLCJIZWlnaHQiOjAuMCwiQm9yZGVyU3R5bGUiOnsiJGlkIjoiMjQwMiIsIkxpbmVDb2xvciI6bnVsbCwiTGluZVdlaWdodCI6MC4wLCJMaW5lVHlwZSI6MCwiUGFyZW50U3R5bGUiOm51bGx9LCJQYXJlbnRTdHlsZSI6bnVsbH0sIkRhdGVTdHlsZSI6eyIkaWQiOiIyNDAzIiwiRm9udFNldHRpbmdzIjp7IiRpZCI6IjI0MDQiLCJGb250U2l6ZSI6MTAsIkZvbnROYW1lIjoiQ2FsaWJyaSIsIklzQm9sZCI6ZmFsc2UsIklzSXRhbGljIjpmYWxzZSwiSXNVbmRlcmxpbmVkIjpmYWxzZSwiUGFyZW50U3R5bGUiOm51bGx9LCJBdXRvU2l6ZSI6MCwiRm9yZWdyb3VuZCI6eyIkaWQiOiIyNDA1IiwiQ29sb3IiOnsiJGlkIjoiMjQw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wNyIsIlRvcCI6MC4wLCJMZWZ0IjowLjAsIlJpZ2h0IjowLjAsIkJvdHRvbSI6MC4wfSwiUGFkZGluZyI6eyIkaWQiOiIyNDA4IiwiVG9wIjowLjAsIkxlZnQiOjAuMCwiUmlnaHQiOjAuMCwiQm90dG9tIjowLjB9LCJCYWNrZ3JvdW5kIjp7IiRpZCI6IjI0MDkiLCJDb2xvciI6eyIkaWQiOiIyNDEwIiwiQSI6MjU1LCJSIjo2OCwiRyI6ODQsIkIiOjEwNn19LCJJc1Zpc2libGUiOnRydWUsIldpZHRoIjowLjAsIkhlaWdodCI6MC4wLCJCb3JkZXJTdHlsZSI6eyIkaWQiOiIyNDExIiwiTGluZUNvbG9yIjpudWxsLCJMaW5lV2VpZ2h0IjowLjAsIkxpbmVUeXBlIjowLCJQYXJlbnRTdHlsZSI6bnVsbH0sIlBhcmVudFN0eWxlIjpudWxsfSwiRGF0ZUZvcm1hdCI6eyIkaWQiOiIyNDE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MTMiLCJGb3JtYXQiOjAsIklzVmlzaWJsZSI6ZmFsc2UsIkxhc3RLbm93blZpc2liaWxpdHlTdGF0ZSI6ZmFsc2V9LCJJc1Zpc2libGUiOnRydWUsIlZhcmlhbmNlU3R5bGUiOnsiJGlkIjoiMjQxNCIsIlRleHRTdHlsZSI6eyIkaWQiOiIyNDE1IiwiRm9udFNldHRpbmdzIjp7IiRpZCI6IjI0MTYiLCJGb250U2l6ZSI6MTAsIkZvbnROYW1lIjoiQ2FsaWJyaSIsIklzQm9sZCI6ZmFsc2UsIklzSXRhbGljIjpmYWxzZSwiSXNVbmRlcmxpbmVkIjpmYWxzZSwiUGFyZW50U3R5bGUiOm51bGx9LCJBdXRvU2l6ZSI6MCwiRm9yZWdyb3VuZCI6eyIkaWQiOiIyNDE3IiwiQ29sb3IiOnsiJGlkIjoiMjQ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DE5IiwiVG9wIjowLjAsIkxlZnQiOjAuMCwiUmlnaHQiOjAuMCwiQm90dG9tIjowLjB9LCJQYWRkaW5nIjp7IiRpZCI6IjI0MjAiLCJUb3AiOjAuMCwiTGVmdCI6MC4wLCJSaWdodCI6MC4wLCJCb3R0b20iOjAuMH0sIkJhY2tncm91bmQiOnsiJGlkIjoiMjQyMSIsIkNvbG9yIjp7IiRpZCI6IjI0MjIiLCJBIjoyNTUsIlIiOjAsIkciOjAsIkIiOjB9fSwiSXNWaXNpYmxlIjp0cnVlLCJXaWR0aCI6MC4wLCJIZWlnaHQiOjAuMCwiQm9yZGVyU3R5bGUiOnsiJGlkIjoiMjQyMyIsIkxpbmVDb2xvciI6bnVsbCwiTGluZVdlaWdodCI6MC4wLCJMaW5lVHlwZSI6MCwiUGFyZW50U3R5bGUiOm51bGx9LCJQYXJlbnRTdHlsZSI6bnVsbH0sIlBhcmVudFN0eWxlIjpudWxsfSwiUGFyZW50U3R5bGUiOm51bGx9LCJEZWZhdWx0U3dpbWxhbmVBY3Rpdml0eVN0eWxlIjp7IiRpZCI6IjI0MjQiLCJIZWFkZXJTdHlsZSI6eyIkaWQiOiIyNDI1IiwiVGV4dFN0eWxlIjp7IiRpZCI6IjI0MjYiLCJGb250U2V0dGluZ3MiOnsiJGlkIjoiMjQyNyIsIkZvbnRTaXplIjoxMSwiRm9udE5hbWUiOiJDYWxpYnJpIiwiSXNCb2xkIjpmYWxzZSwiSXNJdGFsaWMiOmZhbHNlLCJJc1VuZGVybGluZWQiOmZhbHNlLCJQYXJlbnRTdHlsZSI6bnVsbH0sIkF1dG9TaXplIjoyLCJGb3JlZ3JvdW5kIjp7IiRpZCI6IjI0MjgiLCJDb2xvciI6eyIkaWQiOiIyND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QzMCIsIlRvcCI6MC4wLCJMZWZ0IjowLjAsIlJpZ2h0IjowLjAsIkJvdHRvbSI6MC4wfSwiUGFkZGluZyI6eyIkaWQiOiIyNDMxIiwiVG9wIjowLjAsIkxlZnQiOjAuMCwiUmlnaHQiOjAuMCwiQm90dG9tIjowLjB9LCJCYWNrZ3JvdW5kIjp7IiRpZCI6IjI0MzIiLCJDb2xvciI6eyIkaWQiOiIyNDMzIiwiQSI6MjU1LCJSIjo2NCwiRyI6NjQsIkIiOjY0fX0sIklzVmlzaWJsZSI6dHJ1ZSwiV2lkdGgiOjAuMCwiSGVpZ2h0IjowLjAsIkJvcmRlclN0eWxlIjpudWxsLCJQYXJlbnRTdHlsZSI6bnVsbH0sIlJlY3RhbmdsZVN0eWxlIjp7IiRpZCI6IjI0MzQiLCJNYXJnaW4iOnsiJGlkIjoiMjQzNSIsIlRvcCI6MC4wLCJMZWZ0IjowLjAsIlJpZ2h0IjowLjAsIkJvdHRvbSI6MC4wfSwiUGFkZGluZyI6eyIkaWQiOiIyNDM2IiwiVG9wIjowLjAsIkxlZnQiOjAuMCwiUmlnaHQiOjAuMCwiQm90dG9tIjowLjB9LCJCYWNrZ3JvdW5kIjp7IiRpZCI6IjI0MzciLCJDb2xvciI6eyIkaWQiOiIyNDM4IiwiQSI6MTI3LCJSIjoxMTIsIkciOjE3MywiQiI6NzF9fSwiSXNWaXNpYmxlIjp0cnVlLCJXaWR0aCI6MC4wLCJIZWlnaHQiOjAuMCwiQm9yZGVyU3R5bGUiOnsiJGlkIjoiMjQzOSIsIkxpbmVDb2xvciI6eyIkaWQiOiIyNDQwIiwiJHR5cGUiOiJOTFJFLkNvbW1vbi5Eb20uU29saWRDb2xvckJydXNoLCBOTFJFLkNvbW1vbiIsIkNvbG9yIjp7IiRpZCI6IjI0NDEiLCJBIjoyNTUsIlIiOjI1NSwiRyI6MjU1LCJCIjoyNTV9fSwiTGluZVdlaWdodCI6MC4wLCJMaW5lVHlwZSI6MCwiUGFyZW50U3R5bGUiOm51bGx9LCJQYXJlbnRTdHlsZSI6bnVsbH0sIk1hcmdpbiI6eyIkaWQiOiIyNDQyIiwiVG9wIjowLjAsIkxlZnQiOjAuMCwiUmlnaHQiOjAuMCwiQm90dG9tIjowLjB9LCJQYWRkaW5nIjp7IiRpZCI6IjI0NDMiLCJUb3AiOjAuMCwiTGVmdCI6MC4wLCJSaWdodCI6MC4wLCJCb3R0b20iOjAuMH0sIkJhY2tncm91bmQiOm51bGwsIklzVmlzaWJsZSI6dHJ1ZSwiV2lkdGgiOjAuMCwiSGVpZ2h0IjowLjAsIkJvcmRlclN0eWxlIjpudWxsLCJQYXJlbnRTdHlsZSI6bnVsbH0sIkJhY2tncm91bmRTdHlsZSI6eyIkaWQiOiIyNDQ0IiwiTWFyZ2luIjp7IiRpZCI6IjI0NDUiLCJUb3AiOjAuMCwiTGVmdCI6MC4wLCJSaWdodCI6MC4wLCJCb3R0b20iOjAuMH0sIlBhZGRpbmciOnsiJGlkIjoiMjQ0NiIsIlRvcCI6MC4wLCJMZWZ0IjowLjAsIlJpZ2h0IjowLjAsIkJvdHRvbSI6MC4wfSwiQmFja2dyb3VuZCI6eyIkaWQiOiIyNDQ3IiwiQ29sb3IiOnsiJGlkIjoiMjQ0OCIsIkEiOjUxLCJSIjoyMDAsIkciOjIwMCwiQiI6MjAwfX0sIklzVmlzaWJsZSI6dHJ1ZSwiV2lkdGgiOjAuMCwiSGVpZ2h0IjowLjAsIkJvcmRlclN0eWxlIjp7IiRpZCI6IjI0NDkiLCJMaW5lQ29sb3IiOnsiJGlkIjoiMjQ1MCIsIiR0eXBlIjoiTkxSRS5Db21tb24uRG9tLlNvbGlkQ29sb3JCcnVzaCwgTkxSRS5Db21tb24iLCJDb2xvciI6eyIkaWQiOiIyNDUxIiwiQSI6MjU1LCJSIjoyMzQsIkciOjIyLCJCIjozMH19LCJMaW5lV2VpZ2h0IjowLjAsIkxpbmVUeXBlIjowLCJQYXJlbnRTdHlsZSI6bnVsbH0sIlBhcmVudFN0eWxlIjpudWxsfSwiTWFyZ2luIjp7IiRpZCI6IjI0NTIiLCJUb3AiOjAuMCwiTGVmdCI6MC4wLCJSaWdodCI6MC4wLCJCb3R0b20iOjAuMH0sIlBhZGRpbmciOnsiJGlkIjoiMjQ1MyIsIlRvcCI6MC4wLCJMZWZ0IjowLjAsIlJpZ2h0IjowLjAsIkJvdHRvbSI6MC4wfSwiSXNWaXNpYmxlIjp0cnVlLCJXaWR0aCI6MC4wLCJIZWlnaHQiOjAuMCwiQm9yZGVyU3R5bGUiOnsiJGlkIjoiMjQ1NCIsIkxpbmVDb2xvciI6bnVsbCwiTGluZVdlaWdodCI6MC4wLCJMaW5lVHlwZSI6MCwiUGFyZW50U3R5bGUiOm51bGx9LCJQYXJlbnRTdHlsZSI6bnVsbH0sIk1hcmdpbiI6eyIkaWQiOiIyNDU1IiwiVG9wIjowLjAsIkxlZnQiOjAuMCwiUmlnaHQiOjAuMCwiQm90dG9tIjowLjB9LCJQYWRkaW5nIjp7IiRpZCI6IjI0NTYiLCJUb3AiOjAuMCwiTGVmdCI6MC4wLCJSaWdodCI6MC4wLCJCb3R0b20iOjAuMH0sIklzVmlzaWJsZSI6ZmFsc2UsIldpZHRoIjowLjAsIkhlaWdodCI6MC4wLCJCb3JkZXJTdHlsZSI6eyIkaWQiOiIyNDU3IiwiTGluZUNvbG9yIjpudWxsLCJMaW5lV2VpZ2h0IjowLjAsIkxpbmVUeXBlIjowLCJQYXJlbnRTdHlsZSI6bnVsbH0sIlBhcmVudFN0eWxlIjpudWxsfX0seyIkaWQiOiIyNDU4IiwiX2FjdGl2aXRpZXMiOlt7IiRpZCI6IjI0NTkiLCJfcm93cyI6W3siJGlkIjoiMjQ2MCIsIl90YXNrcyI6W3siJGlkIjoiMjQ2MSIsIl9hdHRhY2hlZE1pbGVzdG9uZXMiOltdLCJUYXNrRGVmaW5pdGlvbiI6eyIkaWQiOiIyNDYyIiwiR3JvdXBOYW1lIjpudWxsLCJTdGFydERhdGUiOiIyMDI3LTAxLTAxVDAwOjAwOjAwWiIsIkVuZERhdGUiOiIyMDI3LTA0LTMwVDIzOjU5OjAwWiIsIlBlcmNlbnRhZ2VDb21wbGV0ZSI6bnVsbCwiU3R5bGUiOnsiJGlkIjoiMjQ2MyIsIlNoYXBlIjoxLCJTaGFwZVRoaWNrbmVzcyI6MCwiRHVyYXRpb25Gb3JtYXQiOjAsIkluY2x1ZGVOb25Xb3JraW5nRGF5c0luRHVyYXRpb24iOmZhbHNlLCJQZXJjZW50YWdlQ29tcGxldGVTdHlsZSI6eyIkaWQiOiIyNDY0IiwiRm9udFNldHRpbmdzIjp7IiRpZCI6IjI0NjUiLCJGb250U2l6ZSI6MTAsIkZvbnROYW1lIjoiQ2FsaWJyaSIsIklzQm9sZCI6ZmFsc2UsIklzSXRhbGljIjpmYWxzZSwiSXNVbmRlcmxpbmVkIjpmYWxzZSwiUGFyZW50U3R5bGUiOm51bGx9LCJBdXRvU2l6ZSI6MCwiRm9yZWdyb3VuZCI6eyIkaWQiOiIyNDY2IiwiQ29sb3IiOnsiJGlkIjoiMjQ2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NDY4IiwiVG9wIjowLjAsIkxlZnQiOjAuMCwiUmlnaHQiOjAuMCwiQm90dG9tIjowLjB9LCJQYWRkaW5nIjp7IiRpZCI6IjI0NjkiLCJUb3AiOjAuMCwiTGVmdCI6MC4wLCJSaWdodCI6MC4wLCJCb3R0b20iOjAuMH0sIkJhY2tncm91bmQiOnsiJGlkIjoiMjQ3MCIsIkNvbG9yIjp7IiRpZCI6IjI0NzEiLCJBIjo4OSwiUiI6MCwiRyI6MCwiQiI6MH19LCJJc1Zpc2libGUiOnRydWUsIldpZHRoIjowLjAsIkhlaWdodCI6MC4wLCJCb3JkZXJTdHlsZSI6eyIkaWQiOiIyNDcyIiwiTGluZUNvbG9yIjpudWxsLCJMaW5lV2VpZ2h0IjowLjAsIkxpbmVUeXBlIjowLCJQYXJlbnRTdHlsZSI6bnVsbH0sIlBhcmVudFN0eWxlIjpudWxsfSwiRHVyYXRpb25TdHlsZSI6eyIkaWQiOiIyNDczIiwiRm9udFNldHRpbmdzIjp7IiRpZCI6IjI0NzQiLCJGb250U2l6ZSI6MTAsIkZvbnROYW1lIjoiQ2FsaWJyaSIsIklzQm9sZCI6ZmFsc2UsIklzSXRhbGljIjpmYWxzZSwiSXNVbmRlcmxpbmVkIjpmYWxzZSwiUGFyZW50U3R5bGUiOm51bGx9LCJBdXRvU2l6ZSI6MCwiRm9yZWdyb3VuZCI6eyIkaWQiOiIyNDc1IiwiQ29sb3IiOnsiJGlkIjoiMjQ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3NyIsIlRvcCI6MC4wLCJMZWZ0IjowLjAsIlJpZ2h0IjowLjAsIkJvdHRvbSI6MC4wfSwiUGFkZGluZyI6eyIkaWQiOiIyNDc4IiwiVG9wIjowLjAsIkxlZnQiOjAuMCwiUmlnaHQiOjAuMCwiQm90dG9tIjowLjB9LCJCYWNrZ3JvdW5kIjp7IiRpZCI6IjI0NzkiLCJDb2xvciI6eyIkaWQiOiIyNDgwIiwiQSI6MjU1LCJSIjo2OCwiRyI6ODQsIkIiOjEwNn19LCJJc1Zpc2libGUiOnRydWUsIldpZHRoIjowLjAsIkhlaWdodCI6MC4wLCJCb3JkZXJTdHlsZSI6eyIkaWQiOiIyNDgxIiwiTGluZUNvbG9yIjpudWxsLCJMaW5lV2VpZ2h0IjowLjAsIkxpbmVUeXBlIjowLCJQYXJlbnRTdHlsZSI6bnVsbH0sIlBhcmVudFN0eWxlIjpudWxsfSwiSG9yaXpvbnRhbENvbm5lY3RvclN0eWxlIjp7IiRpZCI6IjI0ODIiLCJMaW5lQ29sb3IiOnsiJGlkIjoiMjQ4MyIsIiR0eXBlIjoiTkxSRS5Db21tb24uRG9tLlNvbGlkQ29sb3JCcnVzaCwgTkxSRS5Db21tb24iLCJDb2xvciI6eyIkaWQiOiIyNDg0IiwiQSI6MjU1LCJSIjowLCJHIjowLCJCIjowfX0sIkxpbmVXZWlnaHQiOjAuMCwiTGluZVR5cGUiOjAsIlBhcmVudFN0eWxlIjpudWxsfSwiVmVydGljYWxDb25uZWN0b3JTdHlsZSI6eyIkaWQiOiIyNDg1IiwiTGluZUNvbG9yIjp7IiRpZCI6IjI0ODYiLCIkdHlwZSI6Ik5MUkUuQ29tbW9uLkRvbS5Tb2xpZENvbG9yQnJ1c2gsIE5MUkUuQ29tbW9uIiwiQ29sb3IiOnsiJGlkIjoiMjQ4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jQ4OCIsIlNoYXBlU3R5bGUiOnsiJGlkIjoiMjQ4OSIsIk1hcmdpbiI6eyIkaWQiOiIyNDkwIiwiVG9wIjowLjAsIkxlZnQiOjAuMCwiUmlnaHQiOjAuMCwiQm90dG9tIjowLjB9LCJQYWRkaW5nIjp7IiRpZCI6IjI0OTEiLCJUb3AiOjAuMCwiTGVmdCI6MC4wLCJSaWdodCI6MC4wLCJCb3R0b20iOjAuMH0sIkJhY2tncm91bmQiOnsiJGlkIjoiMjQ5MiIsIkNvbG9yIjp7IiRpZCI6IjI0OTMiLCJBIjoxNTMsIlIiOjAsIkciOjAsIkIiOjB9fSwiSXNWaXNpYmxlIjp0cnVlLCJXaWR0aCI6MC4wLCJIZWlnaHQiOjAuMCwiQm9yZGVyU3R5bGUiOm51bGwsIlBhcmVudFN0eWxlIjpudWxsfSwiTWFyZ2luIjp7IiRpZCI6IjI0OTQiLCJUb3AiOjAuMCwiTGVmdCI6MC4wLCJSaWdodCI6MC4wLCJCb3R0b20iOjAuMH0sIlBhZGRpbmciOnsiJGlkIjoiMjQ5NSIsIlRvcCI6MC4wLCJMZWZ0IjowLjAsIlJpZ2h0IjowLjAsIkJvdHRvbSI6MC4wfSwiQmFja2dyb3VuZCI6bnVsbCwiSXNWaXNpYmxlIjp0cnVlLCJXaWR0aCI6MC4wLCJIZWlnaHQiOjAuMCwiQm9yZGVyU3R5bGUiOm51bGwsIlBhcmVudFN0eWxlIjpudWxsfSwiU2hhcGVTdHlsZSI6eyIkaWQiOiIyNDk2IiwiTWFyZ2luIjp7IiRpZCI6IjI0OTciLCJUb3AiOjAuMCwiTGVmdCI6NC4wLCJSaWdodCI6NC4wLCJCb3R0b20iOjAuMH0sIlBhZGRpbmciOnsiJGlkIjoiMjQ5OCIsIlRvcCI6MC4wLCJMZWZ0IjowLjAsIlJpZ2h0IjowLjAsIkJvdHRvbSI6MC4wfSwiQmFja2dyb3VuZCI6eyIkaWQiOiIyNDk5IiwiQ29sb3IiOnsiJGlkIjoiMjUwMCIsIkEiOjI1NSwiUiI6MTY1LCJHIjoxNjUsIkIiOjE2NX19LCJJc1Zpc2libGUiOnRydWUsIldpZHRoIjowLjAsIkhlaWdodCI6MTAuMCwiQm9yZGVyU3R5bGUiOnsiJGlkIjoiMjUwMSIsIkxpbmVDb2xvciI6eyIkaWQiOiIyNTAyIiwiJHR5cGUiOiJOTFJFLkNvbW1vbi5Eb20uU29saWRDb2xvckJydXNoLCBOTFJFLkNvbW1vbiIsIkNvbG9yIjp7IiRpZCI6IjI1MDMiLCJBIjoyNTUsIlIiOjIzNCwiRyI6MjIsIkIiOjMwfX0sIkxpbmVXZWlnaHQiOjAuMCwiTGluZVR5cGUiOjAsIlBhcmVudFN0eWxlIjpudWxsfSwiUGFyZW50U3R5bGUiOm51bGx9LCJUaXRsZVN0eWxlIjp7IiRpZCI6IjI1MDQiLCJGb250U2V0dGluZ3MiOnsiJGlkIjoiMjUwNSIsIkZvbnRTaXplIjoxMSwiRm9udE5hbWUiOiJUaXRpbGxpdW0gV2ViIiwiSXNCb2xkIjpmYWxzZSwiSXNJdGFsaWMiOmZhbHNlLCJJc1VuZGVybGluZWQiOmZhbHNlLCJQYXJlbnRTdHlsZSI6bnVsbH0sIkF1dG9TaXplIjowLCJGb3JlZ3JvdW5kIjp7IiRpZCI6IjI1MDYiLCJDb2xvciI6eyIkaWQiOiIyNTA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I1MDgiLCJUb3AiOjAuMCwiTGVmdCI6MC4wLCJSaWdodCI6MC4wLCJCb3R0b20iOjAuMH0sIlBhZGRpbmciOnsiJGlkIjoiMjUwOSIsIlRvcCI6MC4wLCJMZWZ0IjowLjAsIlJpZ2h0IjowLjAsIkJvdHRvbSI6MC4wfSwiQmFja2dyb3VuZCI6eyIkaWQiOiIyNTEwIiwiQ29sb3IiOnsiJGlkIjoiMjUxMSIsIkEiOjAsIlIiOjI1NSwiRyI6MjU1LCJCIjoyNTV9fSwiSXNWaXNpYmxlIjp0cnVlLCJXaWR0aCI6MC4wLCJIZWlnaHQiOjAuMCwiQm9yZGVyU3R5bGUiOnsiJGlkIjoiMjUxMiIsIkxpbmVDb2xvciI6bnVsbCwiTGluZVdlaWdodCI6MC4wLCJMaW5lVHlwZSI6MCwiUGFyZW50U3R5bGUiOm51bGx9LCJQYXJlbnRTdHlsZSI6bnVsbH0sIkRhdGVTdHlsZSI6eyIkaWQiOiIyNTEzIiwiRm9udFNldHRpbmdzIjp7IiRpZCI6IjI1MTQiLCJGb250U2l6ZSI6MTAsIkZvbnROYW1lIjoiVGl0aWxsaXVtIFdlYiIsIklzQm9sZCI6ZmFsc2UsIklzSXRhbGljIjpmYWxzZSwiSXNVbmRlcmxpbmVkIjpmYWxzZSwiUGFyZW50U3R5bGUiOm51bGx9LCJBdXRvU2l6ZSI6MCwiRm9yZWdyb3VuZCI6eyIkaWQiOiIyNTE1IiwiQ29sb3IiOnsiJGlkIjoiMjUx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yNTE3IiwiVG9wIjowLjAsIkxlZnQiOjAuMCwiUmlnaHQiOjAuMCwiQm90dG9tIjowLjB9LCJQYWRkaW5nIjp7IiRpZCI6IjI1MTgiLCJUb3AiOjAuMCwiTGVmdCI6MC4wLCJSaWdodCI6MC4wLCJCb3R0b20iOjAuMH0sIkJhY2tncm91bmQiOnsiJGlkIjoiMjUxOSIsIkNvbG9yIjp7IiRpZCI6IjI1MjAiLCJBIjowLCJSIjoyNTUsIkciOjI1NSwiQiI6MjU1fX0sIklzVmlzaWJsZSI6dHJ1ZSwiV2lkdGgiOjAuMCwiSGVpZ2h0IjowLjAsIkJvcmRlclN0eWxlIjp7IiRpZCI6IjI1MjEiLCJMaW5lQ29sb3IiOm51bGwsIkxpbmVXZWlnaHQiOjAuMCwiTGluZVR5cGUiOjAsIlBhcmVudFN0eWxlIjpudWxsfSwiUGFyZW50U3R5bGUiOm51bGx9LCJEYXRlRm9ybWF0Ijp7IiRpZCI6IjI1M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yMyIsIkZvcm1hdCI6MCwiSXNWaXNpYmxlIjpmYWxzZSwiTGFzdEtub3duVmlzaWJpbGl0eVN0YXRlIjpmYWxzZX0sIklzVmlzaWJsZSI6dHJ1ZSwiVmFyaWFuY2VTdHlsZSI6eyIkaWQiOiIyNTI0IiwiVGV4dFN0eWxlIjp7IiRpZCI6IjI1MjUiLCJGb250U2V0dGluZ3MiOnsiJGlkIjoiMjUyNiIsIkZvbnRTaXplIjoxMCwiRm9udE5hbWUiOiJDYWxpYnJpIiwiSXNCb2xkIjpmYWxzZSwiSXNJdGFsaWMiOmZhbHNlLCJJc1VuZGVybGluZWQiOmZhbHNlLCJQYXJlbnRTdHlsZSI6bnVsbH0sIkF1dG9TaXplIjowLCJGb3JlZ3JvdW5kIjp7IiRpZCI6IjI1MjciLCJDb2xvciI6eyIkaWQiOiIyNTI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1MjkiLCJUb3AiOjAuMCwiTGVmdCI6MC4wLCJSaWdodCI6MC4wLCJCb3R0b20iOjAuMH0sIlBhZGRpbmciOnsiJGlkIjoiMjUzMCIsIlRvcCI6MC4wLCJMZWZ0IjowLjAsIlJpZ2h0IjowLjAsIkJvdHRvbSI6MC4wfSwiQmFja2dyb3VuZCI6eyIkaWQiOiIyNTMxIiwiQ29sb3IiOnsiJGlkIjoiMjUzMiIsIkEiOjI1NSwiUiI6MCwiRyI6MCwiQiI6MH19LCJJc1Zpc2libGUiOnRydWUsIldpZHRoIjowLjAsIkhlaWdodCI6MC4wLCJCb3JkZXJTdHlsZSI6eyIkaWQiOiIyNTMzIiwiTGluZUNvbG9yIjpudWxsLCJMaW5lV2VpZ2h0IjowLjAsIkxpbmVUeXBlIjowLCJQYXJlbnRTdHlsZSI6bnVsbH0sIlBhcmVudFN0eWxlIjpudWxsfSwiUGFyZW50U3R5bGUiOm51bGx9LCJQYXJlbnRTdHlsZSI6bnVsbH0sIkluZGV4IjoxNywiU21hcnREdXJhdGlvbkFjdGl2YXRlZCI6ZmFsc2UsIkRhdGVGb3JtYXQiOnsiJHJlZiI6IjI1MjIifSwiV2Vla051bWJlcmluZyI6eyIkaWQiOiIyNTM0IiwiRm9ybWF0IjowLCJJc1Zpc2libGUiOmZhbHNlLCJMYXN0S25vd25WaXNpYmlsaXR5U3RhdGUiOmZhbHNlfSwiQmFzZWxpbmVEYXRhIjp7IiRpZCI6IjI1MzUiLCJTdGFydERhdGUiOiIyMDI3LTAxLTAxVDAwOjAwOjAwIiwiRW5kRGF0ZSI6IjIwMjctMDQtMzBUMjM6NTk6MDAifSwiSWQiOiI1OTA1NjE0NS0yZGUxLTQ3MTMtODdjZi01Yjc3MTVlYTgzNTkiLCJJbXBvcnRJZCI6bnVsbCwiVGl0bGUiOiJQcnVlYmFzIGFtcGxpYXMgKFNwcmludCAxOC0yMykiLCJOb3RlIjpudWxsLCJIeXBlcmxpbmsiOnsiJGlkIjoiMjUzNiIsIkFkZHJlc3MiOiIiLCJTdWJBZGRyZXNzIjoiIn0sIklzQ2hhbmdlZCI6ZmFsc2UsIklzTmV3IjpmYWxzZX19XSwiX21pbGVzdG9uZXMiOltdLCJJZCI6IjAwMDAwMDAwLTAwMDAtMDAwMC0wMDAwLTAwMDAwMDAwMDAwMCIsIklzU2luZ2xlSXRlbVJvdyI6dHJ1ZX1dLCJJbmRleCI6MTYsIklkIjoiYzA3MTU2MDQtNDk4Zi00ZTM4LWIwODYtODRjOGUzYjdiMGViIiwiSGVhZGVyVGV4dCI6bnVsbCwiSXNEZWZhdWx0Ijp0cnVlLCJTdHlsZSI6eyIkaWQiOiIyNTM3IiwiSGVhZGVyU3R5bGUiOnsiJGlkIjoiMjUzOCIsIlRleHRTdHlsZSI6eyIkaWQiOiIyNTM5IiwiRm9udFNldHRpbmdzIjp7IiRpZCI6IjI1NDAiLCJGb250U2l6ZSI6MTEsIkZvbnROYW1lIjoiQ2FsaWJyaSIsIklzQm9sZCI6ZmFsc2UsIklzSXRhbGljIjpmYWxzZSwiSXNVbmRlcmxpbmVkIjpmYWxzZSwiUGFyZW50U3R5bGUiOm51bGx9LCJBdXRvU2l6ZSI6MiwiRm9yZWdyb3VuZCI6eyIkaWQiOiIyNTQxIiwiQ29sb3IiOnsiJGlkIjoiMjU0M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I1NDMiLCJUb3AiOjAuMCwiTGVmdCI6MC4wLCJSaWdodCI6MC4wLCJCb3R0b20iOjAuMH0sIlBhZGRpbmciOnsiJGlkIjoiMjU0NCIsIlRvcCI6MC4wLCJMZWZ0IjowLjAsIlJpZ2h0IjowLjAsIkJvdHRvbSI6MC4wfSwiQmFja2dyb3VuZCI6eyIkaWQiOiIyNTQ1IiwiQ29sb3IiOnsiJGlkIjoiMjU0NiIsIkEiOjI1NSwiUiI6NjQsIkciOjY0LCJCIjo2NH19LCJJc1Zpc2libGUiOnRydWUsIldpZHRoIjowLjAsIkhlaWdodCI6MC4wLCJCb3JkZXJTdHlsZSI6bnVsbCwiUGFyZW50U3R5bGUiOm51bGx9LCJSZWN0YW5nbGVTdHlsZSI6eyIkaWQiOiIyNTQ3IiwiTWFyZ2luIjp7IiRpZCI6IjI1NDgiLCJUb3AiOjAuMCwiTGVmdCI6MC4wLCJSaWdodCI6MC4wLCJCb3R0b20iOjAuMH0sIlBhZGRpbmciOnsiJGlkIjoiMjU0OSIsIlRvcCI6MC4wLCJMZWZ0IjowLjAsIlJpZ2h0IjowLjAsIkJvdHRvbSI6MC4wfSwiQmFja2dyb3VuZCI6eyIkaWQiOiIyNTUwIiwiQ29sb3IiOnsiJGlkIjoiMjU1MSIsIkEiOjEyNywiUiI6MTY1LCJHIjoxNjUsIkIiOjE2NX19LCJJc1Zpc2libGUiOnRydWUsIldpZHRoIjowLjAsIkhlaWdodCI6MC4wLCJCb3JkZXJTdHlsZSI6eyIkaWQiOiIyNTUyIiwiTGluZUNvbG9yIjp7IiRpZCI6IjI1NTMiLCIkdHlwZSI6Ik5MUkUuQ29tbW9uLkRvbS5Tb2xpZENvbG9yQnJ1c2gsIE5MUkUuQ29tbW9uIiwiQ29sb3IiOnsiJGlkIjoiMjU1NCIsIkEiOjI1NSwiUiI6MjU1LCJHIjowLCJCIjowfX0sIkxpbmVXZWlnaHQiOjAuMCwiTGluZVR5cGUiOjAsIlBhcmVudFN0eWxlIjpudWxsfSwiUGFyZW50U3R5bGUiOm51bGx9LCJNYXJnaW4iOnsiJGlkIjoiMjU1NSIsIlRvcCI6MC4wLCJMZWZ0IjowLjAsIlJpZ2h0IjowLjAsIkJvdHRvbSI6MC4wfSwiUGFkZGluZyI6eyIkaWQiOiIyNTU2IiwiVG9wIjowLjAsIkxlZnQiOjAuMCwiUmlnaHQiOjAuMCwiQm90dG9tIjowLjB9LCJCYWNrZ3JvdW5kIjpudWxsLCJJc1Zpc2libGUiOnRydWUsIldpZHRoIjowLjAsIkhlaWdodCI6MC4wLCJCb3JkZXJTdHlsZSI6bnVsbCwiUGFyZW50U3R5bGUiOm51bGx9LCJCYWNrZ3JvdW5kU3R5bGUiOnsiJGlkIjoiMjU1NyIsIk1hcmdpbiI6eyIkaWQiOiIyNTU4IiwiVG9wIjowLjAsIkxlZnQiOjAuMCwiUmlnaHQiOjAuMCwiQm90dG9tIjowLjB9LCJQYWRkaW5nIjp7IiRpZCI6IjI1NTkiLCJUb3AiOjAuMCwiTGVmdCI6MC4wLCJSaWdodCI6MC4wLCJCb3R0b20iOjAuMH0sIkJhY2tncm91bmQiOnsiJGlkIjoiMjU2MCIsIkNvbG9yIjp7IiRpZCI6IjI1NjEiLCJBIjo1MSwiUiI6MjAwLCJHIjoyMDAsIkIiOjIwMH19LCJJc1Zpc2libGUiOnRydWUsIldpZHRoIjowLjAsIkhlaWdodCI6MC4wLCJCb3JkZXJTdHlsZSI6eyIkaWQiOiIyNTYyIiwiTGluZUNvbG9yIjp7IiRpZCI6IjI1NjMiLCIkdHlwZSI6Ik5MUkUuQ29tbW9uLkRvbS5Tb2xpZENvbG9yQnJ1c2gsIE5MUkUuQ29tbW9uIiwiQ29sb3IiOnsiJGlkIjoiMjU2NCIsIkEiOjI1NSwiUiI6MjM0LCJHIjoyMiwiQiI6MzB9fSwiTGluZVdlaWdodCI6MC4wLCJMaW5lVHlwZSI6MCwiUGFyZW50U3R5bGUiOm51bGx9LCJQYXJlbnRTdHlsZSI6bnVsbH0sIk1hcmdpbiI6eyIkaWQiOiIyNTY1IiwiVG9wIjowLjAsIkxlZnQiOjAuMCwiUmlnaHQiOjAuMCwiQm90dG9tIjowLjB9LCJQYWRkaW5nIjp7IiRpZCI6IjI1NjYiLCJUb3AiOjAuMCwiTGVmdCI6MC4wLCJSaWdodCI6MC4wLCJCb3R0b20iOjAuMH0sIklzVmlzaWJsZSI6dHJ1ZSwiV2lkdGgiOjAuMCwiSGVpZ2h0IjowLjAsIkJvcmRlclN0eWxlIjp7IiRpZCI6IjI1NjciLCJMaW5lQ29sb3IiOm51bGwsIkxpbmVXZWlnaHQiOjAuMCwiTGluZVR5cGUiOjAsIlBhcmVudFN0eWxlIjpudWxsfSwiUGFyZW50U3R5bGUiOm51bGx9fV0sIklkIjoiZmEwMWFhYTEtZGRkNy00N2I0LTgxNWMtZTIzMGJkMzUyZTA1IiwiSW5kZXgiOjE2LCJIZWFkZXJUZXh0IjoiQmV0YVxyXG4iLCJTdHlsZSI6eyIkaWQiOiIyNTY4IiwiU3R5bGVJZCI6IjA3MDJkZWE4LWMxMTQtNGQ3MS1iZTQwLWNkMzA2MmM0Njk3MCIsIkhlYWRlclN0eWxlIjp7IiRpZCI6IjI1NjkiLCJUZXh0SXNWZXJ0aWNhbCI6ZmFsc2UsIlRleHRTdHlsZSI6eyIkaWQiOiIyNTcwIiwiRm9udFNldHRpbmdzIjp7IiRpZCI6IjI1NzEiLCJGb250U2l6ZSI6MTEsIkZvbnROYW1lIjoiVGl0aWxsaXVtIFdlYiIsIklzQm9sZCI6ZmFsc2UsIklzSXRhbGljIjpmYWxzZSwiSXNVbmRlcmxpbmVkIjpmYWxzZSwiUGFyZW50U3R5bGUiOm51bGx9LCJBdXRvU2l6ZSI6MiwiRm9yZWdyb3VuZCI6eyIkaWQiOiIyNTcyIiwiQ29sb3IiOnsiJGlkIjoiMjU3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1NzQiLCJUb3AiOjAuMCwiTGVmdCI6MC4wLCJSaWdodCI6MC4wLCJCb3R0b20iOjAuMH0sIlBhZGRpbmciOnsiJGlkIjoiMjU3NSIsIlRvcCI6MC4wLCJMZWZ0IjowLjAsIlJpZ2h0IjowLjAsIkJvdHRvbSI6MC4wfSwiQmFja2dyb3VuZCI6eyIkaWQiOiIyNTc2IiwiQ29sb3IiOnsiJGlkIjoiMjU3NyIsIkEiOjI1NSwiUiI6MjU1LCJHIjoyNTUsIkIiOjI1NX19LCJJc1Zpc2libGUiOnRydWUsIldpZHRoIjowLjAsIkhlaWdodCI6MC4wLCJCb3JkZXJTdHlsZSI6bnVsbCwiUGFyZW50U3R5bGUiOm51bGx9LCJSZWN0YW5nbGVTdHlsZSI6eyIkaWQiOiIyNTc4IiwiTWFyZ2luIjp7IiRpZCI6IjI1NzkiLCJUb3AiOjAuMCwiTGVmdCI6MC4wLCJSaWdodCI6MC4wLCJCb3R0b20iOjAuMH0sIlBhZGRpbmciOnsiJGlkIjoiMjU4MCIsIlRvcCI6MC4wLCJMZWZ0IjowLjAsIlJpZ2h0IjowLjAsIkJvdHRvbSI6MC4wfSwiQmFja2dyb3VuZCI6eyIkaWQiOiIyNTgxIiwiQ29sb3IiOnsiJGlkIjoiMjU4MiIsIkEiOjI1NSwiUiI6MTY1LCJHIjoxNjUsIkIiOjE2NX19LCJJc1Zpc2libGUiOnRydWUsIldpZHRoIjowLjAsIkhlaWdodCI6MC4wLCJCb3JkZXJTdHlsZSI6eyIkaWQiOiIyNTgzIiwiTGluZUNvbG9yIjp7IiRpZCI6IjI1ODQiLCIkdHlwZSI6Ik5MUkUuQ29tbW9uLkRvbS5Tb2xpZENvbG9yQnJ1c2gsIE5MUkUuQ29tbW9uIiwiQ29sb3IiOnsiJGlkIjoiMjU4NSIsIkEiOjI1NSwiUiI6MjU1LCJHIjoyNTUsIkIiOjI1NX19LCJMaW5lV2VpZ2h0IjowLjAsIkxpbmVUeXBlIjowLCJQYXJlbnRTdHlsZSI6bnVsbH0sIlBhcmVudFN0eWxlIjpudWxsfSwiTWFyZ2luIjp7IiRpZCI6IjI1ODYiLCJUb3AiOjAuMCwiTGVmdCI6MC4wLCJSaWdodCI6MC4wLCJCb3R0b20iOjAuMH0sIlBhZGRpbmciOnsiJGlkIjoiMjU4NyIsIlRvcCI6MC4wLCJMZWZ0IjowLjAsIlJpZ2h0IjowLjAsIkJvdHRvbSI6MC4wfSwiQmFja2dyb3VuZCI6bnVsbCwiSXNWaXNpYmxlIjp0cnVlLCJXaWR0aCI6MC4wLCJIZWlnaHQiOjAuMCwiQm9yZGVyU3R5bGUiOm51bGwsIlBhcmVudFN0eWxlIjpudWxsfSwiQmFja2dyb3VuZFN0eWxlIjp7IiRpZCI6IjI1ODgiLCJNYXJnaW4iOnsiJGlkIjoiMjU4OSIsIlRvcCI6MC4wLCJMZWZ0IjowLjAsIlJpZ2h0IjowLjAsIkJvdHRvbSI6MC4wfSwiUGFkZGluZyI6eyIkaWQiOiIyNTkwIiwiVG9wIjowLjAsIkxlZnQiOjAuMCwiUmlnaHQiOjAuMCwiQm90dG9tIjowLjB9LCJCYWNrZ3JvdW5kIjp7IiRpZCI6IjI1OTEiLCJDb2xvciI6eyIkaWQiOiIyNTkyIiwiQSI6NTEsIlIiOjIwMCwiRyI6MjAwLCJCIjoyMDB9fSwiSXNWaXNpYmxlIjp0cnVlLCJXaWR0aCI6MC4wLCJIZWlnaHQiOjAuMCwiQm9yZGVyU3R5bGUiOnsiJGlkIjoiMjU5MyIsIkxpbmVDb2xvciI6eyIkaWQiOiIyNTk0IiwiJHR5cGUiOiJOTFJFLkNvbW1vbi5Eb20uU29saWRDb2xvckJydXNoLCBOTFJFLkNvbW1vbiIsIkNvbG9yIjp7IiRpZCI6IjI1OTUiLCJBIjoyNTUsIlIiOjIzNCwiRyI6MjIsIkIiOjMwfX0sIkxpbmVXZWlnaHQiOjAuMCwiTGluZVR5cGUiOjAsIlBhcmVudFN0eWxlIjpudWxsfSwiUGFyZW50U3R5bGUiOm51bGx9LCJJc0Fib3ZlVGltZWJhbmQiOmZhbHNlLCJTcGFjaW5nIjoyLCJEZWZhdWx0U3dpbWxhbmVUYXNrU3R5bGUiOnsiJGlkIjoiMjU5NiIsIiR0eXBlIjoiTkxSRS5Db21tb24uRG9tLlN0eWxlcy5FeHBsaWNpdFNldGFibGVUYXNrU3R5bGUsIE5MUkUuQ29tbW9uIiwiU2hhcGUiOjEsIlNoYXBlVGhpY2tuZXNzIjowLCJEdXJhdGlvbkZvcm1hdCI6MCwiSW5jbHVkZU5vbldvcmtpbmdEYXlzSW5EdXJhdGlvbiI6ZmFsc2UsIlBlcmNlbnRhZ2VDb21wbGV0ZVN0eWxlIjp7IiRpZCI6IjI1OTciLCJGb250U2V0dGluZ3MiOnsiJGlkIjoiMjU5OCIsIkZvbnRTaXplIjoxMCwiRm9udE5hbWUiOiJDYWxpYnJpIiwiSXNCb2xkIjpmYWxzZSwiSXNJdGFsaWMiOmZhbHNlLCJJc1VuZGVybGluZWQiOmZhbHNlLCJQYXJlbnRTdHlsZSI6bnVsbH0sIkF1dG9TaXplIjowLCJGb3JlZ3JvdW5kIjp7IiRpZCI6IjI1OTkiLCJDb2xvciI6eyIkaWQiOiIyNjAw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2MDEiLCJUb3AiOjAuMCwiTGVmdCI6MC4wLCJSaWdodCI6MC4wLCJCb3R0b20iOjAuMH0sIlBhZGRpbmciOnsiJGlkIjoiMjYwMiIsIlRvcCI6MC4wLCJMZWZ0IjowLjAsIlJpZ2h0IjowLjAsIkJvdHRvbSI6MC4wfSwiQmFja2dyb3VuZCI6eyIkaWQiOiIyNjAzIiwiQ29sb3IiOnsiJGlkIjoiMjYwNCIsIkEiOjg5LCJSIjowLCJHIjowLCJCIjowfX0sIklzVmlzaWJsZSI6dHJ1ZSwiV2lkdGgiOjAuMCwiSGVpZ2h0IjowLjAsIkJvcmRlclN0eWxlIjp7IiRpZCI6IjI2MDUiLCJMaW5lQ29sb3IiOm51bGwsIkxpbmVXZWlnaHQiOjAuMCwiTGluZVR5cGUiOjAsIlBhcmVudFN0eWxlIjpudWxsfSwiUGFyZW50U3R5bGUiOm51bGx9LCJEdXJhdGlvblN0eWxlIjp7IiRpZCI6IjI2MDYiLCJGb250U2V0dGluZ3MiOnsiJGlkIjoiMjYwNyIsIkZvbnRTaXplIjoxMCwiRm9udE5hbWUiOiJDYWxpYnJpIiwiSXNCb2xkIjpmYWxzZSwiSXNJdGFsaWMiOmZhbHNlLCJJc1VuZGVybGluZWQiOmZhbHNlLCJQYXJlbnRTdHlsZSI6bnVsbH0sIkF1dG9TaXplIjowLCJGb3JlZ3JvdW5kIjp7IiRpZCI6IjI2MDgiLCJDb2xvciI6eyIkaWQiOiIyNjA5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jEwIiwiVG9wIjowLjAsIkxlZnQiOjAuMCwiUmlnaHQiOjAuMCwiQm90dG9tIjowLjB9LCJQYWRkaW5nIjp7IiRpZCI6IjI2MTEiLCJUb3AiOjAuMCwiTGVmdCI6MC4wLCJSaWdodCI6MC4wLCJCb3R0b20iOjAuMH0sIkJhY2tncm91bmQiOnsiJGlkIjoiMjYxMiIsIkNvbG9yIjp7IiRpZCI6IjI2MTMiLCJBIjoyNTUsIlIiOjY4LCJHIjo4NCwiQiI6MTA2fX0sIklzVmlzaWJsZSI6dHJ1ZSwiV2lkdGgiOjAuMCwiSGVpZ2h0IjowLjAsIkJvcmRlclN0eWxlIjp7IiRpZCI6IjI2MTQiLCJMaW5lQ29sb3IiOm51bGwsIkxpbmVXZWlnaHQiOjAuMCwiTGluZVR5cGUiOjAsIlBhcmVudFN0eWxlIjpudWxsfSwiUGFyZW50U3R5bGUiOm51bGx9LCJIb3Jpem9udGFsQ29ubmVjdG9yU3R5bGUiOnsiJGlkIjoiMjYxNSIsIkxpbmVDb2xvciI6eyIkaWQiOiIyNjE2IiwiJHR5cGUiOiJOTFJFLkNvbW1vbi5Eb20uU29saWRDb2xvckJydXNoLCBOTFJFLkNvbW1vbiIsIkNvbG9yIjp7IiRpZCI6IjI2MTciLCJBIjoyNTUsIlIiOjAsIkciOjAsIkIiOjB9fSwiTGluZVdlaWdodCI6MC4wLCJMaW5lVHlwZSI6MCwiUGFyZW50U3R5bGUiOm51bGx9LCJWZXJ0aWNhbENvbm5lY3RvclN0eWxlIjp7IiRpZCI6IjI2MTgiLCJMaW5lQ29sb3IiOnsiJGlkIjoiMjYxOSIsIiR0eXBlIjoiTkxSRS5Db21tb24uRG9tLlNvbGlkQ29sb3JCcnVzaCwgTkxSRS5Db21tb24iLCJDb2xvciI6eyIkaWQiOiIyNjI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jYyMSIsIlNoYXBlU3R5bGUiOnsiJGlkIjoiMjYyMiIsIk1hcmdpbiI6eyIkaWQiOiIyNjIzIiwiVG9wIjowLjAsIkxlZnQiOjAuMCwiUmlnaHQiOjAuMCwiQm90dG9tIjowLjB9LCJQYWRkaW5nIjp7IiRpZCI6IjI2MjQiLCJUb3AiOjAuMCwiTGVmdCI6MC4wLCJSaWdodCI6MC4wLCJCb3R0b20iOjAuMH0sIkJhY2tncm91bmQiOnsiJGlkIjoiMjYyNSIsIkNvbG9yIjp7IiRpZCI6IjI2MjYiLCJBIjoxNTMsIlIiOjAsIkciOjAsIkIiOjB9fSwiSXNWaXNpYmxlIjp0cnVlLCJXaWR0aCI6MC4wLCJIZWlnaHQiOjAuMCwiQm9yZGVyU3R5bGUiOnsiJGlkIjoiMjYyNyIsIkxpbmVDb2xvciI6eyIkaWQiOiIyNjI4IiwiJHR5cGUiOiJOTFJFLkNvbW1vbi5Eb20uU29saWRDb2xvckJydXNoLCBOTFJFLkNvbW1vbiIsIkNvbG9yIjp7IiRpZCI6IjI2MjkiLCJBIjoyNTUsIlIiOjI1NSwiRyI6MCwiQiI6MH19LCJMaW5lV2VpZ2h0IjowLjAsIkxpbmVUeXBlIjowLCJQYXJlbnRTdHlsZSI6bnVsbH0sIlBhcmVudFN0eWxlIjpudWxsfSwiTWFyZ2luIjp7IiRpZCI6IjI2MzAiLCJUb3AiOjAuMCwiTGVmdCI6MC4wLCJSaWdodCI6MC4wLCJCb3R0b20iOjAuMH0sIlBhZGRpbmciOnsiJGlkIjoiMjYzMSIsIlRvcCI6MC4wLCJMZWZ0IjowLjAsIlJpZ2h0IjowLjAsIkJvdHRvbSI6MC4wfSwiQmFja2dyb3VuZCI6bnVsbCwiSXNWaXNpYmxlIjp0cnVlLCJXaWR0aCI6MC4wLCJIZWlnaHQiOjAuMCwiQm9yZGVyU3R5bGUiOm51bGwsIlBhcmVudFN0eWxlIjpudWxsfSwiU2hhcGVTdHlsZSI6eyIkaWQiOiIyNjMyIiwiTWFyZ2luIjp7IiRpZCI6IjI2MzMiLCJUb3AiOjAuMCwiTGVmdCI6NC4wLCJSaWdodCI6NC4wLCJCb3R0b20iOjAuMH0sIlBhZGRpbmciOnsiJGlkIjoiMjYzNCIsIlRvcCI6MC4wLCJMZWZ0IjowLjAsIlJpZ2h0IjowLjAsIkJvdHRvbSI6MC4wfSwiQmFja2dyb3VuZCI6eyIkaWQiOiIyNjM1IiwiQ29sb3IiOnsiJGlkIjoiMjYzNiIsIkEiOjI1NSwiUiI6MTY1LCJHIjoxNjUsIkIiOjE2NX19LCJJc1Zpc2libGUiOnRydWUsIldpZHRoIjowLjAsIkhlaWdodCI6MTAuMCwiQm9yZGVyU3R5bGUiOnsiJGlkIjoiMjYzNyIsIkxpbmVDb2xvciI6eyIkaWQiOiIyNjM4IiwiJHR5cGUiOiJOTFJFLkNvbW1vbi5Eb20uU29saWRDb2xvckJydXNoLCBOTFJFLkNvbW1vbiIsIkNvbG9yIjp7IiRpZCI6IjI2MzkiLCJBIjoyNTUsIlIiOjIzNCwiRyI6MjIsIkIiOjMwfX0sIkxpbmVXZWlnaHQiOjAuMCwiTGluZVR5cGUiOjAsIlBhcmVudFN0eWxlIjpudWxsfSwiUGFyZW50U3R5bGUiOm51bGx9LCJUaXRsZVN0eWxlIjp7IiRpZCI6IjI2NDAiLCJGb250U2V0dGluZ3MiOnsiJGlkIjoiMjY0MSIsIkZvbnRTaXplIjoxMSwiRm9udE5hbWUiOiJDYWxpYnJpIiwiSXNCb2xkIjpmYWxzZSwiSXNJdGFsaWMiOmZhbHNlLCJJc1VuZGVybGluZWQiOmZhbHNlLCJQYXJlbnRTdHlsZSI6bnVsbH0sIkF1dG9TaXplIjowLCJGb3JlZ3JvdW5kIjp7IiRpZCI6IjI2NDIiLCJDb2xvciI6eyIkaWQiOiIyNjQ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DQiLCJUb3AiOjAuMCwiTGVmdCI6MC4wLCJSaWdodCI6MC4wLCJCb3R0b20iOjAuMH0sIlBhZGRpbmciOnsiJGlkIjoiMjY0NSIsIlRvcCI6MC4wLCJMZWZ0IjowLjAsIlJpZ2h0IjowLjAsIkJvdHRvbSI6MC4wfSwiQmFja2dyb3VuZCI6eyIkaWQiOiIyNjQ2IiwiQ29sb3IiOnsiJGlkIjoiMjY0NyIsIkEiOjI1NSwiUiI6MCwiRyI6MCwiQiI6MH19LCJJc1Zpc2libGUiOnRydWUsIldpZHRoIjowLjAsIkhlaWdodCI6MC4wLCJCb3JkZXJTdHlsZSI6eyIkaWQiOiIyNjQ4IiwiTGluZUNvbG9yIjpudWxsLCJMaW5lV2VpZ2h0IjowLjAsIkxpbmVUeXBlIjowLCJQYXJlbnRTdHlsZSI6bnVsbH0sIlBhcmVudFN0eWxlIjpudWxsfSwiRGF0ZVN0eWxlIjp7IiRpZCI6IjI2NDkiLCJGb250U2V0dGluZ3MiOnsiJGlkIjoiMjY1MCIsIkZvbnRTaXplIjoxMCwiRm9udE5hbWUiOiJDYWxpYnJpIiwiSXNCb2xkIjpmYWxzZSwiSXNJdGFsaWMiOmZhbHNlLCJJc1VuZGVybGluZWQiOmZhbHNlLCJQYXJlbnRTdHlsZSI6bnVsbH0sIkF1dG9TaXplIjowLCJGb3JlZ3JvdW5kIjp7IiRpZCI6IjI2NTEiLCJDb2xvciI6eyIkaWQiOiIyNjU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yNjUzIiwiVG9wIjowLjAsIkxlZnQiOjAuMCwiUmlnaHQiOjAuMCwiQm90dG9tIjowLjB9LCJQYWRkaW5nIjp7IiRpZCI6IjI2NTQiLCJUb3AiOjAuMCwiTGVmdCI6MC4wLCJSaWdodCI6MC4wLCJCb3R0b20iOjAuMH0sIkJhY2tncm91bmQiOnsiJGlkIjoiMjY1NSIsIkNvbG9yIjp7IiRpZCI6IjI2NTYiLCJBIjoyNTUsIlIiOjY4LCJHIjo4NCwiQiI6MTA2fX0sIklzVmlzaWJsZSI6dHJ1ZSwiV2lkdGgiOjAuMCwiSGVpZ2h0IjowLjAsIkJvcmRlclN0eWxlIjp7IiRpZCI6IjI2NTciLCJMaW5lQ29sb3IiOm51bGwsIkxpbmVXZWlnaHQiOjAuMCwiTGluZVR5cGUiOjAsIlBhcmVudFN0eWxlIjpudWxsfSwiUGFyZW50U3R5bGUiOm51bGx9LCJEYXRlRm9ybWF0Ijp7IiRpZCI6IjI2N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1OSIsIkZvcm1hdCI6MCwiSXNWaXNpYmxlIjpmYWxzZSwiTGFzdEtub3duVmlzaWJpbGl0eVN0YXRlIjpmYWxzZX0sIklzVmlzaWJsZSI6dHJ1ZSwiVmFyaWFuY2VTdHlsZSI6eyIkaWQiOiIyNjYwIiwiVGV4dFN0eWxlIjp7IiRpZCI6IjI2NjEiLCJGb250U2V0dGluZ3MiOnsiJGlkIjoiMjY2MiIsIkZvbnRTaXplIjoxMCwiRm9udE5hbWUiOiJDYWxpYnJpIiwiSXNCb2xkIjpmYWxzZSwiSXNJdGFsaWMiOmZhbHNlLCJJc1VuZGVybGluZWQiOmZhbHNlLCJQYXJlbnRTdHlsZSI6bnVsbH0sIkF1dG9TaXplIjowLCJGb3JlZ3JvdW5kIjp7IiRpZCI6IjI2NjMiLCJDb2xvciI6eyIkaWQiOiIyNjY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jUiLCJUb3AiOjAuMCwiTGVmdCI6MC4wLCJSaWdodCI6MC4wLCJCb3R0b20iOjAuMH0sIlBhZGRpbmciOnsiJGlkIjoiMjY2NiIsIlRvcCI6MC4wLCJMZWZ0IjowLjAsIlJpZ2h0IjowLjAsIkJvdHRvbSI6MC4wfSwiQmFja2dyb3VuZCI6eyIkaWQiOiIyNjY3IiwiQ29sb3IiOnsiJGlkIjoiMjY2OCIsIkEiOjI1NSwiUiI6MCwiRyI6MCwiQiI6MH19LCJJc1Zpc2libGUiOnRydWUsIldpZHRoIjowLjAsIkhlaWdodCI6MC4wLCJCb3JkZXJTdHlsZSI6eyIkaWQiOiIyNjY5IiwiTGluZUNvbG9yIjpudWxsLCJMaW5lV2VpZ2h0IjowLjAsIkxpbmVUeXBlIjowLCJQYXJlbnRTdHlsZSI6bnVsbH0sIlBhcmVudFN0eWxlIjpudWxsfSwiUGFyZW50U3R5bGUiOm51bGx9LCJQYXJlbnRTdHlsZSI6bnVsbCwiX2V4cGxpY2l0bHlTZXQiOnsiJGlkIjoiMjY3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2NzEiLCJTaGFwZSI6MSwiQ29ubmVjdG9yTWFyZ2luIjp7IiRpZCI6IjI2NzIiLCJUb3AiOjAuMCwiTGVmdCI6Mi4wLCJSaWdodCI6Mi4wLCJCb3R0b20iOjAuMH0sIkNvbm5lY3RvclN0eWxlIjp7IiRpZCI6IjI2NzMiLCJMaW5lQ29sb3IiOnsiJGlkIjoiMjY3NCIsIiR0eXBlIjoiTkxSRS5Db21tb24uRG9tLlNvbGlkQ29sb3JCcnVzaCwgTkxSRS5Db21tb24iLCJDb2xvciI6eyIkaWQiOiIyNjc1IiwiQSI6MTI3LCJSIjo1NywiRyI6NTcsIkIiOjU3fX0sIkxpbmVXZWlnaHQiOjEuMCwiTGluZVR5cGUiOjAsIlBhcmVudFN0eWxlIjpudWxsfSwiSXNCZWxvd1RpbWViYW5kIjpmYWxzZSwiUG9zaXRpb25PblRhc2siOjEsIkhpZGVEYXRlIjpmYWxzZSwiU2hhcGVTaXplIjowLCJTcGFjaW5nIjowLjAsIlBhZGRpbmciOnsiJGlkIjoiMjY3NiIsIlRvcCI6NS4wLCJMZWZ0IjozLjAsIlJpZ2h0IjowLjAsIkJvdHRvbSI6Mi4wfSwiU2hhcGVTdHlsZSI6eyIkaWQiOiIyNjc3IiwiTWFyZ2luIjp7IiRpZCI6IjI2NzgiLCJUb3AiOjAuMCwiTGVmdCI6MC4wLCJSaWdodCI6MC4wLCJCb3R0b20iOjAuMH0sIlBhZGRpbmciOnsiJGlkIjoiMjY3OSIsIlRvcCI6MC4wLCJMZWZ0IjowLjAsIlJpZ2h0IjowLjAsIkJvdHRvbSI6MC4wfSwiQmFja2dyb3VuZCI6eyIkaWQiOiIyNjgwIiwiQ29sb3IiOnsiJGlkIjoiMjY4MSIsIkEiOjI1NSwiUiI6NTcsIkciOjU3LCJCIjo1N319LCJJc1Zpc2libGUiOnRydWUsIldpZHRoIjoxMi4wLCJIZWlnaHQiOjE0LjAsIkJvcmRlclN0eWxlIjp7IiRpZCI6IjI2ODIiLCJMaW5lQ29sb3IiOnsiJGlkIjoiMjY4MyIsIiR0eXBlIjoiTkxSRS5Db21tb24uRG9tLlNvbGlkQ29sb3JCcnVzaCwgTkxSRS5Db21tb24iLCJDb2xvciI6eyIkaWQiOiIyNjg0IiwiQSI6MjU1LCJSIjoyNTUsIkciOjAsIkIiOjB9fSwiTGluZVdlaWdodCI6MC4wLCJMaW5lVHlwZSI6MCwiUGFyZW50U3R5bGUiOm51bGx9LCJQYXJlbnRTdHlsZSI6bnVsbH0sIlRpdGxlU3R5bGUiOnsiJGlkIjoiMjY4NSIsIkZvbnRTZXR0aW5ncyI6eyIkaWQiOiIyNjg2IiwiRm9udFNpemUiOjExLCJGb250TmFtZSI6IkNhbGlicmkiLCJJc0JvbGQiOmZhbHNlLCJJc0l0YWxpYyI6ZmFsc2UsIklzVW5kZXJsaW5lZCI6ZmFsc2UsIlBhcmVudFN0eWxlIjpudWxsfSwiQXV0b1NpemUiOjAsIkZvcmVncm91bmQiOnsiJGlkIjoiMjY4NyIsIkNvbG9yIjp7IiRpZCI6IjI2OD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jY4OSIsIlRvcCI6MC4wLCJMZWZ0IjowLjAsIlJpZ2h0IjowLjAsIkJvdHRvbSI6MC4wfSwiUGFkZGluZyI6eyIkaWQiOiIyNjkwIiwiVG9wIjowLjAsIkxlZnQiOjAuMCwiUmlnaHQiOjAuMCwiQm90dG9tIjowLjB9LCJCYWNrZ3JvdW5kIjp7IiRpZCI6IjI2OTEiLCJDb2xvciI6eyIkaWQiOiIyNjkyIiwiQSI6MjU1LCJSIjowLCJHIjowLCJCIjowfX0sIklzVmlzaWJsZSI6dHJ1ZSwiV2lkdGgiOjAuMCwiSGVpZ2h0IjowLjAsIkJvcmRlclN0eWxlIjp7IiRpZCI6IjI2OTMiLCJMaW5lQ29sb3IiOm51bGwsIkxpbmVXZWlnaHQiOjAuMCwiTGluZVR5cGUiOjAsIlBhcmVudFN0eWxlIjpudWxsfSwiUGFyZW50U3R5bGUiOm51bGx9LCJEYXRlU3R5bGUiOnsiJGlkIjoiMjY5NCIsIkZvbnRTZXR0aW5ncyI6eyIkaWQiOiIyNjk1IiwiRm9udFNpemUiOjEwLCJGb250TmFtZSI6IkNhbGlicmkiLCJJc0JvbGQiOmZhbHNlLCJJc0l0YWxpYyI6ZmFsc2UsIklzVW5kZXJsaW5lZCI6ZmFsc2UsIlBhcmVudFN0eWxlIjpudWxsfSwiQXV0b1NpemUiOjAsIkZvcmVncm91bmQiOnsiJGlkIjoiMjY5NiIsIkNvbG9yIjp7IiRpZCI6IjI2OT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I2OTgiLCJUb3AiOjAuMCwiTGVmdCI6MC4wLCJSaWdodCI6MC4wLCJCb3R0b20iOjAuMH0sIlBhZGRpbmciOnsiJGlkIjoiMjY5OSIsIlRvcCI6MC4wLCJMZWZ0IjowLjAsIlJpZ2h0IjowLjAsIkJvdHRvbSI6MC4wfSwiQmFja2dyb3VuZCI6eyIkaWQiOiIyNzAwIiwiQ29sb3IiOnsiJGlkIjoiMjcwMSIsIkEiOjI1NSwiUiI6NjgsIkciOjg0LCJCIjoxMDZ9fSwiSXNWaXNpYmxlIjp0cnVlLCJXaWR0aCI6MC4wLCJIZWlnaHQiOjAuMCwiQm9yZGVyU3R5bGUiOnsiJGlkIjoiMjcwMiIsIkxpbmVDb2xvciI6bnVsbCwiTGluZVdlaWdodCI6MC4wLCJMaW5lVHlwZSI6MCwiUGFyZW50U3R5bGUiOm51bGx9LCJQYXJlbnRTdHlsZSI6bnVsbH0sIkRhdGVGb3JtYXQiOnsiJGlkIjoiMjcwMyIsIkZvcm1hdFN0cmluZyI6Ik1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wNCIsIkZvcm1hdCI6MCwiSXNWaXNpYmxlIjpmYWxzZSwiTGFzdEtub3duVmlzaWJpbGl0eVN0YXRlIjpmYWxzZX0sIklzVmlzaWJsZSI6ZmFsc2UsIlZhcmlhbmNlU3R5bGUiOnsiJGlkIjoiMjcwNSIsIlRleHRTdHlsZSI6eyIkaWQiOiIyNzA2IiwiRm9udFNldHRpbmdzIjp7IiRpZCI6IjI3MDciLCJGb250U2l6ZSI6MTAsIkZvbnROYW1lIjoiQ2FsaWJyaSIsIklzQm9sZCI6ZmFsc2UsIklzSXRhbGljIjpmYWxzZSwiSXNVbmRlcmxpbmVkIjpmYWxzZSwiUGFyZW50U3R5bGUiOm51bGx9LCJBdXRvU2l6ZSI6MCwiRm9yZWdyb3VuZCI6eyIkaWQiOiIyNzA4IiwiQ29sb3IiOnsiJGlkIjoiMjcw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zEwIiwiVG9wIjowLjAsIkxlZnQiOjAuMCwiUmlnaHQiOjAuMCwiQm90dG9tIjowLjB9LCJQYWRkaW5nIjp7IiRpZCI6IjI3MTEiLCJUb3AiOjAuMCwiTGVmdCI6MC4wLCJSaWdodCI6MC4wLCJCb3R0b20iOjAuMH0sIkJhY2tncm91bmQiOnsiJGlkIjoiMjcxMiIsIkNvbG9yIjp7IiRpZCI6IjI3MTMiLCJBIjoyNTUsIlIiOjAsIkciOjAsIkIiOjB9fSwiSXNWaXNpYmxlIjp0cnVlLCJXaWR0aCI6MC4wLCJIZWlnaHQiOjAuMCwiQm9yZGVyU3R5bGUiOnsiJGlkIjoiMjcxNCIsIkxpbmVDb2xvciI6bnVsbCwiTGluZVdlaWdodCI6MC4wLCJMaW5lVHlwZSI6MCwiUGFyZW50U3R5bGUiOm51bGx9LCJQYXJlbnRTdHlsZSI6bnVsbH0sIlBhcmVudFN0eWxlIjpudWxsfSwiUGFyZW50U3R5bGUiOm51bGx9LCJEZWZhdWx0U3dpbWxhbmVNaWxlc3RvbmVTdHlsZSI6eyIkaWQiOiIyNzE1IiwiVGl0bGVQb3NpdGlvbiI6IkxlZnQiLCJEYXRlUG9zaXRpb24iOiJSaWdodCIsIlZhcmlhbmNlUG9zaXRpb24iOiJSaWdodCIsIlNoYXBlVHlwZSI6MSwiU2hhcGVTaXplIjowLCJTcGFjaW5nIjo1LCJTaGFwZVN0eWxlIjp7IiRpZCI6IjI3MTYiLCJNYXJnaW4iOnsiJGlkIjoiMjcxNyIsIlRvcCI6MC4wLCJMZWZ0IjowLjAsIlJpZ2h0IjowLjAsIkJvdHRvbSI6MC4wfSwiUGFkZGluZyI6eyIkaWQiOiIyNzE4IiwiVG9wIjowLjAsIkxlZnQiOjAuMCwiUmlnaHQiOjAuMCwiQm90dG9tIjowLjB9LCJCYWNrZ3JvdW5kIjp7IiRpZCI6IjI3MTkiLCJDb2xvciI6eyIkaWQiOiIyNzIwIiwiQSI6MjU1LCJSIjoxNjUsIkciOjE2NSwiQiI6MTY1fX0sIklzVmlzaWJsZSI6dHJ1ZSwiV2lkdGgiOjEyLjAsIkhlaWdodCI6MTQuMCwiQm9yZGVyU3R5bGUiOnsiJGlkIjoiMjcyMSIsIkxpbmVDb2xvciI6eyIkaWQiOiIyNzIyIiwiJHR5cGUiOiJOTFJFLkNvbW1vbi5Eb20uU29saWRDb2xvckJydXNoLCBOTFJFLkNvbW1vbiIsIkNvbG9yIjp7IiRpZCI6IjI3MjMiLCJBIjoyNTUsIlIiOjIzNCwiRyI6MjIsIkIiOjMwfX0sIkxpbmVXZWlnaHQiOjAuMCwiTGluZVR5cGUiOjAsIlBhcmVudFN0eWxlIjpudWxsfSwiUGFyZW50U3R5bGUiOm51bGx9LCJUaXRsZVN0eWxlIjp7IiRpZCI6IjI3MjQiLCJGb250U2V0dGluZ3MiOnsiJGlkIjoiMjcyNSIsIkZvbnRTaXplIjoxMSwiRm9udE5hbWUiOiJDYWxpYnJpIiwiSXNCb2xkIjpmYWxzZSwiSXNJdGFsaWMiOmZhbHNlLCJJc1VuZGVybGluZWQiOmZhbHNlLCJQYXJlbnRTdHlsZSI6bnVsbH0sIkF1dG9TaXplIjowLCJGb3JlZ3JvdW5kIjp7IiRpZCI6IjI3MjYiLCJDb2xvciI6eyIkaWQiOiIyNzI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I3MjgiLCJUb3AiOjAuMCwiTGVmdCI6MC4wLCJSaWdodCI6MC4wLCJCb3R0b20iOjAuMH0sIlBhZGRpbmciOnsiJGlkIjoiMjcyOSIsIlRvcCI6MC4wLCJMZWZ0IjowLjAsIlJpZ2h0IjowLjAsIkJvdHRvbSI6MC4wfSwiQmFja2dyb3VuZCI6eyIkaWQiOiIyNzMwIiwiQ29sb3IiOnsiJGlkIjoiMjczMSIsIkEiOjI1NSwiUiI6MCwiRyI6MCwiQiI6MH19LCJJc1Zpc2libGUiOnRydWUsIldpZHRoIjowLjAsIkhlaWdodCI6MC4wLCJCb3JkZXJTdHlsZSI6eyIkaWQiOiIyNzMyIiwiTGluZUNvbG9yIjpudWxsLCJMaW5lV2VpZ2h0IjowLjAsIkxpbmVUeXBlIjowLCJQYXJlbnRTdHlsZSI6bnVsbH0sIlBhcmVudFN0eWxlIjpudWxsfSwiRGF0ZVN0eWxlIjp7IiRpZCI6IjI3MzMiLCJGb250U2V0dGluZ3MiOnsiJGlkIjoiMjczNCIsIkZvbnRTaXplIjoxMCwiRm9udE5hbWUiOiJDYWxpYnJpIiwiSXNCb2xkIjpmYWxzZSwiSXNJdGFsaWMiOmZhbHNlLCJJc1VuZGVybGluZWQiOmZhbHNlLCJQYXJlbnRTdHlsZSI6bnVsbH0sIkF1dG9TaXplIjowLCJGb3JlZ3JvdW5kIjp7IiRpZCI6IjI3MzUiLCJDb2xvciI6eyIkaWQiOiIyNzM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zM3IiwiVG9wIjowLjAsIkxlZnQiOjAuMCwiUmlnaHQiOjAuMCwiQm90dG9tIjowLjB9LCJQYWRkaW5nIjp7IiRpZCI6IjI3MzgiLCJUb3AiOjAuMCwiTGVmdCI6MC4wLCJSaWdodCI6MC4wLCJCb3R0b20iOjAuMH0sIkJhY2tncm91bmQiOnsiJGlkIjoiMjczOSIsIkNvbG9yIjp7IiRpZCI6IjI3NDAiLCJBIjoyNTUsIlIiOjY4LCJHIjo4NCwiQiI6MTA2fX0sIklzVmlzaWJsZSI6dHJ1ZSwiV2lkdGgiOjAuMCwiSGVpZ2h0IjowLjAsIkJvcmRlclN0eWxlIjp7IiRpZCI6IjI3NDEiLCJMaW5lQ29sb3IiOm51bGwsIkxpbmVXZWlnaHQiOjAuMCwiTGluZVR5cGUiOjAsIlBhcmVudFN0eWxlIjpudWxsfSwiUGFyZW50U3R5bGUiOm51bGx9LCJEYXRlRm9ybWF0Ijp7IiRpZCI6IjI3ND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0MyIsIkZvcm1hdCI6MCwiSXNWaXNpYmxlIjpmYWxzZSwiTGFzdEtub3duVmlzaWJpbGl0eVN0YXRlIjpmYWxzZX0sIklzVmlzaWJsZSI6dHJ1ZSwiVmFyaWFuY2VTdHlsZSI6eyIkaWQiOiIyNzQ0IiwiVGV4dFN0eWxlIjp7IiRpZCI6IjI3NDUiLCJGb250U2V0dGluZ3MiOnsiJGlkIjoiMjc0NiIsIkZvbnRTaXplIjoxMCwiRm9udE5hbWUiOiJDYWxpYnJpIiwiSXNCb2xkIjpmYWxzZSwiSXNJdGFsaWMiOmZhbHNlLCJJc1VuZGVybGluZWQiOmZhbHNlLCJQYXJlbnRTdHlsZSI6bnVsbH0sIkF1dG9TaXplIjowLCJGb3JlZ3JvdW5kIjp7IiRpZCI6IjI3NDciLCJDb2xvciI6eyIkaWQiOiIyNzQ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3NDkiLCJUb3AiOjAuMCwiTGVmdCI6MC4wLCJSaWdodCI6MC4wLCJCb3R0b20iOjAuMH0sIlBhZGRpbmciOnsiJGlkIjoiMjc1MCIsIlRvcCI6MC4wLCJMZWZ0IjowLjAsIlJpZ2h0IjowLjAsIkJvdHRvbSI6MC4wfSwiQmFja2dyb3VuZCI6eyIkaWQiOiIyNzUxIiwiQ29sb3IiOnsiJGlkIjoiMjc1MiIsIkEiOjI1NSwiUiI6MCwiRyI6MCwiQiI6MH19LCJJc1Zpc2libGUiOnRydWUsIldpZHRoIjowLjAsIkhlaWdodCI6MC4wLCJCb3JkZXJTdHlsZSI6eyIkaWQiOiIyNzUzIiwiTGluZUNvbG9yIjpudWxsLCJMaW5lV2VpZ2h0IjowLjAsIkxpbmVUeXBlIjowLCJQYXJlbnRTdHlsZSI6bnVsbH0sIlBhcmVudFN0eWxlIjpudWxsfSwiUGFyZW50U3R5bGUiOm51bGx9LCJQYXJlbnRTdHlsZSI6bnVsbH0sIkRlZmF1bHRTd2ltbGFuZUFjdGl2aXR5U3R5bGUiOnsiJGlkIjoiMjc1NCIsIkhlYWRlclN0eWxlIjp7IiRpZCI6IjI3NTUiLCJUZXh0U3R5bGUiOnsiJGlkIjoiMjc1NiIsIkZvbnRTZXR0aW5ncyI6eyIkaWQiOiIyNzU3IiwiRm9udFNpemUiOjExLCJGb250TmFtZSI6IkNhbGlicmkiLCJJc0JvbGQiOmZhbHNlLCJJc0l0YWxpYyI6ZmFsc2UsIklzVW5kZXJsaW5lZCI6ZmFsc2UsIlBhcmVudFN0eWxlIjpudWxsfSwiQXV0b1NpemUiOjIsIkZvcmVncm91bmQiOnsiJGlkIjoiMjc1OCIsIkNvbG9yIjp7IiRpZCI6IjI3NTk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NzYwIiwiVG9wIjowLjAsIkxlZnQiOjAuMCwiUmlnaHQiOjAuMCwiQm90dG9tIjowLjB9LCJQYWRkaW5nIjp7IiRpZCI6IjI3NjEiLCJUb3AiOjAuMCwiTGVmdCI6MC4wLCJSaWdodCI6MC4wLCJCb3R0b20iOjAuMH0sIkJhY2tncm91bmQiOnsiJGlkIjoiMjc2MiIsIkNvbG9yIjp7IiRpZCI6IjI3NjMiLCJBIjoyNTUsIlIiOjY0LCJHIjo2NCwiQiI6NjR9fSwiSXNWaXNpYmxlIjp0cnVlLCJXaWR0aCI6MC4wLCJIZWlnaHQiOjAuMCwiQm9yZGVyU3R5bGUiOm51bGwsIlBhcmVudFN0eWxlIjpudWxsfSwiUmVjdGFuZ2xlU3R5bGUiOnsiJGlkIjoiMjc2NCIsIk1hcmdpbiI6eyIkaWQiOiIyNzY1IiwiVG9wIjowLjAsIkxlZnQiOjAuMCwiUmlnaHQiOjAuMCwiQm90dG9tIjowLjB9LCJQYWRkaW5nIjp7IiRpZCI6IjI3NjYiLCJUb3AiOjAuMCwiTGVmdCI6MC4wLCJSaWdodCI6MC4wLCJCb3R0b20iOjAuMH0sIkJhY2tncm91bmQiOnsiJGlkIjoiMjc2NyIsIkNvbG9yIjp7IiRpZCI6IjI3NjgiLCJBIjoxMjcsIlIiOjE2NSwiRyI6MTY1LCJCIjoxNjV9fSwiSXNWaXNpYmxlIjp0cnVlLCJXaWR0aCI6MC4wLCJIZWlnaHQiOjAuMCwiQm9yZGVyU3R5bGUiOnsiJGlkIjoiMjc2OSIsIkxpbmVDb2xvciI6eyIkaWQiOiIyNzcwIiwiJHR5cGUiOiJOTFJFLkNvbW1vbi5Eb20uU29saWRDb2xvckJydXNoLCBOTFJFLkNvbW1vbiIsIkNvbG9yIjp7IiRpZCI6IjI3NzEiLCJBIjoyNTUsIlIiOjI1NSwiRyI6MCwiQiI6MH19LCJMaW5lV2VpZ2h0IjowLjAsIkxpbmVUeXBlIjowLCJQYXJlbnRTdHlsZSI6bnVsbH0sIlBhcmVudFN0eWxlIjpudWxsfSwiTWFyZ2luIjp7IiRpZCI6IjI3NzIiLCJUb3AiOjAuMCwiTGVmdCI6MC4wLCJSaWdodCI6MC4wLCJCb3R0b20iOjAuMH0sIlBhZGRpbmciOnsiJGlkIjoiMjc3MyIsIlRvcCI6MC4wLCJMZWZ0IjowLjAsIlJpZ2h0IjowLjAsIkJvdHRvbSI6MC4wfSwiQmFja2dyb3VuZCI6bnVsbCwiSXNWaXNpYmxlIjp0cnVlLCJXaWR0aCI6MC4wLCJIZWlnaHQiOjAuMCwiQm9yZGVyU3R5bGUiOm51bGwsIlBhcmVudFN0eWxlIjpudWxsfSwiQmFja2dyb3VuZFN0eWxlIjp7IiRpZCI6IjI3NzQiLCJNYXJnaW4iOnsiJGlkIjoiMjc3NSIsIlRvcCI6MC4wLCJMZWZ0IjowLjAsIlJpZ2h0IjowLjAsIkJvdHRvbSI6MC4wfSwiUGFkZGluZyI6eyIkaWQiOiIyNzc2IiwiVG9wIjowLjAsIkxlZnQiOjAuMCwiUmlnaHQiOjAuMCwiQm90dG9tIjowLjB9LCJCYWNrZ3JvdW5kIjp7IiRpZCI6IjI3NzciLCJDb2xvciI6eyIkaWQiOiIyNzc4IiwiQSI6NTEsIlIiOjIwMCwiRyI6MjAwLCJCIjoyMDB9fSwiSXNWaXNpYmxlIjp0cnVlLCJXaWR0aCI6MC4wLCJIZWlnaHQiOjAuMCwiQm9yZGVyU3R5bGUiOnsiJGlkIjoiMjc3OSIsIkxpbmVDb2xvciI6eyIkaWQiOiIyNzgwIiwiJHR5cGUiOiJOTFJFLkNvbW1vbi5Eb20uU29saWRDb2xvckJydXNoLCBOTFJFLkNvbW1vbiIsIkNvbG9yIjp7IiRpZCI6IjI3ODEiLCJBIjoyNTUsIlIiOjIzNCwiRyI6MjIsIkIiOjMwfX0sIkxpbmVXZWlnaHQiOjAuMCwiTGluZVR5cGUiOjAsIlBhcmVudFN0eWxlIjpudWxsfSwiUGFyZW50U3R5bGUiOm51bGx9LCJNYXJnaW4iOnsiJGlkIjoiMjc4MiIsIlRvcCI6MC4wLCJMZWZ0IjowLjAsIlJpZ2h0IjowLjAsIkJvdHRvbSI6MC4wfSwiUGFkZGluZyI6eyIkaWQiOiIyNzgzIiwiVG9wIjowLjAsIkxlZnQiOjAuMCwiUmlnaHQiOjAuMCwiQm90dG9tIjowLjB9LCJJc1Zpc2libGUiOnRydWUsIldpZHRoIjowLjAsIkhlaWdodCI6MC4wLCJCb3JkZXJTdHlsZSI6eyIkaWQiOiIyNzg0IiwiTGluZUNvbG9yIjpudWxsLCJMaW5lV2VpZ2h0IjowLjAsIkxpbmVUeXBlIjowLCJQYXJlbnRTdHlsZSI6bnVsbH0sIlBhcmVudFN0eWxlIjpudWxsfSwiTWFyZ2luIjp7IiRpZCI6IjI3ODUiLCJUb3AiOjAuMCwiTGVmdCI6MC4wLCJSaWdodCI6MC4wLCJCb3R0b20iOjAuMH0sIlBhZGRpbmciOnsiJGlkIjoiMjc4NiIsIlRvcCI6MC4wLCJMZWZ0IjowLjAsIlJpZ2h0IjowLjAsIkJvdHRvbSI6MC4wfSwiSXNWaXNpYmxlIjpmYWxzZSwiV2lkdGgiOjAuMCwiSGVpZ2h0IjowLjAsIkJvcmRlclN0eWxlIjp7IiRpZCI6IjI3ODciLCJMaW5lQ29sb3IiOm51bGwsIkxpbmVXZWlnaHQiOjAuMCwiTGluZVR5cGUiOjAsIlBhcmVudFN0eWxlIjpudWxsfSwiUGFyZW50U3R5bGUiOm51bGx9fSx7IiRpZCI6IjI3ODgiLCJfYWN0aXZpdGllcyI6W3siJGlkIjoiMjc4OSIsIl9yb3dzIjpbeyIkaWQiOiIyNzkwIiwiX3Rhc2tzIjpbeyIkaWQiOiIyNzkxIiwiX2F0dGFjaGVkTWlsZXN0b25lcyI6W10sIlRhc2tEZWZpbml0aW9uIjp7IiRpZCI6IjI3OTIiLCJHcm91cE5hbWUiOm51bGwsIlN0YXJ0RGF0ZSI6IjIwMjctMDQtMDFUMDA6MDA6MDBaIiwiRW5kRGF0ZSI6IjIwMjctMDUtMzFUMjM6NTk6MDBaIiwiUGVyY2VudGFnZUNvbXBsZXRlIjpudWxsLCJTdHlsZSI6eyIkaWQiOiIyNzkzIiwiU2hhcGUiOjEsIlNoYXBlVGhpY2tuZXNzIjowLCJEdXJhdGlvbkZvcm1hdCI6MCwiSW5jbHVkZU5vbldvcmtpbmdEYXlzSW5EdXJhdGlvbiI6ZmFsc2UsIlBlcmNlbnRhZ2VDb21wbGV0ZVN0eWxlIjp7IiRpZCI6IjI3OTQiLCJGb250U2V0dGluZ3MiOnsiJGlkIjoiMjc5NSIsIkZvbnRTaXplIjoxMCwiRm9udE5hbWUiOiJDYWxpYnJpIiwiSXNCb2xkIjpmYWxzZSwiSXNJdGFsaWMiOmZhbHNlLCJJc1VuZGVybGluZWQiOmZhbHNlLCJQYXJlbnRTdHlsZSI6bnVsbH0sIkF1dG9TaXplIjowLCJGb3JlZ3JvdW5kIjp7IiRpZCI6IjI3OTYiLCJDb2xvciI6eyIkaWQiOiIyNzk3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3OTgiLCJUb3AiOjAuMCwiTGVmdCI6MC4wLCJSaWdodCI6MC4wLCJCb3R0b20iOjAuMH0sIlBhZGRpbmciOnsiJGlkIjoiMjc5OSIsIlRvcCI6MC4wLCJMZWZ0IjowLjAsIlJpZ2h0IjowLjAsIkJvdHRvbSI6MC4wfSwiQmFja2dyb3VuZCI6eyIkaWQiOiIyODAwIiwiQ29sb3IiOnsiJGlkIjoiMjgwMSIsIkEiOjg5LCJSIjowLCJHIjowLCJCIjowfX0sIklzVmlzaWJsZSI6dHJ1ZSwiV2lkdGgiOjAuMCwiSGVpZ2h0IjowLjAsIkJvcmRlclN0eWxlIjp7IiRpZCI6IjI4MDIiLCJMaW5lQ29sb3IiOm51bGwsIkxpbmVXZWlnaHQiOjAuMCwiTGluZVR5cGUiOjAsIlBhcmVudFN0eWxlIjpudWxsfSwiUGFyZW50U3R5bGUiOm51bGx9LCJEdXJhdGlvblN0eWxlIjp7IiRpZCI6IjI4MDMiLCJGb250U2V0dGluZ3MiOnsiJGlkIjoiMjgwNCIsIkZvbnRTaXplIjoxMCwiRm9udE5hbWUiOiJDYWxpYnJpIiwiSXNCb2xkIjpmYWxzZSwiSXNJdGFsaWMiOmZhbHNlLCJJc1VuZGVybGluZWQiOmZhbHNlLCJQYXJlbnRTdHlsZSI6bnVsbH0sIkF1dG9TaXplIjowLCJGb3JlZ3JvdW5kIjp7IiRpZCI6IjI4MDUiLCJDb2xvciI6eyIkaWQiOiIyODA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DA3IiwiVG9wIjowLjAsIkxlZnQiOjAuMCwiUmlnaHQiOjAuMCwiQm90dG9tIjowLjB9LCJQYWRkaW5nIjp7IiRpZCI6IjI4MDgiLCJUb3AiOjAuMCwiTGVmdCI6MC4wLCJSaWdodCI6MC4wLCJCb3R0b20iOjAuMH0sIkJhY2tncm91bmQiOnsiJGlkIjoiMjgwOSIsIkNvbG9yIjp7IiRpZCI6IjI4MTAiLCJBIjoyNTUsIlIiOjY4LCJHIjo4NCwiQiI6MTA2fX0sIklzVmlzaWJsZSI6dHJ1ZSwiV2lkdGgiOjAuMCwiSGVpZ2h0IjowLjAsIkJvcmRlclN0eWxlIjp7IiRpZCI6IjI4MTEiLCJMaW5lQ29sb3IiOm51bGwsIkxpbmVXZWlnaHQiOjAuMCwiTGluZVR5cGUiOjAsIlBhcmVudFN0eWxlIjpudWxsfSwiUGFyZW50U3R5bGUiOm51bGx9LCJIb3Jpem9udGFsQ29ubmVjdG9yU3R5bGUiOnsiJGlkIjoiMjgxMiIsIkxpbmVDb2xvciI6eyIkaWQiOiIyODEzIiwiJHR5cGUiOiJOTFJFLkNvbW1vbi5Eb20uU29saWRDb2xvckJydXNoLCBOTFJFLkNvbW1vbiIsIkNvbG9yIjp7IiRpZCI6IjI4MTQiLCJBIjoyNTUsIlIiOjAsIkciOjAsIkIiOjB9fSwiTGluZVdlaWdodCI6MC4wLCJMaW5lVHlwZSI6MCwiUGFyZW50U3R5bGUiOm51bGx9LCJWZXJ0aWNhbENvbm5lY3RvclN0eWxlIjp7IiRpZCI6IjI4MTUiLCJMaW5lQ29sb3IiOnsiJGlkIjoiMjgxNiIsIiR0eXBlIjoiTkxSRS5Db21tb24uRG9tLlNvbGlkQ29sb3JCcnVzaCwgTkxSRS5Db21tb24iLCJDb2xvciI6eyIkaWQiOiIyODE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ODE4IiwiU2hhcGVTdHlsZSI6eyIkaWQiOiIyODE5IiwiTWFyZ2luIjp7IiRpZCI6IjI4MjAiLCJUb3AiOjAuMCwiTGVmdCI6MC4wLCJSaWdodCI6MC4wLCJCb3R0b20iOjAuMH0sIlBhZGRpbmciOnsiJGlkIjoiMjgyMSIsIlRvcCI6MC4wLCJMZWZ0IjowLjAsIlJpZ2h0IjowLjAsIkJvdHRvbSI6MC4wfSwiQmFja2dyb3VuZCI6eyIkaWQiOiIyODIyIiwiQ29sb3IiOnsiJGlkIjoiMjgyMyIsIkEiOjE1MywiUiI6MCwiRyI6MCwiQiI6MH19LCJJc1Zpc2libGUiOnRydWUsIldpZHRoIjowLjAsIkhlaWdodCI6MC4wLCJCb3JkZXJTdHlsZSI6bnVsbCwiUGFyZW50U3R5bGUiOm51bGx9LCJNYXJnaW4iOnsiJGlkIjoiMjgyNCIsIlRvcCI6MC4wLCJMZWZ0IjowLjAsIlJpZ2h0IjowLjAsIkJvdHRvbSI6MC4wfSwiUGFkZGluZyI6eyIkaWQiOiIyODI1IiwiVG9wIjowLjAsIkxlZnQiOjAuMCwiUmlnaHQiOjAuMCwiQm90dG9tIjowLjB9LCJCYWNrZ3JvdW5kIjpudWxsLCJJc1Zpc2libGUiOnRydWUsIldpZHRoIjowLjAsIkhlaWdodCI6MC4wLCJCb3JkZXJTdHlsZSI6bnVsbCwiUGFyZW50U3R5bGUiOm51bGx9LCJTaGFwZVN0eWxlIjp7IiRpZCI6IjI4MjYiLCJNYXJnaW4iOnsiJGlkIjoiMjgyNyIsIlRvcCI6MC4wLCJMZWZ0Ijo0LjAsIlJpZ2h0Ijo0LjAsIkJvdHRvbSI6MC4wfSwiUGFkZGluZyI6eyIkaWQiOiIyODI4IiwiVG9wIjowLjAsIkxlZnQiOjAuMCwiUmlnaHQiOjAuMCwiQm90dG9tIjowLjB9LCJCYWNrZ3JvdW5kIjp7IiRpZCI6IjI4MjkiLCJDb2xvciI6eyIkaWQiOiIyODMwIiwiQSI6MjU1LCJSIjo2OCwiRyI6MTE0LCJCIjoxOTZ9fSwiSXNWaXNpYmxlIjp0cnVlLCJXaWR0aCI6MC4wLCJIZWlnaHQiOjEwLjAsIkJvcmRlclN0eWxlIjp7IiRpZCI6IjI4MzEiLCJMaW5lQ29sb3IiOnsiJGlkIjoiMjgzMiIsIiR0eXBlIjoiTkxSRS5Db21tb24uRG9tLlNvbGlkQ29sb3JCcnVzaCwgTkxSRS5Db21tb24iLCJDb2xvciI6eyIkaWQiOiIyODMzIiwiQSI6MjU1LCJSIjoyMzQsIkciOjIyLCJCIjozMH19LCJMaW5lV2VpZ2h0IjowLjAsIkxpbmVUeXBlIjowLCJQYXJlbnRTdHlsZSI6bnVsbH0sIlBhcmVudFN0eWxlIjpudWxsfSwiVGl0bGVTdHlsZSI6eyIkaWQiOiIyODM0IiwiRm9udFNldHRpbmdzIjp7IiRpZCI6IjI4MzUiLCJGb250U2l6ZSI6MTEsIkZvbnROYW1lIjoiVGl0aWxsaXVtIFdlYiIsIklzQm9sZCI6ZmFsc2UsIklzSXRhbGljIjpmYWxzZSwiSXNVbmRlcmxpbmVkIjpmYWxzZSwiUGFyZW50U3R5bGUiOm51bGx9LCJBdXRvU2l6ZSI6MCwiRm9yZWdyb3VuZCI6eyIkaWQiOiIyODM2IiwiQ29sb3IiOnsiJGlkIjoiMjgzN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yODM4IiwiVG9wIjowLjAsIkxlZnQiOjAuMCwiUmlnaHQiOjAuMCwiQm90dG9tIjowLjB9LCJQYWRkaW5nIjp7IiRpZCI6IjI4MzkiLCJUb3AiOjAuMCwiTGVmdCI6MC4wLCJSaWdodCI6MC4wLCJCb3R0b20iOjAuMH0sIkJhY2tncm91bmQiOnsiJGlkIjoiMjg0MCIsIkNvbG9yIjp7IiRpZCI6IjI4NDEiLCJBIjowLCJSIjoyNTUsIkciOjI1NSwiQiI6MjU1fX0sIklzVmlzaWJsZSI6dHJ1ZSwiV2lkdGgiOjAuMCwiSGVpZ2h0IjowLjAsIkJvcmRlclN0eWxlIjp7IiRpZCI6IjI4NDIiLCJMaW5lQ29sb3IiOm51bGwsIkxpbmVXZWlnaHQiOjAuMCwiTGluZVR5cGUiOjAsIlBhcmVudFN0eWxlIjpudWxsfSwiUGFyZW50U3R5bGUiOm51bGx9LCJEYXRlU3R5bGUiOnsiJGlkIjoiMjg0MyIsIkZvbnRTZXR0aW5ncyI6eyIkaWQiOiIyODQ0IiwiRm9udFNpemUiOjEwLCJGb250TmFtZSI6IlRpdGlsbGl1bSBXZWIiLCJJc0JvbGQiOmZhbHNlLCJJc0l0YWxpYyI6ZmFsc2UsIklzVW5kZXJsaW5lZCI6ZmFsc2UsIlBhcmVudFN0eWxlIjpudWxsfSwiQXV0b1NpemUiOjAsIkZvcmVncm91bmQiOnsiJGlkIjoiMjg0NSIsIkNvbG9yIjp7IiRpZCI6IjI4ND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GlkIjoiMjg0NyIsIlRvcCI6MC4wLCJMZWZ0IjowLjAsIlJpZ2h0IjowLjAsIkJvdHRvbSI6MC4wfSwiUGFkZGluZyI6eyIkaWQiOiIyODQ4IiwiVG9wIjowLjAsIkxlZnQiOjAuMCwiUmlnaHQiOjAuMCwiQm90dG9tIjowLjB9LCJCYWNrZ3JvdW5kIjp7IiRpZCI6IjI4NDkiLCJDb2xvciI6eyIkaWQiOiIyODUwIiwiQSI6MCwiUiI6MjU1LCJHIjoyNTUsIkIiOjI1NX19LCJJc1Zpc2libGUiOnRydWUsIldpZHRoIjowLjAsIkhlaWdodCI6MC4wLCJCb3JkZXJTdHlsZSI6eyIkaWQiOiIyODUxIiwiTGluZUNvbG9yIjpudWxsLCJMaW5lV2VpZ2h0IjowLjAsIkxpbmVUeXBlIjowLCJQYXJlbnRTdHlsZSI6bnVsbH0sIlBhcmVudFN0eWxlIjpudWxsfSwiRGF0ZUZvcm1hdCI6eyIkaWQiOiIyODU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TMiLCJGb3JtYXQiOjAsIklzVmlzaWJsZSI6ZmFsc2UsIkxhc3RLbm93blZpc2liaWxpdHlTdGF0ZSI6ZmFsc2V9LCJJc1Zpc2libGUiOnRydWUsIlZhcmlhbmNlU3R5bGUiOnsiJGlkIjoiMjg1NCIsIlRleHRTdHlsZSI6eyIkaWQiOiIyODU1IiwiRm9udFNldHRpbmdzIjp7IiRpZCI6IjI4NTYiLCJGb250U2l6ZSI6MTAsIkZvbnROYW1lIjoiQ2FsaWJyaSIsIklzQm9sZCI6ZmFsc2UsIklzSXRhbGljIjpmYWxzZSwiSXNVbmRlcmxpbmVkIjpmYWxzZSwiUGFyZW50U3R5bGUiOm51bGx9LCJBdXRvU2l6ZSI6MCwiRm9yZWdyb3VuZCI6eyIkaWQiOiIyODU3IiwiQ29sb3IiOnsiJGlkIjoiMjg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DU5IiwiVG9wIjowLjAsIkxlZnQiOjAuMCwiUmlnaHQiOjAuMCwiQm90dG9tIjowLjB9LCJQYWRkaW5nIjp7IiRpZCI6IjI4NjAiLCJUb3AiOjAuMCwiTGVmdCI6MC4wLCJSaWdodCI6MC4wLCJCb3R0b20iOjAuMH0sIkJhY2tncm91bmQiOnsiJGlkIjoiMjg2MSIsIkNvbG9yIjp7IiRpZCI6IjI4NjIiLCJBIjoyNTUsIlIiOjAsIkciOjAsIkIiOjB9fSwiSXNWaXNpYmxlIjp0cnVlLCJXaWR0aCI6MC4wLCJIZWlnaHQiOjAuMCwiQm9yZGVyU3R5bGUiOm51bGwsIlBhcmVudFN0eWxlIjpudWxsfSwiUGFyZW50U3R5bGUiOm51bGx9LCJQYXJlbnRTdHlsZSI6bnVsbH0sIkluZGV4IjoxOSwiU21hcnREdXJhdGlvbkFjdGl2YXRlZCI6ZmFsc2UsIkRhdGVGb3JtYXQiOnsiJHJlZiI6IjI4NTIifSwiV2Vla051bWJlcmluZyI6eyIkaWQiOiIyODYzIiwiRm9ybWF0IjowLCJJc1Zpc2libGUiOmZhbHNlLCJMYXN0S25vd25WaXNpYmlsaXR5U3RhdGUiOmZhbHNlfSwiQmFzZWxpbmVEYXRhIjp7IiRpZCI6IjI4NjQiLCJTdGFydERhdGUiOiIyMDI3LTA0LTAxVDAwOjAwOjAwIiwiRW5kRGF0ZSI6IjIwMjctMDUtMzFUMjM6NTk6MDAifSwiSWQiOiI1NDRjMGNjOC0zZmI4LTRkZTMtYWY3ZS05MWQ0MzU0ODI1YzQiLCJJbXBvcnRJZCI6bnVsbCwiVGl0bGUiOiJWZXJzacOzbiBjYW5kaWRhdGEgKFNwcmludHMgMjQtMjcpIiwiTm90ZSI6bnVsbCwiSHlwZXJsaW5rIjp7IiRpZCI6IjI4NjUiLCJBZGRyZXNzIjoiIiwiU3ViQWRkcmVzcyI6IiJ9LCJJc0NoYW5nZWQiOmZhbHNlLCJJc05ldyI6ZmFsc2V9fV0sIl9taWxlc3RvbmVzIjpbXSwiSWQiOiIwMDAwMDAwMC0wMDAwLTAwMDAtMDAwMC0wMDAwMDAwMDAwMDAiLCJJc1NpbmdsZUl0ZW1Sb3ciOnRydWV9XSwiSW5kZXgiOjE4LCJJZCI6ImM5YWMwOTk1LWQ3YzUtNDdjYy04MDY4LTQ2NzMwYWI0YTdjZiIsIkhlYWRlclRleHQiOm51bGwsIklzRGVmYXVsdCI6dHJ1ZSwiU3R5bGUiOnsiJGlkIjoiMjg2NiIsIkhlYWRlclN0eWxlIjp7IiRpZCI6IjI4NjciLCJUZXh0U3R5bGUiOnsiJGlkIjoiMjg2OCIsIkZvbnRTZXR0aW5ncyI6eyIkaWQiOiIyODY5IiwiRm9udFNpemUiOjExLCJGb250TmFtZSI6IkNhbGlicmkiLCJJc0JvbGQiOmZhbHNlLCJJc0l0YWxpYyI6ZmFsc2UsIklzVW5kZXJsaW5lZCI6ZmFsc2UsIlBhcmVudFN0eWxlIjpudWxsfSwiQXV0b1NpemUiOjAsIkZvcmVncm91bmQiOnsiJGlkIjoiMjg3MCIsIkNvbG9yIjp7IiRpZCI6IjI4NzEiLCJBIjoyNTUsIlIiOjY0LCJHIjo2NCwiQiI6NjR9fSwiTWF4V2lkdGgiOjAuMCwiTWF4SGVpZ2h0IjowLjAsIlNtYXJ0Rm9yZWdyb3VuZElzQWN0aXZlIjpmYWxzZSwiSG9yaXpvbnRhbEFsaWdubWVudCI6MCwiVmVydGljYWxBbGlnbm1lbnQiOjAsIlNtYXJ0Rm9yZWdyb3VuZCI6bnVsbCwiQmFja2dyb3VuZEZpbGxUeXBlIjowLCJNYXJnaW4iOnsiJGlkIjoiMjg3MiIsIlRvcCI6MC4wLCJMZWZ0IjowLjAsIlJpZ2h0IjowLjAsIkJvdHRvbSI6MC4wfSwiUGFkZGluZyI6eyIkaWQiOiIyODczIiwiVG9wIjowLjAsIkxlZnQiOjAuMCwiUmlnaHQiOjAuMCwiQm90dG9tIjowLjB9LCJCYWNrZ3JvdW5kIjp7IiRpZCI6IjI4NzQiLCJDb2xvciI6eyIkaWQiOiIyODc1IiwiQSI6MjU1LCJSIjo2NCwiRyI6NjQsIkIiOjY0fX0sIklzVmlzaWJsZSI6ZmFsc2UsIldpZHRoIjowLjAsIkhlaWdodCI6MC4wLCJCb3JkZXJTdHlsZSI6bnVsbCwiUGFyZW50U3R5bGUiOm51bGx9LCJSZWN0YW5nbGVTdHlsZSI6eyIkaWQiOiIyODc2IiwiTWFyZ2luIjp7IiRpZCI6IjI4NzciLCJUb3AiOjAuMCwiTGVmdCI6MC4wLCJSaWdodCI6MC4wLCJCb3R0b20iOjAuMH0sIlBhZGRpbmciOnsiJGlkIjoiMjg3OCIsIlRvcCI6MC4wLCJMZWZ0IjowLjAsIlJpZ2h0IjowLjAsIkJvdHRvbSI6MC4wfSwiQmFja2dyb3VuZCI6eyIkaWQiOiIyODc5IiwiQ29sb3IiOnsiJGlkIjoiMjg4MCIsIkEiOjEyNywiUiI6NjgsIkciOjExNCwiQiI6MTk2fX0sIklzVmlzaWJsZSI6ZmFsc2UsIldpZHRoIjowLjAsIkhlaWdodCI6MC4wLCJCb3JkZXJTdHlsZSI6eyIkaWQiOiIyODgxIiwiTGluZUNvbG9yIjp7IiRpZCI6IjI4ODIiLCIkdHlwZSI6Ik5MUkUuQ29tbW9uLkRvbS5Tb2xpZENvbG9yQnJ1c2gsIE5MUkUuQ29tbW9uIiwiQ29sb3IiOnsiJGlkIjoiMjg4MyIsIkEiOjI1NSwiUiI6MjU1LCJHIjowLCJCIjowfX0sIkxpbmVXZWlnaHQiOjAuMCwiTGluZVR5cGUiOjAsIlBhcmVudFN0eWxlIjpudWxsfSwiUGFyZW50U3R5bGUiOm51bGx9LCJNYXJnaW4iOnsiJGlkIjoiMjg4NCIsIlRvcCI6MC4wLCJMZWZ0IjowLjAsIlJpZ2h0IjowLjAsIkJvdHRvbSI6MC4wfSwiUGFkZGluZyI6eyIkaWQiOiIyODg1IiwiVG9wIjowLjAsIkxlZnQiOjAuMCwiUmlnaHQiOjAuMCwiQm90dG9tIjowLjB9LCJCYWNrZ3JvdW5kIjpudWxsLCJJc1Zpc2libGUiOnRydWUsIldpZHRoIjowLjAsIkhlaWdodCI6MC4wLCJCb3JkZXJTdHlsZSI6bnVsbCwiUGFyZW50U3R5bGUiOm51bGx9LCJCYWNrZ3JvdW5kU3R5bGUiOnsiJGlkIjoiMjg4NiIsIk1hcmdpbiI6eyIkaWQiOiIyODg3IiwiVG9wIjowLjAsIkxlZnQiOjAuMCwiUmlnaHQiOjAuMCwiQm90dG9tIjowLjB9LCJQYWRkaW5nIjp7IiRpZCI6IjI4ODgiLCJUb3AiOjAuMCwiTGVmdCI6MC4wLCJSaWdodCI6MC4wLCJCb3R0b20iOjAuMH0sIkJhY2tncm91bmQiOnsiJGlkIjoiMjg4OSIsIkNvbG9yIjp7IiRpZCI6IjI4OTAiLCJBIjo1MSwiUiI6MjAwLCJHIjoyMDAsIkIiOjIwMH19LCJJc1Zpc2libGUiOnRydWUsIldpZHRoIjowLjAsIkhlaWdodCI6MC4wLCJCb3JkZXJTdHlsZSI6eyIkaWQiOiIyODkxIiwiTGluZUNvbG9yIjp7IiRpZCI6IjI4OTIiLCIkdHlwZSI6Ik5MUkUuQ29tbW9uLkRvbS5Tb2xpZENvbG9yQnJ1c2gsIE5MUkUuQ29tbW9uIiwiQ29sb3IiOnsiJGlkIjoiMjg5MyIsIkEiOjI1NSwiUiI6MjM0LCJHIjoyMiwiQiI6MzB9fSwiTGluZVdlaWdodCI6MC4wLCJMaW5lVHlwZSI6MCwiUGFyZW50U3R5bGUiOm51bGx9LCJQYXJlbnRTdHlsZSI6bnVsbH0sIk1hcmdpbiI6eyIkaWQiOiIyODk0IiwiVG9wIjowLjAsIkxlZnQiOjAuMCwiUmlnaHQiOjAuMCwiQm90dG9tIjowLjB9LCJQYWRkaW5nIjp7IiRpZCI6IjI4OTUiLCJUb3AiOjAuMCwiTGVmdCI6MC4wLCJSaWdodCI6MC4wLCJCb3R0b20iOjAuMH0sIklzVmlzaWJsZSI6dHJ1ZSwiV2lkdGgiOjAuMCwiSGVpZ2h0IjowLjAsIkJvcmRlclN0eWxlIjp7IiRpZCI6IjI4OTYiLCJMaW5lQ29sb3IiOm51bGwsIkxpbmVXZWlnaHQiOjAuMCwiTGluZVR5cGUiOjAsIlBhcmVudFN0eWxlIjpudWxsfSwiUGFyZW50U3R5bGUiOm51bGx9fV0sIklkIjoiYjJjZGVkNDQtMjc5MS00ZTBkLThkNTMtOTMzYmVjZTE5NzFmIiwiSW5kZXgiOjE4LCJIZWFkZXJUZXh0IjoiUkMiLCJTdHlsZSI6eyIkaWQiOiIyODk3IiwiU3R5bGVJZCI6IjMzMmNmYjEzLWI0MDEtNGVjMy1iNjU1LTczOTY4ZDA0ZDc0OSIsIkhlYWRlclN0eWxlIjp7IiRpZCI6IjI4OTgiLCJUZXh0SXNWZXJ0aWNhbCI6ZmFsc2UsIlRleHRTdHlsZSI6eyIkaWQiOiIyODk5IiwiRm9udFNldHRpbmdzIjp7IiRpZCI6IjI5MDAiLCJGb250U2l6ZSI6MTEsIkZvbnROYW1lIjoiQ2FsaWJyaSIsIklzQm9sZCI6ZmFsc2UsIklzSXRhbGljIjpmYWxzZSwiSXNVbmRlcmxpbmVkIjpmYWxzZSwiUGFyZW50U3R5bGUiOm51bGx9LCJBdXRvU2l6ZSI6MiwiRm9yZWdyb3VuZCI6eyIkaWQiOiIyOTAxIiwiQ29sb3IiOnsiJGlkIjoiMjkwM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5MDMiLCJUb3AiOjAuMCwiTGVmdCI6MC4wLCJSaWdodCI6MC4wLCJCb3R0b20iOjAuMH0sIlBhZGRpbmciOnsiJGlkIjoiMjkwNCIsIlRvcCI6MC4wLCJMZWZ0IjowLjAsIlJpZ2h0IjowLjAsIkJvdHRvbSI6MC4wfSwiQmFja2dyb3VuZCI6eyIkaWQiOiIyOTA1IiwiQ29sb3IiOnsiJGlkIjoiMjkwNiIsIkEiOjI1NSwiUiI6MjU1LCJHIjoyNTUsIkIiOjI1NX19LCJJc1Zpc2libGUiOmZhbHNlLCJXaWR0aCI6MC4wLCJIZWlnaHQiOjAuMCwiQm9yZGVyU3R5bGUiOm51bGwsIlBhcmVudFN0eWxlIjpudWxsfSwiUmVjdGFuZ2xlU3R5bGUiOnsiJGlkIjoiMjkwNyIsIk1hcmdpbiI6eyIkaWQiOiIyOTA4IiwiVG9wIjowLjAsIkxlZnQiOjAuMCwiUmlnaHQiOjAuMCwiQm90dG9tIjowLjB9LCJQYWRkaW5nIjp7IiRpZCI6IjI5MDkiLCJUb3AiOjAuMCwiTGVmdCI6MC4wLCJSaWdodCI6MC4wLCJCb3R0b20iOjAuMH0sIkJhY2tncm91bmQiOnsiJGlkIjoiMjkxMCIsIkNvbG9yIjp7IiRpZCI6IjI5MTEiLCJBIjoyNTUsIlIiOjY4LCJHIjoxMTQsIkIiOjE5Nn19LCJJc1Zpc2libGUiOnRydWUsIldpZHRoIjowLjAsIkhlaWdodCI6MC4wLCJCb3JkZXJTdHlsZSI6eyIkaWQiOiIyOTEyIiwiTGluZUNvbG9yIjp7IiRpZCI6IjI5MTMiLCIkdHlwZSI6Ik5MUkUuQ29tbW9uLkRvbS5Tb2xpZENvbG9yQnJ1c2gsIE5MUkUuQ29tbW9uIiwiQ29sb3IiOnsiJGlkIjoiMjkxNCIsIkEiOjI1NSwiUiI6MjU1LCJHIjoyNTUsIkIiOjI1NX19LCJMaW5lV2VpZ2h0IjowLjAsIkxpbmVUeXBlIjowLCJQYXJlbnRTdHlsZSI6bnVsbH0sIlBhcmVudFN0eWxlIjpudWxsfSwiTWFyZ2luIjp7IiRpZCI6IjI5MTUiLCJUb3AiOjAuMCwiTGVmdCI6MC4wLCJSaWdodCI6MC4wLCJCb3R0b20iOjAuMH0sIlBhZGRpbmciOnsiJGlkIjoiMjkxNiIsIlRvcCI6MC4wLCJMZWZ0IjowLjAsIlJpZ2h0IjowLjAsIkJvdHRvbSI6MC4wfSwiQmFja2dyb3VuZCI6bnVsbCwiSXNWaXNpYmxlIjp0cnVlLCJXaWR0aCI6MC4wLCJIZWlnaHQiOjAuMCwiQm9yZGVyU3R5bGUiOm51bGwsIlBhcmVudFN0eWxlIjpudWxsfSwiQmFja2dyb3VuZFN0eWxlIjp7IiRpZCI6IjI5MTciLCJNYXJnaW4iOnsiJGlkIjoiMjkxOCIsIlRvcCI6MC4wLCJMZWZ0IjowLjAsIlJpZ2h0IjowLjAsIkJvdHRvbSI6MC4wfSwiUGFkZGluZyI6eyIkaWQiOiIyOTE5IiwiVG9wIjowLjAsIkxlZnQiOjAuMCwiUmlnaHQiOjAuMCwiQm90dG9tIjowLjB9LCJCYWNrZ3JvdW5kIjp7IiRpZCI6IjI5MjAiLCJDb2xvciI6eyIkaWQiOiIyOTIxIiwiQSI6NTEsIlIiOjIwMCwiRyI6MjAwLCJCIjoyMDB9fSwiSXNWaXNpYmxlIjp0cnVlLCJXaWR0aCI6MC4wLCJIZWlnaHQiOjAuMCwiQm9yZGVyU3R5bGUiOnsiJGlkIjoiMjkyMiIsIkxpbmVDb2xvciI6eyIkaWQiOiIyOTIzIiwiJHR5cGUiOiJOTFJFLkNvbW1vbi5Eb20uU29saWRDb2xvckJydXNoLCBOTFJFLkNvbW1vbiIsIkNvbG9yIjp7IiRpZCI6IjI5MjQiLCJBIjoyNTUsIlIiOjIzNCwiRyI6MjIsIkIiOjMwfX0sIkxpbmVXZWlnaHQiOjAuMCwiTGluZVR5cGUiOjAsIlBhcmVudFN0eWxlIjpudWxsfSwiUGFyZW50U3R5bGUiOm51bGx9LCJJc0Fib3ZlVGltZWJhbmQiOmZhbHNlLCJTcGFjaW5nIjoyLCJEZWZhdWx0U3dpbWxhbmVUYXNrU3R5bGUiOnsiJGlkIjoiMjkyNSIsIiR0eXBlIjoiTkxSRS5Db21tb24uRG9tLlN0eWxlcy5FeHBsaWNpdFNldGFibGVUYXNrU3R5bGUsIE5MUkUuQ29tbW9uIiwiU2hhcGUiOjEsIlNoYXBlVGhpY2tuZXNzIjowLCJEdXJhdGlvbkZvcm1hdCI6MCwiSW5jbHVkZU5vbldvcmtpbmdEYXlzSW5EdXJhdGlvbiI6ZmFsc2UsIlBlcmNlbnRhZ2VDb21wbGV0ZVN0eWxlIjp7IiRpZCI6IjI5MjYiLCJGb250U2V0dGluZ3MiOnsiJGlkIjoiMjkyNyIsIkZvbnRTaXplIjoxMCwiRm9udE5hbWUiOiJDYWxpYnJpIiwiSXNCb2xkIjpmYWxzZSwiSXNJdGFsaWMiOmZhbHNlLCJJc1VuZGVybGluZWQiOmZhbHNlLCJQYXJlbnRTdHlsZSI6bnVsbH0sIkF1dG9TaXplIjowLCJGb3JlZ3JvdW5kIjp7IiRpZCI6IjI5MjgiLCJDb2xvciI6eyIkaWQiOiIyOTI5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5MzAiLCJUb3AiOjAuMCwiTGVmdCI6MC4wLCJSaWdodCI6MC4wLCJCb3R0b20iOjAuMH0sIlBhZGRpbmciOnsiJGlkIjoiMjkzMSIsIlRvcCI6MC4wLCJMZWZ0IjowLjAsIlJpZ2h0IjowLjAsIkJvdHRvbSI6MC4wfSwiQmFja2dyb3VuZCI6eyIkaWQiOiIyOTMyIiwiQ29sb3IiOnsiJGlkIjoiMjkzMyIsIkEiOjg5LCJSIjowLCJHIjowLCJCIjowfX0sIklzVmlzaWJsZSI6dHJ1ZSwiV2lkdGgiOjAuMCwiSGVpZ2h0IjowLjAsIkJvcmRlclN0eWxlIjp7IiRpZCI6IjI5MzQiLCJMaW5lQ29sb3IiOm51bGwsIkxpbmVXZWlnaHQiOjAuMCwiTGluZVR5cGUiOjAsIlBhcmVudFN0eWxlIjpudWxsfSwiUGFyZW50U3R5bGUiOm51bGx9LCJEdXJhdGlvblN0eWxlIjp7IiRpZCI6IjI5MzUiLCJGb250U2V0dGluZ3MiOnsiJGlkIjoiMjkzNiIsIkZvbnRTaXplIjoxMCwiRm9udE5hbWUiOiJDYWxpYnJpIiwiSXNCb2xkIjpmYWxzZSwiSXNJdGFsaWMiOmZhbHNlLCJJc1VuZGVybGluZWQiOmZhbHNlLCJQYXJlbnRTdHlsZSI6bnVsbH0sIkF1dG9TaXplIjowLCJGb3JlZ3JvdW5kIjp7IiRpZCI6IjI5MzciLCJDb2xvciI6eyIkaWQiOiIyOTM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TM5IiwiVG9wIjowLjAsIkxlZnQiOjAuMCwiUmlnaHQiOjAuMCwiQm90dG9tIjowLjB9LCJQYWRkaW5nIjp7IiRpZCI6IjI5NDAiLCJUb3AiOjAuMCwiTGVmdCI6MC4wLCJSaWdodCI6MC4wLCJCb3R0b20iOjAuMH0sIkJhY2tncm91bmQiOnsiJGlkIjoiMjk0MSIsIkNvbG9yIjp7IiRpZCI6IjI5NDIiLCJBIjoyNTUsIlIiOjY4LCJHIjo4NCwiQiI6MTA2fX0sIklzVmlzaWJsZSI6dHJ1ZSwiV2lkdGgiOjAuMCwiSGVpZ2h0IjowLjAsIkJvcmRlclN0eWxlIjp7IiRpZCI6IjI5NDMiLCJMaW5lQ29sb3IiOm51bGwsIkxpbmVXZWlnaHQiOjAuMCwiTGluZVR5cGUiOjAsIlBhcmVudFN0eWxlIjpudWxsfSwiUGFyZW50U3R5bGUiOm51bGx9LCJIb3Jpem9udGFsQ29ubmVjdG9yU3R5bGUiOnsiJGlkIjoiMjk0NCIsIkxpbmVDb2xvciI6eyIkaWQiOiIyOTQ1IiwiJHR5cGUiOiJOTFJFLkNvbW1vbi5Eb20uU29saWRDb2xvckJydXNoLCBOTFJFLkNvbW1vbiIsIkNvbG9yIjp7IiRpZCI6IjI5NDYiLCJBIjoyNTUsIlIiOjAsIkciOjAsIkIiOjB9fSwiTGluZVdlaWdodCI6MC4wLCJMaW5lVHlwZSI6MCwiUGFyZW50U3R5bGUiOm51bGx9LCJWZXJ0aWNhbENvbm5lY3RvclN0eWxlIjp7IiRpZCI6IjI5NDciLCJMaW5lQ29sb3IiOnsiJGlkIjoiMjk0OCIsIiR0eXBlIjoiTkxSRS5Db21tb24uRG9tLlNvbGlkQ29sb3JCcnVzaCwgTkxSRS5Db21tb24iLCJDb2xvciI6eyIkaWQiOiIyOTQ5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yOTUwIiwiU2hhcGVTdHlsZSI6eyIkaWQiOiIyOTUxIiwiTWFyZ2luIjp7IiRpZCI6IjI5NTIiLCJUb3AiOjAuMCwiTGVmdCI6MC4wLCJSaWdodCI6MC4wLCJCb3R0b20iOjAuMH0sIlBhZGRpbmciOnsiJGlkIjoiMjk1MyIsIlRvcCI6MC4wLCJMZWZ0IjowLjAsIlJpZ2h0IjowLjAsIkJvdHRvbSI6MC4wfSwiQmFja2dyb3VuZCI6eyIkaWQiOiIyOTU0IiwiQ29sb3IiOnsiJGlkIjoiMjk1NSIsIkEiOjE1MywiUiI6MCwiRyI6MCwiQiI6MH19LCJJc1Zpc2libGUiOnRydWUsIldpZHRoIjowLjAsIkhlaWdodCI6MC4wLCJCb3JkZXJTdHlsZSI6eyIkaWQiOiIyOTU2IiwiTGluZUNvbG9yIjp7IiRpZCI6IjI5NTciLCIkdHlwZSI6Ik5MUkUuQ29tbW9uLkRvbS5Tb2xpZENvbG9yQnJ1c2gsIE5MUkUuQ29tbW9uIiwiQ29sb3IiOnsiJGlkIjoiMjk1OCIsIkEiOjI1NSwiUiI6MjU1LCJHIjowLCJCIjowfX0sIkxpbmVXZWlnaHQiOjAuMCwiTGluZVR5cGUiOjAsIlBhcmVudFN0eWxlIjpudWxsfSwiUGFyZW50U3R5bGUiOm51bGx9LCJNYXJnaW4iOnsiJGlkIjoiMjk1OSIsIlRvcCI6MC4wLCJMZWZ0IjowLjAsIlJpZ2h0IjowLjAsIkJvdHRvbSI6MC4wfSwiUGFkZGluZyI6eyIkaWQiOiIyOTYwIiwiVG9wIjowLjAsIkxlZnQiOjAuMCwiUmlnaHQiOjAuMCwiQm90dG9tIjowLjB9LCJCYWNrZ3JvdW5kIjpudWxsLCJJc1Zpc2libGUiOnRydWUsIldpZHRoIjowLjAsIkhlaWdodCI6MC4wLCJCb3JkZXJTdHlsZSI6bnVsbCwiUGFyZW50U3R5bGUiOm51bGx9LCJTaGFwZVN0eWxlIjp7IiRpZCI6IjI5NjEiLCJNYXJnaW4iOnsiJGlkIjoiMjk2MiIsIlRvcCI6MC4wLCJMZWZ0Ijo0LjAsIlJpZ2h0Ijo0LjAsIkJvdHRvbSI6MC4wfSwiUGFkZGluZyI6eyIkaWQiOiIyOTYzIiwiVG9wIjowLjAsIkxlZnQiOjAuMCwiUmlnaHQiOjAuMCwiQm90dG9tIjowLjB9LCJCYWNrZ3JvdW5kIjp7IiRpZCI6IjI5NjQiLCJDb2xvciI6eyIkaWQiOiIyOTY1IiwiQSI6MjU1LCJSIjo2OCwiRyI6MTE0LCJCIjoxOTZ9fSwiSXNWaXNpYmxlIjp0cnVlLCJXaWR0aCI6MC4wLCJIZWlnaHQiOjEwLjAsIkJvcmRlclN0eWxlIjp7IiRpZCI6IjI5NjYiLCJMaW5lQ29sb3IiOnsiJGlkIjoiMjk2NyIsIiR0eXBlIjoiTkxSRS5Db21tb24uRG9tLlNvbGlkQ29sb3JCcnVzaCwgTkxSRS5Db21tb24iLCJDb2xvciI6eyIkaWQiOiIyOTY4IiwiQSI6MjU1LCJSIjoyMzQsIkciOjIyLCJCIjozMH19LCJMaW5lV2VpZ2h0IjowLjAsIkxpbmVUeXBlIjowLCJQYXJlbnRTdHlsZSI6bnVsbH0sIlBhcmVudFN0eWxlIjpudWxsfSwiVGl0bGVTdHlsZSI6eyIkaWQiOiIyOTY5IiwiRm9udFNldHRpbmdzIjp7IiRpZCI6IjI5NzAiLCJGb250U2l6ZSI6MTEsIkZvbnROYW1lIjoiQ2FsaWJyaSIsIklzQm9sZCI6ZmFsc2UsIklzSXRhbGljIjpmYWxzZSwiSXNVbmRlcmxpbmVkIjpmYWxzZSwiUGFyZW50U3R5bGUiOm51bGx9LCJBdXRvU2l6ZSI6MCwiRm9yZWdyb3VuZCI6eyIkaWQiOiIyOTcxIiwiQ29sb3IiOnsiJGlkIjoiMjk3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OTczIiwiVG9wIjowLjAsIkxlZnQiOjAuMCwiUmlnaHQiOjAuMCwiQm90dG9tIjowLjB9LCJQYWRkaW5nIjp7IiRpZCI6IjI5NzQiLCJUb3AiOjAuMCwiTGVmdCI6MC4wLCJSaWdodCI6MC4wLCJCb3R0b20iOjAuMH0sIkJhY2tncm91bmQiOnsiJGlkIjoiMjk3NSIsIkNvbG9yIjp7IiRpZCI6IjI5NzYiLCJBIjoyNTUsIlIiOjAsIkciOjAsIkIiOjB9fSwiSXNWaXNpYmxlIjp0cnVlLCJXaWR0aCI6MC4wLCJIZWlnaHQiOjAuMCwiQm9yZGVyU3R5bGUiOnsiJGlkIjoiMjk3NyIsIkxpbmVDb2xvciI6bnVsbCwiTGluZVdlaWdodCI6MC4wLCJMaW5lVHlwZSI6MCwiUGFyZW50U3R5bGUiOm51bGx9LCJQYXJlbnRTdHlsZSI6bnVsbH0sIkRhdGVTdHlsZSI6eyIkaWQiOiIyOTc4IiwiRm9udFNldHRpbmdzIjp7IiRpZCI6IjI5NzkiLCJGb250U2l6ZSI6MTAsIkZvbnROYW1lIjoiQ2FsaWJyaSIsIklzQm9sZCI6ZmFsc2UsIklzSXRhbGljIjpmYWxzZSwiSXNVbmRlcmxpbmVkIjpmYWxzZSwiUGFyZW50U3R5bGUiOm51bGx9LCJBdXRvU2l6ZSI6MCwiRm9yZWdyb3VuZCI6eyIkaWQiOiIyOTgwIiwiQ29sb3IiOnsiJGlkIjoiMjk4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4MiIsIlRvcCI6MC4wLCJMZWZ0IjowLjAsIlJpZ2h0IjowLjAsIkJvdHRvbSI6MC4wfSwiUGFkZGluZyI6eyIkaWQiOiIyOTgzIiwiVG9wIjowLjAsIkxlZnQiOjAuMCwiUmlnaHQiOjAuMCwiQm90dG9tIjowLjB9LCJCYWNrZ3JvdW5kIjp7IiRpZCI6IjI5ODQiLCJDb2xvciI6eyIkaWQiOiIyOTg1IiwiQSI6MjU1LCJSIjo2OCwiRyI6ODQsIkIiOjEwNn19LCJJc1Zpc2libGUiOnRydWUsIldpZHRoIjowLjAsIkhlaWdodCI6MC4wLCJCb3JkZXJTdHlsZSI6eyIkaWQiOiIyOTg2IiwiTGluZUNvbG9yIjpudWxsLCJMaW5lV2VpZ2h0IjowLjAsIkxpbmVUeXBlIjowLCJQYXJlbnRTdHlsZSI6bnVsbH0sIlBhcmVudFN0eWxlIjpudWxsfSwiRGF0ZUZvcm1hdCI6eyIkaWQiOiIyOT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DgiLCJGb3JtYXQiOjAsIklzVmlzaWJsZSI6ZmFsc2UsIkxhc3RLbm93blZpc2liaWxpdHlTdGF0ZSI6ZmFsc2V9LCJJc1Zpc2libGUiOnRydWUsIlZhcmlhbmNlU3R5bGUiOnsiJGlkIjoiMjk4OSIsIlRleHRTdHlsZSI6eyIkaWQiOiIyOTkwIiwiRm9udFNldHRpbmdzIjp7IiRpZCI6IjI5OTEiLCJGb250U2l6ZSI6MTAsIkZvbnROYW1lIjoiQ2FsaWJyaSIsIklzQm9sZCI6ZmFsc2UsIklzSXRhbGljIjpmYWxzZSwiSXNVbmRlcmxpbmVkIjpmYWxzZSwiUGFyZW50U3R5bGUiOm51bGx9LCJBdXRvU2l6ZSI6MCwiRm9yZWdyb3VuZCI6eyIkaWQiOiIyOTkyIiwiQ29sb3IiOnsiJGlkIjoiMjk5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Tk0IiwiVG9wIjowLjAsIkxlZnQiOjAuMCwiUmlnaHQiOjAuMCwiQm90dG9tIjowLjB9LCJQYWRkaW5nIjp7IiRpZCI6IjI5OTUiLCJUb3AiOjAuMCwiTGVmdCI6MC4wLCJSaWdodCI6MC4wLCJCb3R0b20iOjAuMH0sIkJhY2tncm91bmQiOnsiJGlkIjoiMjk5NiIsIkNvbG9yIjp7IiRpZCI6IjI5OTciLCJBIjoyNTUsIlIiOjAsIkciOjAsIkIiOjB9fSwiSXNWaXNpYmxlIjp0cnVlLCJXaWR0aCI6MC4wLCJIZWlnaHQiOjAuMCwiQm9yZGVyU3R5bGUiOm51bGwsIlBhcmVudFN0eWxlIjpudWxsfSwiUGFyZW50U3R5bGUiOm51bGx9LCJQYXJlbnRTdHlsZSI6bnVsbCwiX2V4cGxpY2l0bHlTZXQiOnsiJGlkIjoiMjk5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5OTkiLCJTaGFwZSI6MSwiQ29ubmVjdG9yTWFyZ2luIjp7IiRpZCI6IjMwMDAiLCJUb3AiOjAuMCwiTGVmdCI6Mi4wLCJSaWdodCI6Mi4wLCJCb3R0b20iOjAuMH0sIkNvbm5lY3RvclN0eWxlIjp7IiRpZCI6IjMwMDEiLCJMaW5lQ29sb3IiOnsiJGlkIjoiMzAwMiIsIiR0eXBlIjoiTkxSRS5Db21tb24uRG9tLlNvbGlkQ29sb3JCcnVzaCwgTkxSRS5Db21tb24iLCJDb2xvciI6eyIkaWQiOiIzMDAzIiwiQSI6MTI3LCJSIjozNCwiRyI6NTcsIkIiOjk4fX0sIkxpbmVXZWlnaHQiOjEuMCwiTGluZVR5cGUiOjAsIlBhcmVudFN0eWxlIjpudWxsfSwiSXNCZWxvd1RpbWViYW5kIjpmYWxzZSwiUG9zaXRpb25PblRhc2siOjEsIkhpZGVEYXRlIjpmYWxzZSwiU2hhcGVTaXplIjowLCJTcGFjaW5nIjowLjAsIlBhZGRpbmciOnsiJGlkIjoiMzAwNCIsIlRvcCI6NS4wLCJMZWZ0IjozLjAsIlJpZ2h0IjowLjAsIkJvdHRvbSI6Mi4wfSwiU2hhcGVTdHlsZSI6eyIkaWQiOiIzMDA1IiwiTWFyZ2luIjp7IiRpZCI6IjMwMDYiLCJUb3AiOjAuMCwiTGVmdCI6MC4wLCJSaWdodCI6MC4wLCJCb3R0b20iOjAuMH0sIlBhZGRpbmciOnsiJGlkIjoiMzAwNyIsIlRvcCI6MC4wLCJMZWZ0IjowLjAsIlJpZ2h0IjowLjAsIkJvdHRvbSI6MC4wfSwiQmFja2dyb3VuZCI6eyIkaWQiOiIzMDA4IiwiQ29sb3IiOnsiJGlkIjoiMzAwOSIsIkEiOjI1NSwiUiI6MzQsIkciOjU3LCJCIjo5OH19LCJJc1Zpc2libGUiOnRydWUsIldpZHRoIjoxMi4wLCJIZWlnaHQiOjE0LjAsIkJvcmRlclN0eWxlIjp7IiRpZCI6IjMwMTAiLCJMaW5lQ29sb3IiOnsiJGlkIjoiMzAxMSIsIiR0eXBlIjoiTkxSRS5Db21tb24uRG9tLlNvbGlkQ29sb3JCcnVzaCwgTkxSRS5Db21tb24iLCJDb2xvciI6eyIkaWQiOiIzMDEyIiwiQSI6MjU1LCJSIjoyNTUsIkciOjAsIkIiOjB9fSwiTGluZVdlaWdodCI6MC4wLCJMaW5lVHlwZSI6MCwiUGFyZW50U3R5bGUiOm51bGx9LCJQYXJlbnRTdHlsZSI6bnVsbH0sIlRpdGxlU3R5bGUiOnsiJGlkIjoiMzAxMyIsIkZvbnRTZXR0aW5ncyI6eyIkaWQiOiIzMDE0IiwiRm9udFNpemUiOjExLCJGb250TmFtZSI6IkNhbGlicmkiLCJJc0JvbGQiOmZhbHNlLCJJc0l0YWxpYyI6ZmFsc2UsIklzVW5kZXJsaW5lZCI6ZmFsc2UsIlBhcmVudFN0eWxlIjpudWxsfSwiQXV0b1NpemUiOjAsIkZvcmVncm91bmQiOnsiJGlkIjoiMzAxNSIsIkNvbG9yIjp7IiRpZCI6IjMwMTY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xNyIsIlRvcCI6MC4wLCJMZWZ0IjowLjAsIlJpZ2h0IjowLjAsIkJvdHRvbSI6MC4wfSwiUGFkZGluZyI6eyIkaWQiOiIzMDE4IiwiVG9wIjowLjAsIkxlZnQiOjAuMCwiUmlnaHQiOjAuMCwiQm90dG9tIjowLjB9LCJCYWNrZ3JvdW5kIjp7IiRpZCI6IjMwMTkiLCJDb2xvciI6eyIkaWQiOiIzMDIwIiwiQSI6MjU1LCJSIjowLCJHIjowLCJCIjowfX0sIklzVmlzaWJsZSI6dHJ1ZSwiV2lkdGgiOjAuMCwiSGVpZ2h0IjowLjAsIkJvcmRlclN0eWxlIjp7IiRpZCI6IjMwMjEiLCJMaW5lQ29sb3IiOm51bGwsIkxpbmVXZWlnaHQiOjAuMCwiTGluZVR5cGUiOjAsIlBhcmVudFN0eWxlIjpudWxsfSwiUGFyZW50U3R5bGUiOm51bGx9LCJEYXRlU3R5bGUiOnsiJGlkIjoiMzAyMiIsIkZvbnRTZXR0aW5ncyI6eyIkaWQiOiIzMDIzIiwiRm9udFNpemUiOjEwLCJGb250TmFtZSI6IkNhbGlicmkiLCJJc0JvbGQiOmZhbHNlLCJJc0l0YWxpYyI6ZmFsc2UsIklzVW5kZXJsaW5lZCI6ZmFsc2UsIlBhcmVudFN0eWxlIjpudWxsfSwiQXV0b1NpemUiOjAsIkZvcmVncm91bmQiOnsiJGlkIjoiMzAyNCIsIkNvbG9yIjp7IiRpZCI6IjMwMjU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wMjYiLCJUb3AiOjAuMCwiTGVmdCI6MC4wLCJSaWdodCI6MC4wLCJCb3R0b20iOjAuMH0sIlBhZGRpbmciOnsiJGlkIjoiMzAyNyIsIlRvcCI6MC4wLCJMZWZ0IjowLjAsIlJpZ2h0IjowLjAsIkJvdHRvbSI6MC4wfSwiQmFja2dyb3VuZCI6eyIkaWQiOiIzMDI4IiwiQ29sb3IiOnsiJGlkIjoiMzAyOSIsIkEiOjI1NSwiUiI6NjgsIkciOjg0LCJCIjoxMDZ9fSwiSXNWaXNpYmxlIjp0cnVlLCJXaWR0aCI6MC4wLCJIZWlnaHQiOjAuMCwiQm9yZGVyU3R5bGUiOnsiJGlkIjoiMzAzMCIsIkxpbmVDb2xvciI6bnVsbCwiTGluZVdlaWdodCI6MC4wLCJMaW5lVHlwZSI6MCwiUGFyZW50U3R5bGUiOm51bGx9LCJQYXJlbnRTdHlsZSI6bnVsbH0sIkRhdGVGb3JtYXQiOnsiJGlkIjoiMzAzM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MyIiwiRm9ybWF0IjowLCJJc1Zpc2libGUiOmZhbHNlLCJMYXN0S25vd25WaXNpYmlsaXR5U3RhdGUiOmZhbHNlfSwiSXNWaXNpYmxlIjp0cnVlLCJWYXJpYW5jZVN0eWxlIjp7IiRpZCI6IjMwMzMiLCJUZXh0U3R5bGUiOnsiJGlkIjoiMzAzNCIsIkZvbnRTZXR0aW5ncyI6eyIkaWQiOiIzMDM1IiwiRm9udFNpemUiOjEwLCJGb250TmFtZSI6IkNhbGlicmkiLCJJc0JvbGQiOmZhbHNlLCJJc0l0YWxpYyI6ZmFsc2UsIklzVW5kZXJsaW5lZCI6ZmFsc2UsIlBhcmVudFN0eWxlIjpudWxsfSwiQXV0b1NpemUiOjAsIkZvcmVncm91bmQiOnsiJGlkIjoiMzAzNiIsIkNvbG9yIjp7IiRpZCI6IjM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zOCIsIlRvcCI6MC4wLCJMZWZ0IjowLjAsIlJpZ2h0IjowLjAsIkJvdHRvbSI6MC4wfSwiUGFkZGluZyI6eyIkaWQiOiIzMDM5IiwiVG9wIjowLjAsIkxlZnQiOjAuMCwiUmlnaHQiOjAuMCwiQm90dG9tIjowLjB9LCJCYWNrZ3JvdW5kIjp7IiRpZCI6IjMwNDAiLCJDb2xvciI6eyIkaWQiOiIzMDQxIiwiQSI6MjU1LCJSIjowLCJHIjowLCJCIjowfX0sIklzVmlzaWJsZSI6dHJ1ZSwiV2lkdGgiOjAuMCwiSGVpZ2h0IjowLjAsIkJvcmRlclN0eWxlIjpudWxsLCJQYXJlbnRTdHlsZSI6bnVsbH0sIlBhcmVudFN0eWxlIjpudWxsfSwiUGFyZW50U3R5bGUiOm51bGx9LCJEZWZhdWx0U3dpbWxhbmVNaWxlc3RvbmVTdHlsZSI6eyIkaWQiOiIzMDQyIiwiVGl0bGVQb3NpdGlvbiI6IkxlZnQiLCJEYXRlUG9zaXRpb24iOiJSaWdodCIsIlZhcmlhbmNlUG9zaXRpb24iOiJSaWdodCIsIlNoYXBlVHlwZSI6MSwiU2hhcGVTaXplIjowLCJTcGFjaW5nIjo1LCJTaGFwZVN0eWxlIjp7IiRpZCI6IjMwNDMiLCJNYXJnaW4iOnsiJGlkIjoiMzA0NCIsIlRvcCI6MC4wLCJMZWZ0IjowLjAsIlJpZ2h0IjowLjAsIkJvdHRvbSI6MC4wfSwiUGFkZGluZyI6eyIkaWQiOiIzMDQ1IiwiVG9wIjowLjAsIkxlZnQiOjAuMCwiUmlnaHQiOjAuMCwiQm90dG9tIjowLjB9LCJCYWNrZ3JvdW5kIjp7IiRpZCI6IjMwNDYiLCJDb2xvciI6eyIkaWQiOiIzMDQ3IiwiQSI6MjU1LCJSIjo2OCwiRyI6MTE0LCJCIjoxOTZ9fSwiSXNWaXNpYmxlIjp0cnVlLCJXaWR0aCI6MTIuMCwiSGVpZ2h0IjoxNC4wLCJCb3JkZXJTdHlsZSI6eyIkaWQiOiIzMDQ4IiwiTGluZUNvbG9yIjp7IiRpZCI6IjMwNDkiLCIkdHlwZSI6Ik5MUkUuQ29tbW9uLkRvbS5Tb2xpZENvbG9yQnJ1c2gsIE5MUkUuQ29tbW9uIiwiQ29sb3IiOnsiJGlkIjoiMzA1MCIsIkEiOjI1NSwiUiI6MjM0LCJHIjoyMiwiQiI6MzB9fSwiTGluZVdlaWdodCI6MC4wLCJMaW5lVHlwZSI6MCwiUGFyZW50U3R5bGUiOm51bGx9LCJQYXJlbnRTdHlsZSI6bnVsbH0sIlRpdGxlU3R5bGUiOnsiJGlkIjoiMzA1MSIsIkZvbnRTZXR0aW5ncyI6eyIkaWQiOiIzMDUyIiwiRm9udFNpemUiOjExLCJGb250TmFtZSI6IkNhbGlicmkiLCJJc0JvbGQiOmZhbHNlLCJJc0l0YWxpYyI6ZmFsc2UsIklzVW5kZXJsaW5lZCI6ZmFsc2UsIlBhcmVudFN0eWxlIjpudWxsfSwiQXV0b1NpemUiOjAsIkZvcmVncm91bmQiOnsiJGlkIjoiMzA1MyIsIkNvbG9yIjp7IiRpZCI6IjMwNTQ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zA1NSIsIlRvcCI6MC4wLCJMZWZ0IjowLjAsIlJpZ2h0IjowLjAsIkJvdHRvbSI6MC4wfSwiUGFkZGluZyI6eyIkaWQiOiIzMDU2IiwiVG9wIjowLjAsIkxlZnQiOjAuMCwiUmlnaHQiOjAuMCwiQm90dG9tIjowLjB9LCJCYWNrZ3JvdW5kIjp7IiRpZCI6IjMwNTciLCJDb2xvciI6eyIkaWQiOiIzMDU4IiwiQSI6MjU1LCJSIjowLCJHIjowLCJCIjowfX0sIklzVmlzaWJsZSI6dHJ1ZSwiV2lkdGgiOjAuMCwiSGVpZ2h0IjowLjAsIkJvcmRlclN0eWxlIjp7IiRpZCI6IjMwNTkiLCJMaW5lQ29sb3IiOm51bGwsIkxpbmVXZWlnaHQiOjAuMCwiTGluZVR5cGUiOjAsIlBhcmVudFN0eWxlIjpudWxsfSwiUGFyZW50U3R5bGUiOm51bGx9LCJEYXRlU3R5bGUiOnsiJGlkIjoiMzA2MCIsIkZvbnRTZXR0aW5ncyI6eyIkaWQiOiIzMDYxIiwiRm9udFNpemUiOjEwLCJGb250TmFtZSI6IkNhbGlicmkiLCJJc0JvbGQiOmZhbHNlLCJJc0l0YWxpYyI6ZmFsc2UsIklzVW5kZXJsaW5lZCI6ZmFsc2UsIlBhcmVudFN0eWxlIjpudWxsfSwiQXV0b1NpemUiOjAsIkZvcmVncm91bmQiOnsiJGlkIjoiMzA2MiIsIkNvbG9yIjp7IiRpZCI6IjMwN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wNjQiLCJUb3AiOjAuMCwiTGVmdCI6MC4wLCJSaWdodCI6MC4wLCJCb3R0b20iOjAuMH0sIlBhZGRpbmciOnsiJGlkIjoiMzA2NSIsIlRvcCI6MC4wLCJMZWZ0IjowLjAsIlJpZ2h0IjowLjAsIkJvdHRvbSI6MC4wfSwiQmFja2dyb3VuZCI6eyIkaWQiOiIzMDY2IiwiQ29sb3IiOnsiJGlkIjoiMzA2NyIsIkEiOjI1NSwiUiI6NjgsIkciOjg0LCJCIjoxMDZ9fSwiSXNWaXNpYmxlIjp0cnVlLCJXaWR0aCI6MC4wLCJIZWlnaHQiOjAuMCwiQm9yZGVyU3R5bGUiOnsiJGlkIjoiMzA2OCIsIkxpbmVDb2xvciI6bnVsbCwiTGluZVdlaWdodCI6MC4wLCJMaW5lVHlwZSI6MCwiUGFyZW50U3R5bGUiOm51bGx9LCJQYXJlbnRTdHlsZSI6bnVsbH0sIkRhdGVGb3JtYXQiOnsiJGlkIjoiMzA2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cwIiwiRm9ybWF0IjowLCJJc1Zpc2libGUiOmZhbHNlLCJMYXN0S25vd25WaXNpYmlsaXR5U3RhdGUiOmZhbHNlfSwiSXNWaXNpYmxlIjp0cnVlLCJWYXJpYW5jZVN0eWxlIjp7IiRpZCI6IjMwNzEiLCJUZXh0U3R5bGUiOnsiJGlkIjoiMzA3MiIsIkZvbnRTZXR0aW5ncyI6eyIkaWQiOiIzMDczIiwiRm9udFNpemUiOjEwLCJGb250TmFtZSI6IkNhbGlicmkiLCJJc0JvbGQiOmZhbHNlLCJJc0l0YWxpYyI6ZmFsc2UsIklzVW5kZXJsaW5lZCI6ZmFsc2UsIlBhcmVudFN0eWxlIjpudWxsfSwiQXV0b1NpemUiOjAsIkZvcmVncm91bmQiOnsiJGlkIjoiMzA3NCIsIkNvbG9yIjp7IiRpZCI6IjMwN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3NiIsIlRvcCI6MC4wLCJMZWZ0IjowLjAsIlJpZ2h0IjowLjAsIkJvdHRvbSI6MC4wfSwiUGFkZGluZyI6eyIkaWQiOiIzMDc3IiwiVG9wIjowLjAsIkxlZnQiOjAuMCwiUmlnaHQiOjAuMCwiQm90dG9tIjowLjB9LCJCYWNrZ3JvdW5kIjp7IiRpZCI6IjMwNzgiLCJDb2xvciI6eyIkaWQiOiIzMDc5IiwiQSI6MjU1LCJSIjowLCJHIjowLCJCIjowfX0sIklzVmlzaWJsZSI6dHJ1ZSwiV2lkdGgiOjAuMCwiSGVpZ2h0IjowLjAsIkJvcmRlclN0eWxlIjpudWxsLCJQYXJlbnRTdHlsZSI6bnVsbH0sIlBhcmVudFN0eWxlIjpudWxsfSwiUGFyZW50U3R5bGUiOm51bGx9LCJEZWZhdWx0U3dpbWxhbmVBY3Rpdml0eVN0eWxlIjp7IiRpZCI6IjMwODAiLCJIZWFkZXJTdHlsZSI6eyIkaWQiOiIzMDgxIiwiVGV4dFN0eWxlIjp7IiRpZCI6IjMwODIiLCJGb250U2V0dGluZ3MiOnsiJGlkIjoiMzA4MyIsIkZvbnRTaXplIjoxMSwiRm9udE5hbWUiOiJDYWxpYnJpIiwiSXNCb2xkIjpmYWxzZSwiSXNJdGFsaWMiOmZhbHNlLCJJc1VuZGVybGluZWQiOmZhbHNlLCJQYXJlbnRTdHlsZSI6bnVsbH0sIkF1dG9TaXplIjowLCJGb3JlZ3JvdW5kIjp7IiRpZCI6IjMwODQiLCJDb2xvciI6eyIkaWQiOiIzMDg1IiwiQSI6MjU1LCJSIjo2NCwiRyI6NjQsIkIiOjY0fX0sIk1heFdpZHRoIjowLjAsIk1heEhlaWdodCI6MC4wLCJTbWFydEZvcmVncm91bmRJc0FjdGl2ZSI6ZmFsc2UsIkhvcml6b250YWxBbGlnbm1lbnQiOjAsIlZlcnRpY2FsQWxpZ25tZW50IjowLCJTbWFydEZvcmVncm91bmQiOm51bGwsIkJhY2tncm91bmRGaWxsVHlwZSI6MCwiTWFyZ2luIjp7IiRpZCI6IjMwODYiLCJUb3AiOjAuMCwiTGVmdCI6MC4wLCJSaWdodCI6MC4wLCJCb3R0b20iOjAuMH0sIlBhZGRpbmciOnsiJGlkIjoiMzA4NyIsIlRvcCI6MC4wLCJMZWZ0IjowLjAsIlJpZ2h0IjowLjAsIkJvdHRvbSI6MC4wfSwiQmFja2dyb3VuZCI6eyIkaWQiOiIzMDg4IiwiQ29sb3IiOnsiJGlkIjoiMzA4OSIsIkEiOjI1NSwiUiI6NjQsIkciOjY0LCJCIjo2NH19LCJJc1Zpc2libGUiOmZhbHNlLCJXaWR0aCI6MC4wLCJIZWlnaHQiOjAuMCwiQm9yZGVyU3R5bGUiOm51bGwsIlBhcmVudFN0eWxlIjpudWxsfSwiUmVjdGFuZ2xlU3R5bGUiOnsiJGlkIjoiMzA5MCIsIk1hcmdpbiI6eyIkaWQiOiIzMDkxIiwiVG9wIjowLjAsIkxlZnQiOjAuMCwiUmlnaHQiOjAuMCwiQm90dG9tIjowLjB9LCJQYWRkaW5nIjp7IiRpZCI6IjMwOTIiLCJUb3AiOjAuMCwiTGVmdCI6MC4wLCJSaWdodCI6MC4wLCJCb3R0b20iOjAuMH0sIkJhY2tncm91bmQiOnsiJGlkIjoiMzA5MyIsIkNvbG9yIjp7IiRpZCI6IjMwOTQiLCJBIjoxMjcsIlIiOjY4LCJHIjoxMTQsIkIiOjE5Nn19LCJJc1Zpc2libGUiOmZhbHNlLCJXaWR0aCI6MC4wLCJIZWlnaHQiOjAuMCwiQm9yZGVyU3R5bGUiOnsiJGlkIjoiMzA5NSIsIkxpbmVDb2xvciI6eyIkaWQiOiIzMDk2IiwiJHR5cGUiOiJOTFJFLkNvbW1vbi5Eb20uU29saWRDb2xvckJydXNoLCBOTFJFLkNvbW1vbiIsIkNvbG9yIjp7IiRpZCI6IjMwOTciLCJBIjoyNTUsIlIiOjI1NSwiRyI6MCwiQiI6MH19LCJMaW5lV2VpZ2h0IjowLjAsIkxpbmVUeXBlIjowLCJQYXJlbnRTdHlsZSI6bnVsbH0sIlBhcmVudFN0eWxlIjpudWxsfSwiTWFyZ2luIjp7IiRpZCI6IjMwOTgiLCJUb3AiOjAuMCwiTGVmdCI6MC4wLCJSaWdodCI6MC4wLCJCb3R0b20iOjAuMH0sIlBhZGRpbmciOnsiJGlkIjoiMzA5OSIsIlRvcCI6MC4wLCJMZWZ0IjowLjAsIlJpZ2h0IjowLjAsIkJvdHRvbSI6MC4wfSwiQmFja2dyb3VuZCI6bnVsbCwiSXNWaXNpYmxlIjp0cnVlLCJXaWR0aCI6MC4wLCJIZWlnaHQiOjAuMCwiQm9yZGVyU3R5bGUiOm51bGwsIlBhcmVudFN0eWxlIjpudWxsfSwiQmFja2dyb3VuZFN0eWxlIjp7IiRpZCI6IjMxMDAiLCJNYXJnaW4iOnsiJGlkIjoiMzEwMSIsIlRvcCI6MC4wLCJMZWZ0IjowLjAsIlJpZ2h0IjowLjAsIkJvdHRvbSI6MC4wfSwiUGFkZGluZyI6eyIkaWQiOiIzMTAyIiwiVG9wIjowLjAsIkxlZnQiOjAuMCwiUmlnaHQiOjAuMCwiQm90dG9tIjowLjB9LCJCYWNrZ3JvdW5kIjp7IiRpZCI6IjMxMDMiLCJDb2xvciI6eyIkaWQiOiIzMTA0IiwiQSI6NTEsIlIiOjIwMCwiRyI6MjAwLCJCIjoyMDB9fSwiSXNWaXNpYmxlIjp0cnVlLCJXaWR0aCI6MC4wLCJIZWlnaHQiOjAuMCwiQm9yZGVyU3R5bGUiOnsiJGlkIjoiMzEwNSIsIkxpbmVDb2xvciI6eyIkaWQiOiIzMTA2IiwiJHR5cGUiOiJOTFJFLkNvbW1vbi5Eb20uU29saWRDb2xvckJydXNoLCBOTFJFLkNvbW1vbiIsIkNvbG9yIjp7IiRpZCI6IjMxMDciLCJBIjoyNTUsIlIiOjIzNCwiRyI6MjIsIkIiOjMwfX0sIkxpbmVXZWlnaHQiOjAuMCwiTGluZVR5cGUiOjAsIlBhcmVudFN0eWxlIjpudWxsfSwiUGFyZW50U3R5bGUiOm51bGx9LCJNYXJnaW4iOnsiJGlkIjoiMzEwOCIsIlRvcCI6MC4wLCJMZWZ0IjowLjAsIlJpZ2h0IjowLjAsIkJvdHRvbSI6MC4wfSwiUGFkZGluZyI6eyIkaWQiOiIzMTA5IiwiVG9wIjowLjAsIkxlZnQiOjAuMCwiUmlnaHQiOjAuMCwiQm90dG9tIjowLjB9LCJJc1Zpc2libGUiOnRydWUsIldpZHRoIjowLjAsIkhlaWdodCI6MC4wLCJCb3JkZXJTdHlsZSI6eyIkaWQiOiIzMTEwIiwiTGluZUNvbG9yIjpudWxsLCJMaW5lV2VpZ2h0IjowLjAsIkxpbmVUeXBlIjowLCJQYXJlbnRTdHlsZSI6bnVsbH0sIlBhcmVudFN0eWxlIjpudWxsfSwiTWFyZ2luIjp7IiRpZCI6IjMxMTEiLCJUb3AiOjAuMCwiTGVmdCI6MC4wLCJSaWdodCI6MC4wLCJCb3R0b20iOjAuMH0sIlBhZGRpbmciOnsiJGlkIjoiMzExMiIsIlRvcCI6MC4wLCJMZWZ0IjowLjAsIlJpZ2h0IjowLjAsIkJvdHRvbSI6MC4wfSwiSXNWaXNpYmxlIjpmYWxzZSwiV2lkdGgiOjAuMCwiSGVpZ2h0IjowLjAsIkJvcmRlclN0eWxlIjp7IiRpZCI6IjMxMTMiLCJMaW5lQ29sb3IiOm51bGwsIkxpbmVXZWlnaHQiOjAuMCwiTGluZVR5cGUiOjAsIlBhcmVudFN0eWxlIjpudWxsfSwiUGFyZW50U3R5bGUiOm51bGx9fSx7IiRpZCI6IjMxMTQiLCJfYWN0aXZpdGllcyI6W3siJGlkIjoiMzExNSIsIl9yb3dzIjpbeyIkaWQiOiIzMTE2IiwiX3Rhc2tzIjpbeyIkaWQiOiIzMTE3IiwiX2F0dGFjaGVkTWlsZXN0b25lcyI6W10sIlRhc2tEZWZpbml0aW9uIjp7IiRpZCI6IjMxMTgiLCJHcm91cE5hbWUiOm51bGwsIlN0YXJ0RGF0ZSI6IjIwMjctMDQtMTZUMDA6MDA6MDBaIiwiRW5kRGF0ZSI6IjIwMjctMTAtMzFUMjM6NTk6MDBaIiwiUGVyY2VudGFnZUNvbXBsZXRlIjpudWxsLCJTdHlsZSI6eyIkaWQiOiIzMTE5IiwiU2hhcGUiOjEsIlNoYXBlVGhpY2tuZXNzIjowLCJEdXJhdGlvbkZvcm1hdCI6MCwiSW5jbHVkZU5vbldvcmtpbmdEYXlzSW5EdXJhdGlvbiI6ZmFsc2UsIlBlcmNlbnRhZ2VDb21wbGV0ZVN0eWxlIjp7IiRpZCI6IjMxMjAiLCJGb250U2V0dGluZ3MiOnsiJGlkIjoiMzEyMSIsIkZvbnRTaXplIjoxMCwiRm9udE5hbWUiOiJDYWxpYnJpIiwiSXNCb2xkIjpmYWxzZSwiSXNJdGFsaWMiOmZhbHNlLCJJc1VuZGVybGluZWQiOmZhbHNlLCJQYXJlbnRTdHlsZSI6bnVsbH0sIkF1dG9TaXplIjowLCJGb3JlZ3JvdW5kIjp7IiRpZCI6IjMxMjIiLCJDb2xvciI6eyIkaWQiOiIzMTIz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xMjQiLCJUb3AiOjAuMCwiTGVmdCI6MC4wLCJSaWdodCI6MC4wLCJCb3R0b20iOjAuMH0sIlBhZGRpbmciOnsiJGlkIjoiMzEyNSIsIlRvcCI6MC4wLCJMZWZ0IjowLjAsIlJpZ2h0IjowLjAsIkJvdHRvbSI6MC4wfSwiQmFja2dyb3VuZCI6eyIkaWQiOiIzMTI2IiwiQ29sb3IiOnsiJGlkIjoiMzEyNyIsIkEiOjg5LCJSIjowLCJHIjowLCJCIjowfX0sIklzVmlzaWJsZSI6dHJ1ZSwiV2lkdGgiOjAuMCwiSGVpZ2h0IjowLjAsIkJvcmRlclN0eWxlIjp7IiRpZCI6IjMxMjgiLCJMaW5lQ29sb3IiOm51bGwsIkxpbmVXZWlnaHQiOjAuMCwiTGluZVR5cGUiOjAsIlBhcmVudFN0eWxlIjpudWxsfSwiUGFyZW50U3R5bGUiOm51bGx9LCJEdXJhdGlvblN0eWxlIjp7IiRpZCI6IjMxMjkiLCJGb250U2V0dGluZ3MiOnsiJGlkIjoiMzEzMCIsIkZvbnRTaXplIjoxMCwiRm9udE5hbWUiOiJDYWxpYnJpIiwiSXNCb2xkIjpmYWxzZSwiSXNJdGFsaWMiOmZhbHNlLCJJc1VuZGVybGluZWQiOmZhbHNlLCJQYXJlbnRTdHlsZSI6bnVsbH0sIkF1dG9TaXplIjowLCJGb3JlZ3JvdW5kIjp7IiRpZCI6IjMxMzEiLCJDb2xvciI6eyIkaWQiOiIzMTM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TMzIiwiVG9wIjowLjAsIkxlZnQiOjAuMCwiUmlnaHQiOjAuMCwiQm90dG9tIjowLjB9LCJQYWRkaW5nIjp7IiRpZCI6IjMxMzQiLCJUb3AiOjAuMCwiTGVmdCI6MC4wLCJSaWdodCI6MC4wLCJCb3R0b20iOjAuMH0sIkJhY2tncm91bmQiOnsiJGlkIjoiMzEzNSIsIkNvbG9yIjp7IiRpZCI6IjMxMzYiLCJBIjoyNTUsIlIiOjY4LCJHIjo4NCwiQiI6MTA2fX0sIklzVmlzaWJsZSI6dHJ1ZSwiV2lkdGgiOjAuMCwiSGVpZ2h0IjowLjAsIkJvcmRlclN0eWxlIjp7IiRpZCI6IjMxMzciLCJMaW5lQ29sb3IiOm51bGwsIkxpbmVXZWlnaHQiOjAuMCwiTGluZVR5cGUiOjAsIlBhcmVudFN0eWxlIjpudWxsfSwiUGFyZW50U3R5bGUiOm51bGx9LCJIb3Jpem9udGFsQ29ubmVjdG9yU3R5bGUiOnsiJGlkIjoiMzEzOCIsIkxpbmVDb2xvciI6eyIkaWQiOiIzMTM5IiwiJHR5cGUiOiJOTFJFLkNvbW1vbi5Eb20uU29saWRDb2xvckJydXNoLCBOTFJFLkNvbW1vbiIsIkNvbG9yIjp7IiRpZCI6IjMxNDAiLCJBIjoyNTUsIlIiOjAsIkciOjAsIkIiOjB9fSwiTGluZVdlaWdodCI6MC4wLCJMaW5lVHlwZSI6MCwiUGFyZW50U3R5bGUiOm51bGx9LCJWZXJ0aWNhbENvbm5lY3RvclN0eWxlIjp7IiRpZCI6IjMxNDEiLCJMaW5lQ29sb3IiOnsiJGlkIjoiMzE0MiIsIiR0eXBlIjoiTkxSRS5Db21tb24uRG9tLlNvbGlkQ29sb3JCcnVzaCwgTkxSRS5Db21tb24iLCJDb2xvciI6eyIkaWQiOiIzMTQ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zMTQ0IiwiU2hhcGVTdHlsZSI6eyIkaWQiOiIzMTQ1IiwiTWFyZ2luIjp7IiRpZCI6IjMxNDYiLCJUb3AiOjAuMCwiTGVmdCI6MC4wLCJSaWdodCI6MC4wLCJCb3R0b20iOjAuMH0sIlBhZGRpbmciOnsiJGlkIjoiMzE0NyIsIlRvcCI6MC4wLCJMZWZ0IjowLjAsIlJpZ2h0IjowLjAsIkJvdHRvbSI6MC4wfSwiQmFja2dyb3VuZCI6eyIkaWQiOiIzMTQ4IiwiQ29sb3IiOnsiJGlkIjoiMzE0OSIsIkEiOjE1MywiUiI6MCwiRyI6MCwiQiI6MH19LCJJc1Zpc2libGUiOnRydWUsIldpZHRoIjowLjAsIkhlaWdodCI6MC4wLCJCb3JkZXJTdHlsZSI6bnVsbCwiUGFyZW50U3R5bGUiOm51bGx9LCJNYXJnaW4iOnsiJGlkIjoiMzE1MCIsIlRvcCI6MC4wLCJMZWZ0IjowLjAsIlJpZ2h0IjowLjAsIkJvdHRvbSI6MC4wfSwiUGFkZGluZyI6eyIkaWQiOiIzMTUxIiwiVG9wIjowLjAsIkxlZnQiOjAuMCwiUmlnaHQiOjAuMCwiQm90dG9tIjowLjB9LCJCYWNrZ3JvdW5kIjpudWxsLCJJc1Zpc2libGUiOnRydWUsIldpZHRoIjowLjAsIkhlaWdodCI6MC4wLCJCb3JkZXJTdHlsZSI6bnVsbCwiUGFyZW50U3R5bGUiOm51bGx9LCJTaGFwZVN0eWxlIjp7IiRpZCI6IjMxNTIiLCJNYXJnaW4iOnsiJGlkIjoiMzE1MyIsIlRvcCI6MC4wLCJMZWZ0Ijo0LjAsIlJpZ2h0Ijo0LjAsIkJvdHRvbSI6MC4wfSwiUGFkZGluZyI6eyIkaWQiOiIzMTU0IiwiVG9wIjowLjAsIkxlZnQiOjAuMCwiUmlnaHQiOjAuMCwiQm90dG9tIjowLjB9LCJCYWNrZ3JvdW5kIjp7IiRpZCI6IjMxNTUiLCJDb2xvciI6eyIkaWQiOiIzMTU2IiwiQSI6MjU1LCJSIjoyNTUsIkciOjE5MiwiQiI6MH19LCJJc1Zpc2libGUiOnRydWUsIldpZHRoIjowLjAsIkhlaWdodCI6MTAuMCwiQm9yZGVyU3R5bGUiOnsiJGlkIjoiMzE1NyIsIkxpbmVDb2xvciI6eyIkaWQiOiIzMTU4IiwiJHR5cGUiOiJOTFJFLkNvbW1vbi5Eb20uU29saWRDb2xvckJydXNoLCBOTFJFLkNvbW1vbiIsIkNvbG9yIjp7IiRpZCI6IjMxNTkiLCJBIjoyNTUsIlIiOjIzNCwiRyI6MjIsIkIiOjMwfX0sIkxpbmVXZWlnaHQiOjAuMCwiTGluZVR5cGUiOjAsIlBhcmVudFN0eWxlIjpudWxsfSwiUGFyZW50U3R5bGUiOm51bGx9LCJUaXRsZVN0eWxlIjp7IiRpZCI6IjMxNjAiLCJGb250U2V0dGluZ3MiOnsiJGlkIjoiMzE2MSIsIkZvbnRTaXplIjoxMSwiRm9udE5hbWUiOiJUaXRpbGxpdW0gV2ViIiwiSXNCb2xkIjpmYWxzZSwiSXNJdGFsaWMiOmZhbHNlLCJJc1VuZGVybGluZWQiOmZhbHNlLCJQYXJlbnRTdHlsZSI6bnVsbH0sIkF1dG9TaXplIjowLCJGb3JlZ3JvdW5kIjp7IiRpZCI6IjMxNjIiLCJDb2xvciI6eyIkaWQiOiIzMTY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xNjQiLCJUb3AiOjAuMCwiTGVmdCI6MC4wLCJSaWdodCI6MC4wLCJCb3R0b20iOjAuMH0sIlBhZGRpbmciOnsiJGlkIjoiMzE2NSIsIlRvcCI6MC4wLCJMZWZ0IjowLjAsIlJpZ2h0IjowLjAsIkJvdHRvbSI6MC4wfSwiQmFja2dyb3VuZCI6eyIkaWQiOiIzMTY2IiwiQ29sb3IiOnsiJGlkIjoiMzE2NyIsIkEiOjAsIlIiOjI1NSwiRyI6MjU1LCJCIjoyNTV9fSwiSXNWaXNpYmxlIjp0cnVlLCJXaWR0aCI6MC4wLCJIZWlnaHQiOjAuMCwiQm9yZGVyU3R5bGUiOnsiJGlkIjoiMzE2OCIsIkxpbmVDb2xvciI6bnVsbCwiTGluZVdlaWdodCI6MC4wLCJMaW5lVHlwZSI6MCwiUGFyZW50U3R5bGUiOm51bGx9LCJQYXJlbnRTdHlsZSI6bnVsbH0sIkRhdGVTdHlsZSI6eyIkaWQiOiIzMTY5IiwiRm9udFNldHRpbmdzIjp7IiRpZCI6IjMxNzAiLCJGb250U2l6ZSI6MTAsIkZvbnROYW1lIjoiVGl0aWxsaXVtIFdlYiIsIklzQm9sZCI6ZmFsc2UsIklzSXRhbGljIjpmYWxzZSwiSXNVbmRlcmxpbmVkIjpmYWxzZSwiUGFyZW50U3R5bGUiOm51bGx9LCJBdXRvU2l6ZSI6MCwiRm9yZWdyb3VuZCI6eyIkaWQiOiIzMTcxIiwiQ29sb3IiOnsiJGlkIjoiMzE3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MTczIiwiVG9wIjowLjAsIkxlZnQiOjAuMCwiUmlnaHQiOjAuMCwiQm90dG9tIjowLjB9LCJQYWRkaW5nIjp7IiRpZCI6IjMxNzQiLCJUb3AiOjAuMCwiTGVmdCI6MC4wLCJSaWdodCI6MC4wLCJCb3R0b20iOjAuMH0sIkJhY2tncm91bmQiOnsiJGlkIjoiMzE3NSIsIkNvbG9yIjp7IiRpZCI6IjMxNzYiLCJBIjowLCJSIjoyNTUsIkciOjI1NSwiQiI6MjU1fX0sIklzVmlzaWJsZSI6dHJ1ZSwiV2lkdGgiOjAuMCwiSGVpZ2h0IjowLjAsIkJvcmRlclN0eWxlIjp7IiRpZCI6IjMxNzciLCJMaW5lQ29sb3IiOm51bGwsIkxpbmVXZWlnaHQiOjAuMCwiTGluZVR5cGUiOjAsIlBhcmVudFN0eWxlIjpudWxsfSwiUGFyZW50U3R5bGUiOm51bGx9LCJEYXRlRm9ybWF0Ijp7IiRpZCI6IjMx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3OSIsIkZvcm1hdCI6MCwiSXNWaXNpYmxlIjpmYWxzZSwiTGFzdEtub3duVmlzaWJpbGl0eVN0YXRlIjpmYWxzZX0sIklzVmlzaWJsZSI6dHJ1ZSwiVmFyaWFuY2VTdHlsZSI6eyIkaWQiOiIzMTgwIiwiVGV4dFN0eWxlIjp7IiRpZCI6IjMxODEiLCJGb250U2V0dGluZ3MiOnsiJGlkIjoiMzE4MiIsIkZvbnRTaXplIjoxMCwiRm9udE5hbWUiOiJDYWxpYnJpIiwiSXNCb2xkIjpmYWxzZSwiSXNJdGFsaWMiOmZhbHNlLCJJc1VuZGVybGluZWQiOmZhbHNlLCJQYXJlbnRTdHlsZSI6bnVsbH0sIkF1dG9TaXplIjowLCJGb3JlZ3JvdW5kIjp7IiRpZCI6IjMxODMiLCJDb2xvciI6eyIkaWQiOiIzMT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xODUiLCJUb3AiOjAuMCwiTGVmdCI6MC4wLCJSaWdodCI6MC4wLCJCb3R0b20iOjAuMH0sIlBhZGRpbmciOnsiJGlkIjoiMzE4NiIsIlRvcCI6MC4wLCJMZWZ0IjowLjAsIlJpZ2h0IjowLjAsIkJvdHRvbSI6MC4wfSwiQmFja2dyb3VuZCI6eyIkaWQiOiIzMTg3IiwiQ29sb3IiOnsiJGlkIjoiMzE4OCIsIkEiOjI1NSwiUiI6MCwiRyI6MCwiQiI6MH19LCJJc1Zpc2libGUiOnRydWUsIldpZHRoIjowLjAsIkhlaWdodCI6MC4wLCJCb3JkZXJTdHlsZSI6eyIkaWQiOiIzMTg5IiwiTGluZUNvbG9yIjpudWxsLCJMaW5lV2VpZ2h0IjowLjAsIkxpbmVUeXBlIjowLCJQYXJlbnRTdHlsZSI6bnVsbH0sIlBhcmVudFN0eWxlIjpudWxsfSwiUGFyZW50U3R5bGUiOm51bGx9LCJQYXJlbnRTdHlsZSI6bnVsbH0sIkluZGV4IjoyMSwiU21hcnREdXJhdGlvbkFjdGl2YXRlZCI6ZmFsc2UsIkRhdGVGb3JtYXQiOnsiJHJlZiI6IjMxNzgifSwiV2Vla051bWJlcmluZyI6eyIkaWQiOiIzMTkwIiwiRm9ybWF0IjowLCJJc1Zpc2libGUiOmZhbHNlLCJMYXN0S25vd25WaXNpYmlsaXR5U3RhdGUiOmZhbHNlfSwiQmFzZWxpbmVEYXRhIjp7IiRpZCI6IjMxOTEiLCJTdGFydERhdGUiOiIyMDI3LTA0LTE2VDAwOjAwOjAwIiwiRW5kRGF0ZSI6IjIwMjctMTAtMzFUMjM6NTk6MDAifSwiSWQiOiIyMjY2N2IxZi01MTY0LTRhZTItOWIyMi0yNDExMTNhMTdlYjEiLCJJbXBvcnRJZCI6bnVsbCwiVGl0bGUiOiJWZXJzacOzbiBmaW5hbCAoU3ByaW50cyAyOC0zMCkiLCJOb3RlIjpudWxsLCJIeXBlcmxpbmsiOnsiJGlkIjoiMzE5MiIsIkFkZHJlc3MiOiIiLCJTdWJBZGRyZXNzIjoiIn0sIklzQ2hhbmdlZCI6ZmFsc2UsIklzTmV3IjpmYWxzZX19XSwiX21pbGVzdG9uZXMiOltdLCJJZCI6IjAwMDAwMDAwLTAwMDAtMDAwMC0wMDAwLTAwMDAwMDAwMDAwMCIsIklzU2luZ2xlSXRlbVJvdyI6dHJ1ZX1dLCJJbmRleCI6MjAsIklkIjoiNDU1Y2ZkMjAtNWNhOC00MGI3LTkxOTgtYmYxMGUwMDM1NWY2IiwiSGVhZGVyVGV4dCI6bnVsbCwiSXNEZWZhdWx0Ijp0cnVlLCJTdHlsZSI6eyIkaWQiOiIzMTkzIiwiSGVhZGVyU3R5bGUiOnsiJGlkIjoiMzE5NCIsIlRleHRTdHlsZSI6eyIkaWQiOiIzMTk1IiwiRm9udFNldHRpbmdzIjp7IiRpZCI6IjMxOTYiLCJGb250U2l6ZSI6MTEsIkZvbnROYW1lIjoiQ2FsaWJyaSIsIklzQm9sZCI6ZmFsc2UsIklzSXRhbGljIjpmYWxzZSwiSXNVbmRlcmxpbmVkIjpmYWxzZSwiUGFyZW50U3R5bGUiOm51bGx9LCJBdXRvU2l6ZSI6MiwiRm9yZWdyb3VuZCI6eyIkaWQiOiIzMTk3IiwiQ29sb3IiOnsiJGlkIjoiMzE5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xOTkiLCJUb3AiOjAuMCwiTGVmdCI6MC4wLCJSaWdodCI6MC4wLCJCb3R0b20iOjAuMH0sIlBhZGRpbmciOnsiJGlkIjoiMzIwMCIsIlRvcCI6MC4wLCJMZWZ0IjowLjAsIlJpZ2h0IjowLjAsIkJvdHRvbSI6MC4wfSwiQmFja2dyb3VuZCI6eyIkaWQiOiIzMjAxIiwiQ29sb3IiOnsiJGlkIjoiMzIwMiIsIkEiOjI1NSwiUiI6NjQsIkciOjY0LCJCIjo2NH19LCJJc1Zpc2libGUiOnRydWUsIldpZHRoIjowLjAsIkhlaWdodCI6MC4wLCJCb3JkZXJTdHlsZSI6bnVsbCwiUGFyZW50U3R5bGUiOm51bGx9LCJSZWN0YW5nbGVTdHlsZSI6eyIkaWQiOiIzMjAzIiwiTWFyZ2luIjp7IiRpZCI6IjMyMDQiLCJUb3AiOjAuMCwiTGVmdCI6MC4wLCJSaWdodCI6MC4wLCJCb3R0b20iOjAuMH0sIlBhZGRpbmciOnsiJGlkIjoiMzIwNSIsIlRvcCI6MC4wLCJMZWZ0IjowLjAsIlJpZ2h0IjowLjAsIkJvdHRvbSI6MC4wfSwiQmFja2dyb3VuZCI6eyIkaWQiOiIzMjA2IiwiQ29sb3IiOnsiJGlkIjoiMzIwNyIsIkEiOjEyNywiUiI6MjU1LCJHIjoxOTIsIkIiOjB9fSwiSXNWaXNpYmxlIjp0cnVlLCJXaWR0aCI6MC4wLCJIZWlnaHQiOjAuMCwiQm9yZGVyU3R5bGUiOnsiJGlkIjoiMzIwOCIsIkxpbmVDb2xvciI6eyIkaWQiOiIzMjA5IiwiJHR5cGUiOiJOTFJFLkNvbW1vbi5Eb20uU29saWRDb2xvckJydXNoLCBOTFJFLkNvbW1vbiIsIkNvbG9yIjp7IiRpZCI6IjMyMTAiLCJBIjoyNTUsIlIiOjI1NSwiRyI6MjU1LCJCIjoyNTV9fSwiTGluZVdlaWdodCI6MC4wLCJMaW5lVHlwZSI6MCwiUGFyZW50U3R5bGUiOm51bGx9LCJQYXJlbnRTdHlsZSI6bnVsbH0sIk1hcmdpbiI6eyIkaWQiOiIzMjExIiwiVG9wIjowLjAsIkxlZnQiOjAuMCwiUmlnaHQiOjAuMCwiQm90dG9tIjowLjB9LCJQYWRkaW5nIjp7IiRpZCI6IjMyMTIiLCJUb3AiOjAuMCwiTGVmdCI6MC4wLCJSaWdodCI6MC4wLCJCb3R0b20iOjAuMH0sIkJhY2tncm91bmQiOm51bGwsIklzVmlzaWJsZSI6dHJ1ZSwiV2lkdGgiOjAuMCwiSGVpZ2h0IjowLjAsIkJvcmRlclN0eWxlIjpudWxsLCJQYXJlbnRTdHlsZSI6bnVsbH0sIkJhY2tncm91bmRTdHlsZSI6eyIkaWQiOiIzMjEzIiwiTWFyZ2luIjp7IiRpZCI6IjMyMTQiLCJUb3AiOjAuMCwiTGVmdCI6MC4wLCJSaWdodCI6MC4wLCJCb3R0b20iOjAuMH0sIlBhZGRpbmciOnsiJGlkIjoiMzIxNSIsIlRvcCI6MC4wLCJMZWZ0IjowLjAsIlJpZ2h0IjowLjAsIkJvdHRvbSI6MC4wfSwiQmFja2dyb3VuZCI6eyIkaWQiOiIzMjE2IiwiQ29sb3IiOnsiJGlkIjoiMzIxNyIsIkEiOjUxLCJSIjoyMDAsIkciOjIwMCwiQiI6MjAwfX0sIklzVmlzaWJsZSI6dHJ1ZSwiV2lkdGgiOjAuMCwiSGVpZ2h0IjowLjAsIkJvcmRlclN0eWxlIjp7IiRpZCI6IjMyMTgiLCJMaW5lQ29sb3IiOnsiJGlkIjoiMzIxOSIsIiR0eXBlIjoiTkxSRS5Db21tb24uRG9tLlNvbGlkQ29sb3JCcnVzaCwgTkxSRS5Db21tb24iLCJDb2xvciI6eyIkaWQiOiIzMjIwIiwiQSI6MjU1LCJSIjoyMzQsIkciOjIyLCJCIjozMH19LCJMaW5lV2VpZ2h0IjowLjAsIkxpbmVUeXBlIjowLCJQYXJlbnRTdHlsZSI6bnVsbH0sIlBhcmVudFN0eWxlIjpudWxsfSwiTWFyZ2luIjp7IiRpZCI6IjMyMjEiLCJUb3AiOjAuMCwiTGVmdCI6MC4wLCJSaWdodCI6MC4wLCJCb3R0b20iOjAuMH0sIlBhZGRpbmciOnsiJGlkIjoiMzIyMiIsIlRvcCI6MC4wLCJMZWZ0IjowLjAsIlJpZ2h0IjowLjAsIkJvdHRvbSI6MC4wfSwiSXNWaXNpYmxlIjp0cnVlLCJXaWR0aCI6MC4wLCJIZWlnaHQiOjAuMCwiQm9yZGVyU3R5bGUiOnsiJGlkIjoiMzIyMyIsIkxpbmVDb2xvciI6bnVsbCwiTGluZVdlaWdodCI6MC4wLCJMaW5lVHlwZSI6MCwiUGFyZW50U3R5bGUiOm51bGx9LCJQYXJlbnRTdHlsZSI6bnVsbH19XSwiSWQiOiI4ODZiNzcwZi1mYjRjLTRmYTMtYTFkMy1jNzE4OTZhMTEyN2YiLCJJbmRleCI6MjAsIkhlYWRlclRleHQiOiJSVE0iLCJTdHlsZSI6eyIkaWQiOiIzMjI0IiwiU3R5bGVJZCI6Ijk4NTEzZTEwLTU1MWMtNGYzMC1hYzExLWEwNjkwZTkwMzEzNCIsIkhlYWRlclN0eWxlIjp7IiRpZCI6IjMyMjUiLCJUZXh0SXNWZXJ0aWNhbCI6ZmFsc2UsIlRleHRTdHlsZSI6eyIkaWQiOiIzMjI2IiwiRm9udFNldHRpbmdzIjp7IiRpZCI6IjMyMjciLCJGb250U2l6ZSI6MTEsIkZvbnROYW1lIjoiVGl0aWxsaXVtIFdlYiIsIklzQm9sZCI6ZmFsc2UsIklzSXRhbGljIjpmYWxzZSwiSXNVbmRlcmxpbmVkIjpmYWxzZSwiUGFyZW50U3R5bGUiOm51bGx9LCJBdXRvU2l6ZSI6MiwiRm9yZWdyb3VuZCI6eyIkaWQiOiIzMjI4IiwiQ29sb3IiOnsiJGlkIjoiMzIy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yMzAiLCJUb3AiOjAuMCwiTGVmdCI6MC4wLCJSaWdodCI6MC4wLCJCb3R0b20iOjAuMH0sIlBhZGRpbmciOnsiJGlkIjoiMzIzMSIsIlRvcCI6MC4wLCJMZWZ0IjowLjAsIlJpZ2h0IjowLjAsIkJvdHRvbSI6MC4wfSwiQmFja2dyb3VuZCI6eyIkaWQiOiIzMjMyIiwiQ29sb3IiOnsiJGlkIjoiMzIzMyIsIkEiOjI1NSwiUiI6MzgsIkciOjM4LCJCIjozOH19LCJJc1Zpc2libGUiOnRydWUsIldpZHRoIjowLjAsIkhlaWdodCI6MC4wLCJCb3JkZXJTdHlsZSI6bnVsbCwiUGFyZW50U3R5bGUiOm51bGx9LCJSZWN0YW5nbGVTdHlsZSI6eyIkaWQiOiIzMjM0IiwiTWFyZ2luIjp7IiRpZCI6IjMyMzUiLCJUb3AiOjAuMCwiTGVmdCI6MC4wLCJSaWdodCI6MC4wLCJCb3R0b20iOjAuMH0sIlBhZGRpbmciOnsiJGlkIjoiMzIzNiIsIlRvcCI6MC4wLCJMZWZ0IjowLjAsIlJpZ2h0IjowLjAsIkJvdHRvbSI6MC4wfSwiQmFja2dyb3VuZCI6eyIkaWQiOiIzMjM3IiwiQ29sb3IiOnsiJGlkIjoiMzIzOCIsIkEiOjI1NSwiUiI6MjU1LCJHIjoxOTIsIkIiOjB9fSwiSXNWaXNpYmxlIjp0cnVlLCJXaWR0aCI6MC4wLCJIZWlnaHQiOjAuMCwiQm9yZGVyU3R5bGUiOnsiJGlkIjoiMzIzOSIsIkxpbmVDb2xvciI6eyIkaWQiOiIzMjQwIiwiJHR5cGUiOiJOTFJFLkNvbW1vbi5Eb20uU29saWRDb2xvckJydXNoLCBOTFJFLkNvbW1vbiIsIkNvbG9yIjp7IiRpZCI6IjMyNDEiLCJBIjoyNTUsIlIiOjI1NSwiRyI6MjU1LCJCIjoyNTV9fSwiTGluZVdlaWdodCI6MC4wLCJMaW5lVHlwZSI6MCwiUGFyZW50U3R5bGUiOm51bGx9LCJQYXJlbnRTdHlsZSI6bnVsbH0sIk1hcmdpbiI6eyIkaWQiOiIzMjQyIiwiVG9wIjowLjAsIkxlZnQiOjAuMCwiUmlnaHQiOjAuMCwiQm90dG9tIjowLjB9LCJQYWRkaW5nIjp7IiRpZCI6IjMyNDMiLCJUb3AiOjAuMCwiTGVmdCI6MC4wLCJSaWdodCI6MC4wLCJCb3R0b20iOjAuMH0sIkJhY2tncm91bmQiOm51bGwsIklzVmlzaWJsZSI6dHJ1ZSwiV2lkdGgiOjAuMCwiSGVpZ2h0IjowLjAsIkJvcmRlclN0eWxlIjpudWxsLCJQYXJlbnRTdHlsZSI6bnVsbH0sIkJhY2tncm91bmRTdHlsZSI6eyIkaWQiOiIzMjQ0IiwiTWFyZ2luIjp7IiRpZCI6IjMyNDUiLCJUb3AiOjAuMCwiTGVmdCI6MC4wLCJSaWdodCI6MC4wLCJCb3R0b20iOjAuMH0sIlBhZGRpbmciOnsiJGlkIjoiMzI0NiIsIlRvcCI6MC4wLCJMZWZ0IjowLjAsIlJpZ2h0IjowLjAsIkJvdHRvbSI6MC4wfSwiQmFja2dyb3VuZCI6eyIkaWQiOiIzMjQ3IiwiQ29sb3IiOnsiJGlkIjoiMzI0OCIsIkEiOjUxLCJSIjoyMDAsIkciOjIwMCwiQiI6MjAwfX0sIklzVmlzaWJsZSI6dHJ1ZSwiV2lkdGgiOjAuMCwiSGVpZ2h0IjowLjAsIkJvcmRlclN0eWxlIjp7IiRpZCI6IjMyNDkiLCJMaW5lQ29sb3IiOnsiJGlkIjoiMzI1MCIsIiR0eXBlIjoiTkxSRS5Db21tb24uRG9tLlNvbGlkQ29sb3JCcnVzaCwgTkxSRS5Db21tb24iLCJDb2xvciI6eyIkaWQiOiIzMjUxIiwiQSI6MjU1LCJSIjoyMzQsIkciOjIyLCJCIjozMH19LCJMaW5lV2VpZ2h0IjowLjAsIkxpbmVUeXBlIjowLCJQYXJlbnRTdHlsZSI6bnVsbH0sIlBhcmVudFN0eWxlIjpudWxsfSwiSXNBYm92ZVRpbWViYW5kIjpmYWxzZSwiU3BhY2luZyI6MiwiRGVmYXVsdFN3aW1sYW5lVGFza1N0eWxlIjp7IiRpZCI6IjMyNTIiLCIkdHlwZSI6Ik5MUkUuQ29tbW9uLkRvbS5TdHlsZXMuRXhwbGljaXRTZXRhYmxlVGFza1N0eWxlLCBOTFJFLkNvbW1vbiIsIlNoYXBlIjoxLCJTaGFwZVRoaWNrbmVzcyI6MCwiRHVyYXRpb25Gb3JtYXQiOjAsIkluY2x1ZGVOb25Xb3JraW5nRGF5c0luRHVyYXRpb24iOmZhbHNlLCJQZXJjZW50YWdlQ29tcGxldGVTdHlsZSI6eyIkaWQiOiIzMjUzIiwiRm9udFNldHRpbmdzIjp7IiRpZCI6IjMyNTQiLCJGb250U2l6ZSI6MTAsIkZvbnROYW1lIjoiQ2FsaWJyaSIsIklzQm9sZCI6ZmFsc2UsIklzSXRhbGljIjpmYWxzZSwiSXNVbmRlcmxpbmVkIjpmYWxzZSwiUGFyZW50U3R5bGUiOm51bGx9LCJBdXRvU2l6ZSI6MCwiRm9yZWdyb3VuZCI6eyIkaWQiOiIzMjU1IiwiQ29sb3IiOnsiJGlkIjoiMzI1N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jU3IiwiVG9wIjowLjAsIkxlZnQiOjAuMCwiUmlnaHQiOjAuMCwiQm90dG9tIjowLjB9LCJQYWRkaW5nIjp7IiRpZCI6IjMyNTgiLCJUb3AiOjAuMCwiTGVmdCI6MC4wLCJSaWdodCI6MC4wLCJCb3R0b20iOjAuMH0sIkJhY2tncm91bmQiOnsiJGlkIjoiMzI1OSIsIkNvbG9yIjp7IiRpZCI6IjMyNjAiLCJBIjo4OSwiUiI6MCwiRyI6MCwiQiI6MH19LCJJc1Zpc2libGUiOnRydWUsIldpZHRoIjowLjAsIkhlaWdodCI6MC4wLCJCb3JkZXJTdHlsZSI6eyIkaWQiOiIzMjYxIiwiTGluZUNvbG9yIjpudWxsLCJMaW5lV2VpZ2h0IjowLjAsIkxpbmVUeXBlIjowLCJQYXJlbnRTdHlsZSI6bnVsbH0sIlBhcmVudFN0eWxlIjpudWxsfSwiRHVyYXRpb25TdHlsZSI6eyIkaWQiOiIzMjYyIiwiRm9udFNldHRpbmdzIjp7IiRpZCI6IjMyNjMiLCJGb250U2l6ZSI6MTAsIkZvbnROYW1lIjoiQ2FsaWJyaSIsIklzQm9sZCI6ZmFsc2UsIklzSXRhbGljIjpmYWxzZSwiSXNVbmRlcmxpbmVkIjpmYWxzZSwiUGFyZW50U3R5bGUiOm51bGx9LCJBdXRvU2l6ZSI6MCwiRm9yZWdyb3VuZCI6eyIkaWQiOiIzMjY0IiwiQ29sb3IiOnsiJGlkIjoiMzI2N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I2NiIsIlRvcCI6MC4wLCJMZWZ0IjowLjAsIlJpZ2h0IjowLjAsIkJvdHRvbSI6MC4wfSwiUGFkZGluZyI6eyIkaWQiOiIzMjY3IiwiVG9wIjowLjAsIkxlZnQiOjAuMCwiUmlnaHQiOjAuMCwiQm90dG9tIjowLjB9LCJCYWNrZ3JvdW5kIjp7IiRpZCI6IjMyNjgiLCJDb2xvciI6eyIkaWQiOiIzMjY5IiwiQSI6MjU1LCJSIjo2OCwiRyI6ODQsIkIiOjEwNn19LCJJc1Zpc2libGUiOnRydWUsIldpZHRoIjowLjAsIkhlaWdodCI6MC4wLCJCb3JkZXJTdHlsZSI6eyIkaWQiOiIzMjcwIiwiTGluZUNvbG9yIjpudWxsLCJMaW5lV2VpZ2h0IjowLjAsIkxpbmVUeXBlIjowLCJQYXJlbnRTdHlsZSI6bnVsbH0sIlBhcmVudFN0eWxlIjpudWxsfSwiSG9yaXpvbnRhbENvbm5lY3RvclN0eWxlIjp7IiRpZCI6IjMyNzEiLCJMaW5lQ29sb3IiOnsiJGlkIjoiMzI3MiIsIiR0eXBlIjoiTkxSRS5Db21tb24uRG9tLlNvbGlkQ29sb3JCcnVzaCwgTkxSRS5Db21tb24iLCJDb2xvciI6eyIkaWQiOiIzMjczIiwiQSI6MjU1LCJSIjowLCJHIjowLCJCIjowfX0sIkxpbmVXZWlnaHQiOjAuMCwiTGluZVR5cGUiOjAsIlBhcmVudFN0eWxlIjpudWxsfSwiVmVydGljYWxDb25uZWN0b3JTdHlsZSI6eyIkaWQiOiIzMjc0IiwiTGluZUNvbG9yIjp7IiRpZCI6IjMyNzUiLCIkdHlwZSI6Ik5MUkUuQ29tbW9uLkRvbS5Tb2xpZENvbG9yQnJ1c2gsIE5MUkUuQ29tbW9uIiwiQ29sb3IiOnsiJGlkIjoiMzI3Ni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yNzciLCJTaGFwZVN0eWxlIjp7IiRpZCI6IjMyNzgiLCJNYXJnaW4iOnsiJGlkIjoiMzI3OSIsIlRvcCI6MC4wLCJMZWZ0IjowLjAsIlJpZ2h0IjowLjAsIkJvdHRvbSI6MC4wfSwiUGFkZGluZyI6eyIkaWQiOiIzMjgwIiwiVG9wIjowLjAsIkxlZnQiOjAuMCwiUmlnaHQiOjAuMCwiQm90dG9tIjowLjB9LCJCYWNrZ3JvdW5kIjp7IiRpZCI6IjMyODEiLCJDb2xvciI6eyIkaWQiOiIzMjgyIiwiQSI6MTUzLCJSIjowLCJHIjowLCJCIjowfX0sIklzVmlzaWJsZSI6dHJ1ZSwiV2lkdGgiOjAuMCwiSGVpZ2h0IjowLjAsIkJvcmRlclN0eWxlIjp7IiRpZCI6IjMyODMiLCJMaW5lQ29sb3IiOnsiJGlkIjoiMzI4NCIsIiR0eXBlIjoiTkxSRS5Db21tb24uRG9tLlNvbGlkQ29sb3JCcnVzaCwgTkxSRS5Db21tb24iLCJDb2xvciI6eyIkaWQiOiIzMjg1IiwiQSI6MjU1LCJSIjoyNTUsIkciOjAsIkIiOjB9fSwiTGluZVdlaWdodCI6MC4wLCJMaW5lVHlwZSI6MCwiUGFyZW50U3R5bGUiOm51bGx9LCJQYXJlbnRTdHlsZSI6bnVsbH0sIk1hcmdpbiI6eyIkaWQiOiIzMjg2IiwiVG9wIjowLjAsIkxlZnQiOjAuMCwiUmlnaHQiOjAuMCwiQm90dG9tIjowLjB9LCJQYWRkaW5nIjp7IiRpZCI6IjMyODciLCJUb3AiOjAuMCwiTGVmdCI6MC4wLCJSaWdodCI6MC4wLCJCb3R0b20iOjAuMH0sIkJhY2tncm91bmQiOm51bGwsIklzVmlzaWJsZSI6dHJ1ZSwiV2lkdGgiOjAuMCwiSGVpZ2h0IjowLjAsIkJvcmRlclN0eWxlIjpudWxsLCJQYXJlbnRTdHlsZSI6bnVsbH0sIlNoYXBlU3R5bGUiOnsiJGlkIjoiMzI4OCIsIk1hcmdpbiI6eyIkaWQiOiIzMjg5IiwiVG9wIjowLjAsIkxlZnQiOjQuMCwiUmlnaHQiOjQuMCwiQm90dG9tIjowLjB9LCJQYWRkaW5nIjp7IiRpZCI6IjMyOTAiLCJUb3AiOjAuMCwiTGVmdCI6MC4wLCJSaWdodCI6MC4wLCJCb3R0b20iOjAuMH0sIkJhY2tncm91bmQiOnsiJGlkIjoiMzI5MSIsIkNvbG9yIjp7IiRpZCI6IjMyOTIiLCJBIjoyNTUsIlIiOjI1NSwiRyI6MTkyLCJCIjowfX0sIklzVmlzaWJsZSI6dHJ1ZSwiV2lkdGgiOjAuMCwiSGVpZ2h0IjoxMC4wLCJCb3JkZXJTdHlsZSI6eyIkaWQiOiIzMjkzIiwiTGluZUNvbG9yIjp7IiRpZCI6IjMyOTQiLCIkdHlwZSI6Ik5MUkUuQ29tbW9uLkRvbS5Tb2xpZENvbG9yQnJ1c2gsIE5MUkUuQ29tbW9uIiwiQ29sb3IiOnsiJGlkIjoiMzI5NSIsIkEiOjI1NSwiUiI6MjM0LCJHIjoyMiwiQiI6MzB9fSwiTGluZVdlaWdodCI6MC4wLCJMaW5lVHlwZSI6MCwiUGFyZW50U3R5bGUiOm51bGx9LCJQYXJlbnRTdHlsZSI6bnVsbH0sIlRpdGxlU3R5bGUiOnsiJGlkIjoiMzI5NiIsIkZvbnRTZXR0aW5ncyI6eyIkaWQiOiIzMjk3IiwiRm9udFNpemUiOjExLCJGb250TmFtZSI6IkNhbGlicmkiLCJJc0JvbGQiOmZhbHNlLCJJc0l0YWxpYyI6ZmFsc2UsIklzVW5kZXJsaW5lZCI6ZmFsc2UsIlBhcmVudFN0eWxlIjpudWxsfSwiQXV0b1NpemUiOjAsIkZvcmVncm91bmQiOnsiJGlkIjoiMzI5OCIsIkNvbG9yIjp7IiRpZCI6IjMy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wMCIsIlRvcCI6MC4wLCJMZWZ0IjowLjAsIlJpZ2h0IjowLjAsIkJvdHRvbSI6MC4wfSwiUGFkZGluZyI6eyIkaWQiOiIzMzAxIiwiVG9wIjowLjAsIkxlZnQiOjAuMCwiUmlnaHQiOjAuMCwiQm90dG9tIjowLjB9LCJCYWNrZ3JvdW5kIjp7IiRpZCI6IjMzMDIiLCJDb2xvciI6eyIkaWQiOiIzMzAzIiwiQSI6MjU1LCJSIjowLCJHIjowLCJCIjowfX0sIklzVmlzaWJsZSI6dHJ1ZSwiV2lkdGgiOjAuMCwiSGVpZ2h0IjowLjAsIkJvcmRlclN0eWxlIjp7IiRpZCI6IjMzMDQiLCJMaW5lQ29sb3IiOm51bGwsIkxpbmVXZWlnaHQiOjAuMCwiTGluZVR5cGUiOjAsIlBhcmVudFN0eWxlIjpudWxsfSwiUGFyZW50U3R5bGUiOm51bGx9LCJEYXRlU3R5bGUiOnsiJGlkIjoiMzMwNSIsIkZvbnRTZXR0aW5ncyI6eyIkaWQiOiIzMzA2IiwiRm9udFNpemUiOjEwLCJGb250TmFtZSI6IkNhbGlicmkiLCJJc0JvbGQiOmZhbHNlLCJJc0l0YWxpYyI6ZmFsc2UsIklzVW5kZXJsaW5lZCI6ZmFsc2UsIlBhcmVudFN0eWxlIjpudWxsfSwiQXV0b1NpemUiOjAsIkZvcmVncm91bmQiOnsiJGlkIjoiMzMwNyIsIkNvbG9yIjp7IiRpZCI6IjMzMDg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MzMDkiLCJUb3AiOjAuMCwiTGVmdCI6MC4wLCJSaWdodCI6MC4wLCJCb3R0b20iOjAuMH0sIlBhZGRpbmciOnsiJGlkIjoiMzMxMCIsIlRvcCI6MC4wLCJMZWZ0IjowLjAsIlJpZ2h0IjowLjAsIkJvdHRvbSI6MC4wfSwiQmFja2dyb3VuZCI6eyIkaWQiOiIzMzExIiwiQ29sb3IiOnsiJGlkIjoiMzMxMiIsIkEiOjI1NSwiUiI6NjgsIkciOjg0LCJCIjoxMDZ9fSwiSXNWaXNpYmxlIjp0cnVlLCJXaWR0aCI6MC4wLCJIZWlnaHQiOjAuMCwiQm9yZGVyU3R5bGUiOnsiJGlkIjoiMzMxMyIsIkxpbmVDb2xvciI6bnVsbCwiTGluZVdlaWdodCI6MC4wLCJMaW5lVHlwZSI6MCwiUGFyZW50U3R5bGUiOm51bGx9LCJQYXJlbnRTdHlsZSI6bnVsbH0sIkRhdGVGb3JtYXQiOnsiJGlkIjoiMzMx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E1IiwiRm9ybWF0IjowLCJJc1Zpc2libGUiOmZhbHNlLCJMYXN0S25vd25WaXNpYmlsaXR5U3RhdGUiOmZhbHNlfSwiSXNWaXNpYmxlIjp0cnVlLCJWYXJpYW5jZVN0eWxlIjp7IiRpZCI6IjMzMTYiLCJUZXh0U3R5bGUiOnsiJGlkIjoiMzMxNyIsIkZvbnRTZXR0aW5ncyI6eyIkaWQiOiIzMzE4IiwiRm9udFNpemUiOjEwLCJGb250TmFtZSI6IkNhbGlicmkiLCJJc0JvbGQiOmZhbHNlLCJJc0l0YWxpYyI6ZmFsc2UsIklzVW5kZXJsaW5lZCI6ZmFsc2UsIlBhcmVudFN0eWxlIjpudWxsfSwiQXV0b1NpemUiOjAsIkZvcmVncm91bmQiOnsiJGlkIjoiMzMxOSIsIkNvbG9yIjp7IiRpZCI6IjMzM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yMSIsIlRvcCI6MC4wLCJMZWZ0IjowLjAsIlJpZ2h0IjowLjAsIkJvdHRvbSI6MC4wfSwiUGFkZGluZyI6eyIkaWQiOiIzMzIyIiwiVG9wIjowLjAsIkxlZnQiOjAuMCwiUmlnaHQiOjAuMCwiQm90dG9tIjowLjB9LCJCYWNrZ3JvdW5kIjp7IiRpZCI6IjMzMjMiLCJDb2xvciI6eyIkaWQiOiIzMzI0IiwiQSI6MjU1LCJSIjowLCJHIjowLCJCIjowfX0sIklzVmlzaWJsZSI6dHJ1ZSwiV2lkdGgiOjAuMCwiSGVpZ2h0IjowLjAsIkJvcmRlclN0eWxlIjp7IiRpZCI6IjMzMjUiLCJMaW5lQ29sb3IiOm51bGwsIkxpbmVXZWlnaHQiOjAuMCwiTGluZVR5cGUiOjAsIlBhcmVudFN0eWxlIjpudWxsfSwiUGFyZW50U3R5bGUiOm51bGx9LCJQYXJlbnRTdHlsZSI6bnVsbH0sIlBhcmVudFN0eWxlIjpudWxsLCJfZXhwbGljaXRseVNldCI6eyIkaWQiOiIzMzI2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zMyNyIsIlNoYXBlIjoxLCJDb25uZWN0b3JNYXJnaW4iOnsiJGlkIjoiMzMyOCIsIlRvcCI6MC4wLCJMZWZ0IjoyLjAsIlJpZ2h0IjoyLjAsIkJvdHRvbSI6MC4wfSwiQ29ubmVjdG9yU3R5bGUiOnsiJGlkIjoiMzMyOSIsIkxpbmVDb2xvciI6eyIkaWQiOiIzMzMwIiwiJHR5cGUiOiJOTFJFLkNvbW1vbi5Eb20uU29saWRDb2xvckJydXNoLCBOTFJFLkNvbW1vbiIsIkNvbG9yIjp7IiRpZCI6IjMzMzEiLCJBIjoxMjcsIlIiOjEyNywiRyI6OTYsIkIiOjB9fSwiTGluZVdlaWdodCI6MS4wLCJMaW5lVHlwZSI6MCwiUGFyZW50U3R5bGUiOm51bGx9LCJJc0JlbG93VGltZWJhbmQiOmZhbHNlLCJQb3NpdGlvbk9uVGFzayI6MSwiSGlkZURhdGUiOmZhbHNlLCJTaGFwZVNpemUiOjAsIlNwYWNpbmciOjAuMCwiUGFkZGluZyI6eyIkaWQiOiIzMzMyIiwiVG9wIjo1LjAsIkxlZnQiOjMuMCwiUmlnaHQiOjAuMCwiQm90dG9tIjoyLjB9LCJTaGFwZVN0eWxlIjp7IiRpZCI6IjMzMzMiLCJNYXJnaW4iOnsiJGlkIjoiMzMzNCIsIlRvcCI6MC4wLCJMZWZ0IjowLjAsIlJpZ2h0IjowLjAsIkJvdHRvbSI6MC4wfSwiUGFkZGluZyI6eyIkaWQiOiIzMzM1IiwiVG9wIjowLjAsIkxlZnQiOjAuMCwiUmlnaHQiOjAuMCwiQm90dG9tIjowLjB9LCJCYWNrZ3JvdW5kIjp7IiRpZCI6IjMzMzYiLCJDb2xvciI6eyIkaWQiOiIzMzM3IiwiQSI6MjU1LCJSIjoxMjcsIkciOjk2LCJCIjowfX0sIklzVmlzaWJsZSI6dHJ1ZSwiV2lkdGgiOjEyLjAsIkhlaWdodCI6MTQuMCwiQm9yZGVyU3R5bGUiOnsiJGlkIjoiMzMzOCIsIkxpbmVDb2xvciI6eyIkaWQiOiIzMzM5IiwiJHR5cGUiOiJOTFJFLkNvbW1vbi5Eb20uU29saWRDb2xvckJydXNoLCBOTFJFLkNvbW1vbiIsIkNvbG9yIjp7IiRpZCI6IjMzNDAiLCJBIjoyNTUsIlIiOjI1NSwiRyI6MjU1LCJCIjoyNTV9fSwiTGluZVdlaWdodCI6MC4wLCJMaW5lVHlwZSI6MCwiUGFyZW50U3R5bGUiOm51bGx9LCJQYXJlbnRTdHlsZSI6bnVsbH0sIlRpdGxlU3R5bGUiOnsiJGlkIjoiMzM0MSIsIkZvbnRTZXR0aW5ncyI6eyIkaWQiOiIzMzQyIiwiRm9udFNpemUiOjExLCJGb250TmFtZSI6IkNhbGlicmkiLCJJc0JvbGQiOmZhbHNlLCJJc0l0YWxpYyI6ZmFsc2UsIklzVW5kZXJsaW5lZCI6ZmFsc2UsIlBhcmVudFN0eWxlIjpudWxsfSwiQXV0b1NpemUiOjAsIkZvcmVncm91bmQiOnsiJGlkIjoiMzM0MyIsIkNvbG9yIjp7IiRpZCI6IjMzND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zM0NSIsIlRvcCI6MC4wLCJMZWZ0IjowLjAsIlJpZ2h0IjowLjAsIkJvdHRvbSI6MC4wfSwiUGFkZGluZyI6eyIkaWQiOiIzMzQ2IiwiVG9wIjowLjAsIkxlZnQiOjAuMCwiUmlnaHQiOjAuMCwiQm90dG9tIjowLjB9LCJCYWNrZ3JvdW5kIjp7IiRpZCI6IjMzNDciLCJDb2xvciI6eyIkaWQiOiIzMzQ4IiwiQSI6MjU1LCJSIjowLCJHIjowLCJCIjowfX0sIklzVmlzaWJsZSI6dHJ1ZSwiV2lkdGgiOjAuMCwiSGVpZ2h0IjowLjAsIkJvcmRlclN0eWxlIjp7IiRpZCI6IjMzNDkiLCJMaW5lQ29sb3IiOm51bGwsIkxpbmVXZWlnaHQiOjAuMCwiTGluZVR5cGUiOjAsIlBhcmVudFN0eWxlIjpudWxsfSwiUGFyZW50U3R5bGUiOm51bGx9LCJEYXRlU3R5bGUiOnsiJGlkIjoiMzM1MCIsIkZvbnRTZXR0aW5ncyI6eyIkaWQiOiIzMzUxIiwiRm9udFNpemUiOjEwLCJGb250TmFtZSI6IkNhbGlicmkiLCJJc0JvbGQiOmZhbHNlLCJJc0l0YWxpYyI6ZmFsc2UsIklzVW5kZXJsaW5lZCI6ZmFsc2UsIlBhcmVudFN0eWxlIjpudWxsfSwiQXV0b1NpemUiOjAsIkZvcmVncm91bmQiOnsiJGlkIjoiMzM1MiIsIkNvbG9yIjp7IiRpZCI6IjMzNTM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MzNTQiLCJUb3AiOjAuMCwiTGVmdCI6MC4wLCJSaWdodCI6MC4wLCJCb3R0b20iOjAuMH0sIlBhZGRpbmciOnsiJGlkIjoiMzM1NSIsIlRvcCI6MC4wLCJMZWZ0IjowLjAsIlJpZ2h0IjowLjAsIkJvdHRvbSI6MC4wfSwiQmFja2dyb3VuZCI6eyIkaWQiOiIzMzU2IiwiQ29sb3IiOnsiJGlkIjoiMzM1NyIsIkEiOjI1NSwiUiI6NjgsIkciOjg0LCJCIjoxMDZ9fSwiSXNWaXNpYmxlIjp0cnVlLCJXaWR0aCI6MC4wLCJIZWlnaHQiOjAuMCwiQm9yZGVyU3R5bGUiOnsiJGlkIjoiMzM1OCIsIkxpbmVDb2xvciI6bnVsbCwiTGluZVdlaWdodCI6MC4wLCJMaW5lVHlwZSI6MCwiUGFyZW50U3R5bGUiOm51bGx9LCJQYXJlbnRTdHlsZSI6bnVsbH0sIkRhdGVGb3JtYXQiOnsiJGlkIjoiMzM1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YwIiwiRm9ybWF0IjowLCJJc1Zpc2libGUiOmZhbHNlLCJMYXN0S25vd25WaXNpYmlsaXR5U3RhdGUiOmZhbHNlfSwiSXNWaXNpYmxlIjpmYWxzZSwiVmFyaWFuY2VTdHlsZSI6eyIkaWQiOiIzMzYxIiwiVGV4dFN0eWxlIjp7IiRpZCI6IjMzNjIiLCJGb250U2V0dGluZ3MiOnsiJGlkIjoiMzM2MyIsIkZvbnRTaXplIjoxMCwiRm9udE5hbWUiOiJDYWxpYnJpIiwiSXNCb2xkIjpmYWxzZSwiSXNJdGFsaWMiOmZhbHNlLCJJc1VuZGVybGluZWQiOmZhbHNlLCJQYXJlbnRTdHlsZSI6bnVsbH0sIkF1dG9TaXplIjowLCJGb3JlZ3JvdW5kIjp7IiRpZCI6IjMzNjQiLCJDb2xvciI6eyIkaWQiOiIzMz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zNjYiLCJUb3AiOjAuMCwiTGVmdCI6MC4wLCJSaWdodCI6MC4wLCJCb3R0b20iOjAuMH0sIlBhZGRpbmciOnsiJGlkIjoiMzM2NyIsIlRvcCI6MC4wLCJMZWZ0IjowLjAsIlJpZ2h0IjowLjAsIkJvdHRvbSI6MC4wfSwiQmFja2dyb3VuZCI6eyIkaWQiOiIzMzY4IiwiQ29sb3IiOnsiJGlkIjoiMzM2OSIsIkEiOjI1NSwiUiI6MCwiRyI6MCwiQiI6MH19LCJJc1Zpc2libGUiOnRydWUsIldpZHRoIjowLjAsIkhlaWdodCI6MC4wLCJCb3JkZXJTdHlsZSI6eyIkaWQiOiIzMzcwIiwiTGluZUNvbG9yIjpudWxsLCJMaW5lV2VpZ2h0IjowLjAsIkxpbmVUeXBlIjowLCJQYXJlbnRTdHlsZSI6bnVsbH0sIlBhcmVudFN0eWxlIjpudWxsfSwiUGFyZW50U3R5bGUiOm51bGx9LCJQYXJlbnRTdHlsZSI6bnVsbH0sIkRlZmF1bHRTd2ltbGFuZU1pbGVzdG9uZVN0eWxlIjp7IiRpZCI6IjMzNzEiLCJUaXRsZVBvc2l0aW9uIjoiTGVmdCIsIkRhdGVQb3NpdGlvbiI6IlJpZ2h0IiwiVmFyaWFuY2VQb3NpdGlvbiI6IlJpZ2h0IiwiU2hhcGVUeXBlIjoxLCJTaGFwZVNpemUiOjAsIlNwYWNpbmciOjUsIlNoYXBlU3R5bGUiOnsiJGlkIjoiMzM3MiIsIk1hcmdpbiI6eyIkaWQiOiIzMzczIiwiVG9wIjowLjAsIkxlZnQiOjAuMCwiUmlnaHQiOjAuMCwiQm90dG9tIjowLjB9LCJQYWRkaW5nIjp7IiRpZCI6IjMzNzQiLCJUb3AiOjAuMCwiTGVmdCI6MC4wLCJSaWdodCI6MC4wLCJCb3R0b20iOjAuMH0sIkJhY2tncm91bmQiOnsiJGlkIjoiMzM3NSIsIkNvbG9yIjp7IiRpZCI6IjMzNzYiLCJBIjoyNTUsIlIiOjI1NSwiRyI6MTkyLCJCIjowfX0sIklzVmlzaWJsZSI6dHJ1ZSwiV2lkdGgiOjEyLjAsIkhlaWdodCI6MTQuMCwiQm9yZGVyU3R5bGUiOnsiJGlkIjoiMzM3NyIsIkxpbmVDb2xvciI6eyIkaWQiOiIzMzc4IiwiJHR5cGUiOiJOTFJFLkNvbW1vbi5Eb20uU29saWRDb2xvckJydXNoLCBOTFJFLkNvbW1vbiIsIkNvbG9yIjp7IiRpZCI6IjMzNzkiLCJBIjoyNTUsIlIiOjIzNCwiRyI6MjIsIkIiOjMwfX0sIkxpbmVXZWlnaHQiOjAuMCwiTGluZVR5cGUiOjAsIlBhcmVudFN0eWxlIjpudWxsfSwiUGFyZW50U3R5bGUiOm51bGx9LCJUaXRsZVN0eWxlIjp7IiRpZCI6IjMzODAiLCJGb250U2V0dGluZ3MiOnsiJGlkIjoiMzM4MSIsIkZvbnRTaXplIjoxMSwiRm9udE5hbWUiOiJDYWxpYnJpIiwiSXNCb2xkIjpmYWxzZSwiSXNJdGFsaWMiOmZhbHNlLCJJc1VuZGVybGluZWQiOmZhbHNlLCJQYXJlbnRTdHlsZSI6bnVsbH0sIkF1dG9TaXplIjowLCJGb3JlZ3JvdW5kIjp7IiRpZCI6IjMzODIiLCJDb2xvciI6eyIkaWQiOiIzMz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MzODQiLCJUb3AiOjAuMCwiTGVmdCI6MC4wLCJSaWdodCI6MC4wLCJCb3R0b20iOjAuMH0sIlBhZGRpbmciOnsiJGlkIjoiMzM4NSIsIlRvcCI6MC4wLCJMZWZ0IjowLjAsIlJpZ2h0IjowLjAsIkJvdHRvbSI6MC4wfSwiQmFja2dyb3VuZCI6eyIkaWQiOiIzMzg2IiwiQ29sb3IiOnsiJGlkIjoiMzM4NyIsIkEiOjI1NSwiUiI6MCwiRyI6MCwiQiI6MH19LCJJc1Zpc2libGUiOnRydWUsIldpZHRoIjowLjAsIkhlaWdodCI6MC4wLCJCb3JkZXJTdHlsZSI6eyIkaWQiOiIzMzg4IiwiTGluZUNvbG9yIjpudWxsLCJMaW5lV2VpZ2h0IjowLjAsIkxpbmVUeXBlIjowLCJQYXJlbnRTdHlsZSI6bnVsbH0sIlBhcmVudFN0eWxlIjpudWxsfSwiRGF0ZVN0eWxlIjp7IiRpZCI6IjMzODkiLCJGb250U2V0dGluZ3MiOnsiJGlkIjoiMzM5MCIsIkZvbnRTaXplIjoxMCwiRm9udE5hbWUiOiJDYWxpYnJpIiwiSXNCb2xkIjpmYWxzZSwiSXNJdGFsaWMiOmZhbHNlLCJJc1VuZGVybGluZWQiOmZhbHNlLCJQYXJlbnRTdHlsZSI6bnVsbH0sIkF1dG9TaXplIjowLCJGb3JlZ3JvdW5kIjp7IiRpZCI6IjMzOTEiLCJDb2xvciI6eyIkaWQiOiIzMzk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zkzIiwiVG9wIjowLjAsIkxlZnQiOjAuMCwiUmlnaHQiOjAuMCwiQm90dG9tIjowLjB9LCJQYWRkaW5nIjp7IiRpZCI6IjMzOTQiLCJUb3AiOjAuMCwiTGVmdCI6MC4wLCJSaWdodCI6MC4wLCJCb3R0b20iOjAuMH0sIkJhY2tncm91bmQiOnsiJGlkIjoiMzM5NSIsIkNvbG9yIjp7IiRpZCI6IjMzOTYiLCJBIjoyNTUsIlIiOjY4LCJHIjo4NCwiQiI6MTA2fX0sIklzVmlzaWJsZSI6dHJ1ZSwiV2lkdGgiOjAuMCwiSGVpZ2h0IjowLjAsIkJvcmRlclN0eWxlIjp7IiRpZCI6IjMzOTciLCJMaW5lQ29sb3IiOm51bGwsIkxpbmVXZWlnaHQiOjAuMCwiTGluZVR5cGUiOjAsIlBhcmVudFN0eWxlIjpudWxsfSwiUGFyZW50U3R5bGUiOm51bGx9LCJEYXRlRm9ybWF0Ijp7IiRpZCI6IjMzOTg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M5OSIsIkZvcm1hdCI6MCwiSXNWaXNpYmxlIjpmYWxzZSwiTGFzdEtub3duVmlzaWJpbGl0eVN0YXRlIjpmYWxzZX0sIklzVmlzaWJsZSI6dHJ1ZSwiVmFyaWFuY2VTdHlsZSI6eyIkaWQiOiIzNDAwIiwiVGV4dFN0eWxlIjp7IiRpZCI6IjM0MDEiLCJGb250U2V0dGluZ3MiOnsiJGlkIjoiMzQwMiIsIkZvbnRTaXplIjoxMCwiRm9udE5hbWUiOiJDYWxpYnJpIiwiSXNCb2xkIjpmYWxzZSwiSXNJdGFsaWMiOmZhbHNlLCJJc1VuZGVybGluZWQiOmZhbHNlLCJQYXJlbnRTdHlsZSI6bnVsbH0sIkF1dG9TaXplIjowLCJGb3JlZ3JvdW5kIjp7IiRpZCI6IjM0MDMiLCJDb2xvciI6eyIkaWQiOiIzN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0MDUiLCJUb3AiOjAuMCwiTGVmdCI6MC4wLCJSaWdodCI6MC4wLCJCb3R0b20iOjAuMH0sIlBhZGRpbmciOnsiJGlkIjoiMzQwNiIsIlRvcCI6MC4wLCJMZWZ0IjowLjAsIlJpZ2h0IjowLjAsIkJvdHRvbSI6MC4wfSwiQmFja2dyb3VuZCI6eyIkaWQiOiIzNDA3IiwiQ29sb3IiOnsiJGlkIjoiMzQwOCIsIkEiOjI1NSwiUiI6MCwiRyI6MCwiQiI6MH19LCJJc1Zpc2libGUiOnRydWUsIldpZHRoIjowLjAsIkhlaWdodCI6MC4wLCJCb3JkZXJTdHlsZSI6eyIkaWQiOiIzNDA5IiwiTGluZUNvbG9yIjpudWxsLCJMaW5lV2VpZ2h0IjowLjAsIkxpbmVUeXBlIjowLCJQYXJlbnRTdHlsZSI6bnVsbH0sIlBhcmVudFN0eWxlIjpudWxsfSwiUGFyZW50U3R5bGUiOm51bGx9LCJQYXJlbnRTdHlsZSI6bnVsbH0sIkRlZmF1bHRTd2ltbGFuZUFjdGl2aXR5U3R5bGUiOnsiJGlkIjoiMzQxMCIsIkhlYWRlclN0eWxlIjp7IiRpZCI6IjM0MTEiLCJUZXh0U3R5bGUiOnsiJGlkIjoiMzQxMiIsIkZvbnRTZXR0aW5ncyI6eyIkaWQiOiIzNDEzIiwiRm9udFNpemUiOjExLCJGb250TmFtZSI6IkNhbGlicmkiLCJJc0JvbGQiOmZhbHNlLCJJc0l0YWxpYyI6ZmFsc2UsIklzVW5kZXJsaW5lZCI6ZmFsc2UsIlBhcmVudFN0eWxlIjpudWxsfSwiQXV0b1NpemUiOjIsIkZvcmVncm91bmQiOnsiJGlkIjoiMzQxNCIsIkNvbG9yIjp7IiRpZCI6IjM0MTU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zNDE2IiwiVG9wIjowLjAsIkxlZnQiOjAuMCwiUmlnaHQiOjAuMCwiQm90dG9tIjowLjB9LCJQYWRkaW5nIjp7IiRpZCI6IjM0MTciLCJUb3AiOjAuMCwiTGVmdCI6MC4wLCJSaWdodCI6MC4wLCJCb3R0b20iOjAuMH0sIkJhY2tncm91bmQiOnsiJGlkIjoiMzQxOCIsIkNvbG9yIjp7IiRpZCI6IjM0MTkiLCJBIjoyNTUsIlIiOjY0LCJHIjo2NCwiQiI6NjR9fSwiSXNWaXNpYmxlIjp0cnVlLCJXaWR0aCI6MC4wLCJIZWlnaHQiOjAuMCwiQm9yZGVyU3R5bGUiOm51bGwsIlBhcmVudFN0eWxlIjpudWxsfSwiUmVjdGFuZ2xlU3R5bGUiOnsiJGlkIjoiMzQyMCIsIk1hcmdpbiI6eyIkaWQiOiIzNDIxIiwiVG9wIjowLjAsIkxlZnQiOjAuMCwiUmlnaHQiOjAuMCwiQm90dG9tIjowLjB9LCJQYWRkaW5nIjp7IiRpZCI6IjM0MjIiLCJUb3AiOjAuMCwiTGVmdCI6MC4wLCJSaWdodCI6MC4wLCJCb3R0b20iOjAuMH0sIkJhY2tncm91bmQiOnsiJGlkIjoiMzQyMyIsIkNvbG9yIjp7IiRpZCI6IjM0MjQiLCJBIjoxMjcsIlIiOjI1NSwiRyI6MTkyLCJCIjowfX0sIklzVmlzaWJsZSI6dHJ1ZSwiV2lkdGgiOjAuMCwiSGVpZ2h0IjowLjAsIkJvcmRlclN0eWxlIjp7IiRpZCI6IjM0MjUiLCJMaW5lQ29sb3IiOnsiJGlkIjoiMzQyNiIsIiR0eXBlIjoiTkxSRS5Db21tb24uRG9tLlNvbGlkQ29sb3JCcnVzaCwgTkxSRS5Db21tb24iLCJDb2xvciI6eyIkaWQiOiIzNDI3IiwiQSI6MjU1LCJSIjoyNTUsIkciOjI1NSwiQiI6MjU1fX0sIkxpbmVXZWlnaHQiOjAuMCwiTGluZVR5cGUiOjAsIlBhcmVudFN0eWxlIjpudWxsfSwiUGFyZW50U3R5bGUiOm51bGx9LCJNYXJnaW4iOnsiJGlkIjoiMzQyOCIsIlRvcCI6MC4wLCJMZWZ0IjowLjAsIlJpZ2h0IjowLjAsIkJvdHRvbSI6MC4wfSwiUGFkZGluZyI6eyIkaWQiOiIzNDI5IiwiVG9wIjowLjAsIkxlZnQiOjAuMCwiUmlnaHQiOjAuMCwiQm90dG9tIjowLjB9LCJCYWNrZ3JvdW5kIjpudWxsLCJJc1Zpc2libGUiOnRydWUsIldpZHRoIjowLjAsIkhlaWdodCI6MC4wLCJCb3JkZXJTdHlsZSI6bnVsbCwiUGFyZW50U3R5bGUiOm51bGx9LCJCYWNrZ3JvdW5kU3R5bGUiOnsiJGlkIjoiMzQzMCIsIk1hcmdpbiI6eyIkaWQiOiIzNDMxIiwiVG9wIjowLjAsIkxlZnQiOjAuMCwiUmlnaHQiOjAuMCwiQm90dG9tIjowLjB9LCJQYWRkaW5nIjp7IiRpZCI6IjM0MzIiLCJUb3AiOjAuMCwiTGVmdCI6MC4wLCJSaWdodCI6MC4wLCJCb3R0b20iOjAuMH0sIkJhY2tncm91bmQiOnsiJGlkIjoiMzQzMyIsIkNvbG9yIjp7IiRpZCI6IjM0MzQiLCJBIjo1MSwiUiI6MjAwLCJHIjoyMDAsIkIiOjIwMH19LCJJc1Zpc2libGUiOnRydWUsIldpZHRoIjowLjAsIkhlaWdodCI6MC4wLCJCb3JkZXJTdHlsZSI6eyIkaWQiOiIzNDM1IiwiTGluZUNvbG9yIjp7IiRpZCI6IjM0MzYiLCIkdHlwZSI6Ik5MUkUuQ29tbW9uLkRvbS5Tb2xpZENvbG9yQnJ1c2gsIE5MUkUuQ29tbW9uIiwiQ29sb3IiOnsiJGlkIjoiMzQzNyIsIkEiOjI1NSwiUiI6MjM0LCJHIjoyMiwiQiI6MzB9fSwiTGluZVdlaWdodCI6MC4wLCJMaW5lVHlwZSI6MCwiUGFyZW50U3R5bGUiOm51bGx9LCJQYXJlbnRTdHlsZSI6bnVsbH0sIk1hcmdpbiI6eyIkaWQiOiIzNDM4IiwiVG9wIjowLjAsIkxlZnQiOjAuMCwiUmlnaHQiOjAuMCwiQm90dG9tIjowLjB9LCJQYWRkaW5nIjp7IiRpZCI6IjM0MzkiLCJUb3AiOjAuMCwiTGVmdCI6MC4wLCJSaWdodCI6MC4wLCJCb3R0b20iOjAuMH0sIklzVmlzaWJsZSI6dHJ1ZSwiV2lkdGgiOjAuMCwiSGVpZ2h0IjowLjAsIkJvcmRlclN0eWxlIjp7IiRpZCI6IjM0NDAiLCJMaW5lQ29sb3IiOm51bGwsIkxpbmVXZWlnaHQiOjAuMCwiTGluZVR5cGUiOjAsIlBhcmVudFN0eWxlIjpudWxsfSwiUGFyZW50U3R5bGUiOm51bGx9LCJNYXJnaW4iOnsiJGlkIjoiMzQ0MSIsIlRvcCI6MC4wLCJMZWZ0IjowLjAsIlJpZ2h0IjowLjAsIkJvdHRvbSI6MC4wfSwiUGFkZGluZyI6eyIkaWQiOiIzNDQyIiwiVG9wIjowLjAsIkxlZnQiOjAuMCwiUmlnaHQiOjAuMCwiQm90dG9tIjowLjB9LCJJc1Zpc2libGUiOmZhbHNlLCJXaWR0aCI6MC4wLCJIZWlnaHQiOjAuMCwiQm9yZGVyU3R5bGUiOnsiJGlkIjoiMzQ0MyIsIkxpbmVDb2xvciI6bnVsbCwiTGluZVdlaWdodCI6MC4wLCJMaW5lVHlwZSI6MCwiUGFyZW50U3R5bGUiOm51bGx9LCJQYXJlbnRTdHlsZSI6bnVsbH19LHsiJGlkIjoiMzQ0NCIsIl9hY3Rpdml0aWVzIjpbeyIkaWQiOiIzNDQ1IiwiX3Jvd3MiOlt7IiRpZCI6IjM0NDYiLCJfdGFza3MiOlt7IiRpZCI6IjM0NDciLCJfYXR0YWNoZWRNaWxlc3RvbmVzIjpbXSwiVGFza0RlZmluaXRpb24iOnsiJGlkIjoiMzQ0OCIsIkdyb3VwTmFtZSI6bnVsbCwiU3RhcnREYXRlIjoiMjAyNy0xMC0yNVQwMDowMDowMFoiLCJFbmREYXRlIjoiMjAyNy0xMi0zMVQyMzo1OTowMFoiLCJQZXJjZW50YWdlQ29tcGxldGUiOm51bGwsIlN0eWxlIjp7IiRpZCI6IjM0NDkiLCJTaGFwZSI6MSwiU2hhcGVUaGlja25lc3MiOjAsIkR1cmF0aW9uRm9ybWF0IjowLCJJbmNsdWRlTm9uV29ya2luZ0RheXNJbkR1cmF0aW9uIjpmYWxzZSwiUGVyY2VudGFnZUNvbXBsZXRlU3R5bGUiOnsiJGlkIjoiMzQ1MCIsIkZvbnRTZXR0aW5ncyI6eyIkaWQiOiIzNDUxIiwiRm9udFNpemUiOjEwLCJGb250TmFtZSI6IkNhbGlicmkiLCJJc0JvbGQiOmZhbHNlLCJJc0l0YWxpYyI6ZmFsc2UsIklzVW5kZXJsaW5lZCI6ZmFsc2UsIlBhcmVudFN0eWxlIjpudWxsfSwiQXV0b1NpemUiOjAsIkZvcmVncm91bmQiOnsiJGlkIjoiMzQ1MiIsIkNvbG9yIjp7IiRpZCI6IjM0NTM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Q1NCIsIlRvcCI6MC4wLCJMZWZ0IjowLjAsIlJpZ2h0IjowLjAsIkJvdHRvbSI6MC4wfSwiUGFkZGluZyI6eyIkaWQiOiIzNDU1IiwiVG9wIjowLjAsIkxlZnQiOjAuMCwiUmlnaHQiOjAuMCwiQm90dG9tIjowLjB9LCJCYWNrZ3JvdW5kIjp7IiRpZCI6IjM0NTYiLCJDb2xvciI6eyIkaWQiOiIzNDU3IiwiQSI6ODksIlIiOjAsIkciOjAsIkIiOjB9fSwiSXNWaXNpYmxlIjp0cnVlLCJXaWR0aCI6MC4wLCJIZWlnaHQiOjAuMCwiQm9yZGVyU3R5bGUiOnsiJGlkIjoiMzQ1OCIsIkxpbmVDb2xvciI6bnVsbCwiTGluZVdlaWdodCI6MC4wLCJMaW5lVHlwZSI6MCwiUGFyZW50U3R5bGUiOm51bGx9LCJQYXJlbnRTdHlsZSI6bnVsbH0sIkR1cmF0aW9uU3R5bGUiOnsiJGlkIjoiMzQ1OSIsIkZvbnRTZXR0aW5ncyI6eyIkaWQiOiIzNDYwIiwiRm9udFNpemUiOjEwLCJGb250TmFtZSI6IkNhbGlicmkiLCJJc0JvbGQiOmZhbHNlLCJJc0l0YWxpYyI6ZmFsc2UsIklzVW5kZXJsaW5lZCI6ZmFsc2UsIlBhcmVudFN0eWxlIjpudWxsfSwiQXV0b1NpemUiOjAsIkZvcmVncm91bmQiOnsiJGlkIjoiMzQ2MSIsIkNvbG9yIjp7IiRpZCI6IjM0NjI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0NjMiLCJUb3AiOjAuMCwiTGVmdCI6MC4wLCJSaWdodCI6MC4wLCJCb3R0b20iOjAuMH0sIlBhZGRpbmciOnsiJGlkIjoiMzQ2NCIsIlRvcCI6MC4wLCJMZWZ0IjowLjAsIlJpZ2h0IjowLjAsIkJvdHRvbSI6MC4wfSwiQmFja2dyb3VuZCI6eyIkaWQiOiIzNDY1IiwiQ29sb3IiOnsiJGlkIjoiMzQ2NiIsIkEiOjI1NSwiUiI6NjgsIkciOjg0LCJCIjoxMDZ9fSwiSXNWaXNpYmxlIjp0cnVlLCJXaWR0aCI6MC4wLCJIZWlnaHQiOjAuMCwiQm9yZGVyU3R5bGUiOnsiJGlkIjoiMzQ2NyIsIkxpbmVDb2xvciI6bnVsbCwiTGluZVdlaWdodCI6MC4wLCJMaW5lVHlwZSI6MCwiUGFyZW50U3R5bGUiOm51bGx9LCJQYXJlbnRTdHlsZSI6bnVsbH0sIkhvcml6b250YWxDb25uZWN0b3JTdHlsZSI6eyIkaWQiOiIzNDY4IiwiTGluZUNvbG9yIjp7IiRpZCI6IjM0NjkiLCIkdHlwZSI6Ik5MUkUuQ29tbW9uLkRvbS5Tb2xpZENvbG9yQnJ1c2gsIE5MUkUuQ29tbW9uIiwiQ29sb3IiOnsiJGlkIjoiMzQ3MCIsIkEiOjI1NSwiUiI6MCwiRyI6MCwiQiI6MH19LCJMaW5lV2VpZ2h0IjowLjAsIkxpbmVUeXBlIjowLCJQYXJlbnRTdHlsZSI6bnVsbH0sIlZlcnRpY2FsQ29ubmVjdG9yU3R5bGUiOnsiJGlkIjoiMzQ3MSIsIkxpbmVDb2xvciI6eyIkaWQiOiIzNDcyIiwiJHR5cGUiOiJOTFJFLkNvbW1vbi5Eb20uU29saWRDb2xvckJydXNoLCBOTFJFLkNvbW1vbiIsIkNvbG9yIjp7IiRpZCI6IjM0NzM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0NzQiLCJTaGFwZVN0eWxlIjp7IiRpZCI6IjM0NzUiLCJNYXJnaW4iOnsiJGlkIjoiMzQ3NiIsIlRvcCI6MC4wLCJMZWZ0IjowLjAsIlJpZ2h0IjowLjAsIkJvdHRvbSI6MC4wfSwiUGFkZGluZyI6eyIkaWQiOiIzNDc3IiwiVG9wIjowLjAsIkxlZnQiOjAuMCwiUmlnaHQiOjAuMCwiQm90dG9tIjowLjB9LCJCYWNrZ3JvdW5kIjp7IiRpZCI6IjM0NzgiLCJDb2xvciI6eyIkaWQiOiIzNDc5IiwiQSI6MTUzLCJSIjowLCJHIjowLCJCIjowfX0sIklzVmlzaWJsZSI6dHJ1ZSwiV2lkdGgiOjAuMCwiSGVpZ2h0IjowLjAsIkJvcmRlclN0eWxlIjpudWxsLCJQYXJlbnRTdHlsZSI6bnVsbH0sIk1hcmdpbiI6eyIkaWQiOiIzNDgwIiwiVG9wIjowLjAsIkxlZnQiOjAuMCwiUmlnaHQiOjAuMCwiQm90dG9tIjowLjB9LCJQYWRkaW5nIjp7IiRpZCI6IjM0ODEiLCJUb3AiOjAuMCwiTGVmdCI6MC4wLCJSaWdodCI6MC4wLCJCb3R0b20iOjAuMH0sIkJhY2tncm91bmQiOm51bGwsIklzVmlzaWJsZSI6dHJ1ZSwiV2lkdGgiOjAuMCwiSGVpZ2h0IjowLjAsIkJvcmRlclN0eWxlIjpudWxsLCJQYXJlbnRTdHlsZSI6bnVsbH0sIlNoYXBlU3R5bGUiOnsiJGlkIjoiMzQ4MiIsIk1hcmdpbiI6eyIkaWQiOiIzNDgzIiwiVG9wIjowLjAsIkxlZnQiOjQuMCwiUmlnaHQiOjQuMCwiQm90dG9tIjowLjB9LCJQYWRkaW5nIjp7IiRpZCI6IjM0ODQiLCJUb3AiOjAuMCwiTGVmdCI6MC4wLCJSaWdodCI6MC4wLCJCb3R0b20iOjAuMH0sIkJhY2tncm91bmQiOnsiJGlkIjoiMzQ4NSIsIkNvbG9yIjp7IiRpZCI6IjM0ODYiLCJBIjoyNTUsIlIiOjExMiwiRyI6MTczLCJCIjo3MX19LCJJc1Zpc2libGUiOnRydWUsIldpZHRoIjowLjAsIkhlaWdodCI6MTAuMCwiQm9yZGVyU3R5bGUiOnsiJGlkIjoiMzQ4NyIsIkxpbmVDb2xvciI6eyIkaWQiOiIzNDg4IiwiJHR5cGUiOiJOTFJFLkNvbW1vbi5Eb20uU29saWRDb2xvckJydXNoLCBOTFJFLkNvbW1vbiIsIkNvbG9yIjp7IiRpZCI6IjM0ODkiLCJBIjoyNTUsIlIiOjIzNCwiRyI6MjIsIkIiOjMwfX0sIkxpbmVXZWlnaHQiOjAuMCwiTGluZVR5cGUiOjAsIlBhcmVudFN0eWxlIjpudWxsfSwiUGFyZW50U3R5bGUiOm51bGx9LCJUaXRsZVN0eWxlIjp7IiRpZCI6IjM0OTAiLCJGb250U2V0dGluZ3MiOnsiJGlkIjoiMzQ5MSIsIkZvbnRTaXplIjoxMSwiRm9udE5hbWUiOiJUaXRpbGxpdW0gV2ViIiwiSXNCb2xkIjpmYWxzZSwiSXNJdGFsaWMiOmZhbHNlLCJJc1VuZGVybGluZWQiOmZhbHNlLCJQYXJlbnRTdHlsZSI6bnVsbH0sIkF1dG9TaXplIjowLCJGb3JlZ3JvdW5kIjp7IiRpZCI6IjM0OTIiLCJDb2xvciI6eyIkaWQiOiIzNDk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0OTQiLCJUb3AiOjAuMCwiTGVmdCI6MC4wLCJSaWdodCI6MC4wLCJCb3R0b20iOjAuMH0sIlBhZGRpbmciOnsiJGlkIjoiMzQ5NSIsIlRvcCI6MC4wLCJMZWZ0IjowLjAsIlJpZ2h0IjowLjAsIkJvdHRvbSI6MC4wfSwiQmFja2dyb3VuZCI6eyIkaWQiOiIzNDk2IiwiQ29sb3IiOnsiJGlkIjoiMzQ5NyIsIkEiOjAsIlIiOjI1NSwiRyI6MjU1LCJCIjoyNTV9fSwiSXNWaXNpYmxlIjp0cnVlLCJXaWR0aCI6MC4wLCJIZWlnaHQiOjAuMCwiQm9yZGVyU3R5bGUiOnsiJGlkIjoiMzQ5OCIsIkxpbmVDb2xvciI6bnVsbCwiTGluZVdlaWdodCI6MC4wLCJMaW5lVHlwZSI6MCwiUGFyZW50U3R5bGUiOm51bGx9LCJQYXJlbnRTdHlsZSI6bnVsbH0sIkRhdGVTdHlsZSI6eyIkaWQiOiIzNDk5IiwiRm9udFNldHRpbmdzIjp7IiRpZCI6IjM1MDAiLCJGb250U2l6ZSI6MTAsIkZvbnROYW1lIjoiVGl0aWxsaXVtIFdlYiIsIklzQm9sZCI6ZmFsc2UsIklzSXRhbGljIjpmYWxzZSwiSXNVbmRlcmxpbmVkIjpmYWxzZSwiUGFyZW50U3R5bGUiOm51bGx9LCJBdXRvU2l6ZSI6MCwiRm9yZWdyb3VuZCI6eyIkaWQiOiIzNTAxIiwiQ29sb3IiOnsiJGlkIjoiMzUw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NTAzIiwiVG9wIjowLjAsIkxlZnQiOjAuMCwiUmlnaHQiOjAuMCwiQm90dG9tIjowLjB9LCJQYWRkaW5nIjp7IiRpZCI6IjM1MDQiLCJUb3AiOjAuMCwiTGVmdCI6MC4wLCJSaWdodCI6MC4wLCJCb3R0b20iOjAuMH0sIkJhY2tncm91bmQiOnsiJGlkIjoiMzUwNSIsIkNvbG9yIjp7IiRpZCI6IjM1MDYiLCJBIjowLCJSIjoyNTUsIkciOjI1NSwiQiI6MjU1fX0sIklzVmlzaWJsZSI6dHJ1ZSwiV2lkdGgiOjAuMCwiSGVpZ2h0IjowLjAsIkJvcmRlclN0eWxlIjp7IiRpZCI6IjM1MDciLCJMaW5lQ29sb3IiOm51bGwsIkxpbmVXZWlnaHQiOjAuMCwiTGluZVR5cGUiOjAsIlBhcmVudFN0eWxlIjpudWxsfSwiUGFyZW50U3R5bGUiOm51bGx9LCJEYXRlRm9ybWF0Ijp7IiRpZCI6IjM1M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UwOSIsIkZvcm1hdCI6MCwiSXNWaXNpYmxlIjpmYWxzZSwiTGFzdEtub3duVmlzaWJpbGl0eVN0YXRlIjpmYWxzZX0sIklzVmlzaWJsZSI6dHJ1ZSwiVmFyaWFuY2VTdHlsZSI6eyIkaWQiOiIzNTEwIiwiVGV4dFN0eWxlIjp7IiRpZCI6IjM1MTEiLCJGb250U2V0dGluZ3MiOnsiJGlkIjoiMzUxMiIsIkZvbnRTaXplIjoxMCwiRm9udE5hbWUiOiJDYWxpYnJpIiwiSXNCb2xkIjpmYWxzZSwiSXNJdGFsaWMiOmZhbHNlLCJJc1VuZGVybGluZWQiOmZhbHNlLCJQYXJlbnRTdHlsZSI6bnVsbH0sIkF1dG9TaXplIjowLCJGb3JlZ3JvdW5kIjp7IiRpZCI6IjM1MTMiLCJDb2xvciI6eyIkaWQiOiIzNTE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1MTUiLCJUb3AiOjAuMCwiTGVmdCI6MC4wLCJSaWdodCI6MC4wLCJCb3R0b20iOjAuMH0sIlBhZGRpbmciOnsiJGlkIjoiMzUxNiIsIlRvcCI6MC4wLCJMZWZ0IjowLjAsIlJpZ2h0IjowLjAsIkJvdHRvbSI6MC4wfSwiQmFja2dyb3VuZCI6eyIkaWQiOiIzNTE3IiwiQ29sb3IiOnsiJGlkIjoiMzUxOCIsIkEiOjI1NSwiUiI6MCwiRyI6MCwiQiI6MH19LCJJc1Zpc2libGUiOnRydWUsIldpZHRoIjowLjAsIkhlaWdodCI6MC4wLCJCb3JkZXJTdHlsZSI6eyIkaWQiOiIzNTE5IiwiTGluZUNvbG9yIjpudWxsLCJMaW5lV2VpZ2h0IjowLjAsIkxpbmVUeXBlIjowLCJQYXJlbnRTdHlsZSI6bnVsbH0sIlBhcmVudFN0eWxlIjpudWxsfSwiUGFyZW50U3R5bGUiOm51bGx9LCJQYXJlbnRTdHlsZSI6bnVsbH0sIkluZGV4IjoyMywiU21hcnREdXJhdGlvbkFjdGl2YXRlZCI6ZmFsc2UsIkRhdGVGb3JtYXQiOnsiJHJlZiI6IjM1MDgifSwiV2Vla051bWJlcmluZyI6eyIkaWQiOiIzNTIwIiwiRm9ybWF0IjowLCJJc1Zpc2libGUiOmZhbHNlLCJMYXN0S25vd25WaXNpYmlsaXR5U3RhdGUiOmZhbHNlfSwiQmFzZWxpbmVEYXRhIjp7IiRpZCI6IjM1MjEiLCJTdGFydERhdGUiOiIyMDI3LTEwLTI1VDAwOjAwOjAwIiwiRW5kRGF0ZSI6IjIwMjctMTItMzFUMjM6NTk6MDAifSwiSWQiOiI5YzEyZjhlMi03OGU4LTRhODgtYjFiNi1mZDUwNzdiOTY1ODUiLCJJbXBvcnRJZCI6bnVsbCwiVGl0bGUiOiJQcm9kdWNjacOzbiAoUTMgMjAyNykiLCJOb3RlIjpudWxsLCJIeXBlcmxpbmsiOnsiJGlkIjoiMzUyMiIsIkFkZHJlc3MiOiIiLCJTdWJBZGRyZXNzIjoiIn0sIklzQ2hhbmdlZCI6ZmFsc2UsIklzTmV3IjpmYWxzZX19XSwiX21pbGVzdG9uZXMiOltdLCJJZCI6IjAwMDAwMDAwLTAwMDAtMDAwMC0wMDAwLTAwMDAwMDAwMDAwMCIsIklzU2luZ2xlSXRlbVJvdyI6dHJ1ZX1dLCJJbmRleCI6MjIsIklkIjoiYjBkODIwNjQtM2Y5Yi00ODg4LWJmNjgtZGY4NTg2NDkxODI4IiwiSGVhZGVyVGV4dCI6bnVsbCwiSXNEZWZhdWx0Ijp0cnVlLCJTdHlsZSI6eyIkaWQiOiIzNTIzIiwiSGVhZGVyU3R5bGUiOnsiJGlkIjoiMzUyNCIsIlRleHRTdHlsZSI6eyIkaWQiOiIzNTI1IiwiRm9udFNldHRpbmdzIjp7IiRpZCI6IjM1MjYiLCJGb250U2l6ZSI6MTEsIkZvbnROYW1lIjoiQ2FsaWJyaSIsIklzQm9sZCI6ZmFsc2UsIklzSXRhbGljIjpmYWxzZSwiSXNVbmRlcmxpbmVkIjpmYWxzZSwiUGFyZW50U3R5bGUiOm51bGx9LCJBdXRvU2l6ZSI6MiwiRm9yZWdyb3VuZCI6eyIkaWQiOiIzNTI3IiwiQ29sb3IiOnsiJGlkIjoiMzUy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1MjkiLCJUb3AiOjAuMCwiTGVmdCI6MC4wLCJSaWdodCI6MC4wLCJCb3R0b20iOjAuMH0sIlBhZGRpbmciOnsiJGlkIjoiMzUzMCIsIlRvcCI6MC4wLCJMZWZ0IjowLjAsIlJpZ2h0IjowLjAsIkJvdHRvbSI6MC4wfSwiQmFja2dyb3VuZCI6eyIkaWQiOiIzNTMxIiwiQ29sb3IiOnsiJGlkIjoiMzUzMiIsIkEiOjI1NSwiUiI6NjQsIkciOjY0LCJCIjo2NH19LCJJc1Zpc2libGUiOnRydWUsIldpZHRoIjowLjAsIkhlaWdodCI6MC4wLCJCb3JkZXJTdHlsZSI6bnVsbCwiUGFyZW50U3R5bGUiOm51bGx9LCJSZWN0YW5nbGVTdHlsZSI6eyIkaWQiOiIzNTMzIiwiTWFyZ2luIjp7IiRpZCI6IjM1MzQiLCJUb3AiOjAuMCwiTGVmdCI6MC4wLCJSaWdodCI6MC4wLCJCb3R0b20iOjAuMH0sIlBhZGRpbmciOnsiJGlkIjoiMzUzNSIsIlRvcCI6MC4wLCJMZWZ0IjowLjAsIlJpZ2h0IjowLjAsIkJvdHRvbSI6MC4wfSwiQmFja2dyb3VuZCI6eyIkaWQiOiIzNTM2IiwiQ29sb3IiOnsiJGlkIjoiMzUzNyIsIkEiOjEyNywiUiI6MTEyLCJHIjoxNzMsIkIiOjcxfX0sIklzVmlzaWJsZSI6dHJ1ZSwiV2lkdGgiOjAuMCwiSGVpZ2h0IjowLjAsIkJvcmRlclN0eWxlIjp7IiRpZCI6IjM1MzgiLCJMaW5lQ29sb3IiOnsiJGlkIjoiMzUzOSIsIiR0eXBlIjoiTkxSRS5Db21tb24uRG9tLlNvbGlkQ29sb3JCcnVzaCwgTkxSRS5Db21tb24iLCJDb2xvciI6eyIkaWQiOiIzNTQwIiwiQSI6MjU1LCJSIjoyNTUsIkciOjI1NSwiQiI6MjU1fX0sIkxpbmVXZWlnaHQiOjAuMCwiTGluZVR5cGUiOjAsIlBhcmVudFN0eWxlIjpudWxsfSwiUGFyZW50U3R5bGUiOm51bGx9LCJNYXJnaW4iOnsiJGlkIjoiMzU0MSIsIlRvcCI6MC4wLCJMZWZ0IjowLjAsIlJpZ2h0IjowLjAsIkJvdHRvbSI6MC4wfSwiUGFkZGluZyI6eyIkaWQiOiIzNTQyIiwiVG9wIjowLjAsIkxlZnQiOjAuMCwiUmlnaHQiOjAuMCwiQm90dG9tIjowLjB9LCJCYWNrZ3JvdW5kIjpudWxsLCJJc1Zpc2libGUiOnRydWUsIldpZHRoIjowLjAsIkhlaWdodCI6MC4wLCJCb3JkZXJTdHlsZSI6bnVsbCwiUGFyZW50U3R5bGUiOm51bGx9LCJCYWNrZ3JvdW5kU3R5bGUiOnsiJGlkIjoiMzU0MyIsIk1hcmdpbiI6eyIkaWQiOiIzNTQ0IiwiVG9wIjowLjAsIkxlZnQiOjAuMCwiUmlnaHQiOjAuMCwiQm90dG9tIjowLjB9LCJQYWRkaW5nIjp7IiRpZCI6IjM1NDUiLCJUb3AiOjAuMCwiTGVmdCI6MC4wLCJSaWdodCI6MC4wLCJCb3R0b20iOjAuMH0sIkJhY2tncm91bmQiOnsiJGlkIjoiMzU0NiIsIkNvbG9yIjp7IiRpZCI6IjM1NDciLCJBIjo1MSwiUiI6MjAwLCJHIjoyMDAsIkIiOjIwMH19LCJJc1Zpc2libGUiOnRydWUsIldpZHRoIjowLjAsIkhlaWdodCI6MC4wLCJCb3JkZXJTdHlsZSI6eyIkaWQiOiIzNTQ4IiwiTGluZUNvbG9yIjp7IiRpZCI6IjM1NDkiLCIkdHlwZSI6Ik5MUkUuQ29tbW9uLkRvbS5Tb2xpZENvbG9yQnJ1c2gsIE5MUkUuQ29tbW9uIiwiQ29sb3IiOnsiJGlkIjoiMzU1MCIsIkEiOjI1NSwiUiI6MjM0LCJHIjoyMiwiQiI6MzB9fSwiTGluZVdlaWdodCI6MC4wLCJMaW5lVHlwZSI6MCwiUGFyZW50U3R5bGUiOm51bGx9LCJQYXJlbnRTdHlsZSI6bnVsbH0sIk1hcmdpbiI6eyIkaWQiOiIzNTUxIiwiVG9wIjowLjAsIkxlZnQiOjAuMCwiUmlnaHQiOjAuMCwiQm90dG9tIjowLjB9LCJQYWRkaW5nIjp7IiRpZCI6IjM1NTIiLCJUb3AiOjAuMCwiTGVmdCI6MC4wLCJSaWdodCI6MC4wLCJCb3R0b20iOjAuMH0sIklzVmlzaWJsZSI6dHJ1ZSwiV2lkdGgiOjAuMCwiSGVpZ2h0IjowLjAsIkJvcmRlclN0eWxlIjp7IiRpZCI6IjM1NTMiLCJMaW5lQ29sb3IiOm51bGwsIkxpbmVXZWlnaHQiOjAuMCwiTGluZVR5cGUiOjAsIlBhcmVudFN0eWxlIjpudWxsfSwiUGFyZW50U3R5bGUiOm51bGx9fV0sIklkIjoiNjg4MzE2ODgtNjZjZi00Nzk4LWFjNGEtMzdlN2Y4ZjlhODliIiwiSW5kZXgiOjIyLCJIZWFkZXJUZXh0IjoiR0EiLCJTdHlsZSI6eyIkaWQiOiIzNTU0IiwiU3R5bGVJZCI6ImIyNGY4MDQ1LWY2OWItNGE0My04MjlmLWE1NjUwM2ZkY2Q2OSIsIkhlYWRlclN0eWxlIjp7IiRpZCI6IjM1NTUiLCJUZXh0SXNWZXJ0aWNhbCI6ZmFsc2UsIlRleHRTdHlsZSI6eyIkaWQiOiIzNTU2IiwiRm9udFNldHRpbmdzIjp7IiRpZCI6IjM1NTciLCJGb250U2l6ZSI6MTEsIkZvbnROYW1lIjoiVGl0aWxsaXVtIFdlYiIsIklzQm9sZCI6ZmFsc2UsIklzSXRhbGljIjpmYWxzZSwiSXNVbmRlcmxpbmVkIjpmYWxzZSwiUGFyZW50U3R5bGUiOm51bGx9LCJBdXRvU2l6ZSI6MiwiRm9yZWdyb3VuZCI6eyIkaWQiOiIzNTU4IiwiQ29sb3IiOnsiJGlkIjoiMzU1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1NjAiLCJUb3AiOjAuMCwiTGVmdCI6MC4wLCJSaWdodCI6MC4wLCJCb3R0b20iOjAuMH0sIlBhZGRpbmciOnsiJGlkIjoiMzU2MSIsIlRvcCI6MC4wLCJMZWZ0IjowLjAsIlJpZ2h0IjowLjAsIkJvdHRvbSI6MC4wfSwiQmFja2dyb3VuZCI6eyIkaWQiOiIzNTYyIiwiQ29sb3IiOnsiJGlkIjoiMzU2MyIsIkEiOjI1NSwiUiI6MjU1LCJHIjoyNTUsIkIiOjI1NX19LCJJc1Zpc2libGUiOnRydWUsIldpZHRoIjowLjAsIkhlaWdodCI6MC4wLCJCb3JkZXJTdHlsZSI6bnVsbCwiUGFyZW50U3R5bGUiOm51bGx9LCJSZWN0YW5nbGVTdHlsZSI6eyIkaWQiOiIzNTY0IiwiTWFyZ2luIjp7IiRpZCI6IjM1NjUiLCJUb3AiOjAuMCwiTGVmdCI6MC4wLCJSaWdodCI6MC4wLCJCb3R0b20iOjAuMH0sIlBhZGRpbmciOnsiJGlkIjoiMzU2NiIsIlRvcCI6MC4wLCJMZWZ0IjowLjAsIlJpZ2h0IjowLjAsIkJvdHRvbSI6MC4wfSwiQmFja2dyb3VuZCI6eyIkaWQiOiIzNTY3IiwiQ29sb3IiOnsiJGlkIjoiMzU2OCIsIkEiOjI1NSwiUiI6MTEyLCJHIjoxNzMsIkIiOjcxfX0sIklzVmlzaWJsZSI6dHJ1ZSwiV2lkdGgiOjAuMCwiSGVpZ2h0IjowLjAsIkJvcmRlclN0eWxlIjp7IiRpZCI6IjM1NjkiLCJMaW5lQ29sb3IiOnsiJGlkIjoiMzU3MCIsIiR0eXBlIjoiTkxSRS5Db21tb24uRG9tLlNvbGlkQ29sb3JCcnVzaCwgTkxSRS5Db21tb24iLCJDb2xvciI6eyIkaWQiOiIzNTcxIiwiQSI6MjU1LCJSIjoyNTUsIkciOjI1NSwiQiI6MjU1fX0sIkxpbmVXZWlnaHQiOjAuMCwiTGluZVR5cGUiOjAsIlBhcmVudFN0eWxlIjpudWxsfSwiUGFyZW50U3R5bGUiOm51bGx9LCJNYXJnaW4iOnsiJGlkIjoiMzU3MiIsIlRvcCI6MC4wLCJMZWZ0IjowLjAsIlJpZ2h0IjowLjAsIkJvdHRvbSI6MC4wfSwiUGFkZGluZyI6eyIkaWQiOiIzNTczIiwiVG9wIjowLjAsIkxlZnQiOjAuMCwiUmlnaHQiOjAuMCwiQm90dG9tIjowLjB9LCJCYWNrZ3JvdW5kIjpudWxsLCJJc1Zpc2libGUiOnRydWUsIldpZHRoIjowLjAsIkhlaWdodCI6MC4wLCJCb3JkZXJTdHlsZSI6bnVsbCwiUGFyZW50U3R5bGUiOm51bGx9LCJCYWNrZ3JvdW5kU3R5bGUiOnsiJGlkIjoiMzU3NCIsIk1hcmdpbiI6eyIkaWQiOiIzNTc1IiwiVG9wIjowLjAsIkxlZnQiOjAuMCwiUmlnaHQiOjAuMCwiQm90dG9tIjowLjB9LCJQYWRkaW5nIjp7IiRpZCI6IjM1NzYiLCJUb3AiOjAuMCwiTGVmdCI6MC4wLCJSaWdodCI6MC4wLCJCb3R0b20iOjAuMH0sIkJhY2tncm91bmQiOnsiJGlkIjoiMzU3NyIsIkNvbG9yIjp7IiRpZCI6IjM1NzgiLCJBIjo1MSwiUiI6MjAwLCJHIjoyMDAsIkIiOjIwMH19LCJJc1Zpc2libGUiOnRydWUsIldpZHRoIjowLjAsIkhlaWdodCI6MC4wLCJCb3JkZXJTdHlsZSI6eyIkaWQiOiIzNTc5IiwiTGluZUNvbG9yIjp7IiRpZCI6IjM1ODAiLCIkdHlwZSI6Ik5MUkUuQ29tbW9uLkRvbS5Tb2xpZENvbG9yQnJ1c2gsIE5MUkUuQ29tbW9uIiwiQ29sb3IiOnsiJGlkIjoiMzU4MSIsIkEiOjI1NSwiUiI6MjM0LCJHIjoyMiwiQiI6MzB9fSwiTGluZVdlaWdodCI6MC4wLCJMaW5lVHlwZSI6MCwiUGFyZW50U3R5bGUiOm51bGx9LCJQYXJlbnRTdHlsZSI6bnVsbH0sIklzQWJvdmVUaW1lYmFuZCI6ZmFsc2UsIlNwYWNpbmciOjIsIkRlZmF1bHRTd2ltbGFuZVRhc2tTdHlsZSI6eyIkaWQiOiIzNTgyIiwiJHR5cGUiOiJOTFJFLkNvbW1vbi5Eb20uU3R5bGVzLkV4cGxpY2l0U2V0YWJsZVRhc2tTdHlsZSwgTkxSRS5Db21tb24iLCJTaGFwZSI6MSwiU2hhcGVUaGlja25lc3MiOjAsIkR1cmF0aW9uRm9ybWF0IjowLCJJbmNsdWRlTm9uV29ya2luZ0RheXNJbkR1cmF0aW9uIjpmYWxzZSwiUGVyY2VudGFnZUNvbXBsZXRlU3R5bGUiOnsiJGlkIjoiMzU4MyIsIkZvbnRTZXR0aW5ncyI6eyIkaWQiOiIzNTg0IiwiRm9udFNpemUiOjEwLCJGb250TmFtZSI6IkNhbGlicmkiLCJJc0JvbGQiOmZhbHNlLCJJc0l0YWxpYyI6ZmFsc2UsIklzVW5kZXJsaW5lZCI6ZmFsc2UsIlBhcmVudFN0eWxlIjpudWxsfSwiQXV0b1NpemUiOjAsIkZvcmVncm91bmQiOnsiJGlkIjoiMzU4NSIsIkNvbG9yIjp7IiRpZCI6IjM1ODY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U4NyIsIlRvcCI6MC4wLCJMZWZ0IjowLjAsIlJpZ2h0IjowLjAsIkJvdHRvbSI6MC4wfSwiUGFkZGluZyI6eyIkaWQiOiIzNTg4IiwiVG9wIjowLjAsIkxlZnQiOjAuMCwiUmlnaHQiOjAuMCwiQm90dG9tIjowLjB9LCJCYWNrZ3JvdW5kIjp7IiRpZCI6IjM1ODkiLCJDb2xvciI6eyIkaWQiOiIzNTkwIiwiQSI6ODksIlIiOjAsIkciOjAsIkIiOjB9fSwiSXNWaXNpYmxlIjp0cnVlLCJXaWR0aCI6MC4wLCJIZWlnaHQiOjAuMCwiQm9yZGVyU3R5bGUiOnsiJGlkIjoiMzU5MSIsIkxpbmVDb2xvciI6bnVsbCwiTGluZVdlaWdodCI6MC4wLCJMaW5lVHlwZSI6MCwiUGFyZW50U3R5bGUiOm51bGx9LCJQYXJlbnRTdHlsZSI6bnVsbH0sIkR1cmF0aW9uU3R5bGUiOnsiJGlkIjoiMzU5MiIsIkZvbnRTZXR0aW5ncyI6eyIkaWQiOiIzNTkzIiwiRm9udFNpemUiOjEwLCJGb250TmFtZSI6IkNhbGlicmkiLCJJc0JvbGQiOmZhbHNlLCJJc0l0YWxpYyI6ZmFsc2UsIklzVW5kZXJsaW5lZCI6ZmFsc2UsIlBhcmVudFN0eWxlIjpudWxsfSwiQXV0b1NpemUiOjAsIkZvcmVncm91bmQiOnsiJGlkIjoiMzU5NCIsIkNvbG9yIjp7IiRpZCI6IjM1OTU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1OTYiLCJUb3AiOjAuMCwiTGVmdCI6MC4wLCJSaWdodCI6MC4wLCJCb3R0b20iOjAuMH0sIlBhZGRpbmciOnsiJGlkIjoiMzU5NyIsIlRvcCI6MC4wLCJMZWZ0IjowLjAsIlJpZ2h0IjowLjAsIkJvdHRvbSI6MC4wfSwiQmFja2dyb3VuZCI6eyIkaWQiOiIzNTk4IiwiQ29sb3IiOnsiJGlkIjoiMzU5OSIsIkEiOjI1NSwiUiI6NjgsIkciOjg0LCJCIjoxMDZ9fSwiSXNWaXNpYmxlIjp0cnVlLCJXaWR0aCI6MC4wLCJIZWlnaHQiOjAuMCwiQm9yZGVyU3R5bGUiOnsiJGlkIjoiMzYwMCIsIkxpbmVDb2xvciI6bnVsbCwiTGluZVdlaWdodCI6MC4wLCJMaW5lVHlwZSI6MCwiUGFyZW50U3R5bGUiOm51bGx9LCJQYXJlbnRTdHlsZSI6bnVsbH0sIkhvcml6b250YWxDb25uZWN0b3JTdHlsZSI6eyIkaWQiOiIzNjAxIiwiTGluZUNvbG9yIjp7IiRpZCI6IjM2MDIiLCIkdHlwZSI6Ik5MUkUuQ29tbW9uLkRvbS5Tb2xpZENvbG9yQnJ1c2gsIE5MUkUuQ29tbW9uIiwiQ29sb3IiOnsiJGlkIjoiMzYwMyIsIkEiOjI1NSwiUiI6MCwiRyI6MCwiQiI6MH19LCJMaW5lV2VpZ2h0IjowLjAsIkxpbmVUeXBlIjowLCJQYXJlbnRTdHlsZSI6bnVsbH0sIlZlcnRpY2FsQ29ubmVjdG9yU3R5bGUiOnsiJGlkIjoiMzYwNCIsIkxpbmVDb2xvciI6eyIkaWQiOiIzNjA1IiwiJHR5cGUiOiJOTFJFLkNvbW1vbi5Eb20uU29saWRDb2xvckJydXNoLCBOTFJFLkNvbW1vbiIsIkNvbG9yIjp7IiRpZCI6IjM2MDY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zNjA3IiwiU2hhcGVTdHlsZSI6eyIkaWQiOiIzNjA4IiwiTWFyZ2luIjp7IiRpZCI6IjM2MDkiLCJUb3AiOjAuMCwiTGVmdCI6MC4wLCJSaWdodCI6MC4wLCJCb3R0b20iOjAuMH0sIlBhZGRpbmciOnsiJGlkIjoiMzYxMCIsIlRvcCI6MC4wLCJMZWZ0IjowLjAsIlJpZ2h0IjowLjAsIkJvdHRvbSI6MC4wfSwiQmFja2dyb3VuZCI6eyIkaWQiOiIzNjExIiwiQ29sb3IiOnsiJGlkIjoiMzYxMiIsIkEiOjE1MywiUiI6MCwiRyI6MCwiQiI6MH19LCJJc1Zpc2libGUiOnRydWUsIldpZHRoIjowLjAsIkhlaWdodCI6MC4wLCJCb3JkZXJTdHlsZSI6eyIkaWQiOiIzNjEzIiwiTGluZUNvbG9yIjp7IiRpZCI6IjM2MTQiLCIkdHlwZSI6Ik5MUkUuQ29tbW9uLkRvbS5Tb2xpZENvbG9yQnJ1c2gsIE5MUkUuQ29tbW9uIiwiQ29sb3IiOnsiJGlkIjoiMzYxNSIsIkEiOjI1NSwiUiI6MjU1LCJHIjowLCJCIjowfX0sIkxpbmVXZWlnaHQiOjAuMCwiTGluZVR5cGUiOjAsIlBhcmVudFN0eWxlIjpudWxsfSwiUGFyZW50U3R5bGUiOm51bGx9LCJNYXJnaW4iOnsiJGlkIjoiMzYxNiIsIlRvcCI6MC4wLCJMZWZ0IjowLjAsIlJpZ2h0IjowLjAsIkJvdHRvbSI6MC4wfSwiUGFkZGluZyI6eyIkaWQiOiIzNjE3IiwiVG9wIjowLjAsIkxlZnQiOjAuMCwiUmlnaHQiOjAuMCwiQm90dG9tIjowLjB9LCJCYWNrZ3JvdW5kIjpudWxsLCJJc1Zpc2libGUiOnRydWUsIldpZHRoIjowLjAsIkhlaWdodCI6MC4wLCJCb3JkZXJTdHlsZSI6bnVsbCwiUGFyZW50U3R5bGUiOm51bGx9LCJTaGFwZVN0eWxlIjp7IiRpZCI6IjM2MTgiLCJNYXJnaW4iOnsiJGlkIjoiMzYxOSIsIlRvcCI6MC4wLCJMZWZ0Ijo0LjAsIlJpZ2h0Ijo0LjAsIkJvdHRvbSI6MC4wfSwiUGFkZGluZyI6eyIkaWQiOiIzNjIwIiwiVG9wIjowLjAsIkxlZnQiOjAuMCwiUmlnaHQiOjAuMCwiQm90dG9tIjowLjB9LCJCYWNrZ3JvdW5kIjp7IiRpZCI6IjM2MjEiLCJDb2xvciI6eyIkaWQiOiIzNjIyIiwiQSI6MjU1LCJSIjoxMTIsIkciOjE3MywiQiI6NzF9fSwiSXNWaXNpYmxlIjp0cnVlLCJXaWR0aCI6MC4wLCJIZWlnaHQiOjEwLjAsIkJvcmRlclN0eWxlIjp7IiRpZCI6IjM2MjMiLCJMaW5lQ29sb3IiOnsiJGlkIjoiMzYyNCIsIiR0eXBlIjoiTkxSRS5Db21tb24uRG9tLlNvbGlkQ29sb3JCcnVzaCwgTkxSRS5Db21tb24iLCJDb2xvciI6eyIkaWQiOiIzNjI1IiwiQSI6MjU1LCJSIjoyMzQsIkciOjIyLCJCIjozMH19LCJMaW5lV2VpZ2h0IjowLjAsIkxpbmVUeXBlIjowLCJQYXJlbnRTdHlsZSI6bnVsbH0sIlBhcmVudFN0eWxlIjpudWxsfSwiVGl0bGVTdHlsZSI6eyIkaWQiOiIzNjI2IiwiRm9udFNldHRpbmdzIjp7IiRpZCI6IjM2MjciLCJGb250U2l6ZSI6MTEsIkZvbnROYW1lIjoiQ2FsaWJyaSIsIklzQm9sZCI6ZmFsc2UsIklzSXRhbGljIjpmYWxzZSwiSXNVbmRlcmxpbmVkIjpmYWxzZSwiUGFyZW50U3R5bGUiOm51bGx9LCJBdXRvU2l6ZSI6MCwiRm9yZWdyb3VuZCI6eyIkaWQiOiIzNjI4IiwiQ29sb3IiOnsiJGlkIjoiMzY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MwIiwiVG9wIjowLjAsIkxlZnQiOjAuMCwiUmlnaHQiOjAuMCwiQm90dG9tIjowLjB9LCJQYWRkaW5nIjp7IiRpZCI6IjM2MzEiLCJUb3AiOjAuMCwiTGVmdCI6MC4wLCJSaWdodCI6MC4wLCJCb3R0b20iOjAuMH0sIkJhY2tncm91bmQiOnsiJGlkIjoiMzYzMiIsIkNvbG9yIjp7IiRpZCI6IjM2MzMiLCJBIjoyNTUsIlIiOjAsIkciOjAsIkIiOjB9fSwiSXNWaXNpYmxlIjp0cnVlLCJXaWR0aCI6MC4wLCJIZWlnaHQiOjAuMCwiQm9yZGVyU3R5bGUiOnsiJGlkIjoiMzYzNCIsIkxpbmVDb2xvciI6bnVsbCwiTGluZVdlaWdodCI6MC4wLCJMaW5lVHlwZSI6MCwiUGFyZW50U3R5bGUiOm51bGx9LCJQYXJlbnRTdHlsZSI6bnVsbH0sIkRhdGVTdHlsZSI6eyIkaWQiOiIzNjM1IiwiRm9udFNldHRpbmdzIjp7IiRpZCI6IjM2MzYiLCJGb250U2l6ZSI6MTAsIkZvbnROYW1lIjoiQ2FsaWJyaSIsIklzQm9sZCI6ZmFsc2UsIklzSXRhbGljIjpmYWxzZSwiSXNVbmRlcmxpbmVkIjpmYWxzZSwiUGFyZW50U3R5bGUiOm51bGx9LCJBdXRvU2l6ZSI6MCwiRm9yZWdyb3VuZCI6eyIkaWQiOiIzNjM3IiwiQ29sb3IiOnsiJGlkIjoiMzYzOC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zYzOSIsIlRvcCI6MC4wLCJMZWZ0IjowLjAsIlJpZ2h0IjowLjAsIkJvdHRvbSI6MC4wfSwiUGFkZGluZyI6eyIkaWQiOiIzNjQwIiwiVG9wIjowLjAsIkxlZnQiOjAuMCwiUmlnaHQiOjAuMCwiQm90dG9tIjowLjB9LCJCYWNrZ3JvdW5kIjp7IiRpZCI6IjM2NDEiLCJDb2xvciI6eyIkaWQiOiIzNjQyIiwiQSI6MjU1LCJSIjo2OCwiRyI6ODQsIkIiOjEwNn19LCJJc1Zpc2libGUiOnRydWUsIldpZHRoIjowLjAsIkhlaWdodCI6MC4wLCJCb3JkZXJTdHlsZSI6eyIkaWQiOiIzNjQzIiwiTGluZUNvbG9yIjpudWxsLCJMaW5lV2VpZ2h0IjowLjAsIkxpbmVUeXBlIjowLCJQYXJlbnRTdHlsZSI6bnVsbH0sIlBhcmVudFN0eWxlIjpudWxsfSwiRGF0ZUZvcm1hdCI6eyIkaWQiOiIzNjQ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2NDUiLCJGb3JtYXQiOjAsIklzVmlzaWJsZSI6ZmFsc2UsIkxhc3RLbm93blZpc2liaWxpdHlTdGF0ZSI6ZmFsc2V9LCJJc1Zpc2libGUiOnRydWUsIlZhcmlhbmNlU3R5bGUiOnsiJGlkIjoiMzY0NiIsIlRleHRTdHlsZSI6eyIkaWQiOiIzNjQ3IiwiRm9udFNldHRpbmdzIjp7IiRpZCI6IjM2NDgiLCJGb250U2l6ZSI6MTAsIkZvbnROYW1lIjoiQ2FsaWJyaSIsIklzQm9sZCI6ZmFsc2UsIklzSXRhbGljIjpmYWxzZSwiSXNVbmRlcmxpbmVkIjpmYWxzZSwiUGFyZW50U3R5bGUiOm51bGx9LCJBdXRvU2l6ZSI6MCwiRm9yZWdyb3VuZCI6eyIkaWQiOiIzNjQ5IiwiQ29sb3IiOnsiJGlkIjoiMzY1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UxIiwiVG9wIjowLjAsIkxlZnQiOjAuMCwiUmlnaHQiOjAuMCwiQm90dG9tIjowLjB9LCJQYWRkaW5nIjp7IiRpZCI6IjM2NTIiLCJUb3AiOjAuMCwiTGVmdCI6MC4wLCJSaWdodCI6MC4wLCJCb3R0b20iOjAuMH0sIkJhY2tncm91bmQiOnsiJGlkIjoiMzY1MyIsIkNvbG9yIjp7IiRpZCI6IjM2NTQiLCJBIjoyNTUsIlIiOjAsIkciOjAsIkIiOjB9fSwiSXNWaXNpYmxlIjp0cnVlLCJXaWR0aCI6MC4wLCJIZWlnaHQiOjAuMCwiQm9yZGVyU3R5bGUiOnsiJGlkIjoiMzY1NSIsIkxpbmVDb2xvciI6bnVsbCwiTGluZVdlaWdodCI6MC4wLCJMaW5lVHlwZSI6MCwiUGFyZW50U3R5bGUiOm51bGx9LCJQYXJlbnRTdHlsZSI6bnVsbH0sIlBhcmVudFN0eWxlIjpudWxsfSwiUGFyZW50U3R5bGUiOm51bGwsIl9leHBsaWNpdGx5U2V0Ijp7IiRpZCI6IjM2NT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zNjU3IiwiU2hhcGUiOjEsIkNvbm5lY3Rvck1hcmdpbiI6eyIkaWQiOiIzNjU4IiwiVG9wIjowLjAsIkxlZnQiOjIuMCwiUmlnaHQiOjIuMCwiQm90dG9tIjowLjB9LCJDb25uZWN0b3JTdHlsZSI6eyIkaWQiOiIzNjU5IiwiTGluZUNvbG9yIjp7IiRpZCI6IjM2NjAiLCIkdHlwZSI6Ik5MUkUuQ29tbW9uLkRvbS5Tb2xpZENvbG9yQnJ1c2gsIE5MUkUuQ29tbW9uIiwiQ29sb3IiOnsiJGlkIjoiMzY2MSIsIkEiOjEyNywiUiI6NTYsIkciOjg2LCJCIjozNX19LCJMaW5lV2VpZ2h0IjoxLjAsIkxpbmVUeXBlIjowLCJQYXJlbnRTdHlsZSI6bnVsbH0sIklzQmVsb3dUaW1lYmFuZCI6ZmFsc2UsIlBvc2l0aW9uT25UYXNrIjoxLCJIaWRlRGF0ZSI6ZmFsc2UsIlNoYXBlU2l6ZSI6MCwiU3BhY2luZyI6MC4wLCJQYWRkaW5nIjp7IiRpZCI6IjM2NjIiLCJUb3AiOjUuMCwiTGVmdCI6My4wLCJSaWdodCI6MC4wLCJCb3R0b20iOjIuMH0sIlNoYXBlU3R5bGUiOnsiJGlkIjoiMzY2MyIsIk1hcmdpbiI6eyIkaWQiOiIzNjY0IiwiVG9wIjowLjAsIkxlZnQiOjAuMCwiUmlnaHQiOjAuMCwiQm90dG9tIjowLjB9LCJQYWRkaW5nIjp7IiRpZCI6IjM2NjUiLCJUb3AiOjAuMCwiTGVmdCI6MC4wLCJSaWdodCI6MC4wLCJCb3R0b20iOjAuMH0sIkJhY2tncm91bmQiOnsiJGlkIjoiMzY2NiIsIkNvbG9yIjp7IiRpZCI6IjM2NjciLCJBIjoyNTUsIlIiOjU2LCJHIjo4NiwiQiI6MzV9fSwiSXNWaXNpYmxlIjp0cnVlLCJXaWR0aCI6MTIuMCwiSGVpZ2h0IjoxNC4wLCJCb3JkZXJTdHlsZSI6eyIkaWQiOiIzNjY4IiwiTGluZUNvbG9yIjp7IiRpZCI6IjM2NjkiLCIkdHlwZSI6Ik5MUkUuQ29tbW9uLkRvbS5Tb2xpZENvbG9yQnJ1c2gsIE5MUkUuQ29tbW9uIiwiQ29sb3IiOnsiJGlkIjoiMzY3MCIsIkEiOjI1NSwiUiI6MjU1LCJHIjoyNTUsIkIiOjI1NX19LCJMaW5lV2VpZ2h0IjowLjAsIkxpbmVUeXBlIjowLCJQYXJlbnRTdHlsZSI6bnVsbH0sIlBhcmVudFN0eWxlIjpudWxsfSwiVGl0bGVTdHlsZSI6eyIkaWQiOiIzNjcxIiwiRm9udFNldHRpbmdzIjp7IiRpZCI6IjM2NzIiLCJGb250U2l6ZSI6MTEsIkZvbnROYW1lIjoiQ2FsaWJyaSIsIklzQm9sZCI6ZmFsc2UsIklzSXRhbGljIjpmYWxzZSwiSXNVbmRlcmxpbmVkIjpmYWxzZSwiUGFyZW50U3R5bGUiOm51bGx9LCJBdXRvU2l6ZSI6MCwiRm9yZWdyb3VuZCI6eyIkaWQiOiIzNjczIiwiQ29sb3IiOnsiJGlkIjoiMzY3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zNjc1IiwiVG9wIjowLjAsIkxlZnQiOjAuMCwiUmlnaHQiOjAuMCwiQm90dG9tIjowLjB9LCJQYWRkaW5nIjp7IiRpZCI6IjM2NzYiLCJUb3AiOjAuMCwiTGVmdCI6MC4wLCJSaWdodCI6MC4wLCJCb3R0b20iOjAuMH0sIkJhY2tncm91bmQiOnsiJGlkIjoiMzY3NyIsIkNvbG9yIjp7IiRpZCI6IjM2NzgiLCJBIjoyNTUsIlIiOjAsIkciOjAsIkIiOjB9fSwiSXNWaXNpYmxlIjp0cnVlLCJXaWR0aCI6MC4wLCJIZWlnaHQiOjAuMCwiQm9yZGVyU3R5bGUiOnsiJGlkIjoiMzY3OSIsIkxpbmVDb2xvciI6bnVsbCwiTGluZVdlaWdodCI6MC4wLCJMaW5lVHlwZSI6MCwiUGFyZW50U3R5bGUiOm51bGx9LCJQYXJlbnRTdHlsZSI6bnVsbH0sIkRhdGVTdHlsZSI6eyIkaWQiOiIzNjgwIiwiRm9udFNldHRpbmdzIjp7IiRpZCI6IjM2ODEiLCJGb250U2l6ZSI6MTAsIkZvbnROYW1lIjoiQ2FsaWJyaSIsIklzQm9sZCI6ZmFsc2UsIklzSXRhbGljIjpmYWxzZSwiSXNVbmRlcmxpbmVkIjpmYWxzZSwiUGFyZW50U3R5bGUiOm51bGx9LCJBdXRvU2l6ZSI6MCwiRm9yZWdyb3VuZCI6eyIkaWQiOiIzNjgyIiwiQ29sb3IiOnsiJGlkIjoiMzY4M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zY4NCIsIlRvcCI6MC4wLCJMZWZ0IjowLjAsIlJpZ2h0IjowLjAsIkJvdHRvbSI6MC4wfSwiUGFkZGluZyI6eyIkaWQiOiIzNjg1IiwiVG9wIjowLjAsIkxlZnQiOjAuMCwiUmlnaHQiOjAuMCwiQm90dG9tIjowLjB9LCJCYWNrZ3JvdW5kIjp7IiRpZCI6IjM2ODYiLCJDb2xvciI6eyIkaWQiOiIzNjg3IiwiQSI6MjU1LCJSIjo2OCwiRyI6ODQsIkIiOjEwNn19LCJJc1Zpc2libGUiOnRydWUsIldpZHRoIjowLjAsIkhlaWdodCI6MC4wLCJCb3JkZXJTdHlsZSI6eyIkaWQiOiIzNjg4IiwiTGluZUNvbG9yIjpudWxsLCJMaW5lV2VpZ2h0IjowLjAsIkxpbmVUeXBlIjowLCJQYXJlbnRTdHlsZSI6bnVsbH0sIlBhcmVudFN0eWxlIjpudWxsfSwiRGF0ZUZvcm1hdCI6eyIkaWQiOiIzNjg5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kwIiwiRm9ybWF0IjowLCJJc1Zpc2libGUiOmZhbHNlLCJMYXN0S25vd25WaXNpYmlsaXR5U3RhdGUiOmZhbHNlfSwiSXNWaXNpYmxlIjpmYWxzZSwiVmFyaWFuY2VTdHlsZSI6eyIkaWQiOiIzNjkxIiwiVGV4dFN0eWxlIjp7IiRpZCI6IjM2OTIiLCJGb250U2V0dGluZ3MiOnsiJGlkIjoiMzY5MyIsIkZvbnRTaXplIjoxMCwiRm9udE5hbWUiOiJDYWxpYnJpIiwiSXNCb2xkIjpmYWxzZSwiSXNJdGFsaWMiOmZhbHNlLCJJc1VuZGVybGluZWQiOmZhbHNlLCJQYXJlbnRTdHlsZSI6bnVsbH0sIkF1dG9TaXplIjowLCJGb3JlZ3JvdW5kIjp7IiRpZCI6IjM2OTQiLCJDb2xvciI6eyIkaWQiOiIzNjk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2OTYiLCJUb3AiOjAuMCwiTGVmdCI6MC4wLCJSaWdodCI6MC4wLCJCb3R0b20iOjAuMH0sIlBhZGRpbmciOnsiJGlkIjoiMzY5NyIsIlRvcCI6MC4wLCJMZWZ0IjowLjAsIlJpZ2h0IjowLjAsIkJvdHRvbSI6MC4wfSwiQmFja2dyb3VuZCI6eyIkaWQiOiIzNjk4IiwiQ29sb3IiOnsiJGlkIjoiMzY5OSIsIkEiOjI1NSwiUiI6MCwiRyI6MCwiQiI6MH19LCJJc1Zpc2libGUiOnRydWUsIldpZHRoIjowLjAsIkhlaWdodCI6MC4wLCJCb3JkZXJTdHlsZSI6eyIkaWQiOiIzNzAwIiwiTGluZUNvbG9yIjpudWxsLCJMaW5lV2VpZ2h0IjowLjAsIkxpbmVUeXBlIjowLCJQYXJlbnRTdHlsZSI6bnVsbH0sIlBhcmVudFN0eWxlIjpudWxsfSwiUGFyZW50U3R5bGUiOm51bGx9LCJQYXJlbnRTdHlsZSI6bnVsbH0sIkRlZmF1bHRTd2ltbGFuZU1pbGVzdG9uZVN0eWxlIjp7IiRpZCI6IjM3MDEiLCJUaXRsZVBvc2l0aW9uIjoiTGVmdCIsIkRhdGVQb3NpdGlvbiI6IlJpZ2h0IiwiVmFyaWFuY2VQb3NpdGlvbiI6IlJpZ2h0IiwiU2hhcGVUeXBlIjoxLCJTaGFwZVNpemUiOjAsIlNwYWNpbmciOjUsIlNoYXBlU3R5bGUiOnsiJGlkIjoiMzcwMiIsIk1hcmdpbiI6eyIkaWQiOiIzNzAzIiwiVG9wIjowLjAsIkxlZnQiOjAuMCwiUmlnaHQiOjAuMCwiQm90dG9tIjowLjB9LCJQYWRkaW5nIjp7IiRpZCI6IjM3MDQiLCJUb3AiOjAuMCwiTGVmdCI6MC4wLCJSaWdodCI6MC4wLCJCb3R0b20iOjAuMH0sIkJhY2tncm91bmQiOnsiJGlkIjoiMzcwNSIsIkNvbG9yIjp7IiRpZCI6IjM3MDYiLCJBIjoyNTUsIlIiOjExMiwiRyI6MTczLCJCIjo3MX19LCJJc1Zpc2libGUiOnRydWUsIldpZHRoIjoxMi4wLCJIZWlnaHQiOjE0LjAsIkJvcmRlclN0eWxlIjp7IiRpZCI6IjM3MDciLCJMaW5lQ29sb3IiOnsiJGlkIjoiMzcwOCIsIiR0eXBlIjoiTkxSRS5Db21tb24uRG9tLlNvbGlkQ29sb3JCcnVzaCwgTkxSRS5Db21tb24iLCJDb2xvciI6eyIkaWQiOiIzNzA5IiwiQSI6MjU1LCJSIjoyMzQsIkciOjIyLCJCIjozMH19LCJMaW5lV2VpZ2h0IjowLjAsIkxpbmVUeXBlIjowLCJQYXJlbnRTdHlsZSI6bnVsbH0sIlBhcmVudFN0eWxlIjpudWxsfSwiVGl0bGVTdHlsZSI6eyIkaWQiOiIzNzEwIiwiRm9udFNldHRpbmdzIjp7IiRpZCI6IjM3MTEiLCJGb250U2l6ZSI6MTEsIkZvbnROYW1lIjoiQ2FsaWJyaSIsIklzQm9sZCI6ZmFsc2UsIklzSXRhbGljIjpmYWxzZSwiSXNVbmRlcmxpbmVkIjpmYWxzZSwiUGFyZW50U3R5bGUiOm51bGx9LCJBdXRvU2l6ZSI6MCwiRm9yZWdyb3VuZCI6eyIkaWQiOiIzNzEyIiwiQ29sb3IiOnsiJGlkIjoiMzcx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zNzE0IiwiVG9wIjowLjAsIkxlZnQiOjAuMCwiUmlnaHQiOjAuMCwiQm90dG9tIjowLjB9LCJQYWRkaW5nIjp7IiRpZCI6IjM3MTUiLCJUb3AiOjAuMCwiTGVmdCI6MC4wLCJSaWdodCI6MC4wLCJCb3R0b20iOjAuMH0sIkJhY2tncm91bmQiOnsiJGlkIjoiMzcxNiIsIkNvbG9yIjp7IiRpZCI6IjM3MTciLCJBIjoyNTUsIlIiOjAsIkciOjAsIkIiOjB9fSwiSXNWaXNpYmxlIjp0cnVlLCJXaWR0aCI6MC4wLCJIZWlnaHQiOjAuMCwiQm9yZGVyU3R5bGUiOnsiJGlkIjoiMzcxOCIsIkxpbmVDb2xvciI6bnVsbCwiTGluZVdlaWdodCI6MC4wLCJMaW5lVHlwZSI6MCwiUGFyZW50U3R5bGUiOm51bGx9LCJQYXJlbnRTdHlsZSI6bnVsbH0sIkRhdGVTdHlsZSI6eyIkaWQiOiIzNzE5IiwiRm9udFNldHRpbmdzIjp7IiRpZCI6IjM3MjAiLCJGb250U2l6ZSI6MTAsIkZvbnROYW1lIjoiQ2FsaWJyaSIsIklzQm9sZCI6ZmFsc2UsIklzSXRhbGljIjpmYWxzZSwiSXNVbmRlcmxpbmVkIjpmYWxzZSwiUGFyZW50U3R5bGUiOm51bGx9LCJBdXRvU2l6ZSI6MCwiRm9yZWdyb3VuZCI6eyIkaWQiOiIzNzIxIiwiQ29sb3IiOnsiJGlkIjoiMzcyM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cyMyIsIlRvcCI6MC4wLCJMZWZ0IjowLjAsIlJpZ2h0IjowLjAsIkJvdHRvbSI6MC4wfSwiUGFkZGluZyI6eyIkaWQiOiIzNzI0IiwiVG9wIjowLjAsIkxlZnQiOjAuMCwiUmlnaHQiOjAuMCwiQm90dG9tIjowLjB9LCJCYWNrZ3JvdW5kIjp7IiRpZCI6IjM3MjUiLCJDb2xvciI6eyIkaWQiOiIzNzI2IiwiQSI6MjU1LCJSIjo2OCwiRyI6ODQsIkIiOjEwNn19LCJJc1Zpc2libGUiOnRydWUsIldpZHRoIjowLjAsIkhlaWdodCI6MC4wLCJCb3JkZXJTdHlsZSI6eyIkaWQiOiIzNzI3IiwiTGluZUNvbG9yIjpudWxsLCJMaW5lV2VpZ2h0IjowLjAsIkxpbmVUeXBlIjowLCJQYXJlbnRTdHlsZSI6bnVsbH0sIlBhcmVudFN0eWxlIjpudWxsfSwiRGF0ZUZvcm1hdCI6eyIkaWQiOiIzNzI4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jkiLCJGb3JtYXQiOjAsIklzVmlzaWJsZSI6ZmFsc2UsIkxhc3RLbm93blZpc2liaWxpdHlTdGF0ZSI6ZmFsc2V9LCJJc1Zpc2libGUiOnRydWUsIlZhcmlhbmNlU3R5bGUiOnsiJGlkIjoiMzczMCIsIlRleHRTdHlsZSI6eyIkaWQiOiIzNzMxIiwiRm9udFNldHRpbmdzIjp7IiRpZCI6IjM3MzIiLCJGb250U2l6ZSI6MTAsIkZvbnROYW1lIjoiQ2FsaWJyaSIsIklzQm9sZCI6ZmFsc2UsIklzSXRhbGljIjpmYWxzZSwiSXNVbmRlcmxpbmVkIjpmYWxzZSwiUGFyZW50U3R5bGUiOm51bGx9LCJBdXRvU2l6ZSI6MCwiRm9yZWdyb3VuZCI6eyIkaWQiOiIzNzMzIiwiQ29sb3IiOnsiJGlkIjoiMzc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zM1IiwiVG9wIjowLjAsIkxlZnQiOjAuMCwiUmlnaHQiOjAuMCwiQm90dG9tIjowLjB9LCJQYWRkaW5nIjp7IiRpZCI6IjM3MzYiLCJUb3AiOjAuMCwiTGVmdCI6MC4wLCJSaWdodCI6MC4wLCJCb3R0b20iOjAuMH0sIkJhY2tncm91bmQiOnsiJGlkIjoiMzczNyIsIkNvbG9yIjp7IiRpZCI6IjM3MzgiLCJBIjoyNTUsIlIiOjAsIkciOjAsIkIiOjB9fSwiSXNWaXNpYmxlIjp0cnVlLCJXaWR0aCI6MC4wLCJIZWlnaHQiOjAuMCwiQm9yZGVyU3R5bGUiOnsiJGlkIjoiMzczOSIsIkxpbmVDb2xvciI6bnVsbCwiTGluZVdlaWdodCI6MC4wLCJMaW5lVHlwZSI6MCwiUGFyZW50U3R5bGUiOm51bGx9LCJQYXJlbnRTdHlsZSI6bnVsbH0sIlBhcmVudFN0eWxlIjpudWxsfSwiUGFyZW50U3R5bGUiOm51bGx9LCJEZWZhdWx0U3dpbWxhbmVBY3Rpdml0eVN0eWxlIjp7IiRpZCI6IjM3NDAiLCJIZWFkZXJTdHlsZSI6eyIkaWQiOiIzNzQxIiwiVGV4dFN0eWxlIjp7IiRpZCI6IjM3NDIiLCJGb250U2V0dGluZ3MiOnsiJGlkIjoiMzc0MyIsIkZvbnRTaXplIjoxMSwiRm9udE5hbWUiOiJDYWxpYnJpIiwiSXNCb2xkIjpmYWxzZSwiSXNJdGFsaWMiOmZhbHNlLCJJc1VuZGVybGluZWQiOmZhbHNlLCJQYXJlbnRTdHlsZSI6bnVsbH0sIkF1dG9TaXplIjoyLCJGb3JlZ3JvdW5kIjp7IiRpZCI6IjM3NDQiLCJDb2xvciI6eyIkaWQiOiIzNzQ1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zc0NiIsIlRvcCI6MC4wLCJMZWZ0IjowLjAsIlJpZ2h0IjowLjAsIkJvdHRvbSI6MC4wfSwiUGFkZGluZyI6eyIkaWQiOiIzNzQ3IiwiVG9wIjowLjAsIkxlZnQiOjAuMCwiUmlnaHQiOjAuMCwiQm90dG9tIjowLjB9LCJCYWNrZ3JvdW5kIjp7IiRpZCI6IjM3NDgiLCJDb2xvciI6eyIkaWQiOiIzNzQ5IiwiQSI6MjU1LCJSIjo2NCwiRyI6NjQsIkIiOjY0fX0sIklzVmlzaWJsZSI6dHJ1ZSwiV2lkdGgiOjAuMCwiSGVpZ2h0IjowLjAsIkJvcmRlclN0eWxlIjpudWxsLCJQYXJlbnRTdHlsZSI6bnVsbH0sIlJlY3RhbmdsZVN0eWxlIjp7IiRpZCI6IjM3NTAiLCJNYXJnaW4iOnsiJGlkIjoiMzc1MSIsIlRvcCI6MC4wLCJMZWZ0IjowLjAsIlJpZ2h0IjowLjAsIkJvdHRvbSI6MC4wfSwiUGFkZGluZyI6eyIkaWQiOiIzNzUyIiwiVG9wIjowLjAsIkxlZnQiOjAuMCwiUmlnaHQiOjAuMCwiQm90dG9tIjowLjB9LCJCYWNrZ3JvdW5kIjp7IiRpZCI6IjM3NTMiLCJDb2xvciI6eyIkaWQiOiIzNzU0IiwiQSI6MTI3LCJSIjoxMTIsIkciOjE3MywiQiI6NzF9fSwiSXNWaXNpYmxlIjp0cnVlLCJXaWR0aCI6MC4wLCJIZWlnaHQiOjAuMCwiQm9yZGVyU3R5bGUiOnsiJGlkIjoiMzc1NSIsIkxpbmVDb2xvciI6eyIkaWQiOiIzNzU2IiwiJHR5cGUiOiJOTFJFLkNvbW1vbi5Eb20uU29saWRDb2xvckJydXNoLCBOTFJFLkNvbW1vbiIsIkNvbG9yIjp7IiRpZCI6IjM3NTciLCJBIjoyNTUsIlIiOjI1NSwiRyI6MjU1LCJCIjoyNTV9fSwiTGluZVdlaWdodCI6MC4wLCJMaW5lVHlwZSI6MCwiUGFyZW50U3R5bGUiOm51bGx9LCJQYXJlbnRTdHlsZSI6bnVsbH0sIk1hcmdpbiI6eyIkaWQiOiIzNzU4IiwiVG9wIjowLjAsIkxlZnQiOjAuMCwiUmlnaHQiOjAuMCwiQm90dG9tIjowLjB9LCJQYWRkaW5nIjp7IiRpZCI6IjM3NTkiLCJUb3AiOjAuMCwiTGVmdCI6MC4wLCJSaWdodCI6MC4wLCJCb3R0b20iOjAuMH0sIkJhY2tncm91bmQiOm51bGwsIklzVmlzaWJsZSI6dHJ1ZSwiV2lkdGgiOjAuMCwiSGVpZ2h0IjowLjAsIkJvcmRlclN0eWxlIjpudWxsLCJQYXJlbnRTdHlsZSI6bnVsbH0sIkJhY2tncm91bmRTdHlsZSI6eyIkaWQiOiIzNzYwIiwiTWFyZ2luIjp7IiRpZCI6IjM3NjEiLCJUb3AiOjAuMCwiTGVmdCI6MC4wLCJSaWdodCI6MC4wLCJCb3R0b20iOjAuMH0sIlBhZGRpbmciOnsiJGlkIjoiMzc2MiIsIlRvcCI6MC4wLCJMZWZ0IjowLjAsIlJpZ2h0IjowLjAsIkJvdHRvbSI6MC4wfSwiQmFja2dyb3VuZCI6eyIkaWQiOiIzNzYzIiwiQ29sb3IiOnsiJGlkIjoiMzc2NCIsIkEiOjUxLCJSIjoyMDAsIkciOjIwMCwiQiI6MjAwfX0sIklzVmlzaWJsZSI6dHJ1ZSwiV2lkdGgiOjAuMCwiSGVpZ2h0IjowLjAsIkJvcmRlclN0eWxlIjp7IiRpZCI6IjM3NjUiLCJMaW5lQ29sb3IiOnsiJGlkIjoiMzc2NiIsIiR0eXBlIjoiTkxSRS5Db21tb24uRG9tLlNvbGlkQ29sb3JCcnVzaCwgTkxSRS5Db21tb24iLCJDb2xvciI6eyIkaWQiOiIzNzY3IiwiQSI6MjU1LCJSIjoyMzQsIkciOjIyLCJCIjozMH19LCJMaW5lV2VpZ2h0IjowLjAsIkxpbmVUeXBlIjowLCJQYXJlbnRTdHlsZSI6bnVsbH0sIlBhcmVudFN0eWxlIjpudWxsfSwiTWFyZ2luIjp7IiRpZCI6IjM3NjgiLCJUb3AiOjAuMCwiTGVmdCI6MC4wLCJSaWdodCI6MC4wLCJCb3R0b20iOjAuMH0sIlBhZGRpbmciOnsiJGlkIjoiMzc2OSIsIlRvcCI6MC4wLCJMZWZ0IjowLjAsIlJpZ2h0IjowLjAsIkJvdHRvbSI6MC4wfSwiSXNWaXNpYmxlIjp0cnVlLCJXaWR0aCI6MC4wLCJIZWlnaHQiOjAuMCwiQm9yZGVyU3R5bGUiOnsiJGlkIjoiMzc3MCIsIkxpbmVDb2xvciI6bnVsbCwiTGluZVdlaWdodCI6MC4wLCJMaW5lVHlwZSI6MCwiUGFyZW50U3R5bGUiOm51bGx9LCJQYXJlbnRTdHlsZSI6bnVsbH0sIk1hcmdpbiI6eyIkaWQiOiIzNzcxIiwiVG9wIjowLjAsIkxlZnQiOjAuMCwiUmlnaHQiOjAuMCwiQm90dG9tIjowLjB9LCJQYWRkaW5nIjp7IiRpZCI6IjM3NzIiLCJUb3AiOjAuMCwiTGVmdCI6MC4wLCJSaWdodCI6MC4wLCJCb3R0b20iOjAuMH0sIklzVmlzaWJsZSI6ZmFsc2UsIldpZHRoIjowLjAsIkhlaWdodCI6MC4wLCJCb3JkZXJTdHlsZSI6eyIkaWQiOiIzNzczIiwiTGluZUNvbG9yIjpudWxsLCJMaW5lV2VpZ2h0IjowLjAsIkxpbmVUeXBlIjowLCJQYXJlbnRTdHlsZSI6bnVsbH0sIlBhcmVudFN0eWxlIjpudWxsfX1dLCJIYXNCYXNlbGluZXMiOmZhbHNlLCJDdWx0dXJlSW5mb05hbWUiOiJlbi1VUyIsIlN0eWxlTmFtZSI6bnVsbCwiVmVyc2lvbiI6eyIkaWQiOiIzNzc0IiwiVmVyc2lvbiI6IjUuNi4wIiwiT3JpZ2luYWxBc3NlbWJseVZlcnNpb24iOiIxMy4xNy4wMC4wMCIsIkVkaXRpb24iOm51bGwsIkxhc3RTYXZlZEVkaXRpb24iOjMsIklzUGx1c0VkaXRpb24iOmZhbHNlLCJJc1Byb0VkaXRpb24iOmZhbHNlfSwiRWZmZWN0IjowLCJTdHlsZSI6eyIkaWQiOiIzNzc1IiwiRGVmYXVsdERlcGVuZGVuY3lTdHlsZSI6eyIkaWQiOiIzNzc2IiwiTGluZVN0eWxlIjp7IiRpZCI6IjM3NzciLCJMaW5lQ29sb3IiOnsiJGlkIjoiMzc3OCIsIiR0eXBlIjoiTkxSRS5Db21tb24uRG9tLlNvbGlkQ29sb3JCcnVzaCwgTkxSRS5Db21tb24iLCJDb2xvciI6eyIkaWQiOiIzNzc5IiwiQSI6MjU1LCJSIjo2OCwiRyI6ODQsIkIiOjEwNn19LCJMaW5lV2VpZ2h0IjoxLjAsIkxpbmVUeXBlIjowLCJQYXJlbnRTdHlsZSI6bnVsbH0sIkVuZEFycm93aGVhZExpbmVTdHlsZSI6eyIkaWQiOiIzNzgwIiwiS2luZCI6MSwiV2lkdGgiOjEsIkxlbmd0aCI6MCwiUGFyZW50U3R5bGUiOm51bGx9LCJCcmluZ1RvRnJvbnQiOnRydWUsIkVsYm93UmFkaXVzIjozLjAsIk1hcmdpbiI6eyIkaWQiOiIzNzgxIiwiVG9wIjowLjAsIkxlZnQiOjAuMCwiUmlnaHQiOjAuMCwiQm90dG9tIjowLjB9LCJQYWRkaW5nIjp7IiRpZCI6IjM3ODIiLCJUb3AiOjAuMCwiTGVmdCI6MC4wLCJSaWdodCI6MC4wLCJCb3R0b20iOjAuMH0sIkJhY2tncm91bmQiOm51bGwsIklzVmlzaWJsZSI6dHJ1ZSwiV2lkdGgiOjAuMCwiSGVpZ2h0IjowLjAsIkJvcmRlclN0eWxlIjpudWxsLCJQYXJlbnRTdHlsZSI6bnVsbH0sIkNyaXRpY2FsUGF0aFN0eWxlIjp7IiRpZCI6IjM3ODMiLCJDcml0aWNhbFBhdGhTdHlsZU9wdGlvbnMiOjMwLCJMaW5lU3R5bGUiOnsiJGlkIjoiMzc4NCIsIkxpbmVDb2xvciI6eyIkaWQiOiIzNzg1IiwiJHR5cGUiOiJOTFJFLkNvbW1vbi5Eb20uU29saWRDb2xvckJydXNoLCBOTFJFLkNvbW1vbiIsIkNvbG9yIjp7IiRpZCI6IjM3ODYiLCJBIjoyNTUsIlIiOjIyMiwiRyI6NTAsIkIiOjUwfX0sIkxpbmVXZWlnaHQiOjEuMCwiTGluZVR5cGUiOjAsIlBhcmVudFN0eWxlIjpudWxsfSwiVGl0bGVGb3JlZ3JvdW5kIjp7IiRpZCI6IjM3ODciLCJDb2xvciI6eyIkaWQiOiIzNzg4IiwiQSI6MjU1LCJSIjoxNzYsIkciOjE5LCJCIjoyNX19LCJTaGFwZXNCYWNrZ3JvdW5kIjp7IiRpZCI6IjM3ODkiLCJDb2xvciI6eyIkaWQiOiIzNzkwIiwiQSI6MjU1LCJSIjoyNTMsIkciOjIwMywiQiI6MjA4fX0sIlNoYXBlc0JvcmRlclN0eWxlIjp7IiRpZCI6IjM3OTEiLCJMaW5lQ29sb3IiOnsiJGlkIjoiMzc5MiIsIiR0eXBlIjoiTkxSRS5Db21tb24uRG9tLlNvbGlkQ29sb3JCcnVzaCwgTkxSRS5Db21tb24iLCJDb2xvciI6eyIkaWQiOiIzNzkzIiwiQSI6MjU1LCJSIjoyMzQsIkciOjIyLCJCIjozMH19LCJMaW5lV2VpZ2h0IjoyLjAsIkxpbmVUeXBlIjowLCJQYXJlbnRTdHlsZSI6bnVsbH0sIk1hcmdpbiI6eyIkaWQiOiIzNzk0IiwiVG9wIjowLjAsIkxlZnQiOjAuMCwiUmlnaHQiOjAuMCwiQm90dG9tIjowLjB9LCJQYWRkaW5nIjp7IiRpZCI6IjM3OTUiLCJUb3AiOjAuMCwiTGVmdCI6MC4wLCJSaWdodCI6MC4wLCJCb3R0b20iOjAuMH0sIkJhY2tncm91bmQiOm51bGwsIklzVmlzaWJsZSI6dHJ1ZSwiV2lkdGgiOjAuMCwiSGVpZ2h0IjowLjAsIkJvcmRlclN0eWxlIjp7IiRpZCI6IjM3OTYiLCJMaW5lQ29sb3IiOm51bGwsIkxpbmVXZWlnaHQiOjAuMCwiTGluZVR5cGUiOjAsIlBhcmVudFN0eWxlIjpudWxsfSwiUGFyZW50U3R5bGUiOm51bGx9LCJQYW5lbHNTcGFjaW5nRGVmaW5pdGlvbiI6eyIkaWQiOiIzNzk3IiwiU3BhY2luZ0Fib3ZlVGltZWJhbmQiOjMsIlNwYWNpbmdCZWxvd1RpbWViYW5kIjozLCJTcGFjaW5nQWJvdmVCZXR3ZWVuU3dpbWxhbmVzQW5kVGFza3MiOjUsIlNwYWNpbmdCZWxvd0JldHdlZW5Td2ltbGFuZXNBbmRUYXNrcyI6NX0sIlRpbWViYW5kU3R5bGUiOnsiJGlkIjoiMzc5OCIsIlNjYWxlTWFya2luZyI6MCwiU2hhcGUiOjAsIlNoYXBlU3R5bGUiOnsiJGlkIjoiMzc5OSIsIk1hcmdpbiI6eyIkaWQiOiIzODAwIiwiVG9wIjowLjAsIkxlZnQiOjEwLjAsIlJpZ2h0IjoxMC4wLCJCb3R0b20iOjAuMH0sIlBhZGRpbmciOnsiJGlkIjoiMzgwMSIsIlRvcCI6MC4wLCJMZWZ0IjowLjAsIlJpZ2h0IjowLjAsIkJvdHRvbSI6MC4wfSwiQmFja2dyb3VuZCI6eyIkaWQiOiIzODAyIiwiQ29sb3IiOnsiJGlkIjoiMzgwMyIsIkEiOjI1NSwiUiI6NjgsIkciOjg0LCJCIjoxMDZ9fSwiSXNWaXNpYmxlIjp0cnVlLCJXaWR0aCI6ODU4LjAsIkhlaWdodCI6MjAuMCwiQm9yZGVyU3R5bGUiOnsiJGlkIjoiMzgwNCIsIkxpbmVDb2xvciI6eyIkaWQiOiIzODA1IiwiJHR5cGUiOiJOTFJFLkNvbW1vbi5Eb20uU29saWRDb2xvckJydXNoLCBOTFJFLkNvbW1vbiIsIkNvbG9yIjp7IiRpZCI6IjM4MDYiLCJBIjoyNTUsIlIiOjI1NSwiRyI6MCwiQiI6MH19LCJMaW5lV2VpZ2h0IjowLjAsIkxpbmVUeXBlIjowLCJQYXJlbnRTdHlsZSI6bnVsbH0sIlBhcmVudFN0eWxlIjpudWxsfSwiTWlkZGxlVGllclNoYXBlU3R5bGUiOnsiJGlkIjoiMzgwNyIsIk1hcmdpbiI6eyIkaWQiOiIzODA4IiwiVG9wIjowLjAsIkxlZnQiOjEwLjAsIlJpZ2h0IjoxMC4wLCJCb3R0b20iOjAuMH0sIlBhZGRpbmciOnsiJGlkIjoiMzgwOSIsIlRvcCI6MC4wLCJMZWZ0IjowLjAsIlJpZ2h0IjowLjAsIkJvdHRvbSI6MC4wfSwiQmFja2dyb3VuZCI6eyIkaWQiOiIzODEwIiwiQ29sb3IiOnsiJGlkIjoiMzgxMSIsIkEiOjI1NSwiUiI6NjgsIkciOjg0LCJCIjoxMDZ9fSwiSXNWaXNpYmxlIjp0cnVlLCJXaWR0aCI6ODU4LjAsIkhlaWdodCI6MjAuMCwiQm9yZGVyU3R5bGUiOnsiJGlkIjoiMzgxMiIsIkxpbmVDb2xvciI6eyIkcmVmIjoiMzgwNSJ9LCJMaW5lV2VpZ2h0IjowLjAsIkxpbmVUeXBlIjowLCJQYXJlbnRTdHlsZSI6bnVsbH0sIlBhcmVudFN0eWxlIjpudWxsfSwiQm90dG9tVGllclNoYXBlU3R5bGUiOnsiJGlkIjoiMzgxMyIsIk1hcmdpbiI6eyIkaWQiOiIzODE0IiwiVG9wIjowLjAsIkxlZnQiOjEwLjAsIlJpZ2h0IjoxMC4wLCJCb3R0b20iOjAuMH0sIlBhZGRpbmciOnsiJGlkIjoiMzgxNSIsIlRvcCI6MC4wLCJMZWZ0IjowLjAsIlJpZ2h0IjowLjAsIkJvdHRvbSI6MC4wfSwiQmFja2dyb3VuZCI6eyIkaWQiOiIzODE2IiwiQ29sb3IiOnsiJGlkIjoiMzgxNyIsIkEiOjI1NSwiUiI6NjgsIkciOjg0LCJCIjoxMDZ9fSwiSXNWaXNpYmxlIjp0cnVlLCJXaWR0aCI6ODU4LjAsIkhlaWdodCI6MjAuMCwiQm9yZGVyU3R5bGUiOnsiJGlkIjoiMzgxOCIsIkxpbmVDb2xvciI6eyIkcmVmIjoiMzgwNSJ9LCJMaW5lV2VpZ2h0IjowLjAsIkxpbmVUeXBlIjowLCJQYXJlbnRTdHlsZSI6bnVsbH0sIlBhcmVudFN0eWxlIjpudWxsfSwiUmlnaHRFbmRDYXBzU3R5bGUiOnsiJGlkIjoiMzgxOSIsIkZvbnRTZXR0aW5ncyI6eyIkaWQiOiIzODIwIiwiRm9udFNpemUiOjE4LCJGb250TmFtZSI6IlRpdGlsbGl1bSBXZWIiLCJJc0JvbGQiOnRydWUsIklzSXRhbGljIjpmYWxzZSwiSXNVbmRlcmxpbmVkIjpmYWxzZSwiUGFyZW50U3R5bGUiOm51bGx9LCJBdXRvU2l6ZSI6MCwiRm9yZWdyb3VuZCI6eyIkaWQiOiIzODIxIiwiQ29sb3IiOnsiJGlkIjoiMzgyMiIsIkEiOjI1NSwiUiI6MCwiRyI6MjYsIkIiOjY3fX0sIk1heFdpZHRoIjoiSW5maW5pdHkiLCJNYXhIZWlnaHQiOiJJbmZpbml0eSIsIlNtYXJ0Rm9yZWdyb3VuZElzQWN0aXZlIjpmYWxzZSwiSG9yaXpvbnRhbEFsaWdubWVudCI6MCwiVmVydGljYWxBbGlnbm1lbnQiOjAsIlNtYXJ0Rm9yZWdyb3VuZCI6bnVsbCwiQmFja2dyb3VuZEZpbGxUeXBlIjowLCJNYXJnaW4iOnsiJGlkIjoiMzgyMyIsIlRvcCI6MC4wLCJMZWZ0IjowLjAsIlJpZ2h0IjoyMC4wLCJCb3R0b20iOjAuMH0sIlBhZGRpbmciOnsiJGlkIjoiMzgyNCIsIlRvcCI6MC4wLCJMZWZ0IjowLjAsIlJpZ2h0IjowLjAsIkJvdHRvbSI6MC4wfSwiQmFja2dyb3VuZCI6eyIkaWQiOiIzODI1IiwiQ29sb3IiOnsiJGlkIjoiMzgyNiIsIkEiOjI1NSwiUiI6NjgsIkciOjg0LCJCIjoxMDZ9fSwiSXNWaXNpYmxlIjpmYWxzZSwiV2lkdGgiOjAuMCwiSGVpZ2h0IjowLjAsIkJvcmRlclN0eWxlIjp7IiRpZCI6IjM4MjciLCJMaW5lQ29sb3IiOm51bGwsIkxpbmVXZWlnaHQiOjAuMCwiTGluZVR5cGUiOjAsIlBhcmVudFN0eWxlIjpudWxsfSwiUGFyZW50U3R5bGUiOm51bGx9LCJMZWZ0RW5kQ2Fwc1N0eWxlIjp7IiRpZCI6IjM4MjgiLCJGb250U2V0dGluZ3MiOnsiJGlkIjoiMzgyOSIsIkZvbnRTaXplIjoxOCwiRm9udE5hbWUiOiJDYWxpYnJpIiwiSXNCb2xkIjp0cnVlLCJJc0l0YWxpYyI6ZmFsc2UsIklzVW5kZXJsaW5lZCI6ZmFsc2UsIlBhcmVudFN0eWxlIjpudWxsfSwiQXV0b1NpemUiOjAsIkZvcmVncm91bmQiOnsiJGlkIjoiMzgzMCIsIkNvbG9yIjp7IiRpZCI6IjM4MzEiLCJBIjoyNTUsIlIiOjI1NSwiRyI6MTkyLCJCIjowfX0sIk1heFdpZHRoIjoiSW5maW5pdHkiLCJNYXhIZWlnaHQiOiJJbmZpbml0eSIsIlNtYXJ0Rm9yZWdyb3VuZElzQWN0aXZlIjpmYWxzZSwiSG9yaXpvbnRhbEFsaWdubWVudCI6MCwiVmVydGljYWxBbGlnbm1lbnQiOjAsIlNtYXJ0Rm9yZWdyb3VuZCI6bnVsbCwiQmFja2dyb3VuZEZpbGxUeXBlIjowLCJNYXJnaW4iOnsiJGlkIjoiMzgzMiIsIlRvcCI6MC4wLCJMZWZ0IjozOS41MDY2NjY2NjY2NjY2NjEsIlJpZ2h0IjowLjAsIkJvdHRvbSI6MC4wfSwiUGFkZGluZyI6eyIkaWQiOiIzODMzIiwiVG9wIjowLjAsIkxlZnQiOjAuMCwiUmlnaHQiOjAuMCwiQm90dG9tIjowLjB9LCJCYWNrZ3JvdW5kIjp7IiRpZCI6IjM4MzQiLCJDb2xvciI6eyIkaWQiOiIzODM1IiwiQSI6MjU1LCJSIjoyNTUsIkciOjE5MiwiQiI6MH19LCJJc1Zpc2libGUiOmZhbHNlLCJXaWR0aCI6MC4wLCJIZWlnaHQiOjAuMCwiQm9yZGVyU3R5bGUiOnsiJGlkIjoiMzgzNiIsIkxpbmVDb2xvciI6bnVsbCwiTGluZVdlaWdodCI6MC4wLCJMaW5lVHlwZSI6MCwiUGFyZW50U3R5bGUiOm51bGx9LCJQYXJlbnRTdHlsZSI6bnVsbH0sIlRvZGF5VGV4dFN0eWxlIjp7IiRpZCI6IjM4MzciLCJGb250U2V0dGluZ3MiOnsiJGlkIjoiMzgzOCIsIkZvbnRTaXplIjoxMiwiRm9udE5hbWUiOiJUaXRpbGxpdW0gV2ViIiwiSXNCb2xkIjpmYWxzZSwiSXNJdGFsaWMiOmZhbHNlLCJJc1VuZGVybGluZWQiOmZhbHNlLCJQYXJlbnRTdHlsZSI6bnVsbH0sIkF1dG9TaXplIjowLCJGb3JlZ3JvdW5kIjp7IiRpZCI6IjM4MzkiLCJDb2xvciI6eyIkaWQiOiIzODQw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M4NDEiLCJUb3AiOjAuMCwiTGVmdCI6MC4wLCJSaWdodCI6MC4wLCJCb3R0b20iOjAuMH0sIlBhZGRpbmciOnsiJGlkIjoiMzg0MiIsIlRvcCI6MC4wLCJMZWZ0IjowLjAsIlJpZ2h0IjowLjAsIkJvdHRvbSI6MC4wfSwiQmFja2dyb3VuZCI6eyIkaWQiOiIzODQzIiwiQ29sb3IiOnsiJGlkIjoiMzg0NCIsIkEiOjI1NSwiUiI6MCwiRyI6MCwiQiI6MH19LCJJc1Zpc2libGUiOmZhbHNlLCJXaWR0aCI6MC4wLCJIZWlnaHQiOjAuMCwiQm9yZGVyU3R5bGUiOnsiJGlkIjoiMzg0NSIsIkxpbmVDb2xvciI6bnVsbCwiTGluZVdlaWdodCI6MC4wLCJMaW5lVHlwZSI6MCwiUGFyZW50U3R5bGUiOm51bGx9LCJQYXJlbnRTdHlsZSI6bnVsbH0sIlRvZGF5TWFya2VyU3R5bGUiOnsiJGlkIjoiMzg0NiIsIk1hcmdpbiI6eyIkaWQiOiIzODQ3IiwiVG9wIjowLjAsIkxlZnQiOjAuMCwiUmlnaHQiOjAuMCwiQm90dG9tIjowLjB9LCJQYWRkaW5nIjp7IiRpZCI6IjM4NDgiLCJUb3AiOjAuMCwiTGVmdCI6MC4wLCJSaWdodCI6MC4wLCJCb3R0b20iOjAuMH0sIkJhY2tncm91bmQiOnsiJGlkIjoiMzg0OSIsIkNvbG9yIjp7IiRpZCI6IjM4NTAiLCJBIjoyNTUsIlIiOjI1NSwiRyI6MCwiQiI6MH19LCJJc1Zpc2libGUiOnRydWUsIldpZHRoIjowLjAsIkhlaWdodCI6MC4wLCJCb3JkZXJTdHlsZSI6bnVsbCwiUGFyZW50U3R5bGUiOm51bGx9LCJTY2FsZVN0eWxlIjp7IiRpZCI6IjM4NTEiLCJTaGFwZSI6MywiU2hvd1NlZ21lbnRTZXBhcmF0b3JzIjp0cnVlLCJTZWdtZW50U2VwYXJhdG9yT3BhY2l0eSI6MzAsIkhhc0JlZW5WaXNpYmxlQmVmb3JlIjp0cnVlLCJGb250U2V0dGluZ3MiOnsiJGlkIjoiMzg1MiIsIkZvbnRTaXplIjoxMiwiRm9udE5hbWUiOiJUaXRpbGxpdW0gV2ViIiwiSXNCb2xkIjpmYWxzZSwiSXNJdGFsaWMiOmZhbHNlLCJJc1VuZGVybGluZWQiOmZhbHNlLCJQYXJlbnRTdHlsZSI6bnVsbH0sIkF1dG9TaXplIjowLCJGb3JlZ3JvdW5kIjp7IiRpZCI6IjM4NTMiLCJDb2xvciI6eyIkaWQiOiIzODU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M4NTUiLCJUb3AiOjAuMCwiTGVmdCI6NC4wLCJSaWdodCI6NC4wLCJCb3R0b20iOjAuMH0sIlBhZGRpbmciOnsiJGlkIjoiMzg1NiIsIlRvcCI6MC4wLCJMZWZ0IjowLjAsIlJpZ2h0IjowLjAsIkJvdHRvbSI6MC4wfSwiQmFja2dyb3VuZCI6eyIkaWQiOiIzODU3IiwiQ29sb3IiOnsiJGlkIjoiMzg1OCIsIkEiOjI1NSwiUiI6NjgsIkciOjg0LCJCIjoxMDZ9fSwiSXNWaXNpYmxlIjp0cnVlLCJXaWR0aCI6MC4wLCJIZWlnaHQiOjAuMCwiQm9yZGVyU3R5bGUiOnsiJGlkIjoiMzg1OSIsIkxpbmVDb2xvciI6bnVsbCwiTGluZVdlaWdodCI6MC4wLCJMaW5lVHlwZSI6MCwiUGFyZW50U3R5bGUiOm51bGx9LCJQYXJlbnRTdHlsZSI6bnVsbH0sIlNpbmdsZVNjYWxlU2hhcGVTdHlsZSI6eyIkaWQiOiIzODYwIiwiU2hhcGUiOjAsIkhlaWdodCI6MC4wfSwiTWlkZGxlVGllclNjYWxlU3R5bGUiOnsiJGlkIjoiMzg2MSIsIlNoYXBlIjozLCJTaG93U2VnbWVudFNlcGFyYXRvcnMiOnRydWUsIlNlZ21lbnRTZXBhcmF0b3JPcGFjaXR5IjozMCwiSGFzQmVlblZpc2libGVCZWZvcmUiOmZhbHNlLCJGb250U2V0dGluZ3MiOnsiJGlkIjoiMzg2MiIsIkZvbnRTaXplIjoxMiwiRm9udE5hbWUiOiJDYWxpYnJpIiwiSXNCb2xkIjpmYWxzZSwiSXNJdGFsaWMiOmZhbHNlLCJJc1VuZGVybGluZWQiOmZhbHNlLCJQYXJlbnRTdHlsZSI6bnVsbH0sIkF1dG9TaXplIjowLCJGb3JlZ3JvdW5kIjp7IiRpZCI6IjM4NjMiLCJDb2xvciI6eyIkaWQiOiIzODY0IiwiQSI6MjU1LCJSIjoyMzEsIkciOjIzMCwiQiI6MjMwfX0sIk1heFdpZHRoIjoyMDAuMCwiTWF4SGVpZ2h0IjoiSW5maW5pdHkiLCJTbWFydEZvcmVncm91bmRJc0FjdGl2ZSI6ZmFsc2UsIkhvcml6b250YWxBbGlnbm1lbnQiOjAsIlZlcnRpY2FsQWxpZ25tZW50IjoxLCJTbWFydEZvcmVncm91bmQiOm51bGwsIkJhY2tncm91bmRGaWxsVHlwZSI6MCwiTWFyZ2luIjp7IiRpZCI6IjM4NjUiLCJUb3AiOjAuMCwiTGVmdCI6NC4wLCJSaWdodCI6NC4wLCJCb3R0b20iOjAuMH0sIlBhZGRpbmciOnsiJGlkIjoiMzg2NiIsIlRvcCI6MC4wLCJMZWZ0IjowLjAsIlJpZ2h0IjowLjAsIkJvdHRvbSI6MC4wfSwiQmFja2dyb3VuZCI6eyIkaWQiOiIzODY3IiwiQ29sb3IiOnsiJGlkIjoiMzg2OCIsIkEiOjI1NSwiUiI6NjgsIkciOjg0LCJCIjoxMDZ9fSwiSXNWaXNpYmxlIjpmYWxzZSwiV2lkdGgiOjAuMCwiSGVpZ2h0IjowLjAsIkJvcmRlclN0eWxlIjp7IiRpZCI6IjM4NjkiLCJMaW5lQ29sb3IiOm51bGwsIkxpbmVXZWlnaHQiOjAuMCwiTGluZVR5cGUiOjAsIlBhcmVudFN0eWxlIjpudWxsfSwiUGFyZW50U3R5bGUiOm51bGx9LCJCb3R0b21UaWVyU2NhbGVTdHlsZSI6eyIkaWQiOiIzODcwIiwiU2hhcGUiOjMsIlNob3dTZWdtZW50U2VwYXJhdG9ycyI6dHJ1ZSwiU2VnbWVudFNlcGFyYXRvck9wYWNpdHkiOjMwLCJIYXNCZWVuVmlzaWJsZUJlZm9yZSI6ZmFsc2UsIkZvbnRTZXR0aW5ncyI6eyIkaWQiOiIzODcxIiwiRm9udFNpemUiOjEyLCJGb250TmFtZSI6IkNhbGlicmkiLCJJc0JvbGQiOmZhbHNlLCJJc0l0YWxpYyI6ZmFsc2UsIklzVW5kZXJsaW5lZCI6ZmFsc2UsIlBhcmVudFN0eWxlIjpudWxsfSwiQXV0b1NpemUiOjAsIkZvcmVncm91bmQiOnsiJGlkIjoiMzg3MiIsIkNvbG9yIjp7IiRpZCI6IjM4NzMiLCJBIjoyNTUsIlIiOjIzMSwiRyI6MjMwLCJCIjoyMzB9fSwiTWF4V2lkdGgiOjIwMC4wLCJNYXhIZWlnaHQiOiJJbmZpbml0eSIsIlNtYXJ0Rm9yZWdyb3VuZElzQWN0aXZlIjpmYWxzZSwiSG9yaXpvbnRhbEFsaWdubWVudCI6MCwiVmVydGljYWxBbGlnbm1lbnQiOjEsIlNtYXJ0Rm9yZWdyb3VuZCI6bnVsbCwiQmFja2dyb3VuZEZpbGxUeXBlIjowLCJNYXJnaW4iOnsiJGlkIjoiMzg3NCIsIlRvcCI6MC4wLCJMZWZ0Ijo0LjAsIlJpZ2h0Ijo0LjAsIkJvdHRvbSI6MC4wfSwiUGFkZGluZyI6eyIkaWQiOiIzODc1IiwiVG9wIjowLjAsIkxlZnQiOjAuMCwiUmlnaHQiOjAuMCwiQm90dG9tIjowLjB9LCJCYWNrZ3JvdW5kIjp7IiRpZCI6IjM4NzYiLCJDb2xvciI6eyIkaWQiOiIzODc3IiwiQSI6MjU1LCJSIjo2OCwiRyI6ODQsIkIiOjEwNn19LCJJc1Zpc2libGUiOmZhbHNlLCJXaWR0aCI6MC4wLCJIZWlnaHQiOjAuMCwiQm9yZGVyU3R5bGUiOnsiJGlkIjoiMzg3OCIsIkxpbmVDb2xvciI6bnVsbCwiTGluZVdlaWdodCI6MC4wLCJMaW5lVHlwZSI6MCwiUGFyZW50U3R5bGUiOm51bGx9LCJQYXJlbnRTdHlsZSI6bnVsbH0sIkVsYXBzZWRUaW1lQmFja2dyb3VuZCI6eyIkaWQiOiIzODc5IiwiQ29sb3IiOnsiJGlkIjoiMzg4MCIsIkEiOjE5MSwiUiI6MjU1LCJHIjowLCJCIjowfX0sIkFwcGVuZFllYXJPblllYXJDaGFuZ2UiOmZhbHNlLCJFbGFwc2VkVGltZUZvcm1hdCI6MCwiVG9kYXlNYXJrZXJQb3NpdGlvbiI6MCwiUXVpY2tQb3NpdGlvbiI6MywiQWJzb2x1dGVQb3NpdGlvbiI6MTM1LjAsIk1hcmdpbiI6eyIkaWQiOiIzODgxIiwiVG9wIjowLjAsIkxlZnQiOjEwLjAsIlJpZ2h0IjoxMC4wLCJCb3R0b20iOjAuMH0sIlBhZGRpbmciOnsiJGlkIjoiMzg4MiIsIlRvcCI6MC4wLCJMZWZ0IjowLjAsIlJpZ2h0IjowLjAsIkJvdHRvbSI6MC4wfSwiQmFja2dyb3VuZCI6eyIkaWQiOiIzODgzIiwiQ29sb3IiOnsiJGlkIjoiMzg4NCIsIkEiOjI1NSwiUiI6NDcsIkciOjU0LCJCIjoxNTN9fSwiSXNWaXNpYmxlIjpmYWxzZSwiV2lkdGgiOjAuMCwiSGVpZ2h0IjowLjAsIkJvcmRlclN0eWxlIjpudWxsLCJQYXJlbnRTdHlsZSI6bnVsbH0sIkRlZmF1bHRNaWxlc3RvbmVTdHlsZSI6eyIkaWQiOiIzODg1IiwiU2hhcGUiOjAsIkNvbm5lY3Rvck1hcmdpbiI6eyIkaWQiOiIzODg2IiwiVG9wIjowLjAsIkxlZnQiOjIuMCwiUmlnaHQiOjIuMCwiQm90dG9tIjowLjB9LCJDb25uZWN0b3JTdHlsZSI6eyIkaWQiOiIzODg3IiwiTGluZUNvbG9yIjp7IiRpZCI6IjM4ODgiLCIkdHlwZSI6Ik5MUkUuQ29tbW9uLkRvbS5Tb2xpZENvbG9yQnJ1c2gsIE5MUkUuQ29tbW9uIiwiQ29sb3IiOnsiJGlkIjoiMzg4OSIsIkEiOjEyNywiUiI6MjM3LCJHIjoxMjUsIkIiOjQ5fX0sIkxpbmVXZWlnaHQiOjEuMCwiTGluZVR5cGUiOjAsIlBhcmVudFN0eWxlIjpudWxsfSwiSXNCZWxvd1RpbWViYW5kIjpmYWxzZSwiUG9zaXRpb25PblRhc2siOjAsIkhpZGVEYXRlIjpmYWxzZSwiU2hhcGVTaXplIjoxLCJTcGFjaW5nIjowLjAsIlBhZGRpbmciOnsiJGlkIjoiMzg5MCIsIlRvcCI6NS4wLCJMZWZ0IjozLjAsIlJpZ2h0IjowLjAsIkJvdHRvbSI6Mi4wfSwiU2hhcGVTdHlsZSI6eyIkaWQiOiIzODkxIiwiTWFyZ2luIjp7IiRpZCI6IjM4OTIiLCJUb3AiOjAuMCwiTGVmdCI6MC4wLCJSaWdodCI6MC4wLCJCb3R0b20iOjAuMH0sIlBhZGRpbmciOnsiJGlkIjoiMzg5MyIsIlRvcCI6MC4wLCJMZWZ0IjowLjAsIlJpZ2h0IjowLjAsIkJvdHRvbSI6MC4wfSwiQmFja2dyb3VuZCI6eyIkaWQiOiIzODk0IiwiQ29sb3IiOnsiJGlkIjoiMzg5NSIsIkEiOjI1NSwiUiI6MjM3LCJHIjoxMjUsIkIiOjQ5fX0sIklzVmlzaWJsZSI6dHJ1ZSwiV2lkdGgiOjE4LjAsIkhlaWdodCI6MjAuMCwiQm9yZGVyU3R5bGUiOnsiJGlkIjoiMzg5NiIsIkxpbmVDb2xvciI6eyIkaWQiOiIzODk3IiwiJHR5cGUiOiJOTFJFLkNvbW1vbi5Eb20uU29saWRDb2xvckJydXNoLCBOTFJFLkNvbW1vbiIsIkNvbG9yIjp7IiRpZCI6IjM4OTgiLCJBIjoyNTUsIlIiOjIzNCwiRyI6MjIsIkIiOjMwfX0sIkxpbmVXZWlnaHQiOjAuMCwiTGluZVR5cGUiOjAsIlBhcmVudFN0eWxlIjpudWxsfSwiUGFyZW50U3R5bGUiOm51bGx9LCJUaXRsZVN0eWxlIjp7IiRpZCI6IjM4OTkiLCJGb250U2V0dGluZ3MiOnsiJGlkIjoiMzkwMCIsIkZvbnRTaXplIjoxMSwiRm9udE5hbWUiOiJDYWxpYnJpIiwiSXNCb2xkIjp0cnVlLCJJc0l0YWxpYyI6ZmFsc2UsIklzVW5kZXJsaW5lZCI6ZmFsc2UsIlBhcmVudFN0eWxlIjpudWxsfSwiQXV0b1NpemUiOjAsIkZvcmVncm91bmQiOnsiJGlkIjoiMzkwMSIsIkNvbG9yIjp7IiRpZCI6IjM5M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kwMyIsIlRvcCI6MC4wLCJMZWZ0IjowLjAsIlJpZ2h0IjowLjAsIkJvdHRvbSI6MC4wfSwiUGFkZGluZyI6eyIkaWQiOiIzOTA0IiwiVG9wIjowLjAsIkxlZnQiOjAuMCwiUmlnaHQiOjAuMCwiQm90dG9tIjowLjB9LCJCYWNrZ3JvdW5kIjp7IiRpZCI6IjM5MDUiLCJDb2xvciI6eyIkaWQiOiIzOTA2IiwiQSI6MjU1LCJSIjowLCJHIjowLCJCIjowfX0sIklzVmlzaWJsZSI6dHJ1ZSwiV2lkdGgiOjAuMCwiSGVpZ2h0IjowLjAsIkJvcmRlclN0eWxlIjp7IiRpZCI6IjM5MDciLCJMaW5lQ29sb3IiOm51bGwsIkxpbmVXZWlnaHQiOjAuMCwiTGluZVR5cGUiOjAsIlBhcmVudFN0eWxlIjpudWxsfSwiUGFyZW50U3R5bGUiOm51bGx9LCJEYXRlU3R5bGUiOnsiJGlkIjoiMzkwOCIsIkZvbnRTZXR0aW5ncyI6eyIkaWQiOiIzOTA5IiwiRm9udFNpemUiOjEwLCJGb250TmFtZSI6IkNhbGlicmkiLCJJc0JvbGQiOmZhbHNlLCJJc0l0YWxpYyI6ZmFsc2UsIklzVW5kZXJsaW5lZCI6ZmFsc2UsIlBhcmVudFN0eWxlIjpudWxsfSwiQXV0b1NpemUiOjAsIkZvcmVncm91bmQiOnsiJGlkIjoiMzkxMCIsIkNvbG9yIjp7IiRpZCI6IjM5MT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5MTIiLCJUb3AiOjAuMCwiTGVmdCI6MC4wLCJSaWdodCI6MC4wLCJCb3R0b20iOjAuMH0sIlBhZGRpbmciOnsiJGlkIjoiMzkxMyIsIlRvcCI6MC4wLCJMZWZ0IjowLjAsIlJpZ2h0IjowLjAsIkJvdHRvbSI6MC4wfSwiQmFja2dyb3VuZCI6eyIkaWQiOiIzOTE0IiwiQ29sb3IiOnsiJGlkIjoiMzkxNSIsIkEiOjI1NSwiUiI6NjgsIkciOjg0LCJCIjoxMDZ9fSwiSXNWaXNpYmxlIjp0cnVlLCJXaWR0aCI6MC4wLCJIZWlnaHQiOjAuMCwiQm9yZGVyU3R5bGUiOnsiJGlkIjoiMzkxNiIsIkxpbmVDb2xvciI6bnVsbCwiTGluZVdlaWdodCI6MC4wLCJMaW5lVHlwZSI6MCwiUGFyZW50U3R5bGUiOm51bGx9LCJQYXJlbnRTdHlsZSI6bnVsbH0sIkRhdGVGb3JtYXQiOnsiJGlkIjoiMzkxN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E4IiwiRm9ybWF0IjowLCJJc1Zpc2libGUiOmZhbHNlLCJMYXN0S25vd25WaXNpYmlsaXR5U3RhdGUiOmZhbHNlfSwiSXNWaXNpYmxlIjp0cnVlLCJWYXJpYW5jZVN0eWxlIjp7IiRpZCI6IjM5MTkiLCJUZXh0U3R5bGUiOnsiJGlkIjoiMzkyMCIsIkZvbnRTZXR0aW5ncyI6eyIkaWQiOiIzOTIxIiwiRm9udFNpemUiOjEwLCJGb250TmFtZSI6IkNhbGlicmkiLCJJc0JvbGQiOmZhbHNlLCJJc0l0YWxpYyI6ZmFsc2UsIklzVW5kZXJsaW5lZCI6ZmFsc2UsIlBhcmVudFN0eWxlIjpudWxsfSwiQXV0b1NpemUiOjAsIkZvcmVncm91bmQiOnsiJGlkIjoiMzkyMiIsIkNvbG9yIjp7IiRpZCI6IjM5Mj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yNCIsIlRvcCI6MC4wLCJMZWZ0IjowLjAsIlJpZ2h0IjowLjAsIkJvdHRvbSI6MC4wfSwiUGFkZGluZyI6eyIkaWQiOiIzOTI1IiwiVG9wIjowLjAsIkxlZnQiOjAuMCwiUmlnaHQiOjAuMCwiQm90dG9tIjowLjB9LCJCYWNrZ3JvdW5kIjp7IiRpZCI6IjM5MjYiLCJDb2xvciI6eyIkaWQiOiIzOTI3IiwiQSI6MjU1LCJSIjowLCJHIjowLCJCIjowfX0sIklzVmlzaWJsZSI6dHJ1ZSwiV2lkdGgiOjAuMCwiSGVpZ2h0IjowLjAsIkJvcmRlclN0eWxlIjpudWxsLCJQYXJlbnRTdHlsZSI6bnVsbH0sIlBhcmVudFN0eWxlIjpudWxsfSwiUGFyZW50U3R5bGUiOm51bGx9LCJEZWZhdWx0TW90U3R5bGUiOnsiJGlkIjoiMzkyOCIsIlNoYXBlIjowLCJDb25uZWN0b3JNYXJnaW4iOnsiJGlkIjoiMzkyOSIsIlRvcCI6MC4wLCJMZWZ0IjoyLjAsIlJpZ2h0IjoyLjAsIkJvdHRvbSI6MC4wfSwiQ29ubmVjdG9yU3R5bGUiOnsiJGlkIjoiMzkzMCIsIkxpbmVDb2xvciI6eyIkaWQiOiIzOTMxIiwiJHR5cGUiOiJOTFJFLkNvbW1vbi5Eb20uU29saWRDb2xvckJydXNoLCBOTFJFLkNvbW1vbiIsIkNvbG9yIjp7IiRpZCI6IjM5MzIiLCJBIjoxMjcsIlIiOjIzNywiRyI6MTI1LCJCIjo0OX19LCJMaW5lV2VpZ2h0IjoxLjAsIkxpbmVUeXBlIjowLCJQYXJlbnRTdHlsZSI6bnVsbH0sIklzQmVsb3dUaW1lYmFuZCI6ZmFsc2UsIlBvc2l0aW9uT25UYXNrIjoxLCJIaWRlRGF0ZSI6ZmFsc2UsIlNoYXBlU2l6ZSI6MSwiU3BhY2luZyI6MC4wLCJQYWRkaW5nIjp7IiRpZCI6IjM5MzMiLCJUb3AiOjUuMCwiTGVmdCI6My4wLCJSaWdodCI6MC4wLCJCb3R0b20iOjIuMH0sIlNoYXBlU3R5bGUiOnsiJGlkIjoiMzkzNCIsIk1hcmdpbiI6eyIkaWQiOiIzOTM1IiwiVG9wIjowLjAsIkxlZnQiOjAuMCwiUmlnaHQiOjAuMCwiQm90dG9tIjowLjB9LCJQYWRkaW5nIjp7IiRpZCI6IjM5MzYiLCJUb3AiOjAuMCwiTGVmdCI6MC4wLCJSaWdodCI6MC4wLCJCb3R0b20iOjAuMH0sIkJhY2tncm91bmQiOnsiJGlkIjoiMzkzNyIsIkNvbG9yIjp7IiRpZCI6IjM5MzgiLCJBIjoyNTUsIlIiOjIzNywiRyI6MTI1LCJCIjo0OX19LCJJc1Zpc2libGUiOnRydWUsIldpZHRoIjoxMy4wLCJIZWlnaHQiOjEzLjAsIkJvcmRlclN0eWxlIjp7IiRpZCI6IjM5MzkiLCJMaW5lQ29sb3IiOnsiJGlkIjoiMzk0MCIsIiR0eXBlIjoiTkxSRS5Db21tb24uRG9tLlNvbGlkQ29sb3JCcnVzaCwgTkxSRS5Db21tb24iLCJDb2xvciI6eyIkaWQiOiIzOTQxIiwiQSI6MjU1LCJSIjoyMzQsIkciOjIyLCJCIjozMH19LCJMaW5lV2VpZ2h0IjowLjAsIkxpbmVUeXBlIjowLCJQYXJlbnRTdHlsZSI6bnVsbH0sIlBhcmVudFN0eWxlIjpudWxsfSwiVGl0bGVTdHlsZSI6eyIkaWQiOiIzOTQyIiwiRm9udFNldHRpbmdzIjp7IiRpZCI6IjM5NDMiLCJGb250U2l6ZSI6MTEsIkZvbnROYW1lIjoiQ2FsaWJyaSIsIklzQm9sZCI6dHJ1ZSwiSXNJdGFsaWMiOmZhbHNlLCJJc1VuZGVybGluZWQiOmZhbHNlLCJQYXJlbnRTdHlsZSI6bnVsbH0sIkF1dG9TaXplIjowLCJGb3JlZ3JvdW5kIjp7IiRpZCI6IjM5NDQiLCJDb2xvciI6eyIkaWQiOiIzOTQ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5NDYiLCJUb3AiOjAuMCwiTGVmdCI6MC4wLCJSaWdodCI6MC4wLCJCb3R0b20iOjAuMH0sIlBhZGRpbmciOnsiJGlkIjoiMzk0NyIsIlRvcCI6MC4wLCJMZWZ0IjowLjAsIlJpZ2h0IjowLjAsIkJvdHRvbSI6MC4wfSwiQmFja2dyb3VuZCI6eyIkaWQiOiIzOTQ4IiwiQ29sb3IiOnsiJGlkIjoiMzk0OSIsIkEiOjI1NSwiUiI6MCwiRyI6MCwiQiI6MH19LCJJc1Zpc2libGUiOnRydWUsIldpZHRoIjowLjAsIkhlaWdodCI6MC4wLCJCb3JkZXJTdHlsZSI6eyIkaWQiOiIzOTUwIiwiTGluZUNvbG9yIjpudWxsLCJMaW5lV2VpZ2h0IjowLjAsIkxpbmVUeXBlIjowLCJQYXJlbnRTdHlsZSI6bnVsbH0sIlBhcmVudFN0eWxlIjpudWxsfSwiRGF0ZVN0eWxlIjp7IiRpZCI6IjM5NTEiLCJGb250U2V0dGluZ3MiOnsiJGlkIjoiMzk1MiIsIkZvbnRTaXplIjoxMCwiRm9udE5hbWUiOiJDYWxpYnJpIiwiSXNCb2xkIjpmYWxzZSwiSXNJdGFsaWMiOmZhbHNlLCJJc1VuZGVybGluZWQiOmZhbHNlLCJQYXJlbnRTdHlsZSI6bnVsbH0sIkF1dG9TaXplIjowLCJGb3JlZ3JvdW5kIjp7IiRpZCI6IjM5NTMiLCJDb2xvciI6eyIkaWQiOiIzOTU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zOTU1IiwiVG9wIjowLjAsIkxlZnQiOjAuMCwiUmlnaHQiOjAuMCwiQm90dG9tIjowLjB9LCJQYWRkaW5nIjp7IiRpZCI6IjM5NTYiLCJUb3AiOjAuMCwiTGVmdCI6MC4wLCJSaWdodCI6MC4wLCJCb3R0b20iOjAuMH0sIkJhY2tncm91bmQiOnsiJGlkIjoiMzk1NyIsIkNvbG9yIjp7IiRpZCI6IjM5NTgiLCJBIjoyNTUsIlIiOjY4LCJHIjo4NCwiQiI6MTA2fX0sIklzVmlzaWJsZSI6dHJ1ZSwiV2lkdGgiOjAuMCwiSGVpZ2h0IjowLjAsIkJvcmRlclN0eWxlIjp7IiRpZCI6IjM5NTkiLCJMaW5lQ29sb3IiOm51bGwsIkxpbmVXZWlnaHQiOjAuMCwiTGluZVR5cGUiOjAsIlBhcmVudFN0eWxlIjpudWxsfSwiUGFyZW50U3R5bGUiOm51bGx9LCJEYXRlRm9ybWF0Ijp7IiRpZCI6IjM5NjA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2MSIsIkZvcm1hdCI6MCwiSXNWaXNpYmxlIjpmYWxzZSwiTGFzdEtub3duVmlzaWJpbGl0eVN0YXRlIjpmYWxzZX0sIklzVmlzaWJsZSI6dHJ1ZSwiVmFyaWFuY2VTdHlsZSI6eyIkaWQiOiIzOTYyIiwiVGV4dFN0eWxlIjp7IiRpZCI6IjM5NjMiLCJGb250U2V0dGluZ3MiOnsiJGlkIjoiMzk2NCIsIkZvbnRTaXplIjoxMCwiRm9udE5hbWUiOiJDYWxpYnJpIiwiSXNCb2xkIjpmYWxzZSwiSXNJdGFsaWMiOmZhbHNlLCJJc1VuZGVybGluZWQiOmZhbHNlLCJQYXJlbnRTdHlsZSI6bnVsbH0sIkF1dG9TaXplIjowLCJGb3JlZ3JvdW5kIjp7IiRpZCI6IjM5NjUiLCJDb2xvciI6eyIkaWQiOiIzOTY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5NjciLCJUb3AiOjAuMCwiTGVmdCI6MC4wLCJSaWdodCI6MC4wLCJCb3R0b20iOjAuMH0sIlBhZGRpbmciOnsiJGlkIjoiMzk2OCIsIlRvcCI6MC4wLCJMZWZ0IjowLjAsIlJpZ2h0IjowLjAsIkJvdHRvbSI6MC4wfSwiQmFja2dyb3VuZCI6eyIkaWQiOiIzOTY5IiwiQ29sb3IiOnsiJGlkIjoiMzk3MCIsIkEiOjI1NSwiUiI6MCwiRyI6MCwiQiI6MH19LCJJc1Zpc2libGUiOnRydWUsIldpZHRoIjowLjAsIkhlaWdodCI6MC4wLCJCb3JkZXJTdHlsZSI6bnVsbCwiUGFyZW50U3R5bGUiOm51bGx9LCJQYXJlbnRTdHlsZSI6bnVsbH0sIlBhcmVudFN0eWxlIjpudWxsfSwiRGVmYXVsdFRhc2tTdHlsZSI6eyIkaWQiOiIzOTcxIiwiU2hhcGUiOjMsIlNoYXBlVGhpY2tuZXNzIjowLCJEdXJhdGlvbkZvcm1hdCI6MCwiSW5jbHVkZU5vbldvcmtpbmdEYXlzSW5EdXJhdGlvbiI6ZmFsc2UsIlBlcmNlbnRhZ2VDb21wbGV0ZVN0eWxlIjp7IiRpZCI6IjM5NzIiLCJGb250U2V0dGluZ3MiOnsiJGlkIjoiMzk3MyIsIkZvbnRTaXplIjoxMCwiRm9udE5hbWUiOiJDYWxpYnJpIiwiSXNCb2xkIjpmYWxzZSwiSXNJdGFsaWMiOmZhbHNlLCJJc1VuZGVybGluZWQiOmZhbHNlLCJQYXJlbnRTdHlsZSI6bnVsbH0sIkF1dG9TaXplIjowLCJGb3JlZ3JvdW5kIjp7IiRpZCI6IjM5NzQiLCJDb2xvciI6eyIkaWQiOiIzOTc1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M5NzYiLCJUb3AiOjAuMCwiTGVmdCI6MC4wLCJSaWdodCI6MC4wLCJCb3R0b20iOjAuMH0sIlBhZGRpbmciOnsiJGlkIjoiMzk3NyIsIlRvcCI6MC4wLCJMZWZ0IjowLjAsIlJpZ2h0IjowLjAsIkJvdHRvbSI6MC4wfSwiQmFja2dyb3VuZCI6eyIkaWQiOiIzOTc4IiwiQ29sb3IiOnsiJGlkIjoiMzk3OSIsIkEiOjg5LCJSIjowLCJHIjowLCJCIjowfX0sIklzVmlzaWJsZSI6dHJ1ZSwiV2lkdGgiOjAuMCwiSGVpZ2h0IjowLjAsIkJvcmRlclN0eWxlIjp7IiRpZCI6IjM5ODAiLCJMaW5lQ29sb3IiOm51bGwsIkxpbmVXZWlnaHQiOjAuMCwiTGluZVR5cGUiOjAsIlBhcmVudFN0eWxlIjpudWxsfSwiUGFyZW50U3R5bGUiOm51bGx9LCJEdXJhdGlvblN0eWxlIjp7IiRpZCI6IjM5ODEiLCJGb250U2V0dGluZ3MiOnsiJGlkIjoiMzk4MiIsIkZvbnRTaXplIjoxMCwiRm9udE5hbWUiOiJDYWxpYnJpIiwiSXNCb2xkIjpmYWxzZSwiSXNJdGFsaWMiOmZhbHNlLCJJc1VuZGVybGluZWQiOmZhbHNlLCJQYXJlbnRTdHlsZSI6bnVsbH0sIkF1dG9TaXplIjowLCJGb3JlZ3JvdW5kIjp7IiRpZCI6IjM5ODMiLCJDb2xvciI6eyIkaWQiOiIzOT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Tg1IiwiVG9wIjowLjAsIkxlZnQiOjAuMCwiUmlnaHQiOjAuMCwiQm90dG9tIjowLjB9LCJQYWRkaW5nIjp7IiRpZCI6IjM5ODYiLCJUb3AiOjAuMCwiTGVmdCI6MC4wLCJSaWdodCI6MC4wLCJCb3R0b20iOjAuMH0sIkJhY2tncm91bmQiOnsiJGlkIjoiMzk4NyIsIkNvbG9yIjp7IiRpZCI6IjM5ODgiLCJBIjoyNTUsIlIiOjY4LCJHIjo4NCwiQiI6MTA2fX0sIklzVmlzaWJsZSI6dHJ1ZSwiV2lkdGgiOjAuMCwiSGVpZ2h0IjowLjAsIkJvcmRlclN0eWxlIjp7IiRpZCI6IjM5ODkiLCJMaW5lQ29sb3IiOm51bGwsIkxpbmVXZWlnaHQiOjAuMCwiTGluZVR5cGUiOjAsIlBhcmVudFN0eWxlIjpudWxsfSwiUGFyZW50U3R5bGUiOm51bGx9LCJIb3Jpem9udGFsQ29ubmVjdG9yU3R5bGUiOnsiJGlkIjoiMzk5MCIsIkxpbmVDb2xvciI6eyIkaWQiOiIzOTkxIiwiJHR5cGUiOiJOTFJFLkNvbW1vbi5Eb20uU29saWRDb2xvckJydXNoLCBOTFJFLkNvbW1vbiIsIkNvbG9yIjp7IiRpZCI6IjM5OTIiLCJBIjo1MSwiUiI6NjgsIkciOjExNCwiQiI6MTk2fX0sIkxpbmVXZWlnaHQiOjEuMCwiTGluZVR5cGUiOjAsIlBhcmVudFN0eWxlIjpudWxsfSwiVmVydGljYWxDb25uZWN0b3JTdHlsZSI6eyIkaWQiOiIzOTkzIiwiTGluZUNvbG9yIjp7IiRpZCI6IjM5OTQiLCIkdHlwZSI6Ik5MUkUuQ29tbW9uLkRvbS5Tb2xpZENvbG9yQnJ1c2gsIE5MUkUuQ29tbW9uIiwiQ29sb3IiOnsiJGlkIjoiMzk5NSIsIkEiOjUxLCJSIjo2OCwiRyI6MTE0LCJCIjoxOTZ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zOTk2IiwiU2hhcGVTdHlsZSI6eyIkaWQiOiIzOTk3IiwiTWFyZ2luIjp7IiRpZCI6IjM5OTgiLCJUb3AiOjAuMCwiTGVmdCI6MC4wLCJSaWdodCI6MC4wLCJCb3R0b20iOjAuMH0sIlBhZGRpbmciOnsiJGlkIjoiMzk5OSIsIlRvcCI6MC4wLCJMZWZ0IjowLjAsIlJpZ2h0IjowLjAsIkJvdHRvbSI6MC4wfSwiQmFja2dyb3VuZCI6eyIkaWQiOiI0MDAwIiwiQ29sb3IiOnsiJGlkIjoiNDAwMSIsIkEiOjE1MywiUiI6MCwiRyI6MCwiQiI6MH19LCJJc1Zpc2libGUiOnRydWUsIldpZHRoIjowLjAsIkhlaWdodCI6MC4wLCJCb3JkZXJTdHlsZSI6eyIkaWQiOiI0MDAyIiwiTGluZUNvbG9yIjp7IiRpZCI6IjQwMDMiLCIkdHlwZSI6Ik5MUkUuQ29tbW9uLkRvbS5Tb2xpZENvbG9yQnJ1c2gsIE5MUkUuQ29tbW9uIiwiQ29sb3IiOnsiJGlkIjoiNDAwNCIsIkEiOjI1NSwiUiI6MjU1LCJHIjowLCJCIjowfX0sIkxpbmVXZWlnaHQiOjAuMCwiTGluZVR5cGUiOjAsIlBhcmVudFN0eWxlIjpudWxsfSwiUGFyZW50U3R5bGUiOm51bGx9LCJNYXJnaW4iOnsiJGlkIjoiNDAwNSIsIlRvcCI6MC4wLCJMZWZ0IjowLjAsIlJpZ2h0IjowLjAsIkJvdHRvbSI6MC4wfSwiUGFkZGluZyI6eyIkaWQiOiI0MDA2IiwiVG9wIjowLjAsIkxlZnQiOjAuMCwiUmlnaHQiOjAuMCwiQm90dG9tIjowLjB9LCJCYWNrZ3JvdW5kIjpudWxsLCJJc1Zpc2libGUiOnRydWUsIldpZHRoIjowLjAsIkhlaWdodCI6MC4wLCJCb3JkZXJTdHlsZSI6bnVsbCwiUGFyZW50U3R5bGUiOm51bGx9LCJTaGFwZVN0eWxlIjp7IiRpZCI6IjQwMDciLCJNYXJnaW4iOnsiJGlkIjoiNDAwOCIsIlRvcCI6MC4wLCJMZWZ0Ijo0LjAsIlJpZ2h0Ijo0LjAsIkJvdHRvbSI6MC4wfSwiUGFkZGluZyI6eyIkaWQiOiI0MDA5IiwiVG9wIjowLjAsIkxlZnQiOjAuMCwiUmlnaHQiOjAuMCwiQm90dG9tIjowLjB9LCJCYWNrZ3JvdW5kIjp7IiRpZCI6IjQwMTAiLCJDb2xvciI6eyIkaWQiOiI0MDExIiwiQSI6MjU1LCJSIjo2OCwiRyI6MTE0LCJCIjoxOTZ9fSwiSXNWaXNpYmxlIjp0cnVlLCJXaWR0aCI6MC4wLCJIZWlnaHQiOjEwLjAsIkJvcmRlclN0eWxlIjp7IiRpZCI6IjQwMTIiLCJMaW5lQ29sb3IiOnsiJGlkIjoiNDAxMyIsIiR0eXBlIjoiTkxSRS5Db21tb24uRG9tLlNvbGlkQ29sb3JCcnVzaCwgTkxSRS5Db21tb24iLCJDb2xvciI6eyIkaWQiOiI0MDE0IiwiQSI6MjU1LCJSIjoyMzQsIkciOjIyLCJCIjozMH19LCJMaW5lV2VpZ2h0IjowLjAsIkxpbmVUeXBlIjowLCJQYXJlbnRTdHlsZSI6bnVsbH0sIlBhcmVudFN0eWxlIjpudWxsfSwiVGl0bGVTdHlsZSI6eyIkaWQiOiI0MDE1IiwiRm9udFNldHRpbmdzIjp7IiRpZCI6IjQwMTYiLCJGb250U2l6ZSI6MTEsIkZvbnROYW1lIjoiQ2FsaWJyaSIsIklzQm9sZCI6ZmFsc2UsIklzSXRhbGljIjpmYWxzZSwiSXNVbmRlcmxpbmVkIjpmYWxzZSwiUGFyZW50U3R5bGUiOm51bGx9LCJBdXRvU2l6ZSI6MCwiRm9yZWdyb3VuZCI6eyIkaWQiOiI0MDE3IiwiQ29sb3IiOnsiJGlkIjoiNDAx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0MDE5IiwiVG9wIjowLjAsIkxlZnQiOjAuMCwiUmlnaHQiOjAuMCwiQm90dG9tIjowLjB9LCJQYWRkaW5nIjp7IiRpZCI6IjQwMjAiLCJUb3AiOjAuMCwiTGVmdCI6MC4wLCJSaWdodCI6MC4wLCJCb3R0b20iOjAuMH0sIkJhY2tncm91bmQiOnsiJGlkIjoiNDAyMSIsIkNvbG9yIjp7IiRpZCI6IjQwMjIiLCJBIjoyNTUsIlIiOjAsIkciOjAsIkIiOjB9fSwiSXNWaXNpYmxlIjp0cnVlLCJXaWR0aCI6MC4wLCJIZWlnaHQiOjAuMCwiQm9yZGVyU3R5bGUiOnsiJGlkIjoiNDAyMyIsIkxpbmVDb2xvciI6bnVsbCwiTGluZVdlaWdodCI6MC4wLCJMaW5lVHlwZSI6MCwiUGFyZW50U3R5bGUiOm51bGx9LCJQYXJlbnRTdHlsZSI6bnVsbH0sIkRhdGVTdHlsZSI6eyIkaWQiOiI0MDI0IiwiRm9udFNldHRpbmdzIjp7IiRpZCI6IjQwMjUiLCJGb250U2l6ZSI6MTAsIkZvbnROYW1lIjoiQ2FsaWJyaSIsIklzQm9sZCI6ZmFsc2UsIklzSXRhbGljIjpmYWxzZSwiSXNVbmRlcmxpbmVkIjpmYWxzZSwiUGFyZW50U3R5bGUiOm51bGx9LCJBdXRvU2l6ZSI6MCwiRm9yZWdyb3VuZCI6eyIkaWQiOiI0MDI2IiwiQ29sb3IiOnsiJGlkIjoiNDAy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AyOCIsIlRvcCI6MC4wLCJMZWZ0IjowLjAsIlJpZ2h0IjowLjAsIkJvdHRvbSI6MC4wfSwiUGFkZGluZyI6eyIkaWQiOiI0MDI5IiwiVG9wIjowLjAsIkxlZnQiOjAuMCwiUmlnaHQiOjAuMCwiQm90dG9tIjowLjB9LCJCYWNrZ3JvdW5kIjp7IiRpZCI6IjQwMzAiLCJDb2xvciI6eyIkaWQiOiI0MDMxIiwiQSI6MjU1LCJSIjo2OCwiRyI6ODQsIkIiOjEwNn19LCJJc1Zpc2libGUiOnRydWUsIldpZHRoIjowLjAsIkhlaWdodCI6MC4wLCJCb3JkZXJTdHlsZSI6eyIkaWQiOiI0MDMyIiwiTGluZUNvbG9yIjpudWxsLCJMaW5lV2VpZ2h0IjowLjAsIkxpbmVUeXBlIjowLCJQYXJlbnRTdHlsZSI6bnVsbH0sIlBhcmVudFN0eWxlIjpudWxsfSwiRGF0ZUZvcm1hdCI6eyIkaWQiOiI0MD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wMzQiLCJGb3JtYXQiOjAsIklzVmlzaWJsZSI6ZmFsc2UsIkxhc3RLbm93blZpc2liaWxpdHlTdGF0ZSI6ZmFsc2V9LCJJc1Zpc2libGUiOnRydWUsIlZhcmlhbmNlU3R5bGUiOnsiJGlkIjoiNDAzNSIsIlRleHRTdHlsZSI6eyIkaWQiOiI0MDM2IiwiRm9udFNldHRpbmdzIjp7IiRpZCI6IjQwMzciLCJGb250U2l6ZSI6MTAsIkZvbnROYW1lIjoiQ2FsaWJyaSIsIklzQm9sZCI6ZmFsc2UsIklzSXRhbGljIjpmYWxzZSwiSXNVbmRlcmxpbmVkIjpmYWxzZSwiUGFyZW50U3R5bGUiOm51bGx9LCJBdXRvU2l6ZSI6MCwiRm9yZWdyb3VuZCI6eyIkaWQiOiI0MDM4IiwiQ29sb3IiOnsiJGlkIjoiNDAz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DQwIiwiVG9wIjowLjAsIkxlZnQiOjAuMCwiUmlnaHQiOjAuMCwiQm90dG9tIjowLjB9LCJQYWRkaW5nIjp7IiRpZCI6IjQwNDEiLCJUb3AiOjAuMCwiTGVmdCI6MC4wLCJSaWdodCI6MC4wLCJCb3R0b20iOjAuMH0sIkJhY2tncm91bmQiOnsiJGlkIjoiNDA0MiIsIkNvbG9yIjp7IiRpZCI6IjQwNDMiLCJBIjoyNTUsIlIiOjAsIkciOjAsIkIiOjB9fSwiSXNWaXNpYmxlIjp0cnVlLCJXaWR0aCI6MC4wLCJIZWlnaHQiOjAuMCwiQm9yZGVyU3R5bGUiOm51bGwsIlBhcmVudFN0eWxlIjpudWxsfSwiUGFyZW50U3R5bGUiOm51bGx9LCJQYXJlbnRTdHlsZSI6bnVsbCwiX2V4cGxpY2l0bHlTZXQiOnsiJGlkIjoiNDA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pbGVzdG9uZVN0eWxlIjpudWxsLCJHcmlkbGluZVBhbmVsU3R5bGUiOnsiJGlkIjoiNDA0NSIsIkdyaWRsaW5lU3R5bGUiOnsiJGlkIjoiNDA0NiIsIkxpbmVDb2xvciI6eyIkaWQiOiI0MDQ3IiwiJHR5cGUiOiJOTFJFLkNvbW1vbi5Eb20uU29saWRDb2xvckJydXNoLCBOTFJFLkNvbW1vbiIsIkNvbG9yIjp7IiRpZCI6IjQwNDgiLCJBIjoyNSwiUiI6NjgsIkciOjg0LCJCIjoxMDZ9fSwiTGluZVdlaWdodCI6MS4wLCJMaW5lVHlwZSI6MCwiUGFyZW50U3R5bGUiOm51bGx9LCJNYXJnaW4iOnsiJGlkIjoiNDA0OSIsIlRvcCI6MC4wLCJMZWZ0IjowLjAsIlJpZ2h0IjowLjAsIkJvdHRvbSI6MC4wfSwiUGFkZGluZyI6eyIkaWQiOiI0MDUwIiwiVG9wIjowLjAsIkxlZnQiOjAuMCwiUmlnaHQiOjAuMCwiQm90dG9tIjowLjB9LCJCYWNrZ3JvdW5kIjpudWxsLCJJc1Zpc2libGUiOmZhbHNlLCJXaWR0aCI6MC4wLCJIZWlnaHQiOjAuMCwiQm9yZGVyU3R5bGUiOnsiJGlkIjoiNDA1MSIsIkxpbmVDb2xvciI6bnVsbCwiTGluZVdlaWdodCI6MC4wLCJMaW5lVHlwZSI6MCwiUGFyZW50U3R5bGUiOm51bGx9LCJQYXJlbnRTdHlsZSI6bnVsbH0sIkFjdGl2aXR5TGluZVBhbmVsU3R5bGUiOnsiJGlkIjoiNDA1MiIsIkFjdGl2aXR5TGluZVN0eWxlIjp7IiRpZCI6IjQwNTMiLCJMaW5lQ29sb3IiOnsiJGlkIjoiNDA1NCIsIiR0eXBlIjoiTkxSRS5Db21tb24uRG9tLlNvbGlkQ29sb3JCcnVzaCwgTkxSRS5Db21tb24iLCJDb2xvciI6eyIkaWQiOiI0MDU1IiwiQSI6MzgsIlIiOjY4LCJHIjoxMTQsIkIiOjE5Nn19LCJMaW5lV2VpZ2h0IjoxLjAsIkxpbmVUeXBlIjowLCJQYXJlbnRTdHlsZSI6bnVsbH0sIk1hcmdpbiI6eyIkaWQiOiI0MDU2IiwiVG9wIjowLjAsIkxlZnQiOjAuMCwiUmlnaHQiOjAuMCwiQm90dG9tIjowLjB9LCJQYWRkaW5nIjp7IiRpZCI6IjQwNTciLCJUb3AiOjAuMCwiTGVmdCI6MC4wLCJSaWdodCI6MC4wLCJCb3R0b20iOjAuMH0sIkJhY2tncm91bmQiOm51bGwsIklzVmlzaWJsZSI6dHJ1ZSwiV2lkdGgiOjAuMCwiSGVpZ2h0IjowLjAsIkJvcmRlclN0eWxlIjp7IiRpZCI6IjQwNTgiLCJMaW5lQ29sb3IiOm51bGwsIkxpbmVXZWlnaHQiOjAuMCwiTGluZVR5cGUiOjAsIlBhcmVudFN0eWxlIjpudWxsfSwiUGFyZW50U3R5bGUiOm51bGx9LCJfc2VsZWN0ZWRUaGVtZVByZXNldENvbG9ycyI6eyIkaWQiOiI0MDU5IiwiVGV4dExpZ2h0Ijp7IiRpZCI6IjQwNjAiLCJBIjoyNTUsIlIiOjI1NSwiRyI6MjU1LCJCIjoyNTV9LCJUZXh0RGFyayI6eyIkaWQiOiI0MDYxIiwiQSI6MjU1LCJSIjowLCJHIjowLCJCIjowfSwiQWNjZW50MSI6eyIkaWQiOiI0MDYyIiwiQSI6MjU1LCJSIjoyMzEsIkciOjIzMCwiQiI6MjMwfSwiQWNjZW50MiI6eyIkaWQiOiI0MDYzIiwiQSI6MjU1LCJSIjo2OCwiRyI6ODQsIkIiOjEwNn0sIkFjY2VudDMiOnsiJGlkIjoiNDA2NCIsIkEiOjI1NSwiUiI6NjgsIkciOjExNCwiQiI6MTk2fSwiQWNjZW50NCI6eyIkaWQiOiI0MDY1IiwiQSI6MjU1LCJSIjoyNTUsIkciOjE5MiwiQiI6MH0sIkFjY2VudDUiOnsiJGlkIjoiNDA2NiIsIkEiOjI1NSwiUiI6MTEyLCJHIjoxNzMsIkIiOjcxfSwiQWNjZW50NiI6eyIkaWQiOiI0MDY3IiwiQSI6MjU1LCJSIjoxNjUsIkciOjE2NSwiQiI6MTY1fSwiQWNjZW50NyI6eyIkaWQiOiI0MDY4IiwiQSI6MjU1LCJSIjo5MSwiRyI6MTU1LCJCIjoyMTN9LCJBY2NlbnQ4Ijp7IiRpZCI6IjQwNjkiLCJBIjoyNTUsIlIiOjIzNywiRyI6MTI1LCJCIjo0OX19LCJTaG93RWxhcHNlZFRpbWVHcmFkaWVudFN0eWxlIjpmYWxzZSwiVGltZWJhbmRSZXNlcnZlZExlZnRBcmVhU3R5bGUiOnsiJGlkIjoiNDA3MCIsIkFjdGl2aXR5SGVhZGVyV2lkdGgiOjAuMCwiSXNTZXQiOmZhbHNlfSwiRGVmYXVsdFN3aW1sYW5lU3R5bGUiOm51bGwsIkRlZmF1bHRTd2ltbGFuZVYyU3R5bGUiOnsiJGlkIjoiNDA3MSIsIlN0eWxlSWQiOiIzMzJjZmIxMy1iNDAxLTRlYzMtYjY1NS03Mzk2OGQwNGQ3NDkiLCJIZWFkZXJTdHlsZSI6eyIkaWQiOiI0MDcyIiwiVGV4dElzVmVydGljYWwiOmZhbHNlLCJUZXh0U3R5bGUiOnsiJGlkIjoiNDA3MyIsIkZvbnRTZXR0aW5ncyI6eyIkaWQiOiI0MDc0IiwiRm9udFNpemUiOjExLCJGb250TmFtZSI6IkNhbGlicmkiLCJJc0JvbGQiOmZhbHNlLCJJc0l0YWxpYyI6ZmFsc2UsIklzVW5kZXJsaW5lZCI6ZmFsc2UsIlBhcmVudFN0eWxlIjpudWxsfSwiQXV0b1NpemUiOjAsIkZvcmVncm91bmQiOnsiJGlkIjoiNDA3NSIsIkNvbG9yIjp7IiRpZCI6IjQwNzYiLCJBIjoyNTUsIlIiOjI1NSwiRyI6MjU1LCJCIjoyNTV9fSwiTWF4V2lkdGgiOjAuMCwiTWF4SGVpZ2h0IjowLjAsIlNtYXJ0Rm9yZWdyb3VuZElzQWN0aXZlIjpmYWxzZSwiSG9yaXpvbnRhbEFsaWdubWVudCI6MCwiVmVydGljYWxBbGlnbm1lbnQiOjAsIlNtYXJ0Rm9yZWdyb3VuZCI6bnVsbCwiQmFja2dyb3VuZEZpbGxUeXBlIjowLCJNYXJnaW4iOnsiJGlkIjoiNDA3NyIsIlRvcCI6MC4wLCJMZWZ0IjowLjAsIlJpZ2h0IjowLjAsIkJvdHRvbSI6MC4wfSwiUGFkZGluZyI6eyIkaWQiOiI0MDc4IiwiVG9wIjowLjAsIkxlZnQiOjAuMCwiUmlnaHQiOjAuMCwiQm90dG9tIjowLjB9LCJCYWNrZ3JvdW5kIjp7IiRpZCI6IjQwNzkiLCJDb2xvciI6eyIkaWQiOiI0MDgwIiwiQSI6MjU1LCJSIjoyNTUsIkciOjI1NSwiQiI6MjU1fX0sIklzVmlzaWJsZSI6ZmFsc2UsIldpZHRoIjowLjAsIkhlaWdodCI6MC4wLCJCb3JkZXJTdHlsZSI6bnVsbCwiUGFyZW50U3R5bGUiOm51bGx9LCJSZWN0YW5nbGVTdHlsZSI6eyIkaWQiOiI0MDgxIiwiTWFyZ2luIjp7IiRpZCI6IjQwODIiLCJUb3AiOjAuMCwiTGVmdCI6MC4wLCJSaWdodCI6MC4wLCJCb3R0b20iOjAuMH0sIlBhZGRpbmciOnsiJGlkIjoiNDA4MyIsIlRvcCI6MC4wLCJMZWZ0IjowLjAsIlJpZ2h0IjowLjAsIkJvdHRvbSI6MC4wfSwiQmFja2dyb3VuZCI6eyIkaWQiOiI0MDg0IiwiQ29sb3IiOnsiJGlkIjoiNDA4NSIsIkEiOjI1NSwiUiI6NjgsIkciOjExNCwiQiI6MTk2fX0sIklzVmlzaWJsZSI6ZmFsc2UsIldpZHRoIjowLjAsIkhlaWdodCI6MC4wLCJCb3JkZXJTdHlsZSI6eyIkaWQiOiI0MDg2IiwiTGluZUNvbG9yIjp7IiRpZCI6IjQwODciLCIkdHlwZSI6Ik5MUkUuQ29tbW9uLkRvbS5Tb2xpZENvbG9yQnJ1c2gsIE5MUkUuQ29tbW9uIiwiQ29sb3IiOnsiJGlkIjoiNDA4OCIsIkEiOjI1NSwiUiI6MjU1LCJHIjoyNTUsIkIiOjI1NX19LCJMaW5lV2VpZ2h0IjowLjAsIkxpbmVUeXBlIjowLCJQYXJlbnRTdHlsZSI6bnVsbH0sIlBhcmVudFN0eWxlIjpudWxsfSwiTWFyZ2luIjp7IiRpZCI6IjQwODkiLCJUb3AiOjAuMCwiTGVmdCI6MC4wLCJSaWdodCI6MC4wLCJCb3R0b20iOjAuMH0sIlBhZGRpbmciOnsiJGlkIjoiNDA5MCIsIlRvcCI6MC4wLCJMZWZ0IjowLjAsIlJpZ2h0IjowLjAsIkJvdHRvbSI6MC4wfSwiQmFja2dyb3VuZCI6bnVsbCwiSXNWaXNpYmxlIjp0cnVlLCJXaWR0aCI6MC4wLCJIZWlnaHQiOjAuMCwiQm9yZGVyU3R5bGUiOm51bGwsIlBhcmVudFN0eWxlIjpudWxsfSwiQmFja2dyb3VuZFN0eWxlIjp7IiRpZCI6IjQwOTEiLCJNYXJnaW4iOnsiJGlkIjoiNDA5MiIsIlRvcCI6MC4wLCJMZWZ0IjowLjAsIlJpZ2h0IjowLjAsIkJvdHRvbSI6MC4wfSwiUGFkZGluZyI6eyIkaWQiOiI0MDkzIiwiVG9wIjowLjAsIkxlZnQiOjAuMCwiUmlnaHQiOjAuMCwiQm90dG9tIjowLjB9LCJCYWNrZ3JvdW5kIjp7IiRpZCI6IjQwOTQiLCJDb2xvciI6eyIkaWQiOiI0MDk1IiwiQSI6NTEsIlIiOjIwMCwiRyI6MjAwLCJCIjoyMDB9fSwiSXNWaXNpYmxlIjp0cnVlLCJXaWR0aCI6MC4wLCJIZWlnaHQiOjAuMCwiQm9yZGVyU3R5bGUiOnsiJGlkIjoiNDA5NiIsIkxpbmVDb2xvciI6eyIkaWQiOiI0MDk3IiwiJHR5cGUiOiJOTFJFLkNvbW1vbi5Eb20uU29saWRDb2xvckJydXNoLCBOTFJFLkNvbW1vbiIsIkNvbG9yIjp7IiRpZCI6IjQwOTgiLCJBIjoyNTUsIlIiOjIzNCwiRyI6MjIsIkIiOjMwfX0sIkxpbmVXZWlnaHQiOjAuMCwiTGluZVR5cGUiOjAsIlBhcmVudFN0eWxlIjpudWxsfSwiUGFyZW50U3R5bGUiOm51bGx9LCJJc0Fib3ZlVGltZWJhbmQiOmZhbHNlLCJTcGFjaW5nIjoyLCJEZWZhdWx0U3dpbWxhbmVUYXNrU3R5bGUiOnsiJGlkIjoiNDA5OSIsIiR0eXBlIjoiTkxSRS5Db21tb24uRG9tLlN0eWxlcy5FeHBsaWNpdFNldGFibGVUYXNrU3R5bGUsIE5MUkUuQ29tbW9uIiwiU2hhcGUiOjEsIlNoYXBlVGhpY2tuZXNzIjowLCJEdXJhdGlvbkZvcm1hdCI6MCwiSW5jbHVkZU5vbldvcmtpbmdEYXlzSW5EdXJhdGlvbiI6ZmFsc2UsIlBlcmNlbnRhZ2VDb21wbGV0ZVN0eWxlIjp7IiRpZCI6IjQxMDAiLCJGb250U2V0dGluZ3MiOnsiJGlkIjoiNDEwMSIsIkZvbnRTaXplIjoxMCwiRm9udE5hbWUiOiJDYWxpYnJpIiwiSXNCb2xkIjpmYWxzZSwiSXNJdGFsaWMiOmZhbHNlLCJJc1VuZGVybGluZWQiOmZhbHNlLCJQYXJlbnRTdHlsZSI6bnVsbH0sIkF1dG9TaXplIjowLCJGb3JlZ3JvdW5kIjp7IiRpZCI6IjQxMDIiLCJDb2xvciI6eyIkaWQiOiI0MTA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QxMDQiLCJUb3AiOjAuMCwiTGVmdCI6MC4wLCJSaWdodCI6MC4wLCJCb3R0b20iOjAuMH0sIlBhZGRpbmciOnsiJGlkIjoiNDEwNSIsIlRvcCI6MC4wLCJMZWZ0IjowLjAsIlJpZ2h0IjowLjAsIkJvdHRvbSI6MC4wfSwiQmFja2dyb3VuZCI6eyIkaWQiOiI0MTA2IiwiQ29sb3IiOnsiJGlkIjoiNDEwNyIsIkEiOjg5LCJSIjowLCJHIjowLCJCIjowfX0sIklzVmlzaWJsZSI6dHJ1ZSwiV2lkdGgiOjAuMCwiSGVpZ2h0IjowLjAsIkJvcmRlclN0eWxlIjp7IiRpZCI6IjQxMDgiLCJMaW5lQ29sb3IiOm51bGwsIkxpbmVXZWlnaHQiOjAuMCwiTGluZVR5cGUiOjAsIlBhcmVudFN0eWxlIjpudWxsfSwiUGFyZW50U3R5bGUiOm51bGx9LCJEdXJhdGlvblN0eWxlIjp7IiRpZCI6IjQxMDkiLCJGb250U2V0dGluZ3MiOnsiJGlkIjoiNDExMCIsIkZvbnRTaXplIjoxMCwiRm9udE5hbWUiOiJDYWxpYnJpIiwiSXNCb2xkIjpmYWxzZSwiSXNJdGFsaWMiOmZhbHNlLCJJc1VuZGVybGluZWQiOmZhbHNlLCJQYXJlbnRTdHlsZSI6bnVsbH0sIkF1dG9TaXplIjowLCJGb3JlZ3JvdW5kIjp7IiRpZCI6IjQxMTEiLCJDb2xvciI6eyIkaWQiOiI0MTE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EzIiwiVG9wIjowLjAsIkxlZnQiOjAuMCwiUmlnaHQiOjAuMCwiQm90dG9tIjowLjB9LCJQYWRkaW5nIjp7IiRpZCI6IjQxMTQiLCJUb3AiOjAuMCwiTGVmdCI6MC4wLCJSaWdodCI6MC4wLCJCb3R0b20iOjAuMH0sIkJhY2tncm91bmQiOnsiJGlkIjoiNDExNSIsIkNvbG9yIjp7IiRpZCI6IjQxMTYiLCJBIjoyNTUsIlIiOjY4LCJHIjo4NCwiQiI6MTA2fX0sIklzVmlzaWJsZSI6dHJ1ZSwiV2lkdGgiOjAuMCwiSGVpZ2h0IjowLjAsIkJvcmRlclN0eWxlIjp7IiRpZCI6IjQxMTciLCJMaW5lQ29sb3IiOm51bGwsIkxpbmVXZWlnaHQiOjAuMCwiTGluZVR5cGUiOjAsIlBhcmVudFN0eWxlIjpudWxsfSwiUGFyZW50U3R5bGUiOm51bGx9LCJIb3Jpem9udGFsQ29ubmVjdG9yU3R5bGUiOnsiJGlkIjoiNDExOCIsIkxpbmVDb2xvciI6eyIkaWQiOiI0MTE5IiwiJHR5cGUiOiJOTFJFLkNvbW1vbi5Eb20uU29saWRDb2xvckJydXNoLCBOTFJFLkNvbW1vbiIsIkNvbG9yIjp7IiRpZCI6IjQxMjAiLCJBIjoyNTUsIlIiOjAsIkciOjAsIkIiOjB9fSwiTGluZVdlaWdodCI6MC4wLCJMaW5lVHlwZSI6MCwiUGFyZW50U3R5bGUiOm51bGx9LCJWZXJ0aWNhbENvbm5lY3RvclN0eWxlIjp7IiRpZCI6IjQxMjEiLCJMaW5lQ29sb3IiOnsiJGlkIjoiNDEyMiIsIiR0eXBlIjoiTkxSRS5Db21tb24uRG9tLlNvbGlkQ29sb3JCcnVzaCwgTkxSRS5Db21tb24iLCJDb2xvciI6eyIkaWQiOiI0MTI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0MTI0IiwiU2hhcGVTdHlsZSI6eyIkaWQiOiI0MTI1IiwiTWFyZ2luIjp7IiRpZCI6IjQxMjYiLCJUb3AiOjAuMCwiTGVmdCI6MC4wLCJSaWdodCI6MC4wLCJCb3R0b20iOjAuMH0sIlBhZGRpbmciOnsiJGlkIjoiNDEyNyIsIlRvcCI6MC4wLCJMZWZ0IjowLjAsIlJpZ2h0IjowLjAsIkJvdHRvbSI6MC4wfSwiQmFja2dyb3VuZCI6eyIkaWQiOiI0MTI4IiwiQ29sb3IiOnsiJGlkIjoiNDEyOSIsIkEiOjE1MywiUiI6MCwiRyI6MCwiQiI6MH19LCJJc1Zpc2libGUiOnRydWUsIldpZHRoIjowLjAsIkhlaWdodCI6MC4wLCJCb3JkZXJTdHlsZSI6eyIkaWQiOiI0MTMwIiwiTGluZUNvbG9yIjp7IiRpZCI6IjQxMzEiLCIkdHlwZSI6Ik5MUkUuQ29tbW9uLkRvbS5Tb2xpZENvbG9yQnJ1c2gsIE5MUkUuQ29tbW9uIiwiQ29sb3IiOnsiJGlkIjoiNDEzMiIsIkEiOjI1NSwiUiI6MjU1LCJHIjowLCJCIjowfX0sIkxpbmVXZWlnaHQiOjAuMCwiTGluZVR5cGUiOjAsIlBhcmVudFN0eWxlIjpudWxsfSwiUGFyZW50U3R5bGUiOm51bGx9LCJNYXJnaW4iOnsiJGlkIjoiNDEzMyIsIlRvcCI6MC4wLCJMZWZ0IjowLjAsIlJpZ2h0IjowLjAsIkJvdHRvbSI6MC4wfSwiUGFkZGluZyI6eyIkaWQiOiI0MTM0IiwiVG9wIjowLjAsIkxlZnQiOjAuMCwiUmlnaHQiOjAuMCwiQm90dG9tIjowLjB9LCJCYWNrZ3JvdW5kIjpudWxsLCJJc1Zpc2libGUiOnRydWUsIldpZHRoIjowLjAsIkhlaWdodCI6MC4wLCJCb3JkZXJTdHlsZSI6bnVsbCwiUGFyZW50U3R5bGUiOm51bGx9LCJTaGFwZVN0eWxlIjp7IiRpZCI6IjQxMzUiLCJNYXJnaW4iOnsiJGlkIjoiNDEzNiIsIlRvcCI6MC4wLCJMZWZ0Ijo0LjAsIlJpZ2h0Ijo0LjAsIkJvdHRvbSI6MC4wfSwiUGFkZGluZyI6eyIkaWQiOiI0MTM3IiwiVG9wIjowLjAsIkxlZnQiOjAuMCwiUmlnaHQiOjAuMCwiQm90dG9tIjowLjB9LCJCYWNrZ3JvdW5kIjp7IiRpZCI6IjQxMzgiLCJDb2xvciI6eyIkaWQiOiI0MTM5IiwiQSI6MjU1LCJSIjo2OCwiRyI6MTE0LCJCIjoxOTZ9fSwiSXNWaXNpYmxlIjp0cnVlLCJXaWR0aCI6MC4wLCJIZWlnaHQiOjEwLjAsIkJvcmRlclN0eWxlIjp7IiRpZCI6IjQxNDAiLCJMaW5lQ29sb3IiOnsiJGlkIjoiNDE0MSIsIiR0eXBlIjoiTkxSRS5Db21tb24uRG9tLlNvbGlkQ29sb3JCcnVzaCwgTkxSRS5Db21tb24iLCJDb2xvciI6eyIkaWQiOiI0MTQyIiwiQSI6MjU1LCJSIjoyMzQsIkciOjIyLCJCIjozMH19LCJMaW5lV2VpZ2h0IjowLjAsIkxpbmVUeXBlIjowLCJQYXJlbnRTdHlsZSI6bnVsbH0sIlBhcmVudFN0eWxlIjpudWxsfSwiVGl0bGVTdHlsZSI6eyIkaWQiOiI0MTQzIiwiRm9udFNldHRpbmdzIjp7IiRpZCI6IjQxNDQiLCJGb250U2l6ZSI6MTEsIkZvbnROYW1lIjoiQ2FsaWJyaSIsIklzQm9sZCI6ZmFsc2UsIklzSXRhbGljIjpmYWxzZSwiSXNVbmRlcmxpbmVkIjpmYWxzZSwiUGFyZW50U3R5bGUiOm51bGx9LCJBdXRvU2l6ZSI6MCwiRm9yZWdyb3VuZCI6eyIkaWQiOiI0MTQ1IiwiQ29sb3IiOnsiJGlkIjoiNDE0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Q3IiwiVG9wIjowLjAsIkxlZnQiOjAuMCwiUmlnaHQiOjAuMCwiQm90dG9tIjowLjB9LCJQYWRkaW5nIjp7IiRpZCI6IjQxNDgiLCJUb3AiOjAuMCwiTGVmdCI6MC4wLCJSaWdodCI6MC4wLCJCb3R0b20iOjAuMH0sIkJhY2tncm91bmQiOnsiJGlkIjoiNDE0OSIsIkNvbG9yIjp7IiRpZCI6IjQxNTAiLCJBIjoyNTUsIlIiOjAsIkciOjAsIkIiOjB9fSwiSXNWaXNpYmxlIjp0cnVlLCJXaWR0aCI6MC4wLCJIZWlnaHQiOjAuMCwiQm9yZGVyU3R5bGUiOnsiJGlkIjoiNDE1MSIsIkxpbmVDb2xvciI6bnVsbCwiTGluZVdlaWdodCI6MC4wLCJMaW5lVHlwZSI6MCwiUGFyZW50U3R5bGUiOm51bGx9LCJQYXJlbnRTdHlsZSI6bnVsbH0sIkRhdGVTdHlsZSI6eyIkaWQiOiI0MTUyIiwiRm9udFNldHRpbmdzIjp7IiRpZCI6IjQxNTMiLCJGb250U2l6ZSI6MTAsIkZvbnROYW1lIjoiQ2FsaWJyaSIsIklzQm9sZCI6ZmFsc2UsIklzSXRhbGljIjpmYWxzZSwiSXNVbmRlcmxpbmVkIjpmYWxzZSwiUGFyZW50U3R5bGUiOm51bGx9LCJBdXRvU2l6ZSI6MCwiRm9yZWdyb3VuZCI6eyIkaWQiOiI0MTU0IiwiQ29sb3IiOnsiJGlkIjoiNDE1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E1NiIsIlRvcCI6MC4wLCJMZWZ0IjowLjAsIlJpZ2h0IjowLjAsIkJvdHRvbSI6MC4wfSwiUGFkZGluZyI6eyIkaWQiOiI0MTU3IiwiVG9wIjowLjAsIkxlZnQiOjAuMCwiUmlnaHQiOjAuMCwiQm90dG9tIjowLjB9LCJCYWNrZ3JvdW5kIjp7IiRpZCI6IjQxNTgiLCJDb2xvciI6eyIkaWQiOiI0MTU5IiwiQSI6MjU1LCJSIjo2OCwiRyI6ODQsIkIiOjEwNn19LCJJc1Zpc2libGUiOnRydWUsIldpZHRoIjowLjAsIkhlaWdodCI6MC4wLCJCb3JkZXJTdHlsZSI6eyIkaWQiOiI0MTYwIiwiTGluZUNvbG9yIjpudWxsLCJMaW5lV2VpZ2h0IjowLjAsIkxpbmVUeXBlIjowLCJQYXJlbnRTdHlsZSI6bnVsbH0sIlBhcmVudFN0eWxlIjpudWxsfSwiRGF0ZUZvcm1hdCI6eyIkaWQiOiI0MTY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xNjIiLCJGb3JtYXQiOjAsIklzVmlzaWJsZSI6ZmFsc2UsIkxhc3RLbm93blZpc2liaWxpdHlTdGF0ZSI6ZmFsc2V9LCJJc1Zpc2libGUiOnRydWUsIlZhcmlhbmNlU3R5bGUiOnsiJGlkIjoiNDE2MyIsIlRleHRTdHlsZSI6eyIkaWQiOiI0MTY0IiwiRm9udFNldHRpbmdzIjp7IiRpZCI6IjQxNjUiLCJGb250U2l6ZSI6MTAsIkZvbnROYW1lIjoiQ2FsaWJyaSIsIklzQm9sZCI6ZmFsc2UsIklzSXRhbGljIjpmYWxzZSwiSXNVbmRlcmxpbmVkIjpmYWxzZSwiUGFyZW50U3R5bGUiOm51bGx9LCJBdXRvU2l6ZSI6MCwiRm9yZWdyb3VuZCI6eyIkaWQiOiI0MTY2IiwiQ29sb3IiOnsiJGlkIjoiNDE2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TY4IiwiVG9wIjowLjAsIkxlZnQiOjAuMCwiUmlnaHQiOjAuMCwiQm90dG9tIjowLjB9LCJQYWRkaW5nIjp7IiRpZCI6IjQxNjkiLCJUb3AiOjAuMCwiTGVmdCI6MC4wLCJSaWdodCI6MC4wLCJCb3R0b20iOjAuMH0sIkJhY2tncm91bmQiOnsiJGlkIjoiNDE3MCIsIkNvbG9yIjp7IiRpZCI6IjQxNzEiLCJBIjoyNTUsIlIiOjAsIkciOjAsIkIiOjB9fSwiSXNWaXNpYmxlIjp0cnVlLCJXaWR0aCI6MC4wLCJIZWlnaHQiOjAuMCwiQm9yZGVyU3R5bGUiOm51bGwsIlBhcmVudFN0eWxlIjpudWxsfSwiUGFyZW50U3R5bGUiOm51bGx9LCJQYXJlbnRTdHlsZSI6bnVsbCwiX2V4cGxpY2l0bHlTZXQiOnsiJGlkIjoiNDE3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xNzMiLCJTaGFwZSI6MSwiQ29ubmVjdG9yTWFyZ2luIjp7IiRpZCI6IjQxNzQiLCJUb3AiOjAuMCwiTGVmdCI6Mi4wLCJSaWdodCI6Mi4wLCJCb3R0b20iOjAuMH0sIkNvbm5lY3RvclN0eWxlIjp7IiRpZCI6IjQxNzUiLCJMaW5lQ29sb3IiOnsiJGlkIjoiNDE3NiIsIiR0eXBlIjoiTkxSRS5Db21tb24uRG9tLlNvbGlkQ29sb3JCcnVzaCwgTkxSRS5Db21tb24iLCJDb2xvciI6eyIkaWQiOiI0MTc3IiwiQSI6MTI3LCJSIjozNCwiRyI6NTcsIkIiOjk4fX0sIkxpbmVXZWlnaHQiOjEuMCwiTGluZVR5cGUiOjAsIlBhcmVudFN0eWxlIjpudWxsfSwiSXNCZWxvd1RpbWViYW5kIjpmYWxzZSwiUG9zaXRpb25PblRhc2siOjEsIkhpZGVEYXRlIjpmYWxzZSwiU2hhcGVTaXplIjowLCJTcGFjaW5nIjowLjAsIlBhZGRpbmciOnsiJGlkIjoiNDE3OCIsIlRvcCI6NS4wLCJMZWZ0IjozLjAsIlJpZ2h0IjowLjAsIkJvdHRvbSI6Mi4wfSwiU2hhcGVTdHlsZSI6eyIkaWQiOiI0MTc5IiwiTWFyZ2luIjp7IiRpZCI6IjQxODAiLCJUb3AiOjAuMCwiTGVmdCI6MC4wLCJSaWdodCI6MC4wLCJCb3R0b20iOjAuMH0sIlBhZGRpbmciOnsiJGlkIjoiNDE4MSIsIlRvcCI6MC4wLCJMZWZ0IjowLjAsIlJpZ2h0IjowLjAsIkJvdHRvbSI6MC4wfSwiQmFja2dyb3VuZCI6eyIkaWQiOiI0MTgyIiwiQ29sb3IiOnsiJGlkIjoiNDE4MyIsIkEiOjI1NSwiUiI6MzQsIkciOjU3LCJCIjo5OH19LCJJc1Zpc2libGUiOnRydWUsIldpZHRoIjoxMi4wLCJIZWlnaHQiOjE0LjAsIkJvcmRlclN0eWxlIjp7IiRpZCI6IjQxODQiLCJMaW5lQ29sb3IiOnsiJGlkIjoiNDE4NSIsIiR0eXBlIjoiTkxSRS5Db21tb24uRG9tLlNvbGlkQ29sb3JCcnVzaCwgTkxSRS5Db21tb24iLCJDb2xvciI6eyIkaWQiOiI0MTg2IiwiQSI6MjU1LCJSIjoyNTUsIkciOjAsIkIiOjB9fSwiTGluZVdlaWdodCI6MC4wLCJMaW5lVHlwZSI6MCwiUGFyZW50U3R5bGUiOm51bGx9LCJQYXJlbnRTdHlsZSI6bnVsbH0sIlRpdGxlU3R5bGUiOnsiJGlkIjoiNDE4NyIsIkZvbnRTZXR0aW5ncyI6eyIkaWQiOiI0MTg4IiwiRm9udFNpemUiOjExLCJGb250TmFtZSI6IkNhbGlicmkiLCJJc0JvbGQiOmZhbHNlLCJJc0l0YWxpYyI6ZmFsc2UsIklzVW5kZXJsaW5lZCI6ZmFsc2UsIlBhcmVudFN0eWxlIjpudWxsfSwiQXV0b1NpemUiOjAsIkZvcmVncm91bmQiOnsiJGlkIjoiNDE4OSIsIkNvbG9yIjp7IiRpZCI6IjQxOT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DE5MSIsIlRvcCI6MC4wLCJMZWZ0IjowLjAsIlJpZ2h0IjowLjAsIkJvdHRvbSI6MC4wfSwiUGFkZGluZyI6eyIkaWQiOiI0MTkyIiwiVG9wIjowLjAsIkxlZnQiOjAuMCwiUmlnaHQiOjAuMCwiQm90dG9tIjowLjB9LCJCYWNrZ3JvdW5kIjp7IiRpZCI6IjQxOTMiLCJDb2xvciI6eyIkaWQiOiI0MTk0IiwiQSI6MjU1LCJSIjowLCJHIjowLCJCIjowfX0sIklzVmlzaWJsZSI6dHJ1ZSwiV2lkdGgiOjAuMCwiSGVpZ2h0IjowLjAsIkJvcmRlclN0eWxlIjp7IiRpZCI6IjQxOTUiLCJMaW5lQ29sb3IiOm51bGwsIkxpbmVXZWlnaHQiOjAuMCwiTGluZVR5cGUiOjAsIlBhcmVudFN0eWxlIjpudWxsfSwiUGFyZW50U3R5bGUiOm51bGx9LCJEYXRlU3R5bGUiOnsiJGlkIjoiNDE5NiIsIkZvbnRTZXR0aW5ncyI6eyIkaWQiOiI0MTk3IiwiRm9udFNpemUiOjEwLCJGb250TmFtZSI6IkNhbGlicmkiLCJJc0JvbGQiOmZhbHNlLCJJc0l0YWxpYyI6ZmFsc2UsIklzVW5kZXJsaW5lZCI6ZmFsc2UsIlBhcmVudFN0eWxlIjpudWxsfSwiQXV0b1NpemUiOjAsIkZvcmVncm91bmQiOnsiJGlkIjoiNDE5OCIsIkNvbG9yIjp7IiRpZCI6IjQxOT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QyMDAiLCJUb3AiOjAuMCwiTGVmdCI6MC4wLCJSaWdodCI6MC4wLCJCb3R0b20iOjAuMH0sIlBhZGRpbmciOnsiJGlkIjoiNDIwMSIsIlRvcCI6MC4wLCJMZWZ0IjowLjAsIlJpZ2h0IjowLjAsIkJvdHRvbSI6MC4wfSwiQmFja2dyb3VuZCI6eyIkaWQiOiI0MjAyIiwiQ29sb3IiOnsiJGlkIjoiNDIwMyIsIkEiOjI1NSwiUiI6NjgsIkciOjg0LCJCIjoxMDZ9fSwiSXNWaXNpYmxlIjp0cnVlLCJXaWR0aCI6MC4wLCJIZWlnaHQiOjAuMCwiQm9yZGVyU3R5bGUiOnsiJGlkIjoiNDIwNCIsIkxpbmVDb2xvciI6bnVsbCwiTGluZVdlaWdodCI6MC4wLCJMaW5lVHlwZSI6MCwiUGFyZW50U3R5bGUiOm51bGx9LCJQYXJlbnRTdHlsZSI6bnVsbH0sIkRhdGVGb3JtYXQiOnsiJGlkIjoiNDIw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A2IiwiRm9ybWF0IjowLCJJc1Zpc2libGUiOmZhbHNlLCJMYXN0S25vd25WaXNpYmlsaXR5U3RhdGUiOmZhbHNlfSwiSXNWaXNpYmxlIjp0cnVlLCJWYXJpYW5jZVN0eWxlIjp7IiRpZCI6IjQyMDciLCJUZXh0U3R5bGUiOnsiJGlkIjoiNDIwOCIsIkZvbnRTZXR0aW5ncyI6eyIkaWQiOiI0MjA5IiwiRm9udFNpemUiOjEwLCJGb250TmFtZSI6IkNhbGlicmkiLCJJc0JvbGQiOmZhbHNlLCJJc0l0YWxpYyI6ZmFsc2UsIklzVW5kZXJsaW5lZCI6ZmFsc2UsIlBhcmVudFN0eWxlIjpudWxsfSwiQXV0b1NpemUiOjAsIkZvcmVncm91bmQiOnsiJGlkIjoiNDIxMCIsIkNvbG9yIjp7IiRpZCI6IjQyM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xMiIsIlRvcCI6MC4wLCJMZWZ0IjowLjAsIlJpZ2h0IjowLjAsIkJvdHRvbSI6MC4wfSwiUGFkZGluZyI6eyIkaWQiOiI0MjEzIiwiVG9wIjowLjAsIkxlZnQiOjAuMCwiUmlnaHQiOjAuMCwiQm90dG9tIjowLjB9LCJCYWNrZ3JvdW5kIjp7IiRpZCI6IjQyMTQiLCJDb2xvciI6eyIkaWQiOiI0MjE1IiwiQSI6MjU1LCJSIjowLCJHIjowLCJCIjowfX0sIklzVmlzaWJsZSI6dHJ1ZSwiV2lkdGgiOjAuMCwiSGVpZ2h0IjowLjAsIkJvcmRlclN0eWxlIjpudWxsLCJQYXJlbnRTdHlsZSI6bnVsbH0sIlBhcmVudFN0eWxlIjpudWxsfSwiUGFyZW50U3R5bGUiOm51bGx9LCJEZWZhdWx0U3dpbWxhbmVNaWxlc3RvbmVTdHlsZSI6eyIkaWQiOiI0MjE2IiwiVGl0bGVQb3NpdGlvbiI6IkxlZnQiLCJEYXRlUG9zaXRpb24iOiJSaWdodCIsIlZhcmlhbmNlUG9zaXRpb24iOiJSaWdodCIsIlNoYXBlVHlwZSI6MSwiU2hhcGVTaXplIjowLCJTcGFjaW5nIjo1LCJTaGFwZVN0eWxlIjp7IiRpZCI6IjQyMTciLCJNYXJnaW4iOnsiJGlkIjoiNDIxOCIsIlRvcCI6MC4wLCJMZWZ0IjowLjAsIlJpZ2h0IjowLjAsIkJvdHRvbSI6MC4wfSwiUGFkZGluZyI6eyIkaWQiOiI0MjE5IiwiVG9wIjowLjAsIkxlZnQiOjAuMCwiUmlnaHQiOjAuMCwiQm90dG9tIjowLjB9LCJCYWNrZ3JvdW5kIjp7IiRpZCI6IjQyMjAiLCJDb2xvciI6eyIkaWQiOiI0MjIxIiwiQSI6MjU1LCJSIjo2OCwiRyI6MTE0LCJCIjoxOTZ9fSwiSXNWaXNpYmxlIjp0cnVlLCJXaWR0aCI6MTIuMCwiSGVpZ2h0IjoxNC4wLCJCb3JkZXJTdHlsZSI6eyIkaWQiOiI0MjIyIiwiTGluZUNvbG9yIjp7IiRpZCI6IjQyMjMiLCIkdHlwZSI6Ik5MUkUuQ29tbW9uLkRvbS5Tb2xpZENvbG9yQnJ1c2gsIE5MUkUuQ29tbW9uIiwiQ29sb3IiOnsiJGlkIjoiNDIyNCIsIkEiOjI1NSwiUiI6MjM0LCJHIjoyMiwiQiI6MzB9fSwiTGluZVdlaWdodCI6MC4wLCJMaW5lVHlwZSI6MCwiUGFyZW50U3R5bGUiOm51bGx9LCJQYXJlbnRTdHlsZSI6bnVsbH0sIlRpdGxlU3R5bGUiOnsiJGlkIjoiNDIyNSIsIkZvbnRTZXR0aW5ncyI6eyIkaWQiOiI0MjI2IiwiRm9udFNpemUiOjExLCJGb250TmFtZSI6IkNhbGlicmkiLCJJc0JvbGQiOmZhbHNlLCJJc0l0YWxpYyI6ZmFsc2UsIklzVW5kZXJsaW5lZCI6ZmFsc2UsIlBhcmVudFN0eWxlIjpudWxsfSwiQXV0b1NpemUiOjAsIkZvcmVncm91bmQiOnsiJGlkIjoiNDIyNyIsIkNvbG9yIjp7IiRpZCI6IjQyM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NDIyOSIsIlRvcCI6MC4wLCJMZWZ0IjowLjAsIlJpZ2h0IjowLjAsIkJvdHRvbSI6MC4wfSwiUGFkZGluZyI6eyIkaWQiOiI0MjMwIiwiVG9wIjowLjAsIkxlZnQiOjAuMCwiUmlnaHQiOjAuMCwiQm90dG9tIjowLjB9LCJCYWNrZ3JvdW5kIjp7IiRpZCI6IjQyMzEiLCJDb2xvciI6eyIkaWQiOiI0MjMyIiwiQSI6MjU1LCJSIjowLCJHIjowLCJCIjowfX0sIklzVmlzaWJsZSI6dHJ1ZSwiV2lkdGgiOjAuMCwiSGVpZ2h0IjowLjAsIkJvcmRlclN0eWxlIjp7IiRpZCI6IjQyMzMiLCJMaW5lQ29sb3IiOm51bGwsIkxpbmVXZWlnaHQiOjAuMCwiTGluZVR5cGUiOjAsIlBhcmVudFN0eWxlIjpudWxsfSwiUGFyZW50U3R5bGUiOm51bGx9LCJEYXRlU3R5bGUiOnsiJGlkIjoiNDIzNCIsIkZvbnRTZXR0aW5ncyI6eyIkaWQiOiI0MjM1IiwiRm9udFNpemUiOjEwLCJGb250TmFtZSI6IkNhbGlicmkiLCJJc0JvbGQiOmZhbHNlLCJJc0l0YWxpYyI6ZmFsc2UsIklzVW5kZXJsaW5lZCI6ZmFsc2UsIlBhcmVudFN0eWxlIjpudWxsfSwiQXV0b1NpemUiOjAsIkZvcmVncm91bmQiOnsiJGlkIjoiNDIzNiIsIkNvbG9yIjp7IiRpZCI6IjQyM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yMzgiLCJUb3AiOjAuMCwiTGVmdCI6MC4wLCJSaWdodCI6MC4wLCJCb3R0b20iOjAuMH0sIlBhZGRpbmciOnsiJGlkIjoiNDIzOSIsIlRvcCI6MC4wLCJMZWZ0IjowLjAsIlJpZ2h0IjowLjAsIkJvdHRvbSI6MC4wfSwiQmFja2dyb3VuZCI6eyIkaWQiOiI0MjQwIiwiQ29sb3IiOnsiJGlkIjoiNDI0MSIsIkEiOjI1NSwiUiI6NjgsIkciOjg0LCJCIjoxMDZ9fSwiSXNWaXNpYmxlIjp0cnVlLCJXaWR0aCI6MC4wLCJIZWlnaHQiOjAuMCwiQm9yZGVyU3R5bGUiOnsiJGlkIjoiNDI0MiIsIkxpbmVDb2xvciI6bnVsbCwiTGluZVdlaWdodCI6MC4wLCJMaW5lVHlwZSI6MCwiUGFyZW50U3R5bGUiOm51bGx9LCJQYXJlbnRTdHlsZSI6bnVsbH0sIkRhdGVGb3JtYXQiOnsiJGlkIjoiNDI0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Q0IiwiRm9ybWF0IjowLCJJc1Zpc2libGUiOmZhbHNlLCJMYXN0S25vd25WaXNpYmlsaXR5U3RhdGUiOmZhbHNlfSwiSXNWaXNpYmxlIjp0cnVlLCJWYXJpYW5jZVN0eWxlIjp7IiRpZCI6IjQyNDUiLCJUZXh0U3R5bGUiOnsiJGlkIjoiNDI0NiIsIkZvbnRTZXR0aW5ncyI6eyIkaWQiOiI0MjQ3IiwiRm9udFNpemUiOjEwLCJGb250TmFtZSI6IkNhbGlicmkiLCJJc0JvbGQiOmZhbHNlLCJJc0l0YWxpYyI6ZmFsc2UsIklzVW5kZXJsaW5lZCI6ZmFsc2UsIlBhcmVudFN0eWxlIjpudWxsfSwiQXV0b1NpemUiOjAsIkZvcmVncm91bmQiOnsiJGlkIjoiNDI0OCIsIkNvbG9yIjp7IiRpZCI6IjQyN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1MCIsIlRvcCI6MC4wLCJMZWZ0IjowLjAsIlJpZ2h0IjowLjAsIkJvdHRvbSI6MC4wfSwiUGFkZGluZyI6eyIkaWQiOiI0MjUxIiwiVG9wIjowLjAsIkxlZnQiOjAuMCwiUmlnaHQiOjAuMCwiQm90dG9tIjowLjB9LCJCYWNrZ3JvdW5kIjp7IiRpZCI6IjQyNTIiLCJDb2xvciI6eyIkaWQiOiI0MjUzIiwiQSI6MjU1LCJSIjowLCJHIjowLCJCIjowfX0sIklzVmlzaWJsZSI6dHJ1ZSwiV2lkdGgiOjAuMCwiSGVpZ2h0IjowLjAsIkJvcmRlclN0eWxlIjpudWxsLCJQYXJlbnRTdHlsZSI6bnVsbH0sIlBhcmVudFN0eWxlIjpudWxsfSwiUGFyZW50U3R5bGUiOm51bGx9LCJEZWZhdWx0U3dpbWxhbmVBY3Rpdml0eVN0eWxlIjp7IiRpZCI6IjQyNTQiLCJIZWFkZXJTdHlsZSI6eyIkaWQiOiI0MjU1IiwiVGV4dFN0eWxlIjp7IiRpZCI6IjQyNTYiLCJGb250U2V0dGluZ3MiOnsiJGlkIjoiNDI1NyIsIkZvbnRTaXplIjoxMSwiRm9udE5hbWUiOiJDYWxpYnJpIiwiSXNCb2xkIjpmYWxzZSwiSXNJdGFsaWMiOmZhbHNlLCJJc1VuZGVybGluZWQiOmZhbHNlLCJQYXJlbnRTdHlsZSI6bnVsbH0sIkF1dG9TaXplIjowLCJGb3JlZ3JvdW5kIjp7IiRpZCI6IjQyNTgiLCJDb2xvciI6eyIkaWQiOiI0MjU5IiwiQSI6MjU1LCJSIjo2NCwiRyI6NjQsIkIiOjY0fX0sIk1heFdpZHRoIjowLjAsIk1heEhlaWdodCI6MC4wLCJTbWFydEZvcmVncm91bmRJc0FjdGl2ZSI6ZmFsc2UsIkhvcml6b250YWxBbGlnbm1lbnQiOjAsIlZlcnRpY2FsQWxpZ25tZW50IjowLCJTbWFydEZvcmVncm91bmQiOm51bGwsIkJhY2tncm91bmRGaWxsVHlwZSI6MCwiTWFyZ2luIjp7IiRpZCI6IjQyNjAiLCJUb3AiOjAuMCwiTGVmdCI6MC4wLCJSaWdodCI6MC4wLCJCb3R0b20iOjAuMH0sIlBhZGRpbmciOnsiJGlkIjoiNDI2MSIsIlRvcCI6MC4wLCJMZWZ0IjowLjAsIlJpZ2h0IjowLjAsIkJvdHRvbSI6MC4wfSwiQmFja2dyb3VuZCI6eyIkaWQiOiI0MjYyIiwiQ29sb3IiOnsiJGlkIjoiNDI2MyIsIkEiOjI1NSwiUiI6NjQsIkciOjY0LCJCIjo2NH19LCJJc1Zpc2libGUiOmZhbHNlLCJXaWR0aCI6MC4wLCJIZWlnaHQiOjAuMCwiQm9yZGVyU3R5bGUiOm51bGwsIlBhcmVudFN0eWxlIjpudWxsfSwiUmVjdGFuZ2xlU3R5bGUiOnsiJGlkIjoiNDI2NCIsIk1hcmdpbiI6eyIkaWQiOiI0MjY1IiwiVG9wIjowLjAsIkxlZnQiOjAuMCwiUmlnaHQiOjAuMCwiQm90dG9tIjowLjB9LCJQYWRkaW5nIjp7IiRpZCI6IjQyNjYiLCJUb3AiOjAuMCwiTGVmdCI6MC4wLCJSaWdodCI6MC4wLCJCb3R0b20iOjAuMH0sIkJhY2tncm91bmQiOnsiJGlkIjoiNDI2NyIsIkNvbG9yIjp7IiRpZCI6IjQyNjgiLCJBIjoxMjcsIlIiOjY4LCJHIjoxMTQsIkIiOjE5Nn19LCJJc1Zpc2libGUiOmZhbHNlLCJXaWR0aCI6MC4wLCJIZWlnaHQiOjAuMCwiQm9yZGVyU3R5bGUiOnsiJGlkIjoiNDI2OSIsIkxpbmVDb2xvciI6eyIkaWQiOiI0MjcwIiwiJHR5cGUiOiJOTFJFLkNvbW1vbi5Eb20uU29saWRDb2xvckJydXNoLCBOTFJFLkNvbW1vbiIsIkNvbG9yIjp7IiRpZCI6IjQyNzEiLCJBIjoyNTUsIlIiOjI1NSwiRyI6MCwiQiI6MH19LCJMaW5lV2VpZ2h0IjowLjAsIkxpbmVUeXBlIjowLCJQYXJlbnRTdHlsZSI6bnVsbH0sIlBhcmVudFN0eWxlIjpudWxsfSwiTWFyZ2luIjp7IiRpZCI6IjQyNzIiLCJUb3AiOjAuMCwiTGVmdCI6MC4wLCJSaWdodCI6MC4wLCJCb3R0b20iOjAuMH0sIlBhZGRpbmciOnsiJGlkIjoiNDI3MyIsIlRvcCI6MC4wLCJMZWZ0IjowLjAsIlJpZ2h0IjowLjAsIkJvdHRvbSI6MC4wfSwiQmFja2dyb3VuZCI6bnVsbCwiSXNWaXNpYmxlIjp0cnVlLCJXaWR0aCI6MC4wLCJIZWlnaHQiOjAuMCwiQm9yZGVyU3R5bGUiOm51bGwsIlBhcmVudFN0eWxlIjpudWxsfSwiQmFja2dyb3VuZFN0eWxlIjp7IiRpZCI6IjQyNzQiLCJNYXJnaW4iOnsiJGlkIjoiNDI3NSIsIlRvcCI6MC4wLCJMZWZ0IjowLjAsIlJpZ2h0IjowLjAsIkJvdHRvbSI6MC4wfSwiUGFkZGluZyI6eyIkaWQiOiI0Mjc2IiwiVG9wIjowLjAsIkxlZnQiOjAuMCwiUmlnaHQiOjAuMCwiQm90dG9tIjowLjB9LCJCYWNrZ3JvdW5kIjp7IiRpZCI6IjQyNzciLCJDb2xvciI6eyIkaWQiOiI0Mjc4IiwiQSI6NTEsIlIiOjIwMCwiRyI6MjAwLCJCIjoyMDB9fSwiSXNWaXNpYmxlIjp0cnVlLCJXaWR0aCI6MC4wLCJIZWlnaHQiOjAuMCwiQm9yZGVyU3R5bGUiOnsiJGlkIjoiNDI3OSIsIkxpbmVDb2xvciI6eyIkaWQiOiI0MjgwIiwiJHR5cGUiOiJOTFJFLkNvbW1vbi5Eb20uU29saWRDb2xvckJydXNoLCBOTFJFLkNvbW1vbiIsIkNvbG9yIjp7IiRpZCI6IjQyODEiLCJBIjoyNTUsIlIiOjIzNCwiRyI6MjIsIkIiOjMwfX0sIkxpbmVXZWlnaHQiOjAuMCwiTGluZVR5cGUiOjAsIlBhcmVudFN0eWxlIjpudWxsfSwiUGFyZW50U3R5bGUiOm51bGx9LCJNYXJnaW4iOnsiJGlkIjoiNDI4MiIsIlRvcCI6MC4wLCJMZWZ0IjowLjAsIlJpZ2h0IjowLjAsIkJvdHRvbSI6MC4wfSwiUGFkZGluZyI6eyIkaWQiOiI0MjgzIiwiVG9wIjowLjAsIkxlZnQiOjAuMCwiUmlnaHQiOjAuMCwiQm90dG9tIjowLjB9LCJJc1Zpc2libGUiOnRydWUsIldpZHRoIjowLjAsIkhlaWdodCI6MC4wLCJCb3JkZXJTdHlsZSI6eyIkaWQiOiI0Mjg0IiwiTGluZUNvbG9yIjpudWxsLCJMaW5lV2VpZ2h0IjowLjAsIkxpbmVUeXBlIjowLCJQYXJlbnRTdHlsZSI6bnVsbH0sIlBhcmVudFN0eWxlIjpudWxsfSwiTWFyZ2luIjp7IiRpZCI6IjQyODUiLCJUb3AiOjAuMCwiTGVmdCI6MC4wLCJSaWdodCI6MC4wLCJCb3R0b20iOjAuMH0sIlBhZGRpbmciOnsiJGlkIjoiNDI4NiIsIlRvcCI6MC4wLCJMZWZ0IjowLjAsIlJpZ2h0IjowLjAsIkJvdHRvbSI6MC4wfSwiSXNWaXNpYmxlIjp0cnVlLCJXaWR0aCI6MC4wLCJIZWlnaHQiOjAuMCwiQm9yZGVyU3R5bGUiOnsiJGlkIjoiNDI4NyIsIkxpbmVDb2xvciI6bnVsbCwiTGluZVdlaWdodCI6MC4wLCJMaW5lVHlwZSI6MCwiUGFyZW50U3R5bGUiOm51bGx9LCJQYXJlbnRTdHlsZSI6bnVsbH0sIl9hZGRpdGlvbmFsU3dpbWxhbmVWMlN0eWxlcyI6W3siJGlkIjoiNDI4OCIsIlN0eWxlSWQiOiI5ODUxM2UxMC01NTFjLTRmMzAtYWMxMS1hMDY5MGU5MDMxMzQiLCJIZWFkZXJTdHlsZSI6eyIkaWQiOiI0Mjg5IiwiVGV4dElzVmVydGljYWwiOmZhbHNlLCJUZXh0U3R5bGUiOnsiJGlkIjoiNDI5MCIsIkZvbnRTZXR0aW5ncyI6eyIkaWQiOiI0MjkxIiwiRm9udFNpemUiOjExLCJGb250TmFtZSI6IkNhbGlicmkiLCJJc0JvbGQiOmZhbHNlLCJJc0l0YWxpYyI6ZmFsc2UsIklzVW5kZXJsaW5lZCI6ZmFsc2UsIlBhcmVudFN0eWxlIjpudWxsfSwiQXV0b1NpemUiOjIsIkZvcmVncm91bmQiOnsiJGlkIjoiNDI5MiIsIkNvbG9yIjp7IiRpZCI6IjQyOTMiLCJBIjoyNTUsIlIiOjM4LCJHIjozOCwiQiI6Mzh9fSwiTWF4V2lkdGgiOiJJbmZpbml0eSIsIk1heEhlaWdodCI6IkluZmluaXR5IiwiU21hcnRGb3JlZ3JvdW5kSXNBY3RpdmUiOmZhbHNlLCJIb3Jpem9udGFsQWxpZ25tZW50IjoxLCJWZXJ0aWNhbEFsaWdubWVudCI6MCwiU21hcnRGb3JlZ3JvdW5kIjpudWxsLCJCYWNrZ3JvdW5kRmlsbFR5cGUiOjAsIk1hcmdpbiI6eyIkaWQiOiI0Mjk0IiwiVG9wIjowLjAsIkxlZnQiOjAuMCwiUmlnaHQiOjAuMCwiQm90dG9tIjowLjB9LCJQYWRkaW5nIjp7IiRpZCI6IjQyOTUiLCJUb3AiOjAuMCwiTGVmdCI6MC4wLCJSaWdodCI6MC4wLCJCb3R0b20iOjAuMH0sIkJhY2tncm91bmQiOnsiJGlkIjoiNDI5NiIsIkNvbG9yIjp7IiRpZCI6IjQyOTciLCJBIjoyNTUsIlIiOjM4LCJHIjozOCwiQiI6Mzh9fSwiSXNWaXNpYmxlIjp0cnVlLCJXaWR0aCI6MC4wLCJIZWlnaHQiOjAuMCwiQm9yZGVyU3R5bGUiOm51bGwsIlBhcmVudFN0eWxlIjpudWxsfSwiUmVjdGFuZ2xlU3R5bGUiOnsiJGlkIjoiNDI5OCIsIk1hcmdpbiI6eyIkaWQiOiI0Mjk5IiwiVG9wIjowLjAsIkxlZnQiOjAuMCwiUmlnaHQiOjAuMCwiQm90dG9tIjowLjB9LCJQYWRkaW5nIjp7IiRpZCI6IjQzMDAiLCJUb3AiOjAuMCwiTGVmdCI6MC4wLCJSaWdodCI6MC4wLCJCb3R0b20iOjAuMH0sIkJhY2tncm91bmQiOnsiJGlkIjoiNDMwMSIsIkNvbG9yIjp7IiRpZCI6IjQzMDIiLCJBIjoyNTUsIlIiOjI1NSwiRyI6MTkyLCJCIjowfX0sIklzVmlzaWJsZSI6dHJ1ZSwiV2lkdGgiOjAuMCwiSGVpZ2h0IjowLjAsIkJvcmRlclN0eWxlIjp7IiRpZCI6IjQzMDMiLCJMaW5lQ29sb3IiOnsiJGlkIjoiNDMwNCIsIiR0eXBlIjoiTkxSRS5Db21tb24uRG9tLlNvbGlkQ29sb3JCcnVzaCwgTkxSRS5Db21tb24iLCJDb2xvciI6eyIkaWQiOiI0MzA1IiwiQSI6MjU1LCJSIjoyNTUsIkciOjI1NSwiQiI6MjU1fX0sIkxpbmVXZWlnaHQiOjAuMCwiTGluZVR5cGUiOjAsIlBhcmVudFN0eWxlIjpudWxsfSwiUGFyZW50U3R5bGUiOm51bGx9LCJNYXJnaW4iOnsiJGlkIjoiNDMwNiIsIlRvcCI6MC4wLCJMZWZ0IjowLjAsIlJpZ2h0IjowLjAsIkJvdHRvbSI6MC4wfSwiUGFkZGluZyI6eyIkaWQiOiI0MzA3IiwiVG9wIjowLjAsIkxlZnQiOjAuMCwiUmlnaHQiOjAuMCwiQm90dG9tIjowLjB9LCJCYWNrZ3JvdW5kIjpudWxsLCJJc1Zpc2libGUiOnRydWUsIldpZHRoIjowLjAsIkhlaWdodCI6MC4wLCJCb3JkZXJTdHlsZSI6bnVsbCwiUGFyZW50U3R5bGUiOm51bGx9LCJCYWNrZ3JvdW5kU3R5bGUiOnsiJGlkIjoiNDMwOCIsIk1hcmdpbiI6eyIkaWQiOiI0MzA5IiwiVG9wIjowLjAsIkxlZnQiOjAuMCwiUmlnaHQiOjAuMCwiQm90dG9tIjowLjB9LCJQYWRkaW5nIjp7IiRpZCI6IjQzMTAiLCJUb3AiOjAuMCwiTGVmdCI6MC4wLCJSaWdodCI6MC4wLCJCb3R0b20iOjAuMH0sIkJhY2tncm91bmQiOnsiJGlkIjoiNDMxMSIsIkNvbG9yIjp7IiRpZCI6IjQzMTIiLCJBIjo1MSwiUiI6MjAwLCJHIjoyMDAsIkIiOjIwMH19LCJJc1Zpc2libGUiOnRydWUsIldpZHRoIjowLjAsIkhlaWdodCI6MC4wLCJCb3JkZXJTdHlsZSI6eyIkaWQiOiI0MzEzIiwiTGluZUNvbG9yIjp7IiRpZCI6IjQzMTQiLCIkdHlwZSI6Ik5MUkUuQ29tbW9uLkRvbS5Tb2xpZENvbG9yQnJ1c2gsIE5MUkUuQ29tbW9uIiwiQ29sb3IiOnsiJGlkIjoiNDMxNSIsIkEiOjI1NSwiUiI6MjM0LCJHIjoyMiwiQiI6MzB9fSwiTGluZVdlaWdodCI6MC4wLCJMaW5lVHlwZSI6MCwiUGFyZW50U3R5bGUiOm51bGx9LCJQYXJlbnRTdHlsZSI6bnVsbH0sIklzQWJvdmVUaW1lYmFuZCI6ZmFsc2UsIlNwYWNpbmciOjIsIkRlZmF1bHRTd2ltbGFuZVRhc2tTdHlsZSI6eyIkaWQiOiI0MzE2IiwiJHR5cGUiOiJOTFJFLkNvbW1vbi5Eb20uU3R5bGVzLkV4cGxpY2l0U2V0YWJsZVRhc2tTdHlsZSwgTkxSRS5Db21tb24iLCJTaGFwZSI6MSwiU2hhcGVUaGlja25lc3MiOjAsIkR1cmF0aW9uRm9ybWF0IjowLCJJbmNsdWRlTm9uV29ya2luZ0RheXNJbkR1cmF0aW9uIjpmYWxzZSwiUGVyY2VudGFnZUNvbXBsZXRlU3R5bGUiOnsiJGlkIjoiNDMxNyIsIkZvbnRTZXR0aW5ncyI6eyIkaWQiOiI0MzE4IiwiRm9udFNpemUiOjEwLCJGb250TmFtZSI6IkNhbGlicmkiLCJJc0JvbGQiOmZhbHNlLCJJc0l0YWxpYyI6ZmFsc2UsIklzVW5kZXJsaW5lZCI6ZmFsc2UsIlBhcmVudFN0eWxlIjpudWxsfSwiQXV0b1NpemUiOjAsIkZvcmVncm91bmQiOnsiJGlkIjoiNDMxOSIsIkNvbG9yIjp7IiRpZCI6IjQzMj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MyMSIsIlRvcCI6MC4wLCJMZWZ0IjowLjAsIlJpZ2h0IjowLjAsIkJvdHRvbSI6MC4wfSwiUGFkZGluZyI6eyIkaWQiOiI0MzIyIiwiVG9wIjowLjAsIkxlZnQiOjAuMCwiUmlnaHQiOjAuMCwiQm90dG9tIjowLjB9LCJCYWNrZ3JvdW5kIjp7IiRpZCI6IjQzMjMiLCJDb2xvciI6eyIkaWQiOiI0MzI0IiwiQSI6ODksIlIiOjAsIkciOjAsIkIiOjB9fSwiSXNWaXNpYmxlIjp0cnVlLCJXaWR0aCI6MC4wLCJIZWlnaHQiOjAuMCwiQm9yZGVyU3R5bGUiOnsiJGlkIjoiNDMyNSIsIkxpbmVDb2xvciI6bnVsbCwiTGluZVdlaWdodCI6MC4wLCJMaW5lVHlwZSI6MCwiUGFyZW50U3R5bGUiOm51bGx9LCJQYXJlbnRTdHlsZSI6bnVsbH0sIkR1cmF0aW9uU3R5bGUiOnsiJGlkIjoiNDMyNiIsIkZvbnRTZXR0aW5ncyI6eyIkaWQiOiI0MzI3IiwiRm9udFNpemUiOjEwLCJGb250TmFtZSI6IkNhbGlicmkiLCJJc0JvbGQiOmZhbHNlLCJJc0l0YWxpYyI6ZmFsc2UsIklzVW5kZXJsaW5lZCI6ZmFsc2UsIlBhcmVudFN0eWxlIjpudWxsfSwiQXV0b1NpemUiOjAsIkZvcmVncm91bmQiOnsiJGlkIjoiNDMyOCIsIkNvbG9yIjp7IiRpZCI6IjQzMj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zMzAiLCJUb3AiOjAuMCwiTGVmdCI6MC4wLCJSaWdodCI6MC4wLCJCb3R0b20iOjAuMH0sIlBhZGRpbmciOnsiJGlkIjoiNDMzMSIsIlRvcCI6MC4wLCJMZWZ0IjowLjAsIlJpZ2h0IjowLjAsIkJvdHRvbSI6MC4wfSwiQmFja2dyb3VuZCI6eyIkaWQiOiI0MzMyIiwiQ29sb3IiOnsiJGlkIjoiNDMzMyIsIkEiOjI1NSwiUiI6NjgsIkciOjg0LCJCIjoxMDZ9fSwiSXNWaXNpYmxlIjp0cnVlLCJXaWR0aCI6MC4wLCJIZWlnaHQiOjAuMCwiQm9yZGVyU3R5bGUiOnsiJGlkIjoiNDMzNCIsIkxpbmVDb2xvciI6bnVsbCwiTGluZVdlaWdodCI6MC4wLCJMaW5lVHlwZSI6MCwiUGFyZW50U3R5bGUiOm51bGx9LCJQYXJlbnRTdHlsZSI6bnVsbH0sIkhvcml6b250YWxDb25uZWN0b3JTdHlsZSI6eyIkaWQiOiI0MzM1IiwiTGluZUNvbG9yIjp7IiRpZCI6IjQzMzYiLCIkdHlwZSI6Ik5MUkUuQ29tbW9uLkRvbS5Tb2xpZENvbG9yQnJ1c2gsIE5MUkUuQ29tbW9uIiwiQ29sb3IiOnsiJGlkIjoiNDMzNyIsIkEiOjI1NSwiUiI6MCwiRyI6MCwiQiI6MH19LCJMaW5lV2VpZ2h0IjowLjAsIkxpbmVUeXBlIjowLCJQYXJlbnRTdHlsZSI6bnVsbH0sIlZlcnRpY2FsQ29ubmVjdG9yU3R5bGUiOnsiJGlkIjoiNDMzOCIsIkxpbmVDb2xvciI6eyIkaWQiOiI0MzM5IiwiJHR5cGUiOiJOTFJFLkNvbW1vbi5Eb20uU29saWRDb2xvckJydXNoLCBOTFJFLkNvbW1vbiIsIkNvbG9yIjp7IiRpZCI6IjQzND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MzQxIiwiU2hhcGVTdHlsZSI6eyIkaWQiOiI0MzQyIiwiTWFyZ2luIjp7IiRpZCI6IjQzNDMiLCJUb3AiOjAuMCwiTGVmdCI6MC4wLCJSaWdodCI6MC4wLCJCb3R0b20iOjAuMH0sIlBhZGRpbmciOnsiJGlkIjoiNDM0NCIsIlRvcCI6MC4wLCJMZWZ0IjowLjAsIlJpZ2h0IjowLjAsIkJvdHRvbSI6MC4wfSwiQmFja2dyb3VuZCI6eyIkaWQiOiI0MzQ1IiwiQ29sb3IiOnsiJGlkIjoiNDM0NiIsIkEiOjE1MywiUiI6MCwiRyI6MCwiQiI6MH19LCJJc1Zpc2libGUiOnRydWUsIldpZHRoIjowLjAsIkhlaWdodCI6MC4wLCJCb3JkZXJTdHlsZSI6eyIkaWQiOiI0MzQ3IiwiTGluZUNvbG9yIjp7IiRpZCI6IjQzNDgiLCIkdHlwZSI6Ik5MUkUuQ29tbW9uLkRvbS5Tb2xpZENvbG9yQnJ1c2gsIE5MUkUuQ29tbW9uIiwiQ29sb3IiOnsiJGlkIjoiNDM0OSIsIkEiOjI1NSwiUiI6MjU1LCJHIjowLCJCIjowfX0sIkxpbmVXZWlnaHQiOjAuMCwiTGluZVR5cGUiOjAsIlBhcmVudFN0eWxlIjpudWxsfSwiUGFyZW50U3R5bGUiOm51bGx9LCJNYXJnaW4iOnsiJGlkIjoiNDM1MCIsIlRvcCI6MC4wLCJMZWZ0IjowLjAsIlJpZ2h0IjowLjAsIkJvdHRvbSI6MC4wfSwiUGFkZGluZyI6eyIkaWQiOiI0MzUxIiwiVG9wIjowLjAsIkxlZnQiOjAuMCwiUmlnaHQiOjAuMCwiQm90dG9tIjowLjB9LCJCYWNrZ3JvdW5kIjpudWxsLCJJc1Zpc2libGUiOnRydWUsIldpZHRoIjowLjAsIkhlaWdodCI6MC4wLCJCb3JkZXJTdHlsZSI6bnVsbCwiUGFyZW50U3R5bGUiOm51bGx9LCJTaGFwZVN0eWxlIjp7IiRpZCI6IjQzNTIiLCJNYXJnaW4iOnsiJGlkIjoiNDM1MyIsIlRvcCI6MC4wLCJMZWZ0Ijo0LjAsIlJpZ2h0Ijo0LjAsIkJvdHRvbSI6MC4wfSwiUGFkZGluZyI6eyIkaWQiOiI0MzU0IiwiVG9wIjowLjAsIkxlZnQiOjAuMCwiUmlnaHQiOjAuMCwiQm90dG9tIjowLjB9LCJCYWNrZ3JvdW5kIjp7IiRpZCI6IjQzNTUiLCJDb2xvciI6eyIkaWQiOiI0MzU2IiwiQSI6MjU1LCJSIjoyNTUsIkciOjE5MiwiQiI6MH19LCJJc1Zpc2libGUiOnRydWUsIldpZHRoIjowLjAsIkhlaWdodCI6MTAuMCwiQm9yZGVyU3R5bGUiOnsiJGlkIjoiNDM1NyIsIkxpbmVDb2xvciI6eyIkaWQiOiI0MzU4IiwiJHR5cGUiOiJOTFJFLkNvbW1vbi5Eb20uU29saWRDb2xvckJydXNoLCBOTFJFLkNvbW1vbiIsIkNvbG9yIjp7IiRpZCI6IjQzNTkiLCJBIjoyNTUsIlIiOjIzNCwiRyI6MjIsIkIiOjMwfX0sIkxpbmVXZWlnaHQiOjAuMCwiTGluZVR5cGUiOjAsIlBhcmVudFN0eWxlIjpudWxsfSwiUGFyZW50U3R5bGUiOm51bGx9LCJUaXRsZVN0eWxlIjp7IiRpZCI6IjQzNjAiLCJGb250U2V0dGluZ3MiOnsiJGlkIjoiNDM2MSIsIkZvbnRTaXplIjoxMSwiRm9udE5hbWUiOiJDYWxpYnJpIiwiSXNCb2xkIjpmYWxzZSwiSXNJdGFsaWMiOmZhbHNlLCJJc1VuZGVybGluZWQiOmZhbHNlLCJQYXJlbnRTdHlsZSI6bnVsbH0sIkF1dG9TaXplIjowLCJGb3JlZ3JvdW5kIjp7IiRpZCI6IjQzNjIiLCJDb2xvciI6eyIkaWQiOiI0Mz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NjQiLCJUb3AiOjAuMCwiTGVmdCI6MC4wLCJSaWdodCI6MC4wLCJCb3R0b20iOjAuMH0sIlBhZGRpbmciOnsiJGlkIjoiNDM2NSIsIlRvcCI6MC4wLCJMZWZ0IjowLjAsIlJpZ2h0IjowLjAsIkJvdHRvbSI6MC4wfSwiQmFja2dyb3VuZCI6eyIkaWQiOiI0MzY2IiwiQ29sb3IiOnsiJGlkIjoiNDM2NyIsIkEiOjI1NSwiUiI6MCwiRyI6MCwiQiI6MH19LCJJc1Zpc2libGUiOnRydWUsIldpZHRoIjowLjAsIkhlaWdodCI6MC4wLCJCb3JkZXJTdHlsZSI6eyIkaWQiOiI0MzY4IiwiTGluZUNvbG9yIjpudWxsLCJMaW5lV2VpZ2h0IjowLjAsIkxpbmVUeXBlIjowLCJQYXJlbnRTdHlsZSI6bnVsbH0sIlBhcmVudFN0eWxlIjpudWxsfSwiRGF0ZVN0eWxlIjp7IiRpZCI6IjQzNjkiLCJGb250U2V0dGluZ3MiOnsiJGlkIjoiNDM3MCIsIkZvbnRTaXplIjoxMCwiRm9udE5hbWUiOiJDYWxpYnJpIiwiSXNCb2xkIjpmYWxzZSwiSXNJdGFsaWMiOmZhbHNlLCJJc1VuZGVybGluZWQiOmZhbHNlLCJQYXJlbnRTdHlsZSI6bnVsbH0sIkF1dG9TaXplIjowLCJGb3JlZ3JvdW5kIjp7IiRpZCI6IjQzNzEiLCJDb2xvciI6eyIkaWQiOiI0Mzc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0MzczIiwiVG9wIjowLjAsIkxlZnQiOjAuMCwiUmlnaHQiOjAuMCwiQm90dG9tIjowLjB9LCJQYWRkaW5nIjp7IiRpZCI6IjQzNzQiLCJUb3AiOjAuMCwiTGVmdCI6MC4wLCJSaWdodCI6MC4wLCJCb3R0b20iOjAuMH0sIkJhY2tncm91bmQiOnsiJGlkIjoiNDM3NSIsIkNvbG9yIjp7IiRpZCI6IjQzNzYiLCJBIjoyNTUsIlIiOjY4LCJHIjo4NCwiQiI6MTA2fX0sIklzVmlzaWJsZSI6dHJ1ZSwiV2lkdGgiOjAuMCwiSGVpZ2h0IjowLjAsIkJvcmRlclN0eWxlIjp7IiRpZCI6IjQzNzciLCJMaW5lQ29sb3IiOm51bGwsIkxpbmVXZWlnaHQiOjAuMCwiTGluZVR5cGUiOjAsIlBhcmVudFN0eWxlIjpudWxsfSwiUGFyZW50U3R5bGUiOm51bGx9LCJEYXRlRm9ybWF0Ijp7IiRpZCI6IjQz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M3OSIsIkZvcm1hdCI6MCwiSXNWaXNpYmxlIjpmYWxzZSwiTGFzdEtub3duVmlzaWJpbGl0eVN0YXRlIjpmYWxzZX0sIklzVmlzaWJsZSI6dHJ1ZSwiVmFyaWFuY2VTdHlsZSI6eyIkaWQiOiI0MzgwIiwiVGV4dFN0eWxlIjp7IiRpZCI6IjQzODEiLCJGb250U2V0dGluZ3MiOnsiJGlkIjoiNDM4MiIsIkZvbnRTaXplIjoxMCwiRm9udE5hbWUiOiJDYWxpYnJpIiwiSXNCb2xkIjpmYWxzZSwiSXNJdGFsaWMiOmZhbHNlLCJJc1VuZGVybGluZWQiOmZhbHNlLCJQYXJlbnRTdHlsZSI6bnVsbH0sIkF1dG9TaXplIjowLCJGb3JlZ3JvdW5kIjp7IiRpZCI6IjQzODMiLCJDb2xvciI6eyIkaWQiOiI0Mz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ODUiLCJUb3AiOjAuMCwiTGVmdCI6MC4wLCJSaWdodCI6MC4wLCJCb3R0b20iOjAuMH0sIlBhZGRpbmciOnsiJGlkIjoiNDM4NiIsIlRvcCI6MC4wLCJMZWZ0IjowLjAsIlJpZ2h0IjowLjAsIkJvdHRvbSI6MC4wfSwiQmFja2dyb3VuZCI6eyIkaWQiOiI0Mzg3IiwiQ29sb3IiOnsiJGlkIjoiNDM4OCIsIkEiOjI1NSwiUiI6MCwiRyI6MCwiQiI6MH19LCJJc1Zpc2libGUiOnRydWUsIldpZHRoIjowLjAsIkhlaWdodCI6MC4wLCJCb3JkZXJTdHlsZSI6eyIkaWQiOiI0Mzg5IiwiTGluZUNvbG9yIjpudWxsLCJMaW5lV2VpZ2h0IjowLjAsIkxpbmVUeXBlIjowLCJQYXJlbnRTdHlsZSI6bnVsbH0sIlBhcmVudFN0eWxlIjpudWxsfSwiUGFyZW50U3R5bGUiOm51bGx9LCJQYXJlbnRTdHlsZSI6bnVsbCwiX2V4cGxpY2l0bHlTZXQiOnsiJGlkIjoiNDM5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zOTEiLCJTaGFwZSI6MSwiQ29ubmVjdG9yTWFyZ2luIjp7IiRpZCI6IjQzOTIiLCJUb3AiOjAuMCwiTGVmdCI6Mi4wLCJSaWdodCI6Mi4wLCJCb3R0b20iOjAuMH0sIkNvbm5lY3RvclN0eWxlIjp7IiRpZCI6IjQzOTMiLCJMaW5lQ29sb3IiOnsiJGlkIjoiNDM5NCIsIiR0eXBlIjoiTkxSRS5Db21tb24uRG9tLlNvbGlkQ29sb3JCcnVzaCwgTkxSRS5Db21tb24iLCJDb2xvciI6eyIkaWQiOiI0Mzk1IiwiQSI6MTI3LCJSIjoxMjcsIkciOjk2LCJCIjowfX0sIkxpbmVXZWlnaHQiOjEuMCwiTGluZVR5cGUiOjAsIlBhcmVudFN0eWxlIjpudWxsfSwiSXNCZWxvd1RpbWViYW5kIjpmYWxzZSwiUG9zaXRpb25PblRhc2siOjEsIkhpZGVEYXRlIjpmYWxzZSwiU2hhcGVTaXplIjowLCJTcGFjaW5nIjowLjAsIlBhZGRpbmciOnsiJGlkIjoiNDM5NiIsIlRvcCI6NS4wLCJMZWZ0IjozLjAsIlJpZ2h0IjowLjAsIkJvdHRvbSI6Mi4wfSwiU2hhcGVTdHlsZSI6eyIkaWQiOiI0Mzk3IiwiTWFyZ2luIjp7IiRpZCI6IjQzOTgiLCJUb3AiOjAuMCwiTGVmdCI6MC4wLCJSaWdodCI6MC4wLCJCb3R0b20iOjAuMH0sIlBhZGRpbmciOnsiJGlkIjoiNDM5OSIsIlRvcCI6MC4wLCJMZWZ0IjowLjAsIlJpZ2h0IjowLjAsIkJvdHRvbSI6MC4wfSwiQmFja2dyb3VuZCI6eyIkaWQiOiI0NDAwIiwiQ29sb3IiOnsiJGlkIjoiNDQwMSIsIkEiOjI1NSwiUiI6MTI3LCJHIjo5NiwiQiI6MH19LCJJc1Zpc2libGUiOnRydWUsIldpZHRoIjoxMi4wLCJIZWlnaHQiOjE0LjAsIkJvcmRlclN0eWxlIjp7IiRpZCI6IjQ0MDIiLCJMaW5lQ29sb3IiOnsiJGlkIjoiNDQwMyIsIiR0eXBlIjoiTkxSRS5Db21tb24uRG9tLlNvbGlkQ29sb3JCcnVzaCwgTkxSRS5Db21tb24iLCJDb2xvciI6eyIkaWQiOiI0NDA0IiwiQSI6MjU1LCJSIjoyNTUsIkciOjI1NSwiQiI6MjU1fX0sIkxpbmVXZWlnaHQiOjAuMCwiTGluZVR5cGUiOjAsIlBhcmVudFN0eWxlIjpudWxsfSwiUGFyZW50U3R5bGUiOm51bGx9LCJUaXRsZVN0eWxlIjp7IiRpZCI6IjQ0MDUiLCJGb250U2V0dGluZ3MiOnsiJGlkIjoiNDQwNiIsIkZvbnRTaXplIjoxMSwiRm9udE5hbWUiOiJDYWxpYnJpIiwiSXNCb2xkIjpmYWxzZSwiSXNJdGFsaWMiOmZhbHNlLCJJc1VuZGVybGluZWQiOmZhbHNlLCJQYXJlbnRTdHlsZSI6bnVsbH0sIkF1dG9TaXplIjowLCJGb3JlZ3JvdW5kIjp7IiRpZCI6IjQ0MDciLCJDb2xvciI6eyIkaWQiOiI0ND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0MDkiLCJUb3AiOjAuMCwiTGVmdCI6MC4wLCJSaWdodCI6MC4wLCJCb3R0b20iOjAuMH0sIlBhZGRpbmciOnsiJGlkIjoiNDQxMCIsIlRvcCI6MC4wLCJMZWZ0IjowLjAsIlJpZ2h0IjowLjAsIkJvdHRvbSI6MC4wfSwiQmFja2dyb3VuZCI6eyIkaWQiOiI0NDExIiwiQ29sb3IiOnsiJGlkIjoiNDQxMiIsIkEiOjI1NSwiUiI6MCwiRyI6MCwiQiI6MH19LCJJc1Zpc2libGUiOnRydWUsIldpZHRoIjowLjAsIkhlaWdodCI6MC4wLCJCb3JkZXJTdHlsZSI6eyIkaWQiOiI0NDEzIiwiTGluZUNvbG9yIjpudWxsLCJMaW5lV2VpZ2h0IjowLjAsIkxpbmVUeXBlIjowLCJQYXJlbnRTdHlsZSI6bnVsbH0sIlBhcmVudFN0eWxlIjpudWxsfSwiRGF0ZVN0eWxlIjp7IiRpZCI6IjQ0MTQiLCJGb250U2V0dGluZ3MiOnsiJGlkIjoiNDQxNSIsIkZvbnRTaXplIjoxMCwiRm9udE5hbWUiOiJDYWxpYnJpIiwiSXNCb2xkIjpmYWxzZSwiSXNJdGFsaWMiOmZhbHNlLCJJc1VuZGVybGluZWQiOmZhbHNlLCJQYXJlbnRTdHlsZSI6bnVsbH0sIkF1dG9TaXplIjowLCJGb3JlZ3JvdW5kIjp7IiRpZCI6IjQ0MTYiLCJDb2xvciI6eyIkaWQiOiI0NDE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NDE4IiwiVG9wIjowLjAsIkxlZnQiOjAuMCwiUmlnaHQiOjAuMCwiQm90dG9tIjowLjB9LCJQYWRkaW5nIjp7IiRpZCI6IjQ0MTkiLCJUb3AiOjAuMCwiTGVmdCI6MC4wLCJSaWdodCI6MC4wLCJCb3R0b20iOjAuMH0sIkJhY2tncm91bmQiOnsiJGlkIjoiNDQyMCIsIkNvbG9yIjp7IiRpZCI6IjQ0MjEiLCJBIjoyNTUsIlIiOjY4LCJHIjo4NCwiQiI6MTA2fX0sIklzVmlzaWJsZSI6dHJ1ZSwiV2lkdGgiOjAuMCwiSGVpZ2h0IjowLjAsIkJvcmRlclN0eWxlIjp7IiRpZCI6IjQ0MjIiLCJMaW5lQ29sb3IiOm51bGwsIkxpbmVXZWlnaHQiOjAuMCwiTGluZVR5cGUiOjAsIlBhcmVudFN0eWxlIjpudWxsfSwiUGFyZW50U3R5bGUiOm51bGx9LCJEYXRlRm9ybWF0Ijp7IiRpZCI6IjQ0Mj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QyNCIsIkZvcm1hdCI6MCwiSXNWaXNpYmxlIjpmYWxzZSwiTGFzdEtub3duVmlzaWJpbGl0eVN0YXRlIjpmYWxzZX0sIklzVmlzaWJsZSI6ZmFsc2UsIlZhcmlhbmNlU3R5bGUiOnsiJGlkIjoiNDQyNSIsIlRleHRTdHlsZSI6eyIkaWQiOiI0NDI2IiwiRm9udFNldHRpbmdzIjp7IiRpZCI6IjQ0MjciLCJGb250U2l6ZSI6MTAsIkZvbnROYW1lIjoiQ2FsaWJyaSIsIklzQm9sZCI6ZmFsc2UsIklzSXRhbGljIjpmYWxzZSwiSXNVbmRlcmxpbmVkIjpmYWxzZSwiUGFyZW50U3R5bGUiOm51bGx9LCJBdXRvU2l6ZSI6MCwiRm9yZWdyb3VuZCI6eyIkaWQiOiI0NDI4IiwiQ29sb3IiOnsiJGlkIjoiNDQ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MwIiwiVG9wIjowLjAsIkxlZnQiOjAuMCwiUmlnaHQiOjAuMCwiQm90dG9tIjowLjB9LCJQYWRkaW5nIjp7IiRpZCI6IjQ0MzEiLCJUb3AiOjAuMCwiTGVmdCI6MC4wLCJSaWdodCI6MC4wLCJCb3R0b20iOjAuMH0sIkJhY2tncm91bmQiOnsiJGlkIjoiNDQzMiIsIkNvbG9yIjp7IiRpZCI6IjQ0MzMiLCJBIjoyNTUsIlIiOjAsIkciOjAsIkIiOjB9fSwiSXNWaXNpYmxlIjp0cnVlLCJXaWR0aCI6MC4wLCJIZWlnaHQiOjAuMCwiQm9yZGVyU3R5bGUiOnsiJGlkIjoiNDQzNCIsIkxpbmVDb2xvciI6bnVsbCwiTGluZVdlaWdodCI6MC4wLCJMaW5lVHlwZSI6MCwiUGFyZW50U3R5bGUiOm51bGx9LCJQYXJlbnRTdHlsZSI6bnVsbH0sIlBhcmVudFN0eWxlIjpudWxsfSwiUGFyZW50U3R5bGUiOm51bGx9LCJEZWZhdWx0U3dpbWxhbmVNaWxlc3RvbmVTdHlsZSI6eyIkaWQiOiI0NDM1IiwiVGl0bGVQb3NpdGlvbiI6IkxlZnQiLCJEYXRlUG9zaXRpb24iOiJSaWdodCIsIlZhcmlhbmNlUG9zaXRpb24iOiJSaWdodCIsIlNoYXBlVHlwZSI6MSwiU2hhcGVTaXplIjowLCJTcGFjaW5nIjo1LCJTaGFwZVN0eWxlIjp7IiRpZCI6IjQ0MzYiLCJNYXJnaW4iOnsiJGlkIjoiNDQzNyIsIlRvcCI6MC4wLCJMZWZ0IjowLjAsIlJpZ2h0IjowLjAsIkJvdHRvbSI6MC4wfSwiUGFkZGluZyI6eyIkaWQiOiI0NDM4IiwiVG9wIjowLjAsIkxlZnQiOjAuMCwiUmlnaHQiOjAuMCwiQm90dG9tIjowLjB9LCJCYWNrZ3JvdW5kIjp7IiRpZCI6IjQ0MzkiLCJDb2xvciI6eyIkaWQiOiI0NDQwIiwiQSI6MjU1LCJSIjoyNTUsIkciOjE5MiwiQiI6MH19LCJJc1Zpc2libGUiOnRydWUsIldpZHRoIjoxMi4wLCJIZWlnaHQiOjE0LjAsIkJvcmRlclN0eWxlIjp7IiRpZCI6IjQ0NDEiLCJMaW5lQ29sb3IiOnsiJGlkIjoiNDQ0MiIsIiR0eXBlIjoiTkxSRS5Db21tb24uRG9tLlNvbGlkQ29sb3JCcnVzaCwgTkxSRS5Db21tb24iLCJDb2xvciI6eyIkaWQiOiI0NDQzIiwiQSI6MjU1LCJSIjoyMzQsIkciOjIyLCJCIjozMH19LCJMaW5lV2VpZ2h0IjowLjAsIkxpbmVUeXBlIjowLCJQYXJlbnRTdHlsZSI6bnVsbH0sIlBhcmVudFN0eWxlIjpudWxsfSwiVGl0bGVTdHlsZSI6eyIkaWQiOiI0NDQ0IiwiRm9udFNldHRpbmdzIjp7IiRpZCI6IjQ0NDUiLCJGb250U2l6ZSI6MTEsIkZvbnROYW1lIjoiQ2FsaWJyaSIsIklzQm9sZCI6ZmFsc2UsIklzSXRhbGljIjpmYWxzZSwiSXNVbmRlcmxpbmVkIjpmYWxzZSwiUGFyZW50U3R5bGUiOm51bGx9LCJBdXRvU2l6ZSI6MCwiRm9yZWdyb3VuZCI6eyIkaWQiOiI0NDQ2IiwiQ29sb3IiOnsiJGlkIjoiNDQ0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DQ4IiwiVG9wIjowLjAsIkxlZnQiOjAuMCwiUmlnaHQiOjAuMCwiQm90dG9tIjowLjB9LCJQYWRkaW5nIjp7IiRpZCI6IjQ0NDkiLCJUb3AiOjAuMCwiTGVmdCI6MC4wLCJSaWdodCI6MC4wLCJCb3R0b20iOjAuMH0sIkJhY2tncm91bmQiOnsiJGlkIjoiNDQ1MCIsIkNvbG9yIjp7IiRpZCI6IjQ0NTEiLCJBIjoyNTUsIlIiOjAsIkciOjAsIkIiOjB9fSwiSXNWaXNpYmxlIjp0cnVlLCJXaWR0aCI6MC4wLCJIZWlnaHQiOjAuMCwiQm9yZGVyU3R5bGUiOnsiJGlkIjoiNDQ1MiIsIkxpbmVDb2xvciI6bnVsbCwiTGluZVdlaWdodCI6MC4wLCJMaW5lVHlwZSI6MCwiUGFyZW50U3R5bGUiOm51bGx9LCJQYXJlbnRTdHlsZSI6bnVsbH0sIkRhdGVTdHlsZSI6eyIkaWQiOiI0NDUzIiwiRm9udFNldHRpbmdzIjp7IiRpZCI6IjQ0NTQiLCJGb250U2l6ZSI6MTAsIkZvbnROYW1lIjoiQ2FsaWJyaSIsIklzQm9sZCI6ZmFsc2UsIklzSXRhbGljIjpmYWxzZSwiSXNVbmRlcmxpbmVkIjpmYWxzZSwiUGFyZW50U3R5bGUiOm51bGx9LCJBdXRvU2l6ZSI6MCwiRm9yZWdyb3VuZCI6eyIkaWQiOiI0NDU1IiwiQ29sb3IiOnsiJGlkIjoiNDQ1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Q1NyIsIlRvcCI6MC4wLCJMZWZ0IjowLjAsIlJpZ2h0IjowLjAsIkJvdHRvbSI6MC4wfSwiUGFkZGluZyI6eyIkaWQiOiI0NDU4IiwiVG9wIjowLjAsIkxlZnQiOjAuMCwiUmlnaHQiOjAuMCwiQm90dG9tIjowLjB9LCJCYWNrZ3JvdW5kIjp7IiRpZCI6IjQ0NTkiLCJDb2xvciI6eyIkaWQiOiI0NDYwIiwiQSI6MjU1LCJSIjo2OCwiRyI6ODQsIkIiOjEwNn19LCJJc1Zpc2libGUiOnRydWUsIldpZHRoIjowLjAsIkhlaWdodCI6MC4wLCJCb3JkZXJTdHlsZSI6eyIkaWQiOiI0NDYxIiwiTGluZUNvbG9yIjpudWxsLCJMaW5lV2VpZ2h0IjowLjAsIkxpbmVUeXBlIjowLCJQYXJlbnRTdHlsZSI6bnVsbH0sIlBhcmVudFN0eWxlIjpudWxsfSwiRGF0ZUZvcm1hdCI6eyIkaWQiOiI0NDY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0NjMiLCJGb3JtYXQiOjAsIklzVmlzaWJsZSI6ZmFsc2UsIkxhc3RLbm93blZpc2liaWxpdHlTdGF0ZSI6ZmFsc2V9LCJJc1Zpc2libGUiOnRydWUsIlZhcmlhbmNlU3R5bGUiOnsiJGlkIjoiNDQ2NCIsIlRleHRTdHlsZSI6eyIkaWQiOiI0NDY1IiwiRm9udFNldHRpbmdzIjp7IiRpZCI6IjQ0NjYiLCJGb250U2l6ZSI6MTAsIkZvbnROYW1lIjoiQ2FsaWJyaSIsIklzQm9sZCI6ZmFsc2UsIklzSXRhbGljIjpmYWxzZSwiSXNVbmRlcmxpbmVkIjpmYWxzZSwiUGFyZW50U3R5bGUiOm51bGx9LCJBdXRvU2l6ZSI6MCwiRm9yZWdyb3VuZCI6eyIkaWQiOiI0NDY3IiwiQ29sb3IiOnsiJGlkIjoiNDQ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Y5IiwiVG9wIjowLjAsIkxlZnQiOjAuMCwiUmlnaHQiOjAuMCwiQm90dG9tIjowLjB9LCJQYWRkaW5nIjp7IiRpZCI6IjQ0NzAiLCJUb3AiOjAuMCwiTGVmdCI6MC4wLCJSaWdodCI6MC4wLCJCb3R0b20iOjAuMH0sIkJhY2tncm91bmQiOnsiJGlkIjoiNDQ3MSIsIkNvbG9yIjp7IiRpZCI6IjQ0NzIiLCJBIjoyNTUsIlIiOjAsIkciOjAsIkIiOjB9fSwiSXNWaXNpYmxlIjp0cnVlLCJXaWR0aCI6MC4wLCJIZWlnaHQiOjAuMCwiQm9yZGVyU3R5bGUiOnsiJGlkIjoiNDQ3MyIsIkxpbmVDb2xvciI6bnVsbCwiTGluZVdlaWdodCI6MC4wLCJMaW5lVHlwZSI6MCwiUGFyZW50U3R5bGUiOm51bGx9LCJQYXJlbnRTdHlsZSI6bnVsbH0sIlBhcmVudFN0eWxlIjpudWxsfSwiUGFyZW50U3R5bGUiOm51bGx9LCJEZWZhdWx0U3dpbWxhbmVBY3Rpdml0eVN0eWxlIjp7IiRpZCI6IjQ0NzQiLCJIZWFkZXJTdHlsZSI6eyIkaWQiOiI0NDc1IiwiVGV4dFN0eWxlIjp7IiRpZCI6IjQ0NzYiLCJGb250U2V0dGluZ3MiOnsiJGlkIjoiNDQ3NyIsIkZvbnRTaXplIjoxMSwiRm9udE5hbWUiOiJDYWxpYnJpIiwiSXNCb2xkIjpmYWxzZSwiSXNJdGFsaWMiOmZhbHNlLCJJc1VuZGVybGluZWQiOmZhbHNlLCJQYXJlbnRTdHlsZSI6bnVsbH0sIkF1dG9TaXplIjoyLCJGb3JlZ3JvdW5kIjp7IiRpZCI6IjQ0NzgiLCJDb2xvciI6eyIkaWQiOiI0ND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Q4MCIsIlRvcCI6MC4wLCJMZWZ0IjowLjAsIlJpZ2h0IjowLjAsIkJvdHRvbSI6MC4wfSwiUGFkZGluZyI6eyIkaWQiOiI0NDgxIiwiVG9wIjowLjAsIkxlZnQiOjAuMCwiUmlnaHQiOjAuMCwiQm90dG9tIjowLjB9LCJCYWNrZ3JvdW5kIjp7IiRpZCI6IjQ0ODIiLCJDb2xvciI6eyIkaWQiOiI0NDgzIiwiQSI6MjU1LCJSIjo2NCwiRyI6NjQsIkIiOjY0fX0sIklzVmlzaWJsZSI6dHJ1ZSwiV2lkdGgiOjAuMCwiSGVpZ2h0IjowLjAsIkJvcmRlclN0eWxlIjpudWxsLCJQYXJlbnRTdHlsZSI6bnVsbH0sIlJlY3RhbmdsZVN0eWxlIjp7IiRpZCI6IjQ0ODQiLCJNYXJnaW4iOnsiJGlkIjoiNDQ4NSIsIlRvcCI6MC4wLCJMZWZ0IjowLjAsIlJpZ2h0IjowLjAsIkJvdHRvbSI6MC4wfSwiUGFkZGluZyI6eyIkaWQiOiI0NDg2IiwiVG9wIjowLjAsIkxlZnQiOjAuMCwiUmlnaHQiOjAuMCwiQm90dG9tIjowLjB9LCJCYWNrZ3JvdW5kIjp7IiRpZCI6IjQ0ODciLCJDb2xvciI6eyIkaWQiOiI0NDg4IiwiQSI6MTI3LCJSIjoyNTUsIkciOjE5MiwiQiI6MH19LCJJc1Zpc2libGUiOnRydWUsIldpZHRoIjowLjAsIkhlaWdodCI6MC4wLCJCb3JkZXJTdHlsZSI6eyIkaWQiOiI0NDg5IiwiTGluZUNvbG9yIjp7IiRpZCI6IjQ0OTAiLCIkdHlwZSI6Ik5MUkUuQ29tbW9uLkRvbS5Tb2xpZENvbG9yQnJ1c2gsIE5MUkUuQ29tbW9uIiwiQ29sb3IiOnsiJGlkIjoiNDQ5MSIsIkEiOjI1NSwiUiI6MjU1LCJHIjoyNTUsIkIiOjI1NX19LCJMaW5lV2VpZ2h0IjowLjAsIkxpbmVUeXBlIjowLCJQYXJlbnRTdHlsZSI6bnVsbH0sIlBhcmVudFN0eWxlIjpudWxsfSwiTWFyZ2luIjp7IiRpZCI6IjQ0OTIiLCJUb3AiOjAuMCwiTGVmdCI6MC4wLCJSaWdodCI6MC4wLCJCb3R0b20iOjAuMH0sIlBhZGRpbmciOnsiJGlkIjoiNDQ5MyIsIlRvcCI6MC4wLCJMZWZ0IjowLjAsIlJpZ2h0IjowLjAsIkJvdHRvbSI6MC4wfSwiQmFja2dyb3VuZCI6bnVsbCwiSXNWaXNpYmxlIjp0cnVlLCJXaWR0aCI6MC4wLCJIZWlnaHQiOjAuMCwiQm9yZGVyU3R5bGUiOm51bGwsIlBhcmVudFN0eWxlIjpudWxsfSwiQmFja2dyb3VuZFN0eWxlIjp7IiRpZCI6IjQ0OTQiLCJNYXJnaW4iOnsiJGlkIjoiNDQ5NSIsIlRvcCI6MC4wLCJMZWZ0IjowLjAsIlJpZ2h0IjowLjAsIkJvdHRvbSI6MC4wfSwiUGFkZGluZyI6eyIkaWQiOiI0NDk2IiwiVG9wIjowLjAsIkxlZnQiOjAuMCwiUmlnaHQiOjAuMCwiQm90dG9tIjowLjB9LCJCYWNrZ3JvdW5kIjp7IiRpZCI6IjQ0OTciLCJDb2xvciI6eyIkaWQiOiI0NDk4IiwiQSI6NTEsIlIiOjIwMCwiRyI6MjAwLCJCIjoyMDB9fSwiSXNWaXNpYmxlIjp0cnVlLCJXaWR0aCI6MC4wLCJIZWlnaHQiOjAuMCwiQm9yZGVyU3R5bGUiOnsiJGlkIjoiNDQ5OSIsIkxpbmVDb2xvciI6eyIkaWQiOiI0NTAwIiwiJHR5cGUiOiJOTFJFLkNvbW1vbi5Eb20uU29saWRDb2xvckJydXNoLCBOTFJFLkNvbW1vbiIsIkNvbG9yIjp7IiRpZCI6IjQ1MDEiLCJBIjoyNTUsIlIiOjIzNCwiRyI6MjIsIkIiOjMwfX0sIkxpbmVXZWlnaHQiOjAuMCwiTGluZVR5cGUiOjAsIlBhcmVudFN0eWxlIjpudWxsfSwiUGFyZW50U3R5bGUiOm51bGx9LCJNYXJnaW4iOnsiJGlkIjoiNDUwMiIsIlRvcCI6MC4wLCJMZWZ0IjowLjAsIlJpZ2h0IjowLjAsIkJvdHRvbSI6MC4wfSwiUGFkZGluZyI6eyIkaWQiOiI0NTAzIiwiVG9wIjowLjAsIkxlZnQiOjAuMCwiUmlnaHQiOjAuMCwiQm90dG9tIjowLjB9LCJJc1Zpc2libGUiOnRydWUsIldpZHRoIjowLjAsIkhlaWdodCI6MC4wLCJCb3JkZXJTdHlsZSI6eyIkaWQiOiI0NTA0IiwiTGluZUNvbG9yIjpudWxsLCJMaW5lV2VpZ2h0IjowLjAsIkxpbmVUeXBlIjowLCJQYXJlbnRTdHlsZSI6bnVsbH0sIlBhcmVudFN0eWxlIjpudWxsfSwiTWFyZ2luIjp7IiRpZCI6IjQ1MDUiLCJUb3AiOjAuMCwiTGVmdCI6MC4wLCJSaWdodCI6MC4wLCJCb3R0b20iOjAuMH0sIlBhZGRpbmciOnsiJGlkIjoiNDUwNiIsIlRvcCI6MC4wLCJMZWZ0IjowLjAsIlJpZ2h0IjowLjAsIkJvdHRvbSI6MC4wfSwiSXNWaXNpYmxlIjp0cnVlLCJXaWR0aCI6MC4wLCJIZWlnaHQiOjAuMCwiQm9yZGVyU3R5bGUiOnsiJGlkIjoiNDUwNyIsIkxpbmVDb2xvciI6bnVsbCwiTGluZVdlaWdodCI6MC4wLCJMaW5lVHlwZSI6MCwiUGFyZW50U3R5bGUiOm51bGx9LCJQYXJlbnRTdHlsZSI6bnVsbH0seyIkaWQiOiI0NTA4IiwiU3R5bGVJZCI6ImIyNGY4MDQ1LWY2OWItNGE0My04MjlmLWE1NjUwM2ZkY2Q2OSIsIkhlYWRlclN0eWxlIjp7IiRpZCI6IjQ1MDkiLCJUZXh0SXNWZXJ0aWNhbCI6ZmFsc2UsIlRleHRTdHlsZSI6eyIkaWQiOiI0NTEwIiwiRm9udFNldHRpbmdzIjp7IiRpZCI6IjQ1MTEiLCJGb250U2l6ZSI6MTEsIkZvbnROYW1lIjoiQ2FsaWJyaSIsIklzQm9sZCI6ZmFsc2UsIklzSXRhbGljIjpmYWxzZSwiSXNVbmRlcmxpbmVkIjpmYWxzZSwiUGFyZW50U3R5bGUiOm51bGx9LCJBdXRvU2l6ZSI6MiwiRm9yZWdyb3VuZCI6eyIkaWQiOiI0NTEyIiwiQ29sb3IiOnsiJGlkIjoiNDUxM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Q1MTQiLCJUb3AiOjAuMCwiTGVmdCI6MC4wLCJSaWdodCI6MC4wLCJCb3R0b20iOjAuMH0sIlBhZGRpbmciOnsiJGlkIjoiNDUxNSIsIlRvcCI6MC4wLCJMZWZ0IjowLjAsIlJpZ2h0IjowLjAsIkJvdHRvbSI6MC4wfSwiQmFja2dyb3VuZCI6eyIkaWQiOiI0NTE2IiwiQ29sb3IiOnsiJGlkIjoiNDUxNyIsIkEiOjI1NSwiUiI6MjU1LCJHIjoyNTUsIkIiOjI1NX19LCJJc1Zpc2libGUiOnRydWUsIldpZHRoIjowLjAsIkhlaWdodCI6MC4wLCJCb3JkZXJTdHlsZSI6bnVsbCwiUGFyZW50U3R5bGUiOm51bGx9LCJSZWN0YW5nbGVTdHlsZSI6eyIkaWQiOiI0NTE4IiwiTWFyZ2luIjp7IiRpZCI6IjQ1MTkiLCJUb3AiOjAuMCwiTGVmdCI6MC4wLCJSaWdodCI6MC4wLCJCb3R0b20iOjAuMH0sIlBhZGRpbmciOnsiJGlkIjoiNDUyMCIsIlRvcCI6MC4wLCJMZWZ0IjowLjAsIlJpZ2h0IjowLjAsIkJvdHRvbSI6MC4wfSwiQmFja2dyb3VuZCI6eyIkaWQiOiI0NTIxIiwiQ29sb3IiOnsiJGlkIjoiNDUyMiIsIkEiOjI1NSwiUiI6MTEyLCJHIjoxNzMsIkIiOjcxfX0sIklzVmlzaWJsZSI6dHJ1ZSwiV2lkdGgiOjAuMCwiSGVpZ2h0IjowLjAsIkJvcmRlclN0eWxlIjp7IiRpZCI6IjQ1MjMiLCJMaW5lQ29sb3IiOnsiJGlkIjoiNDUyNCIsIiR0eXBlIjoiTkxSRS5Db21tb24uRG9tLlNvbGlkQ29sb3JCcnVzaCwgTkxSRS5Db21tb24iLCJDb2xvciI6eyIkaWQiOiI0NTI1IiwiQSI6MjU1LCJSIjoyNTUsIkciOjI1NSwiQiI6MjU1fX0sIkxpbmVXZWlnaHQiOjAuMCwiTGluZVR5cGUiOjAsIlBhcmVudFN0eWxlIjpudWxsfSwiUGFyZW50U3R5bGUiOm51bGx9LCJNYXJnaW4iOnsiJGlkIjoiNDUyNiIsIlRvcCI6MC4wLCJMZWZ0IjowLjAsIlJpZ2h0IjowLjAsIkJvdHRvbSI6MC4wfSwiUGFkZGluZyI6eyIkaWQiOiI0NTI3IiwiVG9wIjowLjAsIkxlZnQiOjAuMCwiUmlnaHQiOjAuMCwiQm90dG9tIjowLjB9LCJCYWNrZ3JvdW5kIjpudWxsLCJJc1Zpc2libGUiOnRydWUsIldpZHRoIjowLjAsIkhlaWdodCI6MC4wLCJCb3JkZXJTdHlsZSI6bnVsbCwiUGFyZW50U3R5bGUiOm51bGx9LCJCYWNrZ3JvdW5kU3R5bGUiOnsiJGlkIjoiNDUyOCIsIk1hcmdpbiI6eyIkaWQiOiI0NTI5IiwiVG9wIjowLjAsIkxlZnQiOjAuMCwiUmlnaHQiOjAuMCwiQm90dG9tIjowLjB9LCJQYWRkaW5nIjp7IiRpZCI6IjQ1MzAiLCJUb3AiOjAuMCwiTGVmdCI6MC4wLCJSaWdodCI6MC4wLCJCb3R0b20iOjAuMH0sIkJhY2tncm91bmQiOnsiJGlkIjoiNDUzMSIsIkNvbG9yIjp7IiRpZCI6IjQ1MzIiLCJBIjo1MSwiUiI6MjAwLCJHIjoyMDAsIkIiOjIwMH19LCJJc1Zpc2libGUiOnRydWUsIldpZHRoIjowLjAsIkhlaWdodCI6MC4wLCJCb3JkZXJTdHlsZSI6eyIkaWQiOiI0NTMzIiwiTGluZUNvbG9yIjp7IiRpZCI6IjQ1MzQiLCIkdHlwZSI6Ik5MUkUuQ29tbW9uLkRvbS5Tb2xpZENvbG9yQnJ1c2gsIE5MUkUuQ29tbW9uIiwiQ29sb3IiOnsiJGlkIjoiNDUzNSIsIkEiOjI1NSwiUiI6MjM0LCJHIjoyMiwiQiI6MzB9fSwiTGluZVdlaWdodCI6MC4wLCJMaW5lVHlwZSI6MCwiUGFyZW50U3R5bGUiOm51bGx9LCJQYXJlbnRTdHlsZSI6bnVsbH0sIklzQWJvdmVUaW1lYmFuZCI6ZmFsc2UsIlNwYWNpbmciOjIsIkRlZmF1bHRTd2ltbGFuZVRhc2tTdHlsZSI6eyIkaWQiOiI0NTM2IiwiJHR5cGUiOiJOTFJFLkNvbW1vbi5Eb20uU3R5bGVzLkV4cGxpY2l0U2V0YWJsZVRhc2tTdHlsZSwgTkxSRS5Db21tb24iLCJTaGFwZSI6MSwiU2hhcGVUaGlja25lc3MiOjAsIkR1cmF0aW9uRm9ybWF0IjowLCJJbmNsdWRlTm9uV29ya2luZ0RheXNJbkR1cmF0aW9uIjpmYWxzZSwiUGVyY2VudGFnZUNvbXBsZXRlU3R5bGUiOnsiJGlkIjoiNDUzNyIsIkZvbnRTZXR0aW5ncyI6eyIkaWQiOiI0NTM4IiwiRm9udFNpemUiOjEwLCJGb250TmFtZSI6IkNhbGlicmkiLCJJc0JvbGQiOmZhbHNlLCJJc0l0YWxpYyI6ZmFsc2UsIklzVW5kZXJsaW5lZCI6ZmFsc2UsIlBhcmVudFN0eWxlIjpudWxsfSwiQXV0b1NpemUiOjAsIkZvcmVncm91bmQiOnsiJGlkIjoiNDUzOSIsIkNvbG9yIjp7IiRpZCI6IjQ1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U0MSIsIlRvcCI6MC4wLCJMZWZ0IjowLjAsIlJpZ2h0IjowLjAsIkJvdHRvbSI6MC4wfSwiUGFkZGluZyI6eyIkaWQiOiI0NTQyIiwiVG9wIjowLjAsIkxlZnQiOjAuMCwiUmlnaHQiOjAuMCwiQm90dG9tIjowLjB9LCJCYWNrZ3JvdW5kIjp7IiRpZCI6IjQ1NDMiLCJDb2xvciI6eyIkaWQiOiI0NTQ0IiwiQSI6ODksIlIiOjAsIkciOjAsIkIiOjB9fSwiSXNWaXNpYmxlIjp0cnVlLCJXaWR0aCI6MC4wLCJIZWlnaHQiOjAuMCwiQm9yZGVyU3R5bGUiOnsiJGlkIjoiNDU0NSIsIkxpbmVDb2xvciI6bnVsbCwiTGluZVdlaWdodCI6MC4wLCJMaW5lVHlwZSI6MCwiUGFyZW50U3R5bGUiOm51bGx9LCJQYXJlbnRTdHlsZSI6bnVsbH0sIkR1cmF0aW9uU3R5bGUiOnsiJGlkIjoiNDU0NiIsIkZvbnRTZXR0aW5ncyI6eyIkaWQiOiI0NTQ3IiwiRm9udFNpemUiOjEwLCJGb250TmFtZSI6IkNhbGlicmkiLCJJc0JvbGQiOmZhbHNlLCJJc0l0YWxpYyI6ZmFsc2UsIklzVW5kZXJsaW5lZCI6ZmFsc2UsIlBhcmVudFN0eWxlIjpudWxsfSwiQXV0b1NpemUiOjAsIkZvcmVncm91bmQiOnsiJGlkIjoiNDU0OCIsIkNvbG9yIjp7IiRpZCI6IjQ1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1NTAiLCJUb3AiOjAuMCwiTGVmdCI6MC4wLCJSaWdodCI6MC4wLCJCb3R0b20iOjAuMH0sIlBhZGRpbmciOnsiJGlkIjoiNDU1MSIsIlRvcCI6MC4wLCJMZWZ0IjowLjAsIlJpZ2h0IjowLjAsIkJvdHRvbSI6MC4wfSwiQmFja2dyb3VuZCI6eyIkaWQiOiI0NTUyIiwiQ29sb3IiOnsiJGlkIjoiNDU1MyIsIkEiOjI1NSwiUiI6NjgsIkciOjg0LCJCIjoxMDZ9fSwiSXNWaXNpYmxlIjp0cnVlLCJXaWR0aCI6MC4wLCJIZWlnaHQiOjAuMCwiQm9yZGVyU3R5bGUiOnsiJGlkIjoiNDU1NCIsIkxpbmVDb2xvciI6bnVsbCwiTGluZVdlaWdodCI6MC4wLCJMaW5lVHlwZSI6MCwiUGFyZW50U3R5bGUiOm51bGx9LCJQYXJlbnRTdHlsZSI6bnVsbH0sIkhvcml6b250YWxDb25uZWN0b3JTdHlsZSI6eyIkaWQiOiI0NTU1IiwiTGluZUNvbG9yIjp7IiRpZCI6IjQ1NTYiLCIkdHlwZSI6Ik5MUkUuQ29tbW9uLkRvbS5Tb2xpZENvbG9yQnJ1c2gsIE5MUkUuQ29tbW9uIiwiQ29sb3IiOnsiJGlkIjoiNDU1NyIsIkEiOjI1NSwiUiI6MCwiRyI6MCwiQiI6MH19LCJMaW5lV2VpZ2h0IjowLjAsIkxpbmVUeXBlIjowLCJQYXJlbnRTdHlsZSI6bnVsbH0sIlZlcnRpY2FsQ29ubmVjdG9yU3R5bGUiOnsiJGlkIjoiNDU1OCIsIkxpbmVDb2xvciI6eyIkaWQiOiI0NTU5IiwiJHR5cGUiOiJOTFJFLkNvbW1vbi5Eb20uU29saWRDb2xvckJydXNoLCBOTFJFLkNvbW1vbiIsIkNvbG9yIjp7IiRpZCI6IjQ1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NTYxIiwiU2hhcGVTdHlsZSI6eyIkaWQiOiI0NTYyIiwiTWFyZ2luIjp7IiRpZCI6IjQ1NjMiLCJUb3AiOjAuMCwiTGVmdCI6MC4wLCJSaWdodCI6MC4wLCJCb3R0b20iOjAuMH0sIlBhZGRpbmciOnsiJGlkIjoiNDU2NCIsIlRvcCI6MC4wLCJMZWZ0IjowLjAsIlJpZ2h0IjowLjAsIkJvdHRvbSI6MC4wfSwiQmFja2dyb3VuZCI6eyIkaWQiOiI0NTY1IiwiQ29sb3IiOnsiJGlkIjoiNDU2NiIsIkEiOjE1MywiUiI6MCwiRyI6MCwiQiI6MH19LCJJc1Zpc2libGUiOnRydWUsIldpZHRoIjowLjAsIkhlaWdodCI6MC4wLCJCb3JkZXJTdHlsZSI6eyIkaWQiOiI0NTY3IiwiTGluZUNvbG9yIjp7IiRpZCI6IjQ1NjgiLCIkdHlwZSI6Ik5MUkUuQ29tbW9uLkRvbS5Tb2xpZENvbG9yQnJ1c2gsIE5MUkUuQ29tbW9uIiwiQ29sb3IiOnsiJGlkIjoiNDU2OSIsIkEiOjI1NSwiUiI6MjU1LCJHIjowLCJCIjowfX0sIkxpbmVXZWlnaHQiOjAuMCwiTGluZVR5cGUiOjAsIlBhcmVudFN0eWxlIjpudWxsfSwiUGFyZW50U3R5bGUiOm51bGx9LCJNYXJnaW4iOnsiJGlkIjoiNDU3MCIsIlRvcCI6MC4wLCJMZWZ0IjowLjAsIlJpZ2h0IjowLjAsIkJvdHRvbSI6MC4wfSwiUGFkZGluZyI6eyIkaWQiOiI0NTcxIiwiVG9wIjowLjAsIkxlZnQiOjAuMCwiUmlnaHQiOjAuMCwiQm90dG9tIjowLjB9LCJCYWNrZ3JvdW5kIjpudWxsLCJJc1Zpc2libGUiOnRydWUsIldpZHRoIjowLjAsIkhlaWdodCI6MC4wLCJCb3JkZXJTdHlsZSI6bnVsbCwiUGFyZW50U3R5bGUiOm51bGx9LCJTaGFwZVN0eWxlIjp7IiRpZCI6IjQ1NzIiLCJNYXJnaW4iOnsiJGlkIjoiNDU3MyIsIlRvcCI6MC4wLCJMZWZ0Ijo0LjAsIlJpZ2h0Ijo0LjAsIkJvdHRvbSI6MC4wfSwiUGFkZGluZyI6eyIkaWQiOiI0NTc0IiwiVG9wIjowLjAsIkxlZnQiOjAuMCwiUmlnaHQiOjAuMCwiQm90dG9tIjowLjB9LCJCYWNrZ3JvdW5kIjp7IiRpZCI6IjQ1NzUiLCJDb2xvciI6eyIkaWQiOiI0NTc2IiwiQSI6MjU1LCJSIjoxMTIsIkciOjE3MywiQiI6NzF9fSwiSXNWaXNpYmxlIjp0cnVlLCJXaWR0aCI6MC4wLCJIZWlnaHQiOjEwLjAsIkJvcmRlclN0eWxlIjp7IiRpZCI6IjQ1NzciLCJMaW5lQ29sb3IiOnsiJGlkIjoiNDU3OCIsIiR0eXBlIjoiTkxSRS5Db21tb24uRG9tLlNvbGlkQ29sb3JCcnVzaCwgTkxSRS5Db21tb24iLCJDb2xvciI6eyIkaWQiOiI0NTc5IiwiQSI6MjU1LCJSIjoyMzQsIkciOjIyLCJCIjozMH19LCJMaW5lV2VpZ2h0IjowLjAsIkxpbmVUeXBlIjowLCJQYXJlbnRTdHlsZSI6bnVsbH0sIlBhcmVudFN0eWxlIjpudWxsfSwiVGl0bGVTdHlsZSI6eyIkaWQiOiI0NTgwIiwiRm9udFNldHRpbmdzIjp7IiRpZCI6IjQ1ODEiLCJGb250U2l6ZSI6MTEsIkZvbnROYW1lIjoiQ2FsaWJyaSIsIklzQm9sZCI6ZmFsc2UsIklzSXRhbGljIjpmYWxzZSwiSXNVbmRlcmxpbmVkIjpmYWxzZSwiUGFyZW50U3R5bGUiOm51bGx9LCJBdXRvU2l6ZSI6MCwiRm9yZWdyb3VuZCI6eyIkaWQiOiI0NTgyIiwiQ29sb3IiOnsiJGlkIjoiNDU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Tg0IiwiVG9wIjowLjAsIkxlZnQiOjAuMCwiUmlnaHQiOjAuMCwiQm90dG9tIjowLjB9LCJQYWRkaW5nIjp7IiRpZCI6IjQ1ODUiLCJUb3AiOjAuMCwiTGVmdCI6MC4wLCJSaWdodCI6MC4wLCJCb3R0b20iOjAuMH0sIkJhY2tncm91bmQiOnsiJGlkIjoiNDU4NiIsIkNvbG9yIjp7IiRpZCI6IjQ1ODciLCJBIjoyNTUsIlIiOjAsIkciOjAsIkIiOjB9fSwiSXNWaXNpYmxlIjp0cnVlLCJXaWR0aCI6MC4wLCJIZWlnaHQiOjAuMCwiQm9yZGVyU3R5bGUiOnsiJGlkIjoiNDU4OCIsIkxpbmVDb2xvciI6bnVsbCwiTGluZVdlaWdodCI6MC4wLCJMaW5lVHlwZSI6MCwiUGFyZW50U3R5bGUiOm51bGx9LCJQYXJlbnRTdHlsZSI6bnVsbH0sIkRhdGVTdHlsZSI6eyIkaWQiOiI0NTg5IiwiRm9udFNldHRpbmdzIjp7IiRpZCI6IjQ1OTAiLCJGb250U2l6ZSI6MTAsIkZvbnROYW1lIjoiQ2FsaWJyaSIsIklzQm9sZCI6ZmFsc2UsIklzSXRhbGljIjpmYWxzZSwiSXNVbmRlcmxpbmVkIjpmYWxzZSwiUGFyZW50U3R5bGUiOm51bGx9LCJBdXRvU2l6ZSI6MCwiRm9yZWdyb3VuZCI6eyIkaWQiOiI0NTkxIiwiQ29sb3IiOnsiJGlkIjoiNDU5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U5MyIsIlRvcCI6MC4wLCJMZWZ0IjowLjAsIlJpZ2h0IjowLjAsIkJvdHRvbSI6MC4wfSwiUGFkZGluZyI6eyIkaWQiOiI0NTk0IiwiVG9wIjowLjAsIkxlZnQiOjAuMCwiUmlnaHQiOjAuMCwiQm90dG9tIjowLjB9LCJCYWNrZ3JvdW5kIjp7IiRpZCI6IjQ1OTUiLCJDb2xvciI6eyIkaWQiOiI0NTk2IiwiQSI6MjU1LCJSIjo2OCwiRyI6ODQsIkIiOjEwNn19LCJJc1Zpc2libGUiOnRydWUsIldpZHRoIjowLjAsIkhlaWdodCI6MC4wLCJCb3JkZXJTdHlsZSI6eyIkaWQiOiI0NTk3IiwiTGluZUNvbG9yIjpudWxsLCJMaW5lV2VpZ2h0IjowLjAsIkxpbmVUeXBlIjowLCJQYXJlbnRTdHlsZSI6bnVsbH0sIlBhcmVudFN0eWxlIjpudWxsfSwiRGF0ZUZvcm1hdCI6eyIkaWQiOiI0NT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OTkiLCJGb3JtYXQiOjAsIklzVmlzaWJsZSI6ZmFsc2UsIkxhc3RLbm93blZpc2liaWxpdHlTdGF0ZSI6ZmFsc2V9LCJJc1Zpc2libGUiOnRydWUsIlZhcmlhbmNlU3R5bGUiOnsiJGlkIjoiNDYwMCIsIlRleHRTdHlsZSI6eyIkaWQiOiI0NjAxIiwiRm9udFNldHRpbmdzIjp7IiRpZCI6IjQ2MDIiLCJGb250U2l6ZSI6MTAsIkZvbnROYW1lIjoiQ2FsaWJyaSIsIklzQm9sZCI6ZmFsc2UsIklzSXRhbGljIjpmYWxzZSwiSXNVbmRlcmxpbmVkIjpmYWxzZSwiUGFyZW50U3R5bGUiOm51bGx9LCJBdXRvU2l6ZSI6MCwiRm9yZWdyb3VuZCI6eyIkaWQiOiI0NjAzIiwiQ29sb3IiOnsiJGlkIjoiNDY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A1IiwiVG9wIjowLjAsIkxlZnQiOjAuMCwiUmlnaHQiOjAuMCwiQm90dG9tIjowLjB9LCJQYWRkaW5nIjp7IiRpZCI6IjQ2MDYiLCJUb3AiOjAuMCwiTGVmdCI6MC4wLCJSaWdodCI6MC4wLCJCb3R0b20iOjAuMH0sIkJhY2tncm91bmQiOnsiJGlkIjoiNDYwNyIsIkNvbG9yIjp7IiRpZCI6IjQ2MDgiLCJBIjoyNTUsIlIiOjAsIkciOjAsIkIiOjB9fSwiSXNWaXNpYmxlIjp0cnVlLCJXaWR0aCI6MC4wLCJIZWlnaHQiOjAuMCwiQm9yZGVyU3R5bGUiOnsiJGlkIjoiNDYwOSIsIkxpbmVDb2xvciI6bnVsbCwiTGluZVdlaWdodCI6MC4wLCJMaW5lVHlwZSI6MCwiUGFyZW50U3R5bGUiOm51bGx9LCJQYXJlbnRTdHlsZSI6bnVsbH0sIlBhcmVudFN0eWxlIjpudWxsfSwiUGFyZW50U3R5bGUiOm51bGwsIl9leHBsaWNpdGx5U2V0Ijp7IiRpZCI6IjQ2MT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NjExIiwiU2hhcGUiOjEsIkNvbm5lY3Rvck1hcmdpbiI6eyIkaWQiOiI0NjEyIiwiVG9wIjowLjAsIkxlZnQiOjIuMCwiUmlnaHQiOjIuMCwiQm90dG9tIjowLjB9LCJDb25uZWN0b3JTdHlsZSI6eyIkaWQiOiI0NjEzIiwiTGluZUNvbG9yIjp7IiRpZCI6IjQ2MTQiLCIkdHlwZSI6Ik5MUkUuQ29tbW9uLkRvbS5Tb2xpZENvbG9yQnJ1c2gsIE5MUkUuQ29tbW9uIiwiQ29sb3IiOnsiJGlkIjoiNDYxNSIsIkEiOjEyNywiUiI6NTYsIkciOjg2LCJCIjozNX19LCJMaW5lV2VpZ2h0IjoxLjAsIkxpbmVUeXBlIjowLCJQYXJlbnRTdHlsZSI6bnVsbH0sIklzQmVsb3dUaW1lYmFuZCI6ZmFsc2UsIlBvc2l0aW9uT25UYXNrIjoxLCJIaWRlRGF0ZSI6ZmFsc2UsIlNoYXBlU2l6ZSI6MCwiU3BhY2luZyI6MC4wLCJQYWRkaW5nIjp7IiRpZCI6IjQ2MTYiLCJUb3AiOjUuMCwiTGVmdCI6My4wLCJSaWdodCI6MC4wLCJCb3R0b20iOjIuMH0sIlNoYXBlU3R5bGUiOnsiJGlkIjoiNDYxNyIsIk1hcmdpbiI6eyIkaWQiOiI0NjE4IiwiVG9wIjowLjAsIkxlZnQiOjAuMCwiUmlnaHQiOjAuMCwiQm90dG9tIjowLjB9LCJQYWRkaW5nIjp7IiRpZCI6IjQ2MTkiLCJUb3AiOjAuMCwiTGVmdCI6MC4wLCJSaWdodCI6MC4wLCJCb3R0b20iOjAuMH0sIkJhY2tncm91bmQiOnsiJGlkIjoiNDYyMCIsIkNvbG9yIjp7IiRpZCI6IjQ2MjEiLCJBIjoyNTUsIlIiOjU2LCJHIjo4NiwiQiI6MzV9fSwiSXNWaXNpYmxlIjp0cnVlLCJXaWR0aCI6MTIuMCwiSGVpZ2h0IjoxNC4wLCJCb3JkZXJTdHlsZSI6eyIkaWQiOiI0NjIyIiwiTGluZUNvbG9yIjp7IiRpZCI6IjQ2MjMiLCIkdHlwZSI6Ik5MUkUuQ29tbW9uLkRvbS5Tb2xpZENvbG9yQnJ1c2gsIE5MUkUuQ29tbW9uIiwiQ29sb3IiOnsiJGlkIjoiNDYyNCIsIkEiOjI1NSwiUiI6MjU1LCJHIjoyNTUsIkIiOjI1NX19LCJMaW5lV2VpZ2h0IjowLjAsIkxpbmVUeXBlIjowLCJQYXJlbnRTdHlsZSI6bnVsbH0sIlBhcmVudFN0eWxlIjpudWxsfSwiVGl0bGVTdHlsZSI6eyIkaWQiOiI0NjI1IiwiRm9udFNldHRpbmdzIjp7IiRpZCI6IjQ2MjYiLCJGb250U2l6ZSI6MTEsIkZvbnROYW1lIjoiQ2FsaWJyaSIsIklzQm9sZCI6ZmFsc2UsIklzSXRhbGljIjpmYWxzZSwiSXNVbmRlcmxpbmVkIjpmYWxzZSwiUGFyZW50U3R5bGUiOm51bGx9LCJBdXRvU2l6ZSI6MCwiRm9yZWdyb3VuZCI6eyIkaWQiOiI0NjI3IiwiQ29sb3IiOnsiJGlkIjoiNDYy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0NjI5IiwiVG9wIjowLjAsIkxlZnQiOjAuMCwiUmlnaHQiOjAuMCwiQm90dG9tIjowLjB9LCJQYWRkaW5nIjp7IiRpZCI6IjQ2MzAiLCJUb3AiOjAuMCwiTGVmdCI6MC4wLCJSaWdodCI6MC4wLCJCb3R0b20iOjAuMH0sIkJhY2tncm91bmQiOnsiJGlkIjoiNDYzMSIsIkNvbG9yIjp7IiRpZCI6IjQ2MzIiLCJBIjoyNTUsIlIiOjAsIkciOjAsIkIiOjB9fSwiSXNWaXNpYmxlIjp0cnVlLCJXaWR0aCI6MC4wLCJIZWlnaHQiOjAuMCwiQm9yZGVyU3R5bGUiOnsiJGlkIjoiNDYzMyIsIkxpbmVDb2xvciI6bnVsbCwiTGluZVdlaWdodCI6MC4wLCJMaW5lVHlwZSI6MCwiUGFyZW50U3R5bGUiOm51bGx9LCJQYXJlbnRTdHlsZSI6bnVsbH0sIkRhdGVTdHlsZSI6eyIkaWQiOiI0NjM0IiwiRm9udFNldHRpbmdzIjp7IiRpZCI6IjQ2MzUiLCJGb250U2l6ZSI6MTAsIkZvbnROYW1lIjoiQ2FsaWJyaSIsIklzQm9sZCI6ZmFsc2UsIklzSXRhbGljIjpmYWxzZSwiSXNVbmRlcmxpbmVkIjpmYWxzZSwiUGFyZW50U3R5bGUiOm51bGx9LCJBdXRvU2l6ZSI6MCwiRm9yZWdyb3VuZCI6eyIkaWQiOiI0NjM2IiwiQ29sb3IiOnsiJGlkIjoiNDYz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NDYzOCIsIlRvcCI6MC4wLCJMZWZ0IjowLjAsIlJpZ2h0IjowLjAsIkJvdHRvbSI6MC4wfSwiUGFkZGluZyI6eyIkaWQiOiI0NjM5IiwiVG9wIjowLjAsIkxlZnQiOjAuMCwiUmlnaHQiOjAuMCwiQm90dG9tIjowLjB9LCJCYWNrZ3JvdW5kIjp7IiRpZCI6IjQ2NDAiLCJDb2xvciI6eyIkaWQiOiI0NjQxIiwiQSI6MjU1LCJSIjo2OCwiRyI6ODQsIkIiOjEwNn19LCJJc1Zpc2libGUiOnRydWUsIldpZHRoIjowLjAsIkhlaWdodCI6MC4wLCJCb3JkZXJTdHlsZSI6eyIkaWQiOiI0NjQyIiwiTGluZUNvbG9yIjpudWxsLCJMaW5lV2VpZ2h0IjowLjAsIkxpbmVUeXBlIjowLCJQYXJlbnRTdHlsZSI6bnVsbH0sIlBhcmVudFN0eWxlIjpudWxsfSwiRGF0ZUZvcm1hdCI6eyIkaWQiOiI0NjQ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jQ0IiwiRm9ybWF0IjowLCJJc1Zpc2libGUiOmZhbHNlLCJMYXN0S25vd25WaXNpYmlsaXR5U3RhdGUiOmZhbHNlfSwiSXNWaXNpYmxlIjpmYWxzZSwiVmFyaWFuY2VTdHlsZSI6eyIkaWQiOiI0NjQ1IiwiVGV4dFN0eWxlIjp7IiRpZCI6IjQ2NDYiLCJGb250U2V0dGluZ3MiOnsiJGlkIjoiNDY0NyIsIkZvbnRTaXplIjoxMCwiRm9udE5hbWUiOiJDYWxpYnJpIiwiSXNCb2xkIjpmYWxzZSwiSXNJdGFsaWMiOmZhbHNlLCJJc1VuZGVybGluZWQiOmZhbHNlLCJQYXJlbnRTdHlsZSI6bnVsbH0sIkF1dG9TaXplIjowLCJGb3JlZ3JvdW5kIjp7IiRpZCI6IjQ2NDgiLCJDb2xvciI6eyIkaWQiOiI0NjQ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2NTAiLCJUb3AiOjAuMCwiTGVmdCI6MC4wLCJSaWdodCI6MC4wLCJCb3R0b20iOjAuMH0sIlBhZGRpbmciOnsiJGlkIjoiNDY1MSIsIlRvcCI6MC4wLCJMZWZ0IjowLjAsIlJpZ2h0IjowLjAsIkJvdHRvbSI6MC4wfSwiQmFja2dyb3VuZCI6eyIkaWQiOiI0NjUyIiwiQ29sb3IiOnsiJGlkIjoiNDY1MyIsIkEiOjI1NSwiUiI6MCwiRyI6MCwiQiI6MH19LCJJc1Zpc2libGUiOnRydWUsIldpZHRoIjowLjAsIkhlaWdodCI6MC4wLCJCb3JkZXJTdHlsZSI6eyIkaWQiOiI0NjU0IiwiTGluZUNvbG9yIjpudWxsLCJMaW5lV2VpZ2h0IjowLjAsIkxpbmVUeXBlIjowLCJQYXJlbnRTdHlsZSI6bnVsbH0sIlBhcmVudFN0eWxlIjpudWxsfSwiUGFyZW50U3R5bGUiOm51bGx9LCJQYXJlbnRTdHlsZSI6bnVsbH0sIkRlZmF1bHRTd2ltbGFuZU1pbGVzdG9uZVN0eWxlIjp7IiRpZCI6IjQ2NTUiLCJUaXRsZVBvc2l0aW9uIjoiTGVmdCIsIkRhdGVQb3NpdGlvbiI6IlJpZ2h0IiwiVmFyaWFuY2VQb3NpdGlvbiI6IlJpZ2h0IiwiU2hhcGVUeXBlIjoxLCJTaGFwZVNpemUiOjAsIlNwYWNpbmciOjUsIlNoYXBlU3R5bGUiOnsiJGlkIjoiNDY1NiIsIk1hcmdpbiI6eyIkaWQiOiI0NjU3IiwiVG9wIjowLjAsIkxlZnQiOjAuMCwiUmlnaHQiOjAuMCwiQm90dG9tIjowLjB9LCJQYWRkaW5nIjp7IiRpZCI6IjQ2NTgiLCJUb3AiOjAuMCwiTGVmdCI6MC4wLCJSaWdodCI6MC4wLCJCb3R0b20iOjAuMH0sIkJhY2tncm91bmQiOnsiJGlkIjoiNDY1OSIsIkNvbG9yIjp7IiRpZCI6IjQ2NjAiLCJBIjoyNTUsIlIiOjExMiwiRyI6MTczLCJCIjo3MX19LCJJc1Zpc2libGUiOnRydWUsIldpZHRoIjoxMi4wLCJIZWlnaHQiOjE0LjAsIkJvcmRlclN0eWxlIjp7IiRpZCI6IjQ2NjEiLCJMaW5lQ29sb3IiOnsiJGlkIjoiNDY2MiIsIiR0eXBlIjoiTkxSRS5Db21tb24uRG9tLlNvbGlkQ29sb3JCcnVzaCwgTkxSRS5Db21tb24iLCJDb2xvciI6eyIkaWQiOiI0NjYzIiwiQSI6MjU1LCJSIjoyMzQsIkciOjIyLCJCIjozMH19LCJMaW5lV2VpZ2h0IjowLjAsIkxpbmVUeXBlIjowLCJQYXJlbnRTdHlsZSI6bnVsbH0sIlBhcmVudFN0eWxlIjpudWxsfSwiVGl0bGVTdHlsZSI6eyIkaWQiOiI0NjY0IiwiRm9udFNldHRpbmdzIjp7IiRpZCI6IjQ2NjUiLCJGb250U2l6ZSI6MTEsIkZvbnROYW1lIjoiQ2FsaWJyaSIsIklzQm9sZCI6ZmFsc2UsIklzSXRhbGljIjpmYWxzZSwiSXNVbmRlcmxpbmVkIjpmYWxzZSwiUGFyZW50U3R5bGUiOm51bGx9LCJBdXRvU2l6ZSI6MCwiRm9yZWdyb3VuZCI6eyIkaWQiOiI0NjY2IiwiQ29sb3IiOnsiJGlkIjoiNDY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Y4IiwiVG9wIjowLjAsIkxlZnQiOjAuMCwiUmlnaHQiOjAuMCwiQm90dG9tIjowLjB9LCJQYWRkaW5nIjp7IiRpZCI6IjQ2NjkiLCJUb3AiOjAuMCwiTGVmdCI6MC4wLCJSaWdodCI6MC4wLCJCb3R0b20iOjAuMH0sIkJhY2tncm91bmQiOnsiJGlkIjoiNDY3MCIsIkNvbG9yIjp7IiRpZCI6IjQ2NzEiLCJBIjoyNTUsIlIiOjAsIkciOjAsIkIiOjB9fSwiSXNWaXNpYmxlIjp0cnVlLCJXaWR0aCI6MC4wLCJIZWlnaHQiOjAuMCwiQm9yZGVyU3R5bGUiOnsiJGlkIjoiNDY3MiIsIkxpbmVDb2xvciI6bnVsbCwiTGluZVdlaWdodCI6MC4wLCJMaW5lVHlwZSI6MCwiUGFyZW50U3R5bGUiOm51bGx9LCJQYXJlbnRTdHlsZSI6bnVsbH0sIkRhdGVTdHlsZSI6eyIkaWQiOiI0NjczIiwiRm9udFNldHRpbmdzIjp7IiRpZCI6IjQ2NzQiLCJGb250U2l6ZSI6MTAsIkZvbnROYW1lIjoiQ2FsaWJyaSIsIklzQm9sZCI6ZmFsc2UsIklzSXRhbGljIjpmYWxzZSwiSXNVbmRlcmxpbmVkIjpmYWxzZSwiUGFyZW50U3R5bGUiOm51bGx9LCJBdXRvU2l6ZSI6MCwiRm9yZWdyb3VuZCI6eyIkaWQiOiI0Njc1IiwiQ29sb3IiOnsiJGlkIjoiNDY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Y3NyIsIlRvcCI6MC4wLCJMZWZ0IjowLjAsIlJpZ2h0IjowLjAsIkJvdHRvbSI6MC4wfSwiUGFkZGluZyI6eyIkaWQiOiI0Njc4IiwiVG9wIjowLjAsIkxlZnQiOjAuMCwiUmlnaHQiOjAuMCwiQm90dG9tIjowLjB9LCJCYWNrZ3JvdW5kIjp7IiRpZCI6IjQ2NzkiLCJDb2xvciI6eyIkaWQiOiI0NjgwIiwiQSI6MjU1LCJSIjo2OCwiRyI6ODQsIkIiOjEwNn19LCJJc1Zpc2libGUiOnRydWUsIldpZHRoIjowLjAsIkhlaWdodCI6MC4wLCJCb3JkZXJTdHlsZSI6eyIkaWQiOiI0NjgxIiwiTGluZUNvbG9yIjpudWxsLCJMaW5lV2VpZ2h0IjowLjAsIkxpbmVUeXBlIjowLCJQYXJlbnRTdHlsZSI6bnVsbH0sIlBhcmVudFN0eWxlIjpudWxsfSwiRGF0ZUZvcm1hdCI6eyIkaWQiOiI0Nj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2ODMiLCJGb3JtYXQiOjAsIklzVmlzaWJsZSI6ZmFsc2UsIkxhc3RLbm93blZpc2liaWxpdHlTdGF0ZSI6ZmFsc2V9LCJJc1Zpc2libGUiOnRydWUsIlZhcmlhbmNlU3R5bGUiOnsiJGlkIjoiNDY4NCIsIlRleHRTdHlsZSI6eyIkaWQiOiI0Njg1IiwiRm9udFNldHRpbmdzIjp7IiRpZCI6IjQ2ODYiLCJGb250U2l6ZSI6MTAsIkZvbnROYW1lIjoiQ2FsaWJyaSIsIklzQm9sZCI6ZmFsc2UsIklzSXRhbGljIjpmYWxzZSwiSXNVbmRlcmxpbmVkIjpmYWxzZSwiUGFyZW50U3R5bGUiOm51bGx9LCJBdXRvU2l6ZSI6MCwiRm9yZWdyb3VuZCI6eyIkaWQiOiI0Njg3IiwiQ29sb3IiOnsiJGlkIjoiNDY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g5IiwiVG9wIjowLjAsIkxlZnQiOjAuMCwiUmlnaHQiOjAuMCwiQm90dG9tIjowLjB9LCJQYWRkaW5nIjp7IiRpZCI6IjQ2OTAiLCJUb3AiOjAuMCwiTGVmdCI6MC4wLCJSaWdodCI6MC4wLCJCb3R0b20iOjAuMH0sIkJhY2tncm91bmQiOnsiJGlkIjoiNDY5MSIsIkNvbG9yIjp7IiRpZCI6IjQ2OTIiLCJBIjoyNTUsIlIiOjAsIkciOjAsIkIiOjB9fSwiSXNWaXNpYmxlIjp0cnVlLCJXaWR0aCI6MC4wLCJIZWlnaHQiOjAuMCwiQm9yZGVyU3R5bGUiOnsiJGlkIjoiNDY5MyIsIkxpbmVDb2xvciI6bnVsbCwiTGluZVdlaWdodCI6MC4wLCJMaW5lVHlwZSI6MCwiUGFyZW50U3R5bGUiOm51bGx9LCJQYXJlbnRTdHlsZSI6bnVsbH0sIlBhcmVudFN0eWxlIjpudWxsfSwiUGFyZW50U3R5bGUiOm51bGx9LCJEZWZhdWx0U3dpbWxhbmVBY3Rpdml0eVN0eWxlIjp7IiRpZCI6IjQ2OTQiLCJIZWFkZXJTdHlsZSI6eyIkaWQiOiI0Njk1IiwiVGV4dFN0eWxlIjp7IiRpZCI6IjQ2OTYiLCJGb250U2V0dGluZ3MiOnsiJGlkIjoiNDY5NyIsIkZvbnRTaXplIjoxMSwiRm9udE5hbWUiOiJDYWxpYnJpIiwiSXNCb2xkIjpmYWxzZSwiSXNJdGFsaWMiOmZhbHNlLCJJc1VuZGVybGluZWQiOmZhbHNlLCJQYXJlbnRTdHlsZSI6bnVsbH0sIkF1dG9TaXplIjoyLCJGb3JlZ3JvdW5kIjp7IiRpZCI6IjQ2OTgiLCJDb2xvciI6eyIkaWQiOiI0Nj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cwMCIsIlRvcCI6MC4wLCJMZWZ0IjowLjAsIlJpZ2h0IjowLjAsIkJvdHRvbSI6MC4wfSwiUGFkZGluZyI6eyIkaWQiOiI0NzAxIiwiVG9wIjowLjAsIkxlZnQiOjAuMCwiUmlnaHQiOjAuMCwiQm90dG9tIjowLjB9LCJCYWNrZ3JvdW5kIjp7IiRpZCI6IjQ3MDIiLCJDb2xvciI6eyIkaWQiOiI0NzAzIiwiQSI6MjU1LCJSIjo2NCwiRyI6NjQsIkIiOjY0fX0sIklzVmlzaWJsZSI6dHJ1ZSwiV2lkdGgiOjAuMCwiSGVpZ2h0IjowLjAsIkJvcmRlclN0eWxlIjpudWxsLCJQYXJlbnRTdHlsZSI6bnVsbH0sIlJlY3RhbmdsZVN0eWxlIjp7IiRpZCI6IjQ3MDQiLCJNYXJnaW4iOnsiJGlkIjoiNDcwNSIsIlRvcCI6MC4wLCJMZWZ0IjowLjAsIlJpZ2h0IjowLjAsIkJvdHRvbSI6MC4wfSwiUGFkZGluZyI6eyIkaWQiOiI0NzA2IiwiVG9wIjowLjAsIkxlZnQiOjAuMCwiUmlnaHQiOjAuMCwiQm90dG9tIjowLjB9LCJCYWNrZ3JvdW5kIjp7IiRpZCI6IjQ3MDciLCJDb2xvciI6eyIkaWQiOiI0NzA4IiwiQSI6MTI3LCJSIjoxMTIsIkciOjE3MywiQiI6NzF9fSwiSXNWaXNpYmxlIjp0cnVlLCJXaWR0aCI6MC4wLCJIZWlnaHQiOjAuMCwiQm9yZGVyU3R5bGUiOnsiJGlkIjoiNDcwOSIsIkxpbmVDb2xvciI6eyIkaWQiOiI0NzEwIiwiJHR5cGUiOiJOTFJFLkNvbW1vbi5Eb20uU29saWRDb2xvckJydXNoLCBOTFJFLkNvbW1vbiIsIkNvbG9yIjp7IiRpZCI6IjQ3MTEiLCJBIjoyNTUsIlIiOjI1NSwiRyI6MjU1LCJCIjoyNTV9fSwiTGluZVdlaWdodCI6MC4wLCJMaW5lVHlwZSI6MCwiUGFyZW50U3R5bGUiOm51bGx9LCJQYXJlbnRTdHlsZSI6bnVsbH0sIk1hcmdpbiI6eyIkaWQiOiI0NzEyIiwiVG9wIjowLjAsIkxlZnQiOjAuMCwiUmlnaHQiOjAuMCwiQm90dG9tIjowLjB9LCJQYWRkaW5nIjp7IiRpZCI6IjQ3MTMiLCJUb3AiOjAuMCwiTGVmdCI6MC4wLCJSaWdodCI6MC4wLCJCb3R0b20iOjAuMH0sIkJhY2tncm91bmQiOm51bGwsIklzVmlzaWJsZSI6dHJ1ZSwiV2lkdGgiOjAuMCwiSGVpZ2h0IjowLjAsIkJvcmRlclN0eWxlIjpudWxsLCJQYXJlbnRTdHlsZSI6bnVsbH0sIkJhY2tncm91bmRTdHlsZSI6eyIkaWQiOiI0NzE0IiwiTWFyZ2luIjp7IiRpZCI6IjQ3MTUiLCJUb3AiOjAuMCwiTGVmdCI6MC4wLCJSaWdodCI6MC4wLCJCb3R0b20iOjAuMH0sIlBhZGRpbmciOnsiJGlkIjoiNDcxNiIsIlRvcCI6MC4wLCJMZWZ0IjowLjAsIlJpZ2h0IjowLjAsIkJvdHRvbSI6MC4wfSwiQmFja2dyb3VuZCI6eyIkaWQiOiI0NzE3IiwiQ29sb3IiOnsiJGlkIjoiNDcxOCIsIkEiOjUxLCJSIjoyMDAsIkciOjIwMCwiQiI6MjAwfX0sIklzVmlzaWJsZSI6dHJ1ZSwiV2lkdGgiOjAuMCwiSGVpZ2h0IjowLjAsIkJvcmRlclN0eWxlIjp7IiRpZCI6IjQ3MTkiLCJMaW5lQ29sb3IiOnsiJGlkIjoiNDcyMCIsIiR0eXBlIjoiTkxSRS5Db21tb24uRG9tLlNvbGlkQ29sb3JCcnVzaCwgTkxSRS5Db21tb24iLCJDb2xvciI6eyIkaWQiOiI0NzIxIiwiQSI6MjU1LCJSIjoyMzQsIkciOjIyLCJCIjozMH19LCJMaW5lV2VpZ2h0IjowLjAsIkxpbmVUeXBlIjowLCJQYXJlbnRTdHlsZSI6bnVsbH0sIlBhcmVudFN0eWxlIjpudWxsfSwiTWFyZ2luIjp7IiRpZCI6IjQ3MjIiLCJUb3AiOjAuMCwiTGVmdCI6MC4wLCJSaWdodCI6MC4wLCJCb3R0b20iOjAuMH0sIlBhZGRpbmciOnsiJGlkIjoiNDcyMyIsIlRvcCI6MC4wLCJMZWZ0IjowLjAsIlJpZ2h0IjowLjAsIkJvdHRvbSI6MC4wfSwiSXNWaXNpYmxlIjp0cnVlLCJXaWR0aCI6MC4wLCJIZWlnaHQiOjAuMCwiQm9yZGVyU3R5bGUiOnsiJGlkIjoiNDcyNCIsIkxpbmVDb2xvciI6bnVsbCwiTGluZVdlaWdodCI6MC4wLCJMaW5lVHlwZSI6MCwiUGFyZW50U3R5bGUiOm51bGx9LCJQYXJlbnRTdHlsZSI6bnVsbH0sIk1hcmdpbiI6eyIkaWQiOiI0NzI1IiwiVG9wIjowLjAsIkxlZnQiOjAuMCwiUmlnaHQiOjAuMCwiQm90dG9tIjowLjB9LCJQYWRkaW5nIjp7IiRpZCI6IjQ3MjYiLCJUb3AiOjAuMCwiTGVmdCI6MC4wLCJSaWdodCI6MC4wLCJCb3R0b20iOjAuMH0sIklzVmlzaWJsZSI6dHJ1ZSwiV2lkdGgiOjAuMCwiSGVpZ2h0IjowLjAsIkJvcmRlclN0eWxlIjp7IiRpZCI6IjQ3MjciLCJMaW5lQ29sb3IiOm51bGwsIkxpbmVXZWlnaHQiOjAuMCwiTGluZVR5cGUiOjAsIlBhcmVudFN0eWxlIjpudWxsfSwiUGFyZW50U3R5bGUiOm51bGx9LHsiJGlkIjoiNDcyOCIsIlN0eWxlSWQiOiIwNzAyZGVhOC1jMTE0LTRkNzEtYmU0MC1jZDMwNjJjNDY5NzAiLCJIZWFkZXJTdHlsZSI6eyIkaWQiOiI0NzI5IiwiVGV4dElzVmVydGljYWwiOmZhbHNlLCJUZXh0U3R5bGUiOnsiJGlkIjoiNDczMCIsIkZvbnRTZXR0aW5ncyI6eyIkaWQiOiI0NzMxIiwiRm9udFNpemUiOjExLCJGb250TmFtZSI6IkNhbGlicmkiLCJJc0JvbGQiOmZhbHNlLCJJc0l0YWxpYyI6ZmFsc2UsIklzVW5kZXJsaW5lZCI6ZmFsc2UsIlBhcmVudFN0eWxlIjpudWxsfSwiQXV0b1NpemUiOjIsIkZvcmVncm91bmQiOnsiJGlkIjoiNDczMiIsIkNvbG9yIjp7IiRpZCI6IjQ3Mz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M0IiwiVG9wIjowLjAsIkxlZnQiOjAuMCwiUmlnaHQiOjAuMCwiQm90dG9tIjowLjB9LCJQYWRkaW5nIjp7IiRpZCI6IjQ3MzUiLCJUb3AiOjAuMCwiTGVmdCI6MC4wLCJSaWdodCI6MC4wLCJCb3R0b20iOjAuMH0sIkJhY2tncm91bmQiOnsiJGlkIjoiNDczNiIsIkNvbG9yIjp7IiRpZCI6IjQ3MzciLCJBIjoyNTUsIlIiOjI1NSwiRyI6MjU1LCJCIjoyNTV9fSwiSXNWaXNpYmxlIjp0cnVlLCJXaWR0aCI6MC4wLCJIZWlnaHQiOjAuMCwiQm9yZGVyU3R5bGUiOm51bGwsIlBhcmVudFN0eWxlIjpudWxsfSwiUmVjdGFuZ2xlU3R5bGUiOnsiJGlkIjoiNDczOCIsIk1hcmdpbiI6eyIkaWQiOiI0NzM5IiwiVG9wIjowLjAsIkxlZnQiOjAuMCwiUmlnaHQiOjAuMCwiQm90dG9tIjowLjB9LCJQYWRkaW5nIjp7IiRpZCI6IjQ3NDAiLCJUb3AiOjAuMCwiTGVmdCI6MC4wLCJSaWdodCI6MC4wLCJCb3R0b20iOjAuMH0sIkJhY2tncm91bmQiOnsiJGlkIjoiNDc0MSIsIkNvbG9yIjp7IiRpZCI6IjQ3NDIiLCJBIjoyNTUsIlIiOjE2NSwiRyI6MTY1LCJCIjoxNjV9fSwiSXNWaXNpYmxlIjp0cnVlLCJXaWR0aCI6MC4wLCJIZWlnaHQiOjAuMCwiQm9yZGVyU3R5bGUiOnsiJGlkIjoiNDc0MyIsIkxpbmVDb2xvciI6eyIkaWQiOiI0NzQ0IiwiJHR5cGUiOiJOTFJFLkNvbW1vbi5Eb20uU29saWRDb2xvckJydXNoLCBOTFJFLkNvbW1vbiIsIkNvbG9yIjp7IiRpZCI6IjQ3NDUiLCJBIjoyNTUsIlIiOjI1NSwiRyI6MjU1LCJCIjoyNTV9fSwiTGluZVdlaWdodCI6MC4wLCJMaW5lVHlwZSI6MCwiUGFyZW50U3R5bGUiOm51bGx9LCJQYXJlbnRTdHlsZSI6bnVsbH0sIk1hcmdpbiI6eyIkaWQiOiI0NzQ2IiwiVG9wIjowLjAsIkxlZnQiOjAuMCwiUmlnaHQiOjAuMCwiQm90dG9tIjowLjB9LCJQYWRkaW5nIjp7IiRpZCI6IjQ3NDciLCJUb3AiOjAuMCwiTGVmdCI6MC4wLCJSaWdodCI6MC4wLCJCb3R0b20iOjAuMH0sIkJhY2tncm91bmQiOm51bGwsIklzVmlzaWJsZSI6dHJ1ZSwiV2lkdGgiOjAuMCwiSGVpZ2h0IjowLjAsIkJvcmRlclN0eWxlIjpudWxsLCJQYXJlbnRTdHlsZSI6bnVsbH0sIkJhY2tncm91bmRTdHlsZSI6eyIkaWQiOiI0NzQ4IiwiTWFyZ2luIjp7IiRpZCI6IjQ3NDkiLCJUb3AiOjAuMCwiTGVmdCI6MC4wLCJSaWdodCI6MC4wLCJCb3R0b20iOjAuMH0sIlBhZGRpbmciOnsiJGlkIjoiNDc1MCIsIlRvcCI6MC4wLCJMZWZ0IjowLjAsIlJpZ2h0IjowLjAsIkJvdHRvbSI6MC4wfSwiQmFja2dyb3VuZCI6eyIkaWQiOiI0NzUxIiwiQ29sb3IiOnsiJGlkIjoiNDc1MiIsIkEiOjUxLCJSIjoyMDAsIkciOjIwMCwiQiI6MjAwfX0sIklzVmlzaWJsZSI6dHJ1ZSwiV2lkdGgiOjAuMCwiSGVpZ2h0IjowLjAsIkJvcmRlclN0eWxlIjp7IiRpZCI6IjQ3NTMiLCJMaW5lQ29sb3IiOnsiJGlkIjoiNDc1NCIsIiR0eXBlIjoiTkxSRS5Db21tb24uRG9tLlNvbGlkQ29sb3JCcnVzaCwgTkxSRS5Db21tb24iLCJDb2xvciI6eyIkaWQiOiI0NzU1IiwiQSI6MjU1LCJSIjoyMzQsIkciOjIyLCJCIjozMH19LCJMaW5lV2VpZ2h0IjowLjAsIkxpbmVUeXBlIjowLCJQYXJlbnRTdHlsZSI6bnVsbH0sIlBhcmVudFN0eWxlIjpudWxsfSwiSXNBYm92ZVRpbWViYW5kIjpmYWxzZSwiU3BhY2luZyI6MiwiRGVmYXVsdFN3aW1sYW5lVGFza1N0eWxlIjp7IiRpZCI6IjQ3NTYiLCIkdHlwZSI6Ik5MUkUuQ29tbW9uLkRvbS5TdHlsZXMuRXhwbGljaXRTZXRhYmxlVGFza1N0eWxlLCBOTFJFLkNvbW1vbiIsIlNoYXBlIjoxLCJTaGFwZVRoaWNrbmVzcyI6MCwiRHVyYXRpb25Gb3JtYXQiOjAsIkluY2x1ZGVOb25Xb3JraW5nRGF5c0luRHVyYXRpb24iOmZhbHNlLCJQZXJjZW50YWdlQ29tcGxldGVTdHlsZSI6eyIkaWQiOiI0NzU3IiwiRm9udFNldHRpbmdzIjp7IiRpZCI6IjQ3NTgiLCJGb250U2l6ZSI6MTAsIkZvbnROYW1lIjoiQ2FsaWJyaSIsIklzQm9sZCI6ZmFsc2UsIklzSXRhbGljIjpmYWxzZSwiSXNVbmRlcmxpbmVkIjpmYWxzZSwiUGFyZW50U3R5bGUiOm51bGx9LCJBdXRvU2l6ZSI6MCwiRm9yZWdyb3VuZCI6eyIkaWQiOiI0NzU5IiwiQ29sb3IiOnsiJGlkIjoiNDc2M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0NzYxIiwiVG9wIjowLjAsIkxlZnQiOjAuMCwiUmlnaHQiOjAuMCwiQm90dG9tIjowLjB9LCJQYWRkaW5nIjp7IiRpZCI6IjQ3NjIiLCJUb3AiOjAuMCwiTGVmdCI6MC4wLCJSaWdodCI6MC4wLCJCb3R0b20iOjAuMH0sIkJhY2tncm91bmQiOnsiJGlkIjoiNDc2MyIsIkNvbG9yIjp7IiRpZCI6IjQ3NjQiLCJBIjo4OSwiUiI6MCwiRyI6MCwiQiI6MH19LCJJc1Zpc2libGUiOnRydWUsIldpZHRoIjowLjAsIkhlaWdodCI6MC4wLCJCb3JkZXJTdHlsZSI6eyIkaWQiOiI0NzY1IiwiTGluZUNvbG9yIjpudWxsLCJMaW5lV2VpZ2h0IjowLjAsIkxpbmVUeXBlIjowLCJQYXJlbnRTdHlsZSI6bnVsbH0sIlBhcmVudFN0eWxlIjpudWxsfSwiRHVyYXRpb25TdHlsZSI6eyIkaWQiOiI0NzY2IiwiRm9udFNldHRpbmdzIjp7IiRpZCI6IjQ3NjciLCJGb250U2l6ZSI6MTAsIkZvbnROYW1lIjoiQ2FsaWJyaSIsIklzQm9sZCI6ZmFsc2UsIklzSXRhbGljIjpmYWxzZSwiSXNVbmRlcmxpbmVkIjpmYWxzZSwiUGFyZW50U3R5bGUiOm51bGx9LCJBdXRvU2l6ZSI6MCwiRm9yZWdyb3VuZCI6eyIkaWQiOiI0NzY4IiwiQ29sb3IiOnsiJGlkIjoiNDc2O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c3MCIsIlRvcCI6MC4wLCJMZWZ0IjowLjAsIlJpZ2h0IjowLjAsIkJvdHRvbSI6MC4wfSwiUGFkZGluZyI6eyIkaWQiOiI0NzcxIiwiVG9wIjowLjAsIkxlZnQiOjAuMCwiUmlnaHQiOjAuMCwiQm90dG9tIjowLjB9LCJCYWNrZ3JvdW5kIjp7IiRpZCI6IjQ3NzIiLCJDb2xvciI6eyIkaWQiOiI0NzczIiwiQSI6MjU1LCJSIjo2OCwiRyI6ODQsIkIiOjEwNn19LCJJc1Zpc2libGUiOnRydWUsIldpZHRoIjowLjAsIkhlaWdodCI6MC4wLCJCb3JkZXJTdHlsZSI6eyIkaWQiOiI0Nzc0IiwiTGluZUNvbG9yIjpudWxsLCJMaW5lV2VpZ2h0IjowLjAsIkxpbmVUeXBlIjowLCJQYXJlbnRTdHlsZSI6bnVsbH0sIlBhcmVudFN0eWxlIjpudWxsfSwiSG9yaXpvbnRhbENvbm5lY3RvclN0eWxlIjp7IiRpZCI6IjQ3NzUiLCJMaW5lQ29sb3IiOnsiJGlkIjoiNDc3NiIsIiR0eXBlIjoiTkxSRS5Db21tb24uRG9tLlNvbGlkQ29sb3JCcnVzaCwgTkxSRS5Db21tb24iLCJDb2xvciI6eyIkaWQiOiI0Nzc3IiwiQSI6MjU1LCJSIjowLCJHIjowLCJCIjowfX0sIkxpbmVXZWlnaHQiOjAuMCwiTGluZVR5cGUiOjAsIlBhcmVudFN0eWxlIjpudWxsfSwiVmVydGljYWxDb25uZWN0b3JTdHlsZSI6eyIkaWQiOiI0Nzc4IiwiTGluZUNvbG9yIjp7IiRpZCI6IjQ3NzkiLCIkdHlwZSI6Ik5MUkUuQ29tbW9uLkRvbS5Tb2xpZENvbG9yQnJ1c2gsIE5MUkUuQ29tbW9uIiwiQ29sb3IiOnsiJGlkIjoiNDc4M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Q3ODEiLCJTaGFwZVN0eWxlIjp7IiRpZCI6IjQ3ODIiLCJNYXJnaW4iOnsiJGlkIjoiNDc4MyIsIlRvcCI6MC4wLCJMZWZ0IjowLjAsIlJpZ2h0IjowLjAsIkJvdHRvbSI6MC4wfSwiUGFkZGluZyI6eyIkaWQiOiI0Nzg0IiwiVG9wIjowLjAsIkxlZnQiOjAuMCwiUmlnaHQiOjAuMCwiQm90dG9tIjowLjB9LCJCYWNrZ3JvdW5kIjp7IiRpZCI6IjQ3ODUiLCJDb2xvciI6eyIkaWQiOiI0Nzg2IiwiQSI6MTUzLCJSIjowLCJHIjowLCJCIjowfX0sIklzVmlzaWJsZSI6dHJ1ZSwiV2lkdGgiOjAuMCwiSGVpZ2h0IjowLjAsIkJvcmRlclN0eWxlIjp7IiRpZCI6IjQ3ODciLCJMaW5lQ29sb3IiOnsiJGlkIjoiNDc4OCIsIiR0eXBlIjoiTkxSRS5Db21tb24uRG9tLlNvbGlkQ29sb3JCcnVzaCwgTkxSRS5Db21tb24iLCJDb2xvciI6eyIkaWQiOiI0Nzg5IiwiQSI6MjU1LCJSIjoyNTUsIkciOjAsIkIiOjB9fSwiTGluZVdlaWdodCI6MC4wLCJMaW5lVHlwZSI6MCwiUGFyZW50U3R5bGUiOm51bGx9LCJQYXJlbnRTdHlsZSI6bnVsbH0sIk1hcmdpbiI6eyIkaWQiOiI0NzkwIiwiVG9wIjowLjAsIkxlZnQiOjAuMCwiUmlnaHQiOjAuMCwiQm90dG9tIjowLjB9LCJQYWRkaW5nIjp7IiRpZCI6IjQ3OTEiLCJUb3AiOjAuMCwiTGVmdCI6MC4wLCJSaWdodCI6MC4wLCJCb3R0b20iOjAuMH0sIkJhY2tncm91bmQiOm51bGwsIklzVmlzaWJsZSI6dHJ1ZSwiV2lkdGgiOjAuMCwiSGVpZ2h0IjowLjAsIkJvcmRlclN0eWxlIjpudWxsLCJQYXJlbnRTdHlsZSI6bnVsbH0sIlNoYXBlU3R5bGUiOnsiJGlkIjoiNDc5MiIsIk1hcmdpbiI6eyIkaWQiOiI0NzkzIiwiVG9wIjowLjAsIkxlZnQiOjQuMCwiUmlnaHQiOjQuMCwiQm90dG9tIjowLjB9LCJQYWRkaW5nIjp7IiRpZCI6IjQ3OTQiLCJUb3AiOjAuMCwiTGVmdCI6MC4wLCJSaWdodCI6MC4wLCJCb3R0b20iOjAuMH0sIkJhY2tncm91bmQiOnsiJGlkIjoiNDc5NSIsIkNvbG9yIjp7IiRpZCI6IjQ3OTYiLCJBIjoyNTUsIlIiOjE2NSwiRyI6MTY1LCJCIjoxNjV9fSwiSXNWaXNpYmxlIjp0cnVlLCJXaWR0aCI6MC4wLCJIZWlnaHQiOjEwLjAsIkJvcmRlclN0eWxlIjp7IiRpZCI6IjQ3OTciLCJMaW5lQ29sb3IiOnsiJGlkIjoiNDc5OCIsIiR0eXBlIjoiTkxSRS5Db21tb24uRG9tLlNvbGlkQ29sb3JCcnVzaCwgTkxSRS5Db21tb24iLCJDb2xvciI6eyIkaWQiOiI0Nzk5IiwiQSI6MjU1LCJSIjoyMzQsIkciOjIyLCJCIjozMH19LCJMaW5lV2VpZ2h0IjowLjAsIkxpbmVUeXBlIjowLCJQYXJlbnRTdHlsZSI6bnVsbH0sIlBhcmVudFN0eWxlIjpudWxsfSwiVGl0bGVTdHlsZSI6eyIkaWQiOiI0ODAwIiwiRm9udFNldHRpbmdzIjp7IiRpZCI6IjQ4MDEiLCJGb250U2l6ZSI6MTEsIkZvbnROYW1lIjoiQ2FsaWJyaSIsIklzQm9sZCI6ZmFsc2UsIklzSXRhbGljIjpmYWxzZSwiSXNVbmRlcmxpbmVkIjpmYWxzZSwiUGFyZW50U3R5bGUiOm51bGx9LCJBdXRvU2l6ZSI6MCwiRm9yZWdyb3VuZCI6eyIkaWQiOiI0ODAyIiwiQ29sb3IiOnsiJGlkIjoiNDg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A0IiwiVG9wIjowLjAsIkxlZnQiOjAuMCwiUmlnaHQiOjAuMCwiQm90dG9tIjowLjB9LCJQYWRkaW5nIjp7IiRpZCI6IjQ4MDUiLCJUb3AiOjAuMCwiTGVmdCI6MC4wLCJSaWdodCI6MC4wLCJCb3R0b20iOjAuMH0sIkJhY2tncm91bmQiOnsiJGlkIjoiNDgwNiIsIkNvbG9yIjp7IiRpZCI6IjQ4MDciLCJBIjoyNTUsIlIiOjAsIkciOjAsIkIiOjB9fSwiSXNWaXNpYmxlIjp0cnVlLCJXaWR0aCI6MC4wLCJIZWlnaHQiOjAuMCwiQm9yZGVyU3R5bGUiOnsiJGlkIjoiNDgwOCIsIkxpbmVDb2xvciI6bnVsbCwiTGluZVdlaWdodCI6MC4wLCJMaW5lVHlwZSI6MCwiUGFyZW50U3R5bGUiOm51bGx9LCJQYXJlbnRTdHlsZSI6bnVsbH0sIkRhdGVTdHlsZSI6eyIkaWQiOiI0ODA5IiwiRm9udFNldHRpbmdzIjp7IiRpZCI6IjQ4MTAiLCJGb250U2l6ZSI6MTAsIkZvbnROYW1lIjoiQ2FsaWJyaSIsIklzQm9sZCI6ZmFsc2UsIklzSXRhbGljIjpmYWxzZSwiSXNVbmRlcmxpbmVkIjpmYWxzZSwiUGFyZW50U3R5bGUiOm51bGx9LCJBdXRvU2l6ZSI6MCwiRm9yZWdyb3VuZCI6eyIkaWQiOiI0ODExIiwiQ29sb3IiOnsiJGlkIjoiNDgx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gxMyIsIlRvcCI6MC4wLCJMZWZ0IjowLjAsIlJpZ2h0IjowLjAsIkJvdHRvbSI6MC4wfSwiUGFkZGluZyI6eyIkaWQiOiI0ODE0IiwiVG9wIjowLjAsIkxlZnQiOjAuMCwiUmlnaHQiOjAuMCwiQm90dG9tIjowLjB9LCJCYWNrZ3JvdW5kIjp7IiRpZCI6IjQ4MTUiLCJDb2xvciI6eyIkaWQiOiI0ODE2IiwiQSI6MjU1LCJSIjo2OCwiRyI6ODQsIkIiOjEwNn19LCJJc1Zpc2libGUiOnRydWUsIldpZHRoIjowLjAsIkhlaWdodCI6MC4wLCJCb3JkZXJTdHlsZSI6eyIkaWQiOiI0ODE3IiwiTGluZUNvbG9yIjpudWxsLCJMaW5lV2VpZ2h0IjowLjAsIkxpbmVUeXBlIjowLCJQYXJlbnRTdHlsZSI6bnVsbH0sIlBhcmVudFN0eWxlIjpudWxsfSwiRGF0ZUZvcm1hdCI6eyIkaWQiOiI0ODE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MTkiLCJGb3JtYXQiOjAsIklzVmlzaWJsZSI6ZmFsc2UsIkxhc3RLbm93blZpc2liaWxpdHlTdGF0ZSI6ZmFsc2V9LCJJc1Zpc2libGUiOnRydWUsIlZhcmlhbmNlU3R5bGUiOnsiJGlkIjoiNDgyMCIsIlRleHRTdHlsZSI6eyIkaWQiOiI0ODIxIiwiRm9udFNldHRpbmdzIjp7IiRpZCI6IjQ4MjIiLCJGb250U2l6ZSI6MTAsIkZvbnROYW1lIjoiQ2FsaWJyaSIsIklzQm9sZCI6ZmFsc2UsIklzSXRhbGljIjpmYWxzZSwiSXNVbmRlcmxpbmVkIjpmYWxzZSwiUGFyZW50U3R5bGUiOm51bGx9LCJBdXRvU2l6ZSI6MCwiRm9yZWdyb3VuZCI6eyIkaWQiOiI0ODIzIiwiQ29sb3IiOnsiJGlkIjoiNDgy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I1IiwiVG9wIjowLjAsIkxlZnQiOjAuMCwiUmlnaHQiOjAuMCwiQm90dG9tIjowLjB9LCJQYWRkaW5nIjp7IiRpZCI6IjQ4MjYiLCJUb3AiOjAuMCwiTGVmdCI6MC4wLCJSaWdodCI6MC4wLCJCb3R0b20iOjAuMH0sIkJhY2tncm91bmQiOnsiJGlkIjoiNDgyNyIsIkNvbG9yIjp7IiRpZCI6IjQ4MjgiLCJBIjoyNTUsIlIiOjAsIkciOjAsIkIiOjB9fSwiSXNWaXNpYmxlIjp0cnVlLCJXaWR0aCI6MC4wLCJIZWlnaHQiOjAuMCwiQm9yZGVyU3R5bGUiOnsiJGlkIjoiNDgyOSIsIkxpbmVDb2xvciI6bnVsbCwiTGluZVdlaWdodCI6MC4wLCJMaW5lVHlwZSI6MCwiUGFyZW50U3R5bGUiOm51bGx9LCJQYXJlbnRTdHlsZSI6bnVsbH0sIlBhcmVudFN0eWxlIjpudWxsfSwiUGFyZW50U3R5bGUiOm51bGwsIl9leHBsaWNpdGx5U2V0Ijp7IiRpZCI6IjQ4Mz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ODMxIiwiU2hhcGUiOjEsIkNvbm5lY3Rvck1hcmdpbiI6eyIkaWQiOiI0ODMyIiwiVG9wIjowLjAsIkxlZnQiOjIuMCwiUmlnaHQiOjIuMCwiQm90dG9tIjowLjB9LCJDb25uZWN0b3JTdHlsZSI6eyIkaWQiOiI0ODMzIiwiTGluZUNvbG9yIjp7IiRpZCI6IjQ4MzQiLCIkdHlwZSI6Ik5MUkUuQ29tbW9uLkRvbS5Tb2xpZENvbG9yQnJ1c2gsIE5MUkUuQ29tbW9uIiwiQ29sb3IiOnsiJGlkIjoiNDgzNSIsIkEiOjEyNywiUiI6NTcsIkciOjU3LCJCIjo1N319LCJMaW5lV2VpZ2h0IjoxLjAsIkxpbmVUeXBlIjowLCJQYXJlbnRTdHlsZSI6bnVsbH0sIklzQmVsb3dUaW1lYmFuZCI6ZmFsc2UsIlBvc2l0aW9uT25UYXNrIjoxLCJIaWRlRGF0ZSI6ZmFsc2UsIlNoYXBlU2l6ZSI6MCwiU3BhY2luZyI6MC4wLCJQYWRkaW5nIjp7IiRpZCI6IjQ4MzYiLCJUb3AiOjUuMCwiTGVmdCI6My4wLCJSaWdodCI6MC4wLCJCb3R0b20iOjIuMH0sIlNoYXBlU3R5bGUiOnsiJGlkIjoiNDgzNyIsIk1hcmdpbiI6eyIkaWQiOiI0ODM4IiwiVG9wIjowLjAsIkxlZnQiOjAuMCwiUmlnaHQiOjAuMCwiQm90dG9tIjowLjB9LCJQYWRkaW5nIjp7IiRpZCI6IjQ4MzkiLCJUb3AiOjAuMCwiTGVmdCI6MC4wLCJSaWdodCI6MC4wLCJCb3R0b20iOjAuMH0sIkJhY2tncm91bmQiOnsiJGlkIjoiNDg0MCIsIkNvbG9yIjp7IiRpZCI6IjQ4NDEiLCJBIjoyNTUsIlIiOjU3LCJHIjo1NywiQiI6NTd9fSwiSXNWaXNpYmxlIjp0cnVlLCJXaWR0aCI6MTIuMCwiSGVpZ2h0IjoxNC4wLCJCb3JkZXJTdHlsZSI6eyIkaWQiOiI0ODQyIiwiTGluZUNvbG9yIjp7IiRpZCI6IjQ4NDMiLCIkdHlwZSI6Ik5MUkUuQ29tbW9uLkRvbS5Tb2xpZENvbG9yQnJ1c2gsIE5MUkUuQ29tbW9uIiwiQ29sb3IiOnsiJGlkIjoiNDg0NCIsIkEiOjI1NSwiUiI6MjU1LCJHIjowLCJCIjowfX0sIkxpbmVXZWlnaHQiOjAuMCwiTGluZVR5cGUiOjAsIlBhcmVudFN0eWxlIjpudWxsfSwiUGFyZW50U3R5bGUiOm51bGx9LCJUaXRsZVN0eWxlIjp7IiRpZCI6IjQ4NDUiLCJGb250U2V0dGluZ3MiOnsiJGlkIjoiNDg0NiIsIkZvbnRTaXplIjoxMSwiRm9udE5hbWUiOiJDYWxpYnJpIiwiSXNCb2xkIjpmYWxzZSwiSXNJdGFsaWMiOmZhbHNlLCJJc1VuZGVybGluZWQiOmZhbHNlLCJQYXJlbnRTdHlsZSI6bnVsbH0sIkF1dG9TaXplIjowLCJGb3JlZ3JvdW5kIjp7IiRpZCI6IjQ4NDciLCJDb2xvciI6eyIkaWQiOiI0ODQ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4NDkiLCJUb3AiOjAuMCwiTGVmdCI6MC4wLCJSaWdodCI6MC4wLCJCb3R0b20iOjAuMH0sIlBhZGRpbmciOnsiJGlkIjoiNDg1MCIsIlRvcCI6MC4wLCJMZWZ0IjowLjAsIlJpZ2h0IjowLjAsIkJvdHRvbSI6MC4wfSwiQmFja2dyb3VuZCI6eyIkaWQiOiI0ODUxIiwiQ29sb3IiOnsiJGlkIjoiNDg1MiIsIkEiOjI1NSwiUiI6MCwiRyI6MCwiQiI6MH19LCJJc1Zpc2libGUiOnRydWUsIldpZHRoIjowLjAsIkhlaWdodCI6MC4wLCJCb3JkZXJTdHlsZSI6eyIkaWQiOiI0ODUzIiwiTGluZUNvbG9yIjpudWxsLCJMaW5lV2VpZ2h0IjowLjAsIkxpbmVUeXBlIjowLCJQYXJlbnRTdHlsZSI6bnVsbH0sIlBhcmVudFN0eWxlIjpudWxsfSwiRGF0ZVN0eWxlIjp7IiRpZCI6IjQ4NTQiLCJGb250U2V0dGluZ3MiOnsiJGlkIjoiNDg1NSIsIkZvbnRTaXplIjoxMCwiRm9udE5hbWUiOiJDYWxpYnJpIiwiSXNCb2xkIjpmYWxzZSwiSXNJdGFsaWMiOmZhbHNlLCJJc1VuZGVybGluZWQiOmZhbHNlLCJQYXJlbnRTdHlsZSI6bnVsbH0sIkF1dG9TaXplIjowLCJGb3JlZ3JvdW5kIjp7IiRpZCI6IjQ4NTYiLCJDb2xvciI6eyIkaWQiOiI0ODU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ODU4IiwiVG9wIjowLjAsIkxlZnQiOjAuMCwiUmlnaHQiOjAuMCwiQm90dG9tIjowLjB9LCJQYWRkaW5nIjp7IiRpZCI6IjQ4NTkiLCJUb3AiOjAuMCwiTGVmdCI6MC4wLCJSaWdodCI6MC4wLCJCb3R0b20iOjAuMH0sIkJhY2tncm91bmQiOnsiJGlkIjoiNDg2MCIsIkNvbG9yIjp7IiRpZCI6IjQ4NjEiLCJBIjoyNTUsIlIiOjY4LCJHIjo4NCwiQiI6MTA2fX0sIklzVmlzaWJsZSI6dHJ1ZSwiV2lkdGgiOjAuMCwiSGVpZ2h0IjowLjAsIkJvcmRlclN0eWxlIjp7IiRpZCI6IjQ4NjIiLCJMaW5lQ29sb3IiOm51bGwsIkxpbmVXZWlnaHQiOjAuMCwiTGluZVR5cGUiOjAsIlBhcmVudFN0eWxlIjpudWxsfSwiUGFyZW50U3R5bGUiOm51bGx9LCJEYXRlRm9ybWF0Ijp7IiRpZCI6IjQ4NjMiLCJGb3JtYXRTdHJpbmciOiJN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NjQiLCJGb3JtYXQiOjAsIklzVmlzaWJsZSI6ZmFsc2UsIkxhc3RLbm93blZpc2liaWxpdHlTdGF0ZSI6ZmFsc2V9LCJJc1Zpc2libGUiOmZhbHNlLCJWYXJpYW5jZVN0eWxlIjp7IiRpZCI6IjQ4NjUiLCJUZXh0U3R5bGUiOnsiJGlkIjoiNDg2NiIsIkZvbnRTZXR0aW5ncyI6eyIkaWQiOiI0ODY3IiwiRm9udFNpemUiOjEwLCJGb250TmFtZSI6IkNhbGlicmkiLCJJc0JvbGQiOmZhbHNlLCJJc0l0YWxpYyI6ZmFsc2UsIklzVW5kZXJsaW5lZCI6ZmFsc2UsIlBhcmVudFN0eWxlIjpudWxsfSwiQXV0b1NpemUiOjAsIkZvcmVncm91bmQiOnsiJGlkIjoiNDg2OCIsIkNvbG9yIjp7IiRpZCI6IjQ4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3MCIsIlRvcCI6MC4wLCJMZWZ0IjowLjAsIlJpZ2h0IjowLjAsIkJvdHRvbSI6MC4wfSwiUGFkZGluZyI6eyIkaWQiOiI0ODcxIiwiVG9wIjowLjAsIkxlZnQiOjAuMCwiUmlnaHQiOjAuMCwiQm90dG9tIjowLjB9LCJCYWNrZ3JvdW5kIjp7IiRpZCI6IjQ4NzIiLCJDb2xvciI6eyIkaWQiOiI0ODczIiwiQSI6MjU1LCJSIjowLCJHIjowLCJCIjowfX0sIklzVmlzaWJsZSI6dHJ1ZSwiV2lkdGgiOjAuMCwiSGVpZ2h0IjowLjAsIkJvcmRlclN0eWxlIjp7IiRpZCI6IjQ4NzQiLCJMaW5lQ29sb3IiOm51bGwsIkxpbmVXZWlnaHQiOjAuMCwiTGluZVR5cGUiOjAsIlBhcmVudFN0eWxlIjpudWxsfSwiUGFyZW50U3R5bGUiOm51bGx9LCJQYXJlbnRTdHlsZSI6bnVsbH0sIlBhcmVudFN0eWxlIjpudWxsfSwiRGVmYXVsdFN3aW1sYW5lTWlsZXN0b25lU3R5bGUiOnsiJGlkIjoiNDg3NSIsIlRpdGxlUG9zaXRpb24iOiJMZWZ0IiwiRGF0ZVBvc2l0aW9uIjoiUmlnaHQiLCJWYXJpYW5jZVBvc2l0aW9uIjoiUmlnaHQiLCJTaGFwZVR5cGUiOjEsIlNoYXBlU2l6ZSI6MCwiU3BhY2luZyI6NSwiU2hhcGVTdHlsZSI6eyIkaWQiOiI0ODc2IiwiTWFyZ2luIjp7IiRpZCI6IjQ4NzciLCJUb3AiOjAuMCwiTGVmdCI6MC4wLCJSaWdodCI6MC4wLCJCb3R0b20iOjAuMH0sIlBhZGRpbmciOnsiJGlkIjoiNDg3OCIsIlRvcCI6MC4wLCJMZWZ0IjowLjAsIlJpZ2h0IjowLjAsIkJvdHRvbSI6MC4wfSwiQmFja2dyb3VuZCI6eyIkaWQiOiI0ODc5IiwiQ29sb3IiOnsiJGlkIjoiNDg4MCIsIkEiOjI1NSwiUiI6MTY1LCJHIjoxNjUsIkIiOjE2NX19LCJJc1Zpc2libGUiOnRydWUsIldpZHRoIjoxMi4wLCJIZWlnaHQiOjE0LjAsIkJvcmRlclN0eWxlIjp7IiRpZCI6IjQ4ODEiLCJMaW5lQ29sb3IiOnsiJGlkIjoiNDg4MiIsIiR0eXBlIjoiTkxSRS5Db21tb24uRG9tLlNvbGlkQ29sb3JCcnVzaCwgTkxSRS5Db21tb24iLCJDb2xvciI6eyIkaWQiOiI0ODgzIiwiQSI6MjU1LCJSIjoyMzQsIkciOjIyLCJCIjozMH19LCJMaW5lV2VpZ2h0IjowLjAsIkxpbmVUeXBlIjowLCJQYXJlbnRTdHlsZSI6bnVsbH0sIlBhcmVudFN0eWxlIjpudWxsfSwiVGl0bGVTdHlsZSI6eyIkaWQiOiI0ODg0IiwiRm9udFNldHRpbmdzIjp7IiRpZCI6IjQ4ODUiLCJGb250U2l6ZSI6MTEsIkZvbnROYW1lIjoiQ2FsaWJyaSIsIklzQm9sZCI6ZmFsc2UsIklzSXRhbGljIjpmYWxzZSwiSXNVbmRlcmxpbmVkIjpmYWxzZSwiUGFyZW50U3R5bGUiOm51bGx9LCJBdXRvU2l6ZSI6MCwiRm9yZWdyb3VuZCI6eyIkaWQiOiI0ODg2IiwiQ29sb3IiOnsiJGlkIjoiNDg4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ODg4IiwiVG9wIjowLjAsIkxlZnQiOjAuMCwiUmlnaHQiOjAuMCwiQm90dG9tIjowLjB9LCJQYWRkaW5nIjp7IiRpZCI6IjQ4ODkiLCJUb3AiOjAuMCwiTGVmdCI6MC4wLCJSaWdodCI6MC4wLCJCb3R0b20iOjAuMH0sIkJhY2tncm91bmQiOnsiJGlkIjoiNDg5MCIsIkNvbG9yIjp7IiRpZCI6IjQ4OTEiLCJBIjoyNTUsIlIiOjAsIkciOjAsIkIiOjB9fSwiSXNWaXNpYmxlIjp0cnVlLCJXaWR0aCI6MC4wLCJIZWlnaHQiOjAuMCwiQm9yZGVyU3R5bGUiOnsiJGlkIjoiNDg5MiIsIkxpbmVDb2xvciI6bnVsbCwiTGluZVdlaWdodCI6MC4wLCJMaW5lVHlwZSI6MCwiUGFyZW50U3R5bGUiOm51bGx9LCJQYXJlbnRTdHlsZSI6bnVsbH0sIkRhdGVTdHlsZSI6eyIkaWQiOiI0ODkzIiwiRm9udFNldHRpbmdzIjp7IiRpZCI6IjQ4OTQiLCJGb250U2l6ZSI6MTAsIkZvbnROYW1lIjoiQ2FsaWJyaSIsIklzQm9sZCI6ZmFsc2UsIklzSXRhbGljIjpmYWxzZSwiSXNVbmRlcmxpbmVkIjpmYWxzZSwiUGFyZW50U3R5bGUiOm51bGx9LCJBdXRvU2l6ZSI6MCwiRm9yZWdyb3VuZCI6eyIkaWQiOiI0ODk1IiwiQ29sb3IiOnsiJGlkIjoiNDg5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g5NyIsIlRvcCI6MC4wLCJMZWZ0IjowLjAsIlJpZ2h0IjowLjAsIkJvdHRvbSI6MC4wfSwiUGFkZGluZyI6eyIkaWQiOiI0ODk4IiwiVG9wIjowLjAsIkxlZnQiOjAuMCwiUmlnaHQiOjAuMCwiQm90dG9tIjowLjB9LCJCYWNrZ3JvdW5kIjp7IiRpZCI6IjQ4OTkiLCJDb2xvciI6eyIkaWQiOiI0OTAwIiwiQSI6MjU1LCJSIjo2OCwiRyI6ODQsIkIiOjEwNn19LCJJc1Zpc2libGUiOnRydWUsIldpZHRoIjowLjAsIkhlaWdodCI6MC4wLCJCb3JkZXJTdHlsZSI6eyIkaWQiOiI0OTAxIiwiTGluZUNvbG9yIjpudWxsLCJMaW5lV2VpZ2h0IjowLjAsIkxpbmVUeXBlIjowLCJQYXJlbnRTdHlsZSI6bnVsbH0sIlBhcmVudFN0eWxlIjpudWxsfSwiRGF0ZUZvcm1hdCI6eyIkaWQiOiI0OTA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5MDMiLCJGb3JtYXQiOjAsIklzVmlzaWJsZSI6ZmFsc2UsIkxhc3RLbm93blZpc2liaWxpdHlTdGF0ZSI6ZmFsc2V9LCJJc1Zpc2libGUiOnRydWUsIlZhcmlhbmNlU3R5bGUiOnsiJGlkIjoiNDkwNCIsIlRleHRTdHlsZSI6eyIkaWQiOiI0OTA1IiwiRm9udFNldHRpbmdzIjp7IiRpZCI6IjQ5MDYiLCJGb250U2l6ZSI6MTAsIkZvbnROYW1lIjoiQ2FsaWJyaSIsIklzQm9sZCI6ZmFsc2UsIklzSXRhbGljIjpmYWxzZSwiSXNVbmRlcmxpbmVkIjpmYWxzZSwiUGFyZW50U3R5bGUiOm51bGx9LCJBdXRvU2l6ZSI6MCwiRm9yZWdyb3VuZCI6eyIkaWQiOiI0OTA3IiwiQ29sb3IiOnsiJGlkIjoiNDkw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TA5IiwiVG9wIjowLjAsIkxlZnQiOjAuMCwiUmlnaHQiOjAuMCwiQm90dG9tIjowLjB9LCJQYWRkaW5nIjp7IiRpZCI6IjQ5MTAiLCJUb3AiOjAuMCwiTGVmdCI6MC4wLCJSaWdodCI6MC4wLCJCb3R0b20iOjAuMH0sIkJhY2tncm91bmQiOnsiJGlkIjoiNDkxMSIsIkNvbG9yIjp7IiRpZCI6IjQ5MTIiLCJBIjoyNTUsIlIiOjAsIkciOjAsIkIiOjB9fSwiSXNWaXNpYmxlIjp0cnVlLCJXaWR0aCI6MC4wLCJIZWlnaHQiOjAuMCwiQm9yZGVyU3R5bGUiOnsiJGlkIjoiNDkxMyIsIkxpbmVDb2xvciI6bnVsbCwiTGluZVdlaWdodCI6MC4wLCJMaW5lVHlwZSI6MCwiUGFyZW50U3R5bGUiOm51bGx9LCJQYXJlbnRTdHlsZSI6bnVsbH0sIlBhcmVudFN0eWxlIjpudWxsfSwiUGFyZW50U3R5bGUiOm51bGx9LCJEZWZhdWx0U3dpbWxhbmVBY3Rpdml0eVN0eWxlIjp7IiRpZCI6IjQ5MTQiLCJIZWFkZXJTdHlsZSI6eyIkaWQiOiI0OTE1IiwiVGV4dFN0eWxlIjp7IiRpZCI6IjQ5MTYiLCJGb250U2V0dGluZ3MiOnsiJGlkIjoiNDkxNyIsIkZvbnRTaXplIjoxMSwiRm9udE5hbWUiOiJDYWxpYnJpIiwiSXNCb2xkIjpmYWxzZSwiSXNJdGFsaWMiOmZhbHNlLCJJc1VuZGVybGluZWQiOmZhbHNlLCJQYXJlbnRTdHlsZSI6bnVsbH0sIkF1dG9TaXplIjoyLCJGb3JlZ3JvdW5kIjp7IiRpZCI6IjQ5MTgiLCJDb2xvciI6eyIkaWQiOiI0OTE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kyMCIsIlRvcCI6MC4wLCJMZWZ0IjowLjAsIlJpZ2h0IjowLjAsIkJvdHRvbSI6MC4wfSwiUGFkZGluZyI6eyIkaWQiOiI0OTIxIiwiVG9wIjowLjAsIkxlZnQiOjAuMCwiUmlnaHQiOjAuMCwiQm90dG9tIjowLjB9LCJCYWNrZ3JvdW5kIjp7IiRpZCI6IjQ5MjIiLCJDb2xvciI6eyIkaWQiOiI0OTIzIiwiQSI6MjU1LCJSIjo2NCwiRyI6NjQsIkIiOjY0fX0sIklzVmlzaWJsZSI6dHJ1ZSwiV2lkdGgiOjAuMCwiSGVpZ2h0IjowLjAsIkJvcmRlclN0eWxlIjpudWxsLCJQYXJlbnRTdHlsZSI6bnVsbH0sIlJlY3RhbmdsZVN0eWxlIjp7IiRpZCI6IjQ5MjQiLCJNYXJnaW4iOnsiJGlkIjoiNDkyNSIsIlRvcCI6MC4wLCJMZWZ0IjowLjAsIlJpZ2h0IjowLjAsIkJvdHRvbSI6MC4wfSwiUGFkZGluZyI6eyIkaWQiOiI0OTI2IiwiVG9wIjowLjAsIkxlZnQiOjAuMCwiUmlnaHQiOjAuMCwiQm90dG9tIjowLjB9LCJCYWNrZ3JvdW5kIjp7IiRpZCI6IjQ5MjciLCJDb2xvciI6eyIkaWQiOiI0OTI4IiwiQSI6MTI3LCJSIjoxNjUsIkciOjE2NSwiQiI6MTY1fX0sIklzVmlzaWJsZSI6dHJ1ZSwiV2lkdGgiOjAuMCwiSGVpZ2h0IjowLjAsIkJvcmRlclN0eWxlIjp7IiRpZCI6IjQ5MjkiLCJMaW5lQ29sb3IiOnsiJGlkIjoiNDkzMCIsIiR0eXBlIjoiTkxSRS5Db21tb24uRG9tLlNvbGlkQ29sb3JCcnVzaCwgTkxSRS5Db21tb24iLCJDb2xvciI6eyIkaWQiOiI0OTMxIiwiQSI6MjU1LCJSIjoyNTUsIkciOjAsIkIiOjB9fSwiTGluZVdlaWdodCI6MC4wLCJMaW5lVHlwZSI6MCwiUGFyZW50U3R5bGUiOm51bGx9LCJQYXJlbnRTdHlsZSI6bnVsbH0sIk1hcmdpbiI6eyIkaWQiOiI0OTMyIiwiVG9wIjowLjAsIkxlZnQiOjAuMCwiUmlnaHQiOjAuMCwiQm90dG9tIjowLjB9LCJQYWRkaW5nIjp7IiRpZCI6IjQ5MzMiLCJUb3AiOjAuMCwiTGVmdCI6MC4wLCJSaWdodCI6MC4wLCJCb3R0b20iOjAuMH0sIkJhY2tncm91bmQiOm51bGwsIklzVmlzaWJsZSI6dHJ1ZSwiV2lkdGgiOjAuMCwiSGVpZ2h0IjowLjAsIkJvcmRlclN0eWxlIjpudWxsLCJQYXJlbnRTdHlsZSI6bnVsbH0sIkJhY2tncm91bmRTdHlsZSI6eyIkaWQiOiI0OTM0IiwiTWFyZ2luIjp7IiRpZCI6IjQ5MzUiLCJUb3AiOjAuMCwiTGVmdCI6MC4wLCJSaWdodCI6MC4wLCJCb3R0b20iOjAuMH0sIlBhZGRpbmciOnsiJGlkIjoiNDkzNiIsIlRvcCI6MC4wLCJMZWZ0IjowLjAsIlJpZ2h0IjowLjAsIkJvdHRvbSI6MC4wfSwiQmFja2dyb3VuZCI6eyIkaWQiOiI0OTM3IiwiQ29sb3IiOnsiJGlkIjoiNDkzOCIsIkEiOjUxLCJSIjoyMDAsIkciOjIwMCwiQiI6MjAwfX0sIklzVmlzaWJsZSI6dHJ1ZSwiV2lkdGgiOjAuMCwiSGVpZ2h0IjowLjAsIkJvcmRlclN0eWxlIjp7IiRpZCI6IjQ5MzkiLCJMaW5lQ29sb3IiOnsiJGlkIjoiNDk0MCIsIiR0eXBlIjoiTkxSRS5Db21tb24uRG9tLlNvbGlkQ29sb3JCcnVzaCwgTkxSRS5Db21tb24iLCJDb2xvciI6eyIkaWQiOiI0OTQxIiwiQSI6MjU1LCJSIjoyMzQsIkciOjIyLCJCIjozMH19LCJMaW5lV2VpZ2h0IjowLjAsIkxpbmVUeXBlIjowLCJQYXJlbnRTdHlsZSI6bnVsbH0sIlBhcmVudFN0eWxlIjpudWxsfSwiTWFyZ2luIjp7IiRpZCI6IjQ5NDIiLCJUb3AiOjAuMCwiTGVmdCI6MC4wLCJSaWdodCI6MC4wLCJCb3R0b20iOjAuMH0sIlBhZGRpbmciOnsiJGlkIjoiNDk0MyIsIlRvcCI6MC4wLCJMZWZ0IjowLjAsIlJpZ2h0IjowLjAsIkJvdHRvbSI6MC4wfSwiSXNWaXNpYmxlIjp0cnVlLCJXaWR0aCI6MC4wLCJIZWlnaHQiOjAuMCwiQm9yZGVyU3R5bGUiOnsiJGlkIjoiNDk0NCIsIkxpbmVDb2xvciI6bnVsbCwiTGluZVdlaWdodCI6MC4wLCJMaW5lVHlwZSI6MCwiUGFyZW50U3R5bGUiOm51bGx9LCJQYXJlbnRTdHlsZSI6bnVsbH0sIk1hcmdpbiI6eyIkaWQiOiI0OTQ1IiwiVG9wIjowLjAsIkxlZnQiOjAuMCwiUmlnaHQiOjAuMCwiQm90dG9tIjowLjB9LCJQYWRkaW5nIjp7IiRpZCI6IjQ5NDYiLCJUb3AiOjAuMCwiTGVmdCI6MC4wLCJSaWdodCI6MC4wLCJCb3R0b20iOjAuMH0sIklzVmlzaWJsZSI6dHJ1ZSwiV2lkdGgiOjAuMCwiSGVpZ2h0IjowLjAsIkJvcmRlclN0eWxlIjp7IiRpZCI6IjQ5NDciLCJMaW5lQ29sb3IiOm51bGwsIkxpbmVXZWlnaHQiOjAuMCwiTGluZVR5cGUiOjAsIlBhcmVudFN0eWxlIjpudWxsfSwiUGFyZW50U3R5bGUiOm51bGx9XSwiQ29uZGl0aW9uYWxGb3JtYXR0aW5nIjp7IiRpZCI6IjQ5NDgiLCJQdkFGb3JtYXR0aW5nIjp7IiRpZCI6IjQ5NDkiLCJEZWxheVRhc2tTdHlsZSI6eyIkaWQiOiI0OTUwIiwiU3R5bGVPcHRpb25zIjoyNCwiVGl0bGVGb3JlZ3JvdW5kIjp7IiRpZCI6IjQ5NTEiLCJDb2xvciI6eyIkaWQiOiI0OTUyIiwiQSI6MjU1LCJSIjoxNzUsIkciOjAsIkIiOjB9fSwiQWN0dWFsU2hhcGVzQmFja2dyb3VuZCI6eyIkaWQiOiI0OTUzIiwiQ29sb3IiOnsiJGlkIjoiNDk1NCIsIkEiOjYyLCJSIjoyNTUsIkciOjAsIkIiOjB9fSwiQWN0dWFsU2hhcGVzQm9yZGVyU3R5bGUiOnsiJGlkIjoiNDk1NSIsIkxpbmVDb2xvciI6eyIkaWQiOiI0OTU2IiwiJHR5cGUiOiJOTFJFLkNvbW1vbi5Eb20uU29saWRDb2xvckJydXNoLCBOTFJFLkNvbW1vbiIsIkNvbG9yIjp7IiRpZCI6IjQ5NTciLCJBIjoxNjMsIlIiOjI1NSwiRyI6MCwiQiI6MH19LCJMaW5lV2VpZ2h0IjozLjAsIkxpbmVUeXBlIjowLCJQYXJlbnRTdHlsZSI6bnVsbH0sIkJhc2VsaW5lU2hhcGVzQmFja2dyb3VuZCI6eyIkaWQiOiI0OTU4IiwiQ29sb3IiOnsiJGlkIjoiNDk1OSIsIkEiOjE4NCwiUiI6MjU1LCJHIjowLCJCIjowfX0sIlZhcmlhbmNlRm9yZWdyb3VuZCI6eyIkaWQiOiI0OTYwIiwiQ29sb3IiOnsiJGlkIjoiNDk2MSIsIkEiOjI1NSwiUiI6MTc1LCJHIjowLCJCIjowfX0sIklzVmlzaWJsZSI6dHJ1ZX0sIkRlbGF5TWlsZXN0b25lU3R5bGUiOnsiJGlkIjoiNDk2MiIsIlN0eWxlT3B0aW9ucyI6MTgsIlRpdGxlRm9yZWdyb3VuZCI6eyIkaWQiOiI0OTYzIiwiQ29sb3IiOnsiJGlkIjoiNDk2NCIsIkEiOjI1NSwiUiI6MTc1LCJHIjowLCJCIjowfX0sIkFjdHVhbFNoYXBlc0JhY2tncm91bmQiOnsiJGlkIjoiNDk2NSIsIkNvbG9yIjp7IiRpZCI6IjQ5NjYiLCJBIjoyNTUsIlIiOjIyMiwiRyI6ODAsIkIiOjUwfX0sIkFjdHVhbFNoYXBlc0JvcmRlclN0eWxlIjp7IiRpZCI6IjQ5NjciLCJMaW5lQ29sb3IiOnsiJGlkIjoiNDk2OCIsIiR0eXBlIjoiTkxSRS5Db21tb24uRG9tLlNvbGlkQ29sb3JCcnVzaCwgTkxSRS5Db21tb24iLCJDb2xvciI6eyIkaWQiOiI0OTY5IiwiQSI6MTYzLCJSIjoyNTUsIkciOjAsIkIiOjB9fSwiTGluZVdlaWdodCI6My4wLCJMaW5lVHlwZSI6MCwiUGFyZW50U3R5bGUiOm51bGx9LCJCYXNlbGluZVNoYXBlc0JhY2tncm91bmQiOnsiJGlkIjoiNDk3MCIsIkNvbG9yIjp7IiRpZCI6IjQ5NzEiLCJBIjoxODQsIlIiOjI1NSwiRyI6MCwiQiI6MH19LCJWYXJpYW5jZUZvcmVncm91bmQiOnsiJGlkIjoiNDk3MiIsIkNvbG9yIjp7IiRpZCI6IjQ5NzMiLCJBIjoyNTUsIlIiOjE3NSwiRyI6MCwiQiI6MH19LCJJc1Zpc2libGUiOnRydWV9LCJBZHZhbmNlVGFza1N0eWxlIjp7IiRpZCI6IjQ5NzQiLCJTdHlsZU9wdGlvbnMiOjI0LCJUaXRsZUZvcmVncm91bmQiOnsiJGlkIjoiNDk3NSIsIkNvbG9yIjp7IiRpZCI6IjQ5NzYiLCJBIjoyNTUsIlIiOjAsIkciOjExMCwiQiI6MH19LCJBY3R1YWxTaGFwZXNCYWNrZ3JvdW5kIjp7IiRpZCI6IjQ5NzciLCJDb2xvciI6eyIkaWQiOiI0OTc4IiwiQSI6NjEsIlIiOjAsIkciOjEyOCwiQiI6MH19LCJBY3R1YWxTaGFwZXNCb3JkZXJTdHlsZSI6eyIkaWQiOiI0OTc5IiwiTGluZUNvbG9yIjp7IiRpZCI6IjQ5ODAiLCIkdHlwZSI6Ik5MUkUuQ29tbW9uLkRvbS5Tb2xpZENvbG9yQnJ1c2gsIE5MUkUuQ29tbW9uIiwiQ29sb3IiOnsiJGlkIjoiNDk4MSIsIkEiOjE2MywiUiI6MCwiRyI6MTI4LCJCIjowfX0sIkxpbmVXZWlnaHQiOjMuMCwiTGluZVR5cGUiOjAsIlBhcmVudFN0eWxlIjpudWxsfSwiQmFzZWxpbmVTaGFwZXNCYWNrZ3JvdW5kIjp7IiRpZCI6IjQ5ODIiLCJDb2xvciI6eyIkaWQiOiI0OTgzIiwiQSI6MTg0LCJSIjowLCJHIjoxMjgsIkIiOjB9fSwiVmFyaWFuY2VGb3JlZ3JvdW5kIjp7IiRpZCI6IjQ5ODQiLCJDb2xvciI6eyIkaWQiOiI0OTg1IiwiQSI6MjU1LCJSIjowLCJHIjoxMTAsIkIiOjB9fSwiSXNWaXNpYmxlIjp0cnVlfSwiQWR2YW5jZU1pbGVzdG9uZVN0eWxlIjp7IiRpZCI6IjQ5ODYiLCJTdHlsZU9wdGlvbnMiOjE4LCJUaXRsZUZvcmVncm91bmQiOnsiJGlkIjoiNDk4NyIsIkNvbG9yIjp7IiRpZCI6IjQ5ODgiLCJBIjoyNTUsIlIiOjAsIkciOjExMCwiQiI6MH19LCJBY3R1YWxTaGFwZXNCYWNrZ3JvdW5kIjp7IiRpZCI6IjQ5ODkiLCJDb2xvciI6eyIkaWQiOiI0OTkwIiwiQSI6MjU1LCJSIjoyMCwiRyI6MTAwLCJCIjowfX0sIkFjdHVhbFNoYXBlc0JvcmRlclN0eWxlIjp7IiRpZCI6IjQ5OTEiLCJMaW5lQ29sb3IiOnsiJGlkIjoiNDk5MiIsIiR0eXBlIjoiTkxSRS5Db21tb24uRG9tLlNvbGlkQ29sb3JCcnVzaCwgTkxSRS5Db21tb24iLCJDb2xvciI6eyIkaWQiOiI0OTkzIiwiQSI6MTYzLCJSIjowLCJHIjoxMjgsIkIiOjB9fSwiTGluZVdlaWdodCI6My4wLCJMaW5lVHlwZSI6MCwiUGFyZW50U3R5bGUiOm51bGx9LCJCYXNlbGluZVNoYXBlc0JhY2tncm91bmQiOnsiJGlkIjoiNDk5NCIsIkNvbG9yIjp7IiRpZCI6IjQ5OTUiLCJBIjoxODQsIlIiOjAsIkciOjEyOCwiQiI6MH19LCJWYXJpYW5jZUZvcmVncm91bmQiOnsiJGlkIjoiNDk5NiIsIkNvbG9yIjp7IiRpZCI6IjQ5OTciLCJBIjoyNTUsIlIiOjAsIkciOjExMCwiQiI6MH19LCJJc1Zpc2libGUiOnRydWV9fSwiVmFyaWFuY2VEaXNwbGF5U2V0dGluZ3MiOnsiJGlkIjoiNDk5OCIsIlRhc2tWYXJpYW5jZURpc3BsYXlPcHRpb25zIjp7IiRpZCI6IjQ5OTkiLCJTaG93RGVsYXlWYXJpYW5jZSI6dHJ1ZSwiU2hvd0FkdmFuY2VWYXJpYW5jZSI6dHJ1ZSwiU2hvd18wX1ZhcmlhbmNlIjpmYWxzZX0sIk1pbGVzdG9uZVZhcmlhbmNlRGlzcGxheU9wdGlvbnMiOnsiJGlkIjoiNTAwMCIsIlNob3dEZWxheVZhcmlhbmNlIjp0cnVlLCJTaG93QWR2YW5jZVZhcmlhbmNlIjp0cnVlLCJTaG93XzBfVmFyaWFuY2UiOmZhbHNlfX19fSwiU2NhbGUiOm51bGwsIlNjYWxlVjIiOnsiJGlkIjoiNTAwMSIsIlN0YXJ0RGF0ZSI6IjAwMDEtMDEtMDFUMDA6MDA6MDAiLCJFbmREYXRlIjoiMjAyNy0xMi0zMVQyMzo1OTowMCIsIkF1dG9EYXRlUmFuZ2UiOnRydWUsIldvcmtpbmdEYXlzIjozMSwiRmlzY2FsWWVhciI6eyIkaWQiOiI1MDAyIiwiU3RhcnRNb250aCI6MSwiVXNlU3RhcnRpbmdZZWFyRm9yTnVtYmVyaW5nIjp0cnVlLCJTaG93RmlzY2FsWWVhckxhYmVsIjp0cnVlfSwiVG9kYXlNYXJrZXJUZXh0IjoiVG9kYXkiLCJBdXRvU2NhbGVUeXBlIjp0cnVlLCJUaW1lYmFuZFNjYWxlcyI6eyIkaWQiOiI1MDAzIiwiVG9wU2NhbGVMYXllciI6eyIkaWQiOiI1MDA0IiwiRm9ybWF0IjoiTU1NTSIsIlR5cGUiOjIsIkdyb3VwaW5nSW50ZXJ2YWxzIjp7IiRpZCI6IjUwMDUiLCJJc1NldCI6ZmFsc2UsIkdyb3VwaW5nU3RlcENvdW50IjoxfX0sIk1pZGRsZVNjYWxlTGF5ZXIiOnsiJGlkIjoiNTAwNiIsIkZvcm1hdCI6bnVsbCwiVHlwZSI6MCwiR3JvdXBpbmdJbnRlcnZhbHMiOnsiJGlkIjoiNTAwNyIsIklzU2V0IjpmYWxzZSwiR3JvdXBpbmdTdGVwQ291bnQiOjF9fSwiQm90dG9tU2NhbGVMYXllciI6eyIkaWQiOiI1MDA4IiwiRm9ybWF0IjpudWxsLCJUeXBlIjowLCJHcm91cGluZ0ludGVydmFscyI6eyIkaWQiOiI1MDA5IiwiSXNTZXQiOmZhbHNlLCJHcm91cGluZ1N0ZXBDb3VudCI6MX19fX0sIk1pbGVzdG9uZXMiOltdLCJUYXNrcyI6W10sIlN3aW1sYW5lcyI6W10sIk1zUHJvamVjdEl0ZW1zVHJlZSI6eyIkaWQiOiI1MDEwIiwiUm9vdCI6eyJJbXBvcnRJZCI6bnVsbCwiSXNJbXBvcnRlZCI6ZmFsc2UsIkNoaWxkcmVuIjpbXX19LCJNZXRhZGF0YSI6eyIkaWQiOiI1MDExIiwiU291cmNlVGhlbWUiOiJ7XCIkaWRcIjpcIjFcIixcIklkXCI6XCIwYzhiMmZjYi0wM2QwLTQyYmMtYTMyOS0yZjFmY2E4Zjg4MWRcIixcIkNhdGVnb3J5XCI6MSxcIkN1bHR1cmVJbmZvTmFtZVwiOlwiZW4tVVNcIixcIlZlcnNpb25cIjp7XCIkaWRcIjpcIjJcIixcIlRoZW1lRG9tVmVyc2lvblwiOlwiMi4x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Y4LFwiR1wiOjg0LFwiQlwiOjEwNn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1NSxcIkdcIjoxOTIsXCJCXCI6MH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EsXCJHXCI6MjMwLFwiQlwiOjIzMH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NjgsXCJHXCI6ODQsXCJCXCI6MTA2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z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Y4LFwiR1wiOjg0LFwiQlwiOjEwNn19LFwiSG9yaXpvbnRhbEFsaWdubWVudFwiOjAsXCJJc1Zpc2libGVcIjpmYWxzZX0sXCJIb3Jpem9udGFsQ29ubmVjdG9yU3R5bGVcIjp7XCIkaWRcIjpcIjU2XCIsXCJMaW5lU3R5bGVcIjp7XCIkaWRcIjpcIjU3XCIsXCJMaW5lQ29sb3JcIjp7XCIkaWRcIjpcIjU4XCIsXCJDb2xvclwiOntcIiRpZFwiOlwiNTlcIixcIkFcIjo1MSxcIlJcIjo2OCxcIkdcIjoxMTQsXCJCXCI6MTk2fX0sXCJMaW5lV2VpZ2h0XCI6MS4wLFwiTGluZVR5cGVcIjowfSxcIklzVmlzaWJsZVwiOnRydWV9LFwiVmVydGljYWxDb25uZWN0b3JTdHlsZVwiOntcIiRpZFwiOlwiNjBcIixcIkxpbmVTdHlsZVwiOntcIiRpZFwiOlwiNjFcIixcIkxpbmVDb2xvclwiOntcIiRpZFwiOlwiNjJcIixcIkNvbG9yXCI6e1wiJGlkXCI6XCI2M1wiLFwiQVwiOjUxLFwiUlwiOjY4LFwiR1wiOjExNCxcIkJcIjoxOTZ9fSxcIkxpbmVXZWlnaHRcIjoxLjAsXCJMaW5lVHlwZVwiOjB9LFwiSXNWaXNpYmxlXCI6ZmFsc2V9LFwiTWFyZ2luXCI6e1wiJGlkXCI6XCI2NFwiLFwiVG9wXCI6MC4wLFwiTGVmdFwiOjAuMCxcIlJpZ2h0XCI6MC4wLFwiQm90dG9tXCI6MC4wfSxcIlN0YXJ0RGF0ZVBvc2l0aW9uXCI6NCxcIkVuZERhdGVQb3NpdGlvblwiOjQsXCJUaXRsZVBvc2l0aW9uXCI6MyxcIkR1cmF0aW9uUG9zaXRpb25cIjowLFwiUGVyY2VudGFnZUNvbXBsZXRlZFBvc2l0aW9uXCI6MixcIlZhcmlhbmNlUG9zaXRpb25cIjoyLFwiU3BhY2luZ1wiOjM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Y4LFwiR1wiOjExNCxcIkJcIjoxOTZ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NjgsXCJHXCI6ODQsXCJCXCI6MTA2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0cnVlfX19LFwiTWlsZXN0b25lU3R5bGVcIjp7XCIkaWRcIjpcIjk5XCIsXCJTaGFwZVwiOjA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IzNyxcIkdcIjoxMjUsXCJCXCI6NDl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E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NjgsXCJHXCI6ODQsXCJCXCI6MTA2fX0sXCJIb3Jpem9udGFsQWxpZ25tZW50XCI6MSxcIklzVmlzaWJsZVwiOnRydWV9LFwiRGF0ZUZvcm1hdFwiOntcIiRpZFwiOlwiMTE4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xOVwiLFwiRm9ybWF0XCI6MCxcIklzVmlzaWJsZVwiOmZhbHNlLFwiTGFzdEtub3duVmlzaWJpbGl0eVN0YXRlXCI6ZmFsc2V9LFwiVmFyaWFuY2VTdHlsZVwiOntcIiRpZFwiOlwiMTIwXCIsXCJWYXJpYW5jZVRleHRTdHlsZVwiOntcIiRpZFwiOlwiMTIxXCIsXCJGb250U2V0dGluZ3NcIjp7XCIkaWRcIjpcIjEyMlwiLFwiRm9udFNpemVcIjoxMCxcIkZvbnROYW1lXCI6XCJDYWxpYnJpXCIsXCJJc0JvbGRcIjpmYWxzZSxcIklzSXRhbGljXCI6ZmFsc2UsXCJJc1VuZGVybGluZWRcIjpmYWxzZX0sXCJGb3JlZ3JvdW5kXCI6e1wiJGlkXCI6XCIxMjNcIixcIkNvbG9yXCI6e1wiJGlkXCI6XCIxMjRcIixcIkFcIjoyNTUsXCJSXCI6MCxcIkdcIjowLFwiQlwiOjB9fSxcIkhvcml6b250YWxBbGlnbm1lbnRcIjowLFwiSXNWaXNpYmxlXCI6dHJ1ZX19fSxcIk1vdFN0eWxlXCI6e1wiJGlkXCI6XCIxMjVcIixcIlNoYXBlXCI6M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jM3LFwiR1wiOjEyNSxcIkJcIjo0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2OCxcIkdcIjo4NCxcIkJcIjoxMDZ9fSxcIkhvcml6b250YWxBbGlnbm1lbnRcIjox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4LFwiR1wiOjExNCxcIkJcIjoxOTZ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gsXCJHXCI6MTE0LFwiQlwiOjE5Nn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NjgsXCJHXCI6MTE0LFwiQlwiOjE5Nn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NjgsXCJHXCI6ODQsXCJCXCI6MTA2fX0sXCJIb3Jpem9udGFsQWxpZ25tZW50XCI6MCxcIklzVmlzaWJsZVwiOnRydWV9LFwiRGF0ZUZvcm1hdFwiOntcIiRpZFwiOlwiMjE3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dHJ1ZX19fSxcIkRlZmF1bHRTd2ltbGFuZVRhc2tTdHlsZVwiOntcIiRpZFwiOlwiMjI0XCIsXCJTaGFwZVwiOjEsXCJTaGFwZVRoaWNrbmVzc1wiOjAsXCJEdXJhdGlvbkZvcm1hdFwiOjA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IzMixcIkdcIjoyMzIsXCJCXCI6MjMy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EwLFwiRm9udE5hbWVcIjpcIkNhbGlicmlcIixcIklzQm9sZFwiOmZhbHNlLFwiSXNJdGFsaWNcIjpmYWxzZSxcIklzVW5kZXJsaW5lZFwiOmZhbHNlfSxcIkZvcmVncm91bmRcIjp7XCIkaWRcIjpcIjIzNFwiLFwiQ29sb3JcIjp7XCIkaWRcIjpcIjIzNVwiLFwiQVwiOjI1NSxcIlJcIjo2OCxcIkdcIjo4NCxcIkJcIjoxMDZ9fSxcIkhvcml6b250YWxBbGlnbm1lbnRcIjowLFwiSXNWaXNpYmxlXCI6ZmFsc2V9LFwiTWFyZ2luXCI6e1wiJGlkXCI6XCIyMzZ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NjgsXCJHXCI6MTE0LFwiQlwiOjE5Nn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2OCxcIkdcIjo4NCxcIkJcIjoxMDZ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zNCxcIkdcIjo1NyxcIkJcIjo5OH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Y4LFwiR1wiOjg0LFwiQlwiOjEwNn19LFwiSG9yaXpvbnRhbEFsaWdubWVudFwiOjEsXCJJc1Zpc2libGVcIjp0cnVlfSxcIkRhdGVGb3JtYXRcIjp7XCIkaWRcIjpcIjI5M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nRydW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zgsXCJHXCI6MzgsXCJCXCI6Mzh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yNTUsXCJHXCI6MTkyLFwiQlwiOj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jU1LFwiR1wiOjE5MixcIkJcIjo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U1LFwiR1wiOjE5MixcIkJcIjow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2OCxcIkdcIjo4NCxcIkJcIjoxMDZ9fSxcIkhvcml6b250YWxBbGlnbm1lbnRcIjowLFwiSXNWaXNpYmxlXCI6dHJ1ZX0sXCJEYXRlRm9ybWF0XCI6e1wiJGlkXCI6XCIzNjN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Y4LFwiR1wiOjg0LFwiQlwiOjEwNn19LFwiSG9yaXpvbnRhbEFsaWdubWVudFwiOjAsXCJJc1Zpc2libGVcIjpmYWxzZX0sXCJNYXJnaW5cIjp7XCIkaWRcIjpcIjM4M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zODNcIixcIkJhc2VsaW5lU2hhcGVTdHlsZVwiOntcIiRpZFwiOlwiMzg0XCIsXCJNYXJnaW5cIjp7XCIkaWRcIjpcIjM4NVwiLFwiVG9wXCI6MC4wLFwiTGVmdFwiOjAuMCxcIlJpZ2h0XCI6MC4wLFwiQm90dG9tXCI6MC4wfSxcIlBhZGRpbmdcIjp7XCIkaWRcIjpcIjM4NlwiLFwiVG9wXCI6MC4wLFwiTGVmdFwiOjAuMCxcIlJpZ2h0XCI6MC4wLFwiQm90dG9tXCI6MC4wfSxcIkJhY2tncm91bmRcIjp7XCIkaWRcIjpcIjM4N1wiLFwiQ29sb3JcIjp7XCIkaWRcIjpcIjM4OFwiLFwiQVwiOjE1MyxcIlJcIjowLFwiR1wiOjAsXCJCXCI6MH19LFwiSXNWaXNpYmxlXCI6ZmFsc2UsXCJXaWR0aFwiOjAuMCxcIkhlaWdodFwiOjAuMCxcIkJvcmRlclN0eWxlXCI6e1wiJGlkXCI6XCIzODlcIixcIkxpbmVTdHlsZVwiOntcIiRpZFwiOlwiMzkwXCIsXCJMaW5lQ29sb3JcIjp7XCIkaWRcIjpcIjM5MVwiLFwiQ29sb3JcIjp7XCIkaWRcIjpcIjM5MlwiLFwiQVwiOjI1NSxcIlJcIjoyNTUsXCJHXCI6MCxcIkJcIjowfX0sXCJMaW5lV2VpZ2h0XCI6Mi4wLFwiTGluZVR5cGVcIjowfSxcIklzVmlzaWJsZVwiOmZhbHNlfX19LFwiU2hhcGVTdHlsZVwiOntcIiRpZFwiOlwiMzkzXCIsXCJNYXJnaW5cIjp7XCIkaWRcIjpcIjM5NFwiLFwiVG9wXCI6MC4wLFwiTGVmdFwiOjQuMCxcIlJpZ2h0XCI6NC4wLFwiQm90dG9tXCI6MC4wfSxcIlBhZGRpbmdcIjp7XCIkaWRcIjpcIjM5NVwiLFwiVG9wXCI6MC4wLFwiTGVmdFwiOjAuMCxcIlJpZ2h0XCI6MC4wLFwiQm90dG9tXCI6MC4wfSxcIkJhY2tncm91bmRcIjp7XCIkaWRcIjpcIjM5NlwiLFwiQ29sb3JcIjp7XCIkaWRcIjpcIjM5N1wiLFwiQVwiOjI1NSxcIlJcIjoyNTUsXCJHXCI6MTkyLFwiQlwiOjB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NjgsXCJHXCI6ODQsXCJCXCI6MTA2fX0sXCJIb3Jpem9udGFsQWxpZ25tZW50XCI6MixcIklzVmlzaWJsZVwiOnRydWV9LFwiRGF0ZUZvcm1hdFwiOntcIiRpZFwiOlwiNDE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xMVwiLFwiRm9ybWF0XCI6MCxcIklzVmlzaWJsZVwiOmZhbHNlLFwiTGFzdEtub3duVmlzaWJpbGl0eVN0YXRlXCI6ZmFsc2V9LFwiVmFyaWFuY2VTdHlsZVwiOntcIiRpZFwiOlwiNDEyXCIsXCJWYXJpYW5jZVRleHRTdHlsZVwiOntcIiRpZFwiOlwiNDEzXCIsXCJGb250U2V0dGluZ3NcIjp7XCIkaWRcIjpcIjQxNFwiLFwiRm9udFNpemVcIjoxMCxcIkZvbnROYW1lXCI6XCJDYWxpYnJpXCIsXCJJc0JvbGRcIjpmYWxzZSxcIklzSXRhbGljXCI6ZmFsc2UsXCJJc1VuZGVybGluZWRcIjpmYWxzZX0sXCJGb3JlZ3JvdW5kXCI6e1wiJGlkXCI6XCI0MTVcIixcIkNvbG9yXCI6e1wiJGlkXCI6XCI0MTZcIixcIkFcIjoyNTUsXCJSXCI6MCxcIkdcIjowLFwiQlwiOjB9fSxcIkhvcml6b250YWxBbGlnbm1lbnRcIjowLFwiSXNWaXNpYmxlXCI6dHJ1ZX19fSxcIkRlZmF1bHRTd2ltbGFuZU1vdFN0eWxlXCI6e1wiJGlkXCI6XCI0MTdcIixcIlNoYXBlXCI6MS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3LFwiR1wiOjk2LFwiQlwiOjB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NjgsXCJHXCI6ODQsXCJCXCI6MTA2fX0sXCJIb3Jpem9udGFsQWxpZ25tZW50XCI6MSxcIklzVmlzaWJsZVwiOnRydWV9LFwiRGF0ZUZvcm1hdFwiOntcIiRpZFwiOlwiNDM2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QzN1wiLFwiRm9ybWF0XCI6MCxcIklzVmlzaWJsZVwiOmZhbHNlLFwiTGFzdEtub3duVmlzaWJpbGl0eVN0YXRlXCI6ZmFsc2V9LFwiVmFyaWFuY2VTdHlsZVwiOntcIiRpZFwiOlwiNDM4XCIsXCJWYXJpYW5jZVRleHRTdHlsZVwiOntcIiRpZFwiOlwiNDM5XCIsXCJGb250U2V0dGluZ3NcIjp7XCIkaWRcIjpcIjQ0MFwiLFwiRm9udFNpemVcIjoxMCxcIkZvbnROYW1lXCI6XCJDYWxpYnJpXCIsXCJJc0JvbGRcIjpmYWxzZSxcIklzSXRhbGljXCI6ZmFsc2UsXCJJc1VuZGVybGluZWRcIjpmYWxzZX0sXCJGb3JlZ3JvdW5kXCI6e1wiJGlkXCI6XCI0NDFcIixcIkNvbG9yXCI6e1wiJGlkXCI6XCI0NDJcIixcIkFcIjoyNTUsXCJSXCI6MCxcIkdcIjowLFwiQlwiOjB9fSxcIkhvcml6b250YWxBbGlnbm1lbnRcIjowLFwiSXNWaXNpYmxlXCI6dHJ1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ExMixcIkdcIjoxNzMsXCJCXCI6NzF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y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Y0LFwiR1wiOjY0LFwiQlwiOjY0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xMjcsXCJSXCI6MTEyLFwiR1wiOjE3MyxcIkJcIjo3MX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sXCJTaGFwZVNpemVcIjowLFwiU3BhY2luZ1wiOjUsXCJTaGFwZVN0eWxlXCI6e1wiJGlkXCI6XCI0OTJcIixcIk1hcmdpblwiOntcIiRpZFwiOlwiNDkzXCIsXCJUb3BcIjowLjAsXCJMZWZ0XCI6MC4wLFwiUmlnaHRcIjowLjAsXCJCb3R0b21cIjowLjB9LFwiUGFkZGluZ1wiOntcIiRpZFwiOlwiNDk0XCIsXCJUb3BcIjowLjAsXCJMZWZ0XCI6MC4wLFwiUmlnaHRcIjowLjAsXCJCb3R0b21cIjowLjB9LFwiQmFja2dyb3VuZFwiOntcIiRpZFwiOlwiNDk1XCIsXCJDb2xvclwiOntcIiRpZFwiOlwiNDk2XCIsXCJBXCI6MjU1LFwiUlwiOjExMixcIkdcIjoxNzMsXCJCXCI6NzF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Y4LFwiR1wiOjg0LFwiQlwiOjEwNn19LFwiSG9yaXpvbnRhbEFsaWdubWVudFwiOjAsXCJJc1Zpc2libGVcIjp0cnVlfSxcIkRhdGVGb3JtYXRcIjp7XCIkaWRcIjpcIjUwO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nRydWV9fX0sXCJEZWZhdWx0U3dpbWxhbmVUYXNrU3R5bGVcIjp7XCIkaWRcIjpcIjUxNlwiLFwiU2hhcGVcIjox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IsXCJHXCI6MjMyLFwiQlwiOjIzMn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NjgsXCJHXCI6ODQsXCJCXCI6MTA2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ExMixcIkdcIjoxNzMsXCJCXCI6NzF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NjgsXCJHXCI6ODQsXCJCXCI6MTA2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dHJ1ZX19fSxcIkRlZmF1bHRTd2ltbGFuZU1vdFN0eWxlXCI6e1wiJGlkXCI6XCI1NjNcIixcIlNoYXBlXCI6MSxcIlNoYXBlU2l6ZVwiOjAsXCJEZXRhaWxzU3BhY2luZ1wiOjAuMCxcIlBhZGRpbmdcIjp7XCIkaWRcIjpcIjU2NFwiLFwiVG9wXCI6NS4wLFwiTGVmdFwiOjMuMCxcIlJpZ2h0XCI6MC4wLFwiQm90dG9tXCI6Mi4wfSxcIlBvc2l0aW9uT25UYXNrXCI6MSxcIlNoYXBlU3R5bGVcIjp7XCIkaWRcIjpcIjU2NVwiLFwiTWFyZ2luXCI6e1wiJGlkXCI6XCI1NjZcIixcIlRvcFwiOjAuMCxcIkxlZnRcIjowLjAsXCJSaWdodFwiOjAuMCxcIkJvdHRvbVwiOjAuMH0sXCJQYWRkaW5nXCI6e1wiJGlkXCI6XCI1NjdcIixcIlRvcFwiOjAuMCxcIkxlZnRcIjowLjAsXCJSaWdodFwiOjAuMCxcIkJvdHRvbVwiOjAuMH0sXCJCYWNrZ3JvdW5kXCI6e1wiJGlkXCI6XCI1NjhcIixcIkNvbG9yXCI6e1wiJGlkXCI6XCI1NjlcIixcIkFcIjoyNTUsXCJSXCI6NTYsXCJHXCI6ODYsXCJCXCI6MzV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NjgsXCJHXCI6ODQsXCJCXCI6MTA2fX0sXCJIb3Jpem9udGFsQWxpZ25tZW50XCI6MSxcIklzVmlzaWJsZVwiOnRydWV9LFwiRGF0ZUZvcm1hdFwiOntcIiRpZFwiOlwiNTgy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nRydW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NjUsXCJHXCI6MTY1LFwiQlwiOjE2NX19LFwiSXNWaXNpYmxlXCI6dHJ1ZSxcIldpZHRoXCI6MC4wLFwiSGVpZ2h0XCI6MC4wLFwiQm9yZGVyU3R5bGVcIjp7XCIkaWRcIjpcIjYwMFwiLFwiTGluZVN0eWxlXCI6e1wiJGlkXCI6XCI2MDFcIixcIkxpbmVDb2xvclwiOntcIiRpZFwiOlwiNjAyXCIsXCJDb2xvclwiOntcIiRpZFwiOlwiNjAzXCIsXCJBXCI6MjU1LFwiUlwiOjI1NSxcIkdcIjoyNTUsXCJCXCI6MjU1fX0sXCJMaW5lV2VpZ2h0XCI6MC4wLFwiTGluZVR5cGVcIjowfSxcIklzVmlzaWJsZVwiOmZhbHNlfX19LFwiQmFja2dyb3VuZFN0eWxlXCI6e1wiJGlkXCI6XCI2MDRcIixcIk1hcmdpblwiOntcIiRpZFwiOlwiNjA1XCIsXCJUb3BcIjowLjAsXCJMZWZ0XCI6MC4wLFwiUmlnaHRcIjowLjAsXCJCb3R0b21cIjowLjB9LFwiUGFkZGluZ1wiOntcIiRpZFwiOlwiNjA2XCIsXCJUb3BcIjowLjAsXCJMZWZ0XCI6MC4wLFwiUmlnaHRcIjowLjAsXCJCb3R0b21cIjowLjB9LFwiQmFja2dyb3VuZFwiOntcIiRpZFwiOlwiNjA3XCIsXCJDb2xvclwiOntcIiRpZFwiOlwiNjA4XCIsXCJBXCI6NTEsXCJSXCI6MjAwLFwiR1wiOjIwMCxcIkJcIjoyMDB9fSxcIklzVmlzaWJsZVwiOnRydWUsXCJXaWR0aFwiOjAuMCxcIkhlaWdodFwiOjAuMCxcIkJvcmRlclN0eWxlXCI6e1wiJGlkXCI6XCI2MDlcIixcIkxpbmVTdHlsZVwiOntcIiRpZFwiOlwiNjEwXCIsXCJMaW5lQ29sb3JcIjp7XCIkaWRcIjpcIjYxMVwiLFwiQ29sb3JcIjp7XCIkaWRcIjpcIjYxMlwiLFwiQVwiOjI1NSxcIlJcIjoyMzQsXCJHXCI6MjIsXCJCXCI6MzB9fSxcIkxpbmVXZWlnaHRcIjoyLjAsXCJMaW5lVHlwZVwiOjB9LFwiSXNWaXNpYmxlXCI6ZmFsc2V9fSxcIklzQWJvdmVUaW1lYmFuZFwiOmZhbHNlLFwiU3BhY2luZ1wiOjIsXCJEZWZhdWx0U3dpbWxhbmVBY3Rpdml0eVN0eWxlXCI6e1wiJGlkXCI6XCI2MTNcIixcIkhlYWRlclN0eWxlXCI6e1wiJGlkXCI6XCI2MTRcIixcIlRleHRTdHlsZVwiOntcIiRpZFwiOlwiNjE1XCIsXCJGb250U2V0dGluZ3NcIjp7XCIkaWRcIjpcIjYxNlwiLFwiRm9udFNpemVcIjoxMSxcIkZvbnROYW1lXCI6XCJDYWxpYnJpXCIsXCJJc0JvbGRcIjpmYWxzZSxcIklzSXRhbGljXCI6ZmFsc2UsXCJJc1VuZGVybGluZWRcIjpmYWxzZX0sXCJGb3JlZ3JvdW5kXCI6e1wiJGlkXCI6XCI2MTdcIixcIkNvbG9yXCI6e1wiJGlkXCI6XCI2MThcIixcIkFcIjoyNTUsXCJSXCI6NjQsXCJHXCI6NjQsXCJCXCI6NjR9fSxcIkhvcml6b250YWxBbGlnbm1lbnRcIjowLFwiSXNWaXNpYmxlXCI6dHJ1ZX0sXCJSZWN0YW5nbGVTdHlsZVwiOntcIiRpZFwiOlwiNjE5XCIsXCJNYXJnaW5cIjp7XCIkaWRcIjpcIjYyMFwiLFwiVG9wXCI6MC4wLFwiTGVmdFwiOjAuMCxcIlJpZ2h0XCI6MC4wLFwiQm90dG9tXCI6MC4wfSxcIlBhZGRpbmdcIjp7XCIkaWRcIjpcIjYyMVwiLFwiVG9wXCI6MC4wLFwiTGVmdFwiOjAuMCxcIlJpZ2h0XCI6MC4wLFwiQm90dG9tXCI6MC4wfSxcIkJhY2tncm91bmRcIjp7XCIkaWRcIjpcIjYyMlwiLFwiQ29sb3JcIjp7XCIkaWRcIjpcIjYyM1wiLFwiQVwiOjEyNyxcIlJcIjoxNjUsXCJHXCI6MTY1LFwiQlwiOjE2NX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Y1LFwiR1wiOjE2NSxcIkJcIjoxNjV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Y4LFwiR1wiOjg0LFwiQlwiOjEwNn19LFwiSG9yaXpvbnRhbEFsaWdubWVudFwiOjAsXCJJc1Zpc2libGVcIjp0cnVlfSxcIkRhdGVGb3JtYXRcIjp7XCIkaWRcIjpcIjY1N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2NTZcIixcIkZvcm1hdFwiOjAsXCJJc1Zpc2libGVcIjpmYWxzZSxcIkxhc3RLbm93blZpc2liaWxpdHlTdGF0ZVwiOmZhbHNlfSxcIlZhcmlhbmNlU3R5bGVcIjp7XCIkaWRcIjpcIjY1N1wiLFwiVmFyaWFuY2VUZXh0U3R5bGVcIjp7XCIkaWRcIjpcIjY1OFwiLFwiRm9udFNldHRpbmdzXCI6e1wiJGlkXCI6XCI2NTlcIixcIkZvbnRTaXplXCI6MTAsXCJGb250TmFtZVwiOlwiQ2FsaWJyaVwiLFwiSXNCb2xkXCI6ZmFsc2UsXCJJc0l0YWxpY1wiOmZhbHNlLFwiSXNVbmRlcmxpbmVkXCI6ZmFsc2V9LFwiRm9yZWdyb3VuZFwiOntcIiRpZFwiOlwiNjYwXCIsXCJDb2xvclwiOntcIiRpZFwiOlwiNjYxXCIsXCJBXCI6MjU1LFwiUlwiOjAsXCJHXCI6MCxcIkJcIjowfX0sXCJIb3Jpem9udGFsQWxpZ25tZW50XCI6MCxcIklzVmlzaWJsZVwiOnRydWV9fX0sXCJEZWZhdWx0U3dpbWxhbmVUYXNrU3R5bGVcIjp7XCIkaWRcIjpcIjY2MlwiLFwiU2hhcGVcIjoxLFwiU2hhcGVUaGlja25lc3NcIjowLFwiRHVyYXRpb25Gb3JtYXRcIjow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yMzIsXCJHXCI6MjMyLFwiQlwiOjIzMn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xMCxcIkZvbnROYW1lXCI6XCJDYWxpYnJpXCIsXCJJc0JvbGRcIjpmYWxzZSxcIklzSXRhbGljXCI6ZmFsc2UsXCJJc1VuZGVybGluZWRcIjpmYWxzZX0sXCJGb3JlZ3JvdW5kXCI6e1wiJGlkXCI6XCI2NzJcIixcIkNvbG9yXCI6e1wiJGlkXCI6XCI2NzNcIixcIkFcIjoyNTUsXCJSXCI6NjgsXCJHXCI6ODQsXCJCXCI6MTA2fX0sXCJIb3Jpem9udGFsQWxpZ25tZW50XCI6MCxcIklzVmlzaWJsZVwiOmZhbHNlfSxcIk1hcmdpblwiOntcIiRpZFwiOlwiNjc0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2NSxcIkdcIjoxNjUsXCJCXCI6MTY1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Y4LFwiR1wiOjg0LFwiQlwiOjEwNn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U3LFwiR1wiOjU3LFwiQlwiOjU3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NjgsXCJHXCI6ODQsXCJCXCI6MTA2fX0sXCJIb3Jpem9udGFsQWxpZ25tZW50XCI6MSxcIklzVmlzaWJsZVwiOnRydWV9LFwiRGF0ZUZvcm1hdFwiOntcIiRpZFwiOlwiNzI4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jUsXCJSXCI6NjgsXCJHXCI6ODQsXCJCXCI6MTA2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2OCxcIkdcIjo4NCxcIkJcIjoxMDZ9fSxcIkxpbmVXZWlnaHRcIjoxLjAsXCJMaW5lVHlwZVwiOjB9LFwiRW5kQXJyb3doZWFkTGluZVN0eWxlXCI6e1wiJGlkXCI6XCI3NDdcIixcIktpbmRcIjoxLFwiV2lkdGhcIjoxLFwiTGVuZ3RoXCI6MH0sXCJCcmluZ1RvRnJvbnRcIjp0cnVlLFwiUmFkaXVzXCI6My4wfSxcIkNyaXRpY2FsUGF0aFN0eWxlXCI6e1wiJGlkXCI6XCI3NDhcIixcIkNyaXRpY2FsUGF0aFN0eWxlT3B0aW9uc1wiOjMwLFwiTGluZVN0eWxlXCI6e1wiJGlkXCI6XCI3NDlcIixcIkxpbmVDb2xvclwiOntcIiRpZFwiOlwiNzUwXCIsXCJDb2xvclwiOntcIiRpZFwiOlwiNzUxXCIsXCJBXCI6MjU1LFwiUlwiOjIyMixcIkdcIjo1MCxcIkJcIjo1MH19LFwiTGluZVdlaWdodFwiOjEuMCxcIkxpbmVUeXBlXCI6MH0sXCJUaXRsZUZvcmVncm91bmRcIjp7XCIkaWRcIjpcIjc1MlwiLFwiQ29sb3JcIjp7XCIkaWRcIjpcIjc1M1wiLFwiQVwiOjI1NSxcIlJcIjoxNzYsXCJHXCI6MTksXCJCXCI6MjV9fSxcIlNoYXBlc0JhY2tncm91bmRcIjp7XCIkaWRcIjpcIjc1NFwiLFwiQ29sb3JcIjp7XCIkaWRcIjpcIjc1NVwiLFwiQVwiOjI1NSxcIlJcIjoyNTMsXCJHXCI6MjAzLFwiQlwiOjIwOH19LFwiU2hhcGVzQm9yZGVyU3R5bGVcIjp7XCIkaWRcIjpcIjc1NlwiLFwiTGluZUNvbG9yXCI6e1wiJGlkXCI6XCI3NTdcIixcIkNvbG9yXCI6e1wiJGlkXCI6XCI3NThcIixcIkFcIjoyNTUsXCJSXCI6MjM0LFwiR1wiOjIyLFwiQlwiOjMwfX0sXCJMaW5lV2VpZ2h0XCI6Mi4wLFwiTGluZVR5cGVcIjowfX0sXCJQYW5lbHNTcGFjaW5nRGVmaW5pdGlvblwiOntcIiRpZFwiOlwiNzU5XCIsXCJTcGFjaW5nQWJvdmVUaW1lYmFuZFwiOjMsXCJTcGFjaW5nQmVsb3dUaW1lYmFuZFwiOjMsXCJTcGFjaW5nQWJvdmVCZXR3ZWVuU3dpbWxhbmVzQW5kVGFza3NcIjo1LFwiU3BhY2luZ0JlbG93QmV0d2VlblN3aW1sYW5lc0FuZFRhc2tzXCI6NX0sXCJDb25kaXRpb25hbEZvcm1hdHRpbmdcIjp7XCIkaWRcIjpcIjc2MFwiLFwiUHZBRm9ybWF0dGluZ1wiOntcIiRpZFwiOlwiNzYxXCIsXCJEZWxheVRhc2tTdHlsZVwiOntcIiRpZFwiOlwiNzYyXCIsXCJTdHlsZU9wdGlvbnNcIjoyNCxcIlRpdGxlRm9yZWdyb3VuZFwiOntcIiRpZFwiOlwiNzYzXCIsXCJDb2xvclwiOntcIiRpZFwiOlwiNzY0XCIsXCJBXCI6MjU1LFwiUlwiOjE3NSxcIkdcIjowLFwiQlwiOjB9fSxcIkFjdHVhbFNoYXBlc0JhY2tncm91bmRcIjp7XCIkaWRcIjpcIjc2NVwiLFwiQ29sb3JcIjp7XCIkaWRcIjpcIjc2NlwiLFwiQVwiOjYyLFwiUlwiOjI1NSxcIkdcIjowLFwiQlwiOjB9fSxcIkFjdHVhbFNoYXBlc0JvcmRlclN0eWxlXCI6e1wiJGlkXCI6XCI3NjdcIixcIkxpbmVDb2xvclwiOntcIiRpZFwiOlwiNzY4XCIsXCJDb2xvclwiOntcIiRpZFwiOlwiNzY5XCIsXCJBXCI6MTYzLFwiUlwiOjI1NSxcIkdcIjowLFwiQlwiOjB9fSxcIkxpbmVXZWlnaHRcIjozLjAsXCJMaW5lVHlwZVwiOjB9LFwiQmFzZWxpbmVTaGFwZXNCYWNrZ3JvdW5kXCI6e1wiJGlkXCI6XCI3NzBcIixcIkNvbG9yXCI6e1wiJGlkXCI6XCI3NzFcIixcIkFcIjoxODQsXCJSXCI6MjU1LFwiR1wiOjAsXCJCXCI6MH19LFwiVmFyaWFuY2VGb3JlZ3JvdW5kXCI6e1wiJGlkXCI6XCI3NzJcIixcIkNvbG9yXCI6e1wiJGlkXCI6XCI3NzNcIixcIkFcIjoyNTUsXCJSXCI6MTc1LFwiR1wiOjAsXCJCXCI6MH19fSxcIkRlbGF5TWlsZXN0b25lU3R5bGVcIjp7XCIkaWRcIjpcIjc3NFwiLFwiU3R5bGVPcHRpb25zXCI6MTgsXCJUaXRsZUZvcmVncm91bmRcIjp7XCIkaWRcIjpcIjc3NVwiLFwiQ29sb3JcIjp7XCIkaWRcIjpcIjc3NlwiLFwiQVwiOjI1NSxcIlJcIjoxNzUsXCJHXCI6MCxcIkJcIjowfX0sXCJBY3R1YWxTaGFwZXNCYWNrZ3JvdW5kXCI6e1wiJGlkXCI6XCI3NzdcIixcIkNvbG9yXCI6e1wiJGlkXCI6XCI3NzhcIixcIkFcIjoyNTUsXCJSXCI6MjIyLFwiR1wiOjgwLFwiQlwiOjUwfX0sXCJBY3R1YWxTaGFwZXNCb3JkZXJTdHlsZVwiOntcIiRpZFwiOlwiNzc5XCIsXCJMaW5lQ29sb3JcIjp7XCIkaWRcIjpcIjc4MFwiLFwiQ29sb3JcIjp7XCIkaWRcIjpcIjc4MVwiLFwiQVwiOjE2MyxcIlJcIjoyNTUsXCJHXCI6MCxcIkJcIjowfX0sXCJMaW5lV2VpZ2h0XCI6My4wLFwiTGluZVR5cGVcIjowfSxcIkJhc2VsaW5lU2hhcGVzQmFja2dyb3VuZFwiOntcIiRpZFwiOlwiNzgyXCIsXCJDb2xvclwiOntcIiRpZFwiOlwiNzgzXCIsXCJBXCI6MTg0LFwiUlwiOjI1NSxcIkdcIjowLFwiQlwiOjB9fSxcIlZhcmlhbmNlRm9yZWdyb3VuZFwiOntcIiRpZFwiOlwiNzg0XCIsXCJDb2xvclwiOntcIiRpZFwiOlwiNzg1XCIsXCJBXCI6MjU1LFwiUlwiOjE3NSxcIkdcIjowLFwiQlwiOjB9fX0sXCJBZHZhbmNlVGFza1N0eWxlXCI6e1wiJGlkXCI6XCI3ODZcIixcIlN0eWxlT3B0aW9uc1wiOjI0LFwiVGl0bGVGb3JlZ3JvdW5kXCI6e1wiJGlkXCI6XCI3ODdcIixcIkNvbG9yXCI6e1wiJGlkXCI6XCI3ODhcIixcIkFcIjoyNTUsXCJSXCI6MCxcIkdcIjoxMTAsXCJCXCI6MH19LFwiQWN0dWFsU2hhcGVzQmFja2dyb3VuZFwiOntcIiRpZFwiOlwiNzg5XCIsXCJDb2xvclwiOntcIiRpZFwiOlwiNzkwXCIsXCJBXCI6NjEsXCJSXCI6MCxcIkdcIjoxMjgsXCJCXCI6MH19LFwiQWN0dWFsU2hhcGVzQm9yZGVyU3R5bGVcIjp7XCIkaWRcIjpcIjc5MVwiLFwiTGluZUNvbG9yXCI6e1wiJGlkXCI6XCI3OTJcIixcIkNvbG9yXCI6e1wiJGlkXCI6XCI3OTNcIixcIkFcIjoxNjMsXCJSXCI6MCxcIkdcIjoxMjgsXCJCXCI6MH19LFwiTGluZVdlaWdodFwiOjMuMCxcIkxpbmVUeXBlXCI6MH0sXCJCYXNlbGluZVNoYXBlc0JhY2tncm91bmRcIjp7XCIkaWRcIjpcIjc5NFwiLFwiQ29sb3JcIjp7XCIkaWRcIjpcIjc5NVwiLFwiQVwiOjE4NCxcIlJcIjowLFwiR1wiOjEyOCxcIkJcIjowfX0sXCJWYXJpYW5jZUZvcmVncm91bmRcIjp7XCIkaWRcIjpcIjc5NlwiLFwiQ29sb3JcIjp7XCIkaWRcIjpcIjc5N1wiLFwiQVwiOjI1NSxcIlJcIjowLFwiR1wiOjExMCxcIkJcIjowfX19LFwiQWR2YW5jZU1pbGVzdG9uZVN0eWxlXCI6e1wiJGlkXCI6XCI3OThcIixcIlN0eWxlT3B0aW9uc1wiOjE4LFwiVGl0bGVGb3JlZ3JvdW5kXCI6e1wiJGlkXCI6XCI3OTlcIixcIkNvbG9yXCI6e1wiJGlkXCI6XCI4MDBcIixcIkFcIjoyNTUsXCJSXCI6MCxcIkdcIjoxMTAsXCJCXCI6MH19LFwiQWN0dWFsU2hhcGVzQmFja2dyb3VuZFwiOntcIiRpZFwiOlwiODAxXCIsXCJDb2xvclwiOntcIiRpZFwiOlwiODAyXCIsXCJBXCI6MjU1LFwiUlwiOjIwLFwiR1wiOjEwMCxcIkJcIjowfX0sXCJBY3R1YWxTaGFwZXNCb3JkZXJTdHlsZVwiOntcIiRpZFwiOlwiODAzXCIsXCJMaW5lQ29sb3JcIjp7XCIkaWRcIjpcIjgwNFwiLFwiQ29sb3JcIjp7XCIkaWRcIjpcIjgwNVwiLFwiQVwiOjE2MyxcIlJcIjowLFwiR1wiOjEyOCxcIkJcIjowfX0sXCJMaW5lV2VpZ2h0XCI6My4wLFwiTGluZVR5cGVcIjowfSxcIkJhc2VsaW5lU2hhcGVzQmFja2dyb3VuZFwiOntcIiRpZFwiOlwiODA2XCIsXCJDb2xvclwiOntcIiRpZFwiOlwiODA3XCIsXCJBXCI6MTg0LFwiUlwiOjAsXCJHXCI6MTI4LFwiQlwiOjB9fSxcIlZhcmlhbmNlRm9yZWdyb3VuZFwiOntcIiRpZFwiOlwiODA4XCIsXCJDb2xvclwiOntcIiRpZFwiOlwiODA5XCIsXCJBXCI6MjU1LFwiUlwiOjAsXCJHXCI6MTEwLFwiQlwiOjB9fX19fSxcIl9zZWxlY3RlZFRoZW1lUHJlc2V0Q29sb3JzXCI6e1wiJGlkXCI6XCI4MTBcIixcIlRleHRMaWdodFwiOntcIiRpZFwiOlwiODExXCIsXCJBXCI6MjU1LFwiUlwiOjI1NSxcIkdcIjoyNTUsXCJCXCI6MjU1fSxcIlRleHREYXJrXCI6e1wiJGlkXCI6XCI4MTJcIixcIkFcIjoyNTUsXCJSXCI6MCxcIkdcIjowLFwiQlwiOjB9LFwiQWNjZW50MVwiOntcIiRpZFwiOlwiODEzXCIsXCJBXCI6MjU1LFwiUlwiOjIzMSxcIkdcIjoyMzAsXCJCXCI6MjMwfSxcIkFjY2VudDJcIjp7XCIkaWRcIjpcIjgxNFwiLFwiQVwiOjI1NSxcIlJcIjo2OCxcIkdcIjo4NCxcIkJcIjoxMDZ9LFwiQWNjZW50M1wiOntcIiRpZFwiOlwiODE1XCIsXCJBXCI6MjU1LFwiUlwiOjY4LFwiR1wiOjExNCxcIkJcIjoxOTZ9LFwiQWNjZW50NFwiOntcIiRpZFwiOlwiODE2XCIsXCJBXCI6MjU1LFwiUlwiOjI1NSxcIkdcIjoxOTIsXCJCXCI6MH0sXCJBY2NlbnQ1XCI6e1wiJGlkXCI6XCI4MTdcIixcIkFcIjoyNTUsXCJSXCI6MTEyLFwiR1wiOjE3MyxcIkJcIjo3MX0sXCJBY2NlbnQ2XCI6e1wiJGlkXCI6XCI4MThcIixcIkFcIjoyNTUsXCJSXCI6MTY1LFwiR1wiOjE2NSxcIkJcIjoxNjV9LFwiQWNjZW50N1wiOntcIiRpZFwiOlwiODE5XCIsXCJBXCI6MjU1LFwiUlwiOjkxLFwiR1wiOjE1NSxcIkJcIjoyMTN9LFwiQWNjZW50OFwiOntcIiRpZFwiOlwiODIwXCIsXCJBXCI6MjU1LFwiUlwiOjIzNyxcIkdcIjoxMjUsXCJCXCI6NDl9fSxcIl9jdXN0b21QcmVzZXRDb2xvcnNcIjp7XCIkaWRcIjpcIjgyMVwiLFwiVGV4dExpZ2h0XCI6e1wiJGlkXCI6XCI4MjJcIixcIkFcIjoyNTUsXCJSXCI6MjU1LFwiR1wiOjI1NSxcIkJcIjoyNTV9LFwiVGV4dERhcmtcIjp7XCIkaWRcIjpcIjgyM1wiLFwiQVwiOjI1NSxcIlJcIjowLFwiR1wiOjAsXCJCXCI6MH0sXCJBY2NlbnQxXCI6e1wiJGlkXCI6XCI4MjRcIixcIkFcIjoyNTUsXCJSXCI6MjMxLFwiR1wiOjIzMCxcIkJcIjoyMzB9LFwiQWNjZW50MlwiOntcIiRpZFwiOlwiODI1XCIsXCJBXCI6MjU1LFwiUlwiOjY4LFwiR1wiOjg0LFwiQlwiOjEwNn0sXCJBY2NlbnQzXCI6e1wiJGlkXCI6XCI4MjZcIixcIkFcIjoyNTUsXCJSXCI6NjgsXCJHXCI6MTE0LFwiQlwiOjE5Nn0sXCJBY2NlbnQ0XCI6e1wiJGlkXCI6XCI4MjdcIixcIkFcIjoyNTUsXCJSXCI6MjU1LFwiR1wiOjE5MixcIkJcIjowfSxcIkFjY2VudDVcIjp7XCIkaWRcIjpcIjgyOFwiLFwiQVwiOjI1NSxcIlJcIjoxMTIsXCJHXCI6MTczLFwiQlwiOjcxfSxcIkFjY2VudDZcIjp7XCIkaWRcIjpcIjgyOVwiLFwiQVwiOjI1NSxcIlJcIjoxNjUsXCJHXCI6MTY1LFwiQlwiOjE2NX0sXCJBY2NlbnQ3XCI6e1wiJGlkXCI6XCI4MzBcIixcIkFcIjoyNTUsXCJSXCI6OTEsXCJHXCI6MTU1LFwiQlwiOjIxM30sXCJBY2NlbnQ4XCI6e1wiJGlkXCI6XCI4MzFcIixcIkFcIjoyNTUsXCJSXCI6MjM3LFwiR1wiOjEyNSxcIkJcIjo0OX19fX0iLCJSZWNlbnRDb2xvcnNDb2xsZWN0aW9uIjoiW1wiI0ZGODE5NTVCXCIsXCIjRkY4RDYzNzRcIixcIiNGRjYxODE5N1wiLFwiI0ZGNkY2Rjc0XCIsXCIjRkY5ODdENUFcIl0ifSwiU2V0dGluZ3MiOnsiJGlkIjoiNTAxMiIsIkltcGFPcHRpb25zIjp7IiRpZCI6IjUwMTM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1MDE0IiwiVXNlVGltZSI6ZmFsc2UsIldvcmtEYXlTdGFydCI6IjAwOjAwOjAwIiwiV29ya0RheUVuZCI6IjIzOjU5OjAwIn0sIkxhc3RVc2VkVGVtcGxhdGVJZCI6ImI2ZTU0Yjg4LTdkYzUtNDJkOC04Yzk4LThlODgxNTIzNTcwMiIsIkxhc3RVc2VkVGhlbWVEZXRhaWxzIjp7IiRpZCI6IjUwMTUiLCJJZCI6ImY5NWFhYjExLTE2YmEtNGQ5YS1iMjhlLTAwZjlkNDZmNzRhNCIsIlRpdGxlIjoiRnJhbWV3b3JrIiwiQ2F0ZWdvcnkiOjF9LCJGaXJzdFdlZWtPZlllYXIiOjAsIlBsYWNlTWlsZXN0b25lQXRUaGVCZWdpbm5pbmdPZlRoZURheSI6ZmFsc2UsIkRlcGVuZGVuY3lTY2hlZHVsaW5nU2V0dGluZ3MiOnsiJGlkIjoiNTAxNi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dHJ1ZSwiUGxhbm5lZE1vZHVsZUVuYWJsZWQiOmZhbHNlLCJPbGRGaXhlZEludGVydmFsc1JlbmRlcmluZ1N0cmF0ZWd5VXNlZEJlZm9yZSI6ZmFsc2UsIkRlcGVuZGVuY2llcyI6eyJfZGVwZW5kZW5jaWVzIjpbXX1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Hid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Hid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0LTAxVDAwOjAwOjAwWiIsIkVuZERhdGUiOiIyMDI2LTA1LTE1VDIzOjU5OjAwWiIsIlBlcmNlbnRhZ2VDb21wbGV0ZSI6bnVsbCwiU3R5bGUiOnsiJGlkIjoiNyIsIlNoYXBlIjox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SIsIlRvcCI6MC4wLCJMZWZ0IjowLjAsIlJpZ2h0IjowLjAsIkJvdHRvbSI6MC4wfSwiUGFkZGluZyI6eyIkaWQiOiIyMiIsIlRvcCI6MC4wLCJMZWZ0IjowLjAsIlJpZ2h0IjowLjAsIkJvdHRvbSI6MC4wfSwiQmFja2dyb3VuZCI6eyIkaWQiOiIyMyIsIkNvbG9yIjp7IiRpZCI6IjI0IiwiQSI6MjU1LCJSIjo2OCwiRyI6ODQsIkIiOjEwNn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CwiRyI6MCwiQiI6MH19LCJMaW5lV2VpZ2h0IjowLjAsIkxpbmVUeXBlIjowLCJQYXJlbnRTdHlsZSI6bnVsbH0sIlZlcnRpY2FsQ29ubmVjdG9yU3R5bGUiOnsiJGlkIjoiMjkiLCJMaW5lQ29sb3IiOnsiJGlkIjoiMzAiLCIkdHlwZSI6Ik5MUkUuQ29tbW9uLkRvbS5Tb2xpZENvbG9yQnJ1c2gsIE5MUkUuQ29tbW9uIiwiQ29sb3IiOnsiJGlkIjoiM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yIiwiU2hhcGVTdHlsZSI6eyIkaWQiOiIzMyIsIk1hcmdpbiI6eyIkaWQiOiIzNCIsIlRvcCI6MC4wLCJMZWZ0IjowLjAsIlJpZ2h0IjowLjAsIkJvdHRvbSI6MC4wfSwiUGFkZGluZyI6eyIkaWQiOiIzNSIsIlRvcCI6MC4wLCJMZWZ0IjowLjAsIlJpZ2h0IjowLjAsIkJvdHRvbSI6MC4wfSwiQmFja2dyb3VuZCI6eyIkaWQiOiIzNiIsIkNvbG9yIjp7IiRpZCI6IjM3IiwiQSI6MTUzLCJSIjowLCJHIjowLCJCIjowfX0sIklzVmlzaWJsZSI6dHJ1ZSwiV2lkdGgiOjAuMCwiSGVpZ2h0IjowLjAsIkJvcmRlclN0eWxlIjpudWxsLCJQYXJlbnRTdHlsZSI6bnVsbH0sIk1hcmdpbiI6eyIkaWQiOiIzOCIsIlRvcCI6MC4wLCJMZWZ0IjowLjAsIlJpZ2h0IjowLjAsIkJvdHRvbSI6MC4wfSwiUGFkZGluZyI6eyIkaWQiOiIzOSIsIlRvcCI6MC4wLCJMZWZ0IjowLjAsIlJpZ2h0IjowLjAsIkJvdHRvbSI6MC4wfSwiQmFja2dyb3VuZCI6bnVsbCwiSXNWaXNpYmxlIjp0cnVlLCJXaWR0aCI6MC4wLCJIZWlnaHQiOjAuMCwiQm9yZGVyU3R5bGUiOm51bGwsIlBhcmVudFN0eWxlIjpudWxsfSwiU2hhcGVTdHlsZSI6eyIkaWQiOiI0MCIsIk1hcmdpbiI6eyIkaWQiOiI0MSIsIlRvcCI6MC4wLCJMZWZ0Ijo0LjAsIlJpZ2h0Ijo0LjAsIkJvdHRvbSI6MC4wfSwiUGFkZGluZyI6eyIkaWQiOiI0MiIsIlRvcCI6MC4wLCJMZWZ0IjowLjAsIlJpZ2h0IjowLjAsIkJvdHRvbSI6MC4wfSwiQmFja2dyb3VuZCI6eyIkaWQiOiI0MyIsIkNvbG9yIjp7IiRpZCI6IjQ0IiwiQSI6MjU1LCJSIjo2OCwiRyI6MTE0LCJCIjoxOTZ9fSwiSXNWaXNpYmxlIjp0cnVlLCJXaWR0aCI6MC4wLCJIZWlnaHQiOjEwLjAsIkJvcmRlclN0eWxlIjp7IiRpZCI6IjQ1IiwiTGluZUNvbG9yIjp7IiRpZCI6IjQ2IiwiJHR5cGUiOiJOTFJFLkNvbW1vbi5Eb20uU29saWRDb2xvckJydXNoLCBOTFJFLkNvbW1vbiIsIkNvbG9yIjp7IiRpZCI6IjQ3IiwiQSI6MjU1LCJSIjoyMzQsIkciOjIyLCJCIjozMH19LCJMaW5lV2VpZ2h0IjowLjAsIkxpbmVUeXBlIjowLCJQYXJlbnRTdHlsZSI6bnVsbH0sIlBhcmVudFN0eWxlIjpudWxsfSwiVGl0bGVTdHlsZSI6eyIkaWQiOiI0OCIsIkZvbnRTZXR0aW5ncyI6eyIkaWQiOiI0OSIsIkZvbnRTaXplIjoxMSwiRm9udE5hbWUiOiJUaXRpbGxpdW0gV2ViIiwiSXNCb2xkIjpmYWxzZSwiSXNJdGFsaWMiOmZhbHNlLCJJc1VuZGVybGluZWQiOmZhbHNlLCJQYXJlbnRTdHlsZSI6bnVsbH0sIkF1dG9TaXplIjowLCJGb3JlZ3JvdW5kIjp7IiRpZCI6IjUwIiwiQ29sb3IiOnsiJGlkIjoiNTE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AsIlIiOjI1NSwiRyI6MjU1LCJCIjoyNTV9fSwiSXNWaXNpYmxlIjp0cnVlLCJXaWR0aCI6MC4wLCJIZWlnaHQiOjAuMCwiQm9yZGVyU3R5bGUiOnsiJGlkIjoiNTYiLCJMaW5lQ29sb3IiOm51bGwsIkxpbmVXZWlnaHQiOjAuMCwiTGluZVR5cGUiOjAsIlBhcmVudFN0eWxlIjpudWxsfSwiUGFyZW50U3R5bGUiOm51bGx9LCJEYXRlU3R5bGUiOnsiJGlkIjoiNTciLCJGb250U2V0dGluZ3MiOnsiJGlkIjoiNTgiLCJGb250U2l6ZSI6MTAsIkZvbnROYW1lIjoiVGl0aWxsaXVtIFdlYiIsIklzQm9sZCI6ZmFsc2UsIklzSXRhbGljIjpmYWxzZSwiSXNVbmRlcmxpbmVkIjpmYWxzZSwiUGFyZW50U3R5bGUiOm51bGx9LCJBdXRvU2l6ZSI6MCwiRm9yZWdyb3VuZCI6eyIkaWQiOiI1OSIsIkNvbG9yIjp7IiRpZCI6IjYw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pZCI6IjYxIiwiVG9wIjowLjAsIkxlZnQiOjAuMCwiUmlnaHQiOjAuMCwiQm90dG9tIjowLjB9LCJQYWRkaW5nIjp7IiRpZCI6IjYyIiwiVG9wIjowLjAsIkxlZnQiOjAuMCwiUmlnaHQiOjAuMCwiQm90dG9tIjowLjB9LCJCYWNrZ3JvdW5kIjp7IiRpZCI6IjYzIiwiQ29sb3IiOnsiJGlkIjoiNjQiLCJBIjowLCJSIjoyNTUsIkciOjI1NSwiQiI6MjU1fX0sIklzVmlzaWJsZSI6dHJ1ZSwiV2lkdGgiOjAuMCwiSGVpZ2h0IjowLjAsIkJvcmRlclN0eWxlIjp7IiRpZCI6IjY1IiwiTGluZUNvbG9yIjpudWxsLCJMaW5lV2VpZ2h0IjowLjAsIkxpbmVUeXBlIjowLCJQYXJlbnRTdHlsZSI6bnVsbH0sIlBhcmVudFN0eWxlIjpudWxsfSwiRGF0ZUZvcm1hdCI6eyIkaWQiOiI2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yIsIkZvcm1hdCI6MCwiSXNWaXNpYmxlIjpmYWxzZSwiTGFzdEtub3duVmlzaWJpbGl0eVN0YXRlIjpmYWxzZX0sIklzVmlzaWJsZSI6dHJ1ZSwiVmFyaWFuY2VTdHlsZSI6eyIkaWQiOiI2OCIsIlRleHRTdHlsZSI6eyIkaWQiOiI2OSIsIkZvbnRTZXR0aW5ncyI6eyIkaWQiOiI3MCIsIkZvbnRTaXplIjoxMCwiRm9udE5hbWUiOiJDYWxpYnJpIiwiSXNCb2xkIjpmYWxzZSwiSXNJdGFsaWMiOmZhbHNlLCJJc1VuZGVybGluZWQiOmZhbHNlLCJQYXJlbnRTdHlsZSI6bnVsbH0sIkF1dG9TaXplIjowLCJGb3JlZ3JvdW5kIjp7IiRpZCI6IjcxIiwiQ29sb3IiOnsiJGlkIjoiN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MiLCJUb3AiOjAuMCwiTGVmdCI6MC4wLCJSaWdodCI6MC4wLCJCb3R0b20iOjAuMH0sIlBhZGRpbmciOnsiJGlkIjoiNzQiLCJUb3AiOjAuMCwiTGVmdCI6MC4wLCJSaWdodCI6MC4wLCJCb3R0b20iOjAuMH0sIkJhY2tncm91bmQiOnsiJGlkIjoiNzUiLCJDb2xvciI6eyIkaWQiOiI3NiIsIkEiOjI1NSwiUiI6MCwiRyI6MCwiQiI6MH19LCJJc1Zpc2libGUiOnRydWUsIldpZHRoIjowLjAsIkhlaWdodCI6MC4wLCJCb3JkZXJTdHlsZSI6bnVsbCwiUGFyZW50U3R5bGUiOm51bGx9LCJQYXJlbnRTdHlsZSI6bnVsbH0sIlBhcmVudFN0eWxlIjpudWxsfSwiSW5kZXgiOjEsIlNtYXJ0RHVyYXRpb25BY3RpdmF0ZWQiOmZhbHNlLCJEYXRlRm9ybWF0Ijp7IiRyZWYiOiI2NiJ9LCJXZWVrTnVtYmVyaW5nIjp7IiRpZCI6Ijc3IiwiRm9ybWF0IjowLCJJc1Zpc2libGUiOmZhbHNlLCJMYXN0S25vd25WaXNpYmlsaXR5U3RhdGUiOmZhbHNlfSwiQmFzZWxpbmVEYXRhIjp7IiRpZCI6Ijc4IiwiU3RhcnREYXRlIjoiMjAyNi0wNC0wMVQwMDowMDowMCIsIkVuZERhdGUiOiIyMDI2LTA1LTE1VDIzOjU5OjAwIn0sIklkIjoiMWMyOGQyYmMtMTRjNS00YWRhLTk3YTAtMDVhMmFlY2Y0NjE4IiwiSW1wb3J0SWQiOm51bGwsIlRpdGxlIjoiVmlzacOzbiIsIk5vdGUiOm51bGwsIkh5cGVybGluayI6eyIkaWQiOiI3OSIsIkFkZHJlc3MiOiIiLCJTdWJBZGRyZXNzIjoiIn0sIklzQ2hhbmdlZCI6ZmFsc2UsIklzTmV3IjpmYWxzZX19XSwiX21pbGVzdG9uZXMiOltdLCJJZCI6IjAwMDAwMDAwLTAwMDAtMDAwMC0wMDAwLTAwMDAwMDAwMDAwMCIsIklzU2luZ2xlSXRlbVJvdyI6dHJ1ZX1dLCJJbmRleCI6MCwiSWQiOiI2NWRjMDcyMy0xZmUxLTRjMzQtYTNlNC02N2M3ODMyODZkNWQiLCJIZWFkZXJUZXh0IjpudWxsLCJJc0RlZmF1bHQiOnRydWUsIlN0eWxlIjp7IiRpZCI6IjgwIiwiSGVhZGVyU3R5bGUiOnsiJGlkIjoiODEiLCJUZXh0U3R5bGUiOnsiJGlkIjoiODIiLCJGb250U2V0dGluZ3MiOnsiJGlkIjoiODMiLCJGb250U2l6ZSI6MTEsIkZvbnROYW1lIjoiQ2FsaWJyaSIsIklzQm9sZCI6ZmFsc2UsIklzSXRhbGljIjpmYWxzZSwiSXNVbmRlcmxpbmVkIjpmYWxzZSwiUGFyZW50U3R5bGUiOm51bGx9LCJBdXRvU2l6ZSI6MCwiRm9yZWdyb3VuZCI6eyIkaWQiOiI4NCIsIkNvbG9yIjp7IiRpZCI6Ijg1IiwiQSI6MjU1LCJSIjo2NCwiRyI6NjQsIkIiOjY0fX0sIk1heFdpZHRoIjowLjAsIk1heEhlaWdodCI6MC4wLCJTbWFydEZvcmVncm91bmRJc0FjdGl2ZSI6ZmFsc2UsIkhvcml6b250YWxBbGlnbm1lbnQiOjA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pZCI6Ijg4IiwiQ29sb3IiOnsiJGlkIjoiODkiLCJBIjoyNTUsIlIiOjY0LCJHIjo2NCwiQiI6NjR9fSwiSXNWaXNpYmxlIjpmYWxzZSwiV2lkdGgiOjAuMCwiSGVpZ2h0IjowLjAsIkJvcmRlclN0eWxlIjpudWxsLCJQYXJlbnRTdHlsZSI6bnVsbH0sIlJlY3RhbmdsZVN0eWxlIjp7IiRpZCI6IjkwIiwiTWFyZ2luIjp7IiRpZCI6IjkxIiwiVG9wIjowLjAsIkxlZnQiOjAuMCwiUmlnaHQiOjAuMCwiQm90dG9tIjowLjB9LCJQYWRkaW5nIjp7IiRpZCI6IjkyIiwiVG9wIjowLjAsIkxlZnQiOjAuMCwiUmlnaHQiOjAuMCwiQm90dG9tIjowLjB9LCJCYWNrZ3JvdW5kIjp7IiRpZCI6IjkzIiwiQ29sb3IiOnsiJGlkIjoiOTQiLCJBIjoxMjcsIlIiOjY4LCJHIjoxMTQsIkIiOjE5Nn19LCJJc1Zpc2libGUiOmZhbHNlLCJXaWR0aCI6MC4wLCJIZWlnaHQiOjAuMCwiQm9yZGVyU3R5bGUiOnsiJGlkIjoiOTUiLCJMaW5lQ29sb3IiOnsiJGlkIjoiOTYiLCIkdHlwZSI6Ik5MUkUuQ29tbW9uLkRvbS5Tb2xpZENvbG9yQnJ1c2gsIE5MUkUuQ29tbW9uIiwiQ29sb3IiOnsiJGlkIjoiOTciLCJBIjoyNTUsIlIiOjI1NSwiRyI6MCwiQiI6MH19LCJMaW5lV2VpZ2h0IjowLjAsIkxpbmVUeXBlIjowLCJQYXJlbnRTdHlsZSI6bnVsbH0sIlBhcmVudFN0eWxlIjpudWxsfSwiTWFyZ2luIjp7IiRpZCI6Ijk4IiwiVG9wIjowLjAsIkxlZnQiOjAuMCwiUmlnaHQiOjAuMCwiQm90dG9tIjowLjB9LCJQYWRkaW5nIjp7IiRpZCI6Ijk5IiwiVG9wIjowLjAsIkxlZnQiOjAuMCwiUmlnaHQiOjAuMCwiQm90dG9tIjowLjB9LCJCYWNrZ3JvdW5kIjpudWxsLCJJc1Zpc2libGUiOnRydWUsIldpZHRoIjowLjAsIkhlaWdodCI6MC4wLCJCb3JkZXJTdHlsZSI6bnVsbCwiUGFyZW50U3R5bGUiOm51bGx9LCJCYWNrZ3JvdW5kU3R5bGUiOnsiJGlkIjoiMTAwIiwiTWFyZ2luIjp7IiRpZCI6IjEwMSIsIlRvcCI6MC4wLCJMZWZ0IjowLjAsIlJpZ2h0IjowLjAsIkJvdHRvbSI6MC4wfSwiUGFkZGluZyI6eyIkaWQiOiIxMDIiLCJUb3AiOjAuMCwiTGVmdCI6MC4wLCJSaWdodCI6MC4wLCJCb3R0b20iOjAuMH0sIkJhY2tncm91bmQiOnsiJGlkIjoiMTAzIiwiQ29sb3IiOnsiJGlkIjoiMTA0IiwiQSI6NTEsIlIiOjIwMCwiRyI6MjAwLCJCIjoyMDB9fSwiSXNWaXNpYmxlIjp0cnVlLCJXaWR0aCI6MC4wLCJIZWlnaHQiOjAuMCwiQm9yZGVyU3R5bGUiOnsiJGlkIjoiMTA1IiwiTGluZUNvbG9yIjp7IiRpZCI6IjEwNiIsIiR0eXBlIjoiTkxSRS5Db21tb24uRG9tLlNvbGlkQ29sb3JCcnVzaCwgTkxSRS5Db21tb24iLCJDb2xvciI6eyIkaWQiOiIxMDciLCJBIjoyNTUsIlIiOjIzNCwiRyI6MjIsIkIiOjMwfX0sIkxpbmVXZWlnaHQiOjAuMCwiTGluZVR5cGUiOjAsIlBhcmVudFN0eWxlIjpudWxsfSwiUGFyZW50U3R5bGUiOm51bGx9LCJNYXJnaW4iOnsiJGlkIjoiMTA4IiwiVG9wIjowLjAsIkxlZnQiOjAuMCwiUmlnaHQiOjAuMCwiQm90dG9tIjowLjB9LCJQYWRkaW5nIjp7IiRpZCI6IjEwOSIsIlRvcCI6MC4wLCJMZWZ0IjowLjAsIlJpZ2h0IjowLjAsIkJvdHRvbSI6MC4wfSwiSXNWaXNpYmxlIjp0cnVlLCJXaWR0aCI6MC4wLCJIZWlnaHQiOjAuMCwiQm9yZGVyU3R5bGUiOnsiJGlkIjoiMTEwIiwiTGluZUNvbG9yIjpudWxsLCJMaW5lV2VpZ2h0IjowLjAsIkxpbmVUeXBlIjowLCJQYXJlbnRTdHlsZSI6bnVsbH0sIlBhcmVudFN0eWxlIjpudWxsfX1dLCJJZCI6ImYzNWMyMjkxLWM1YjQtNDE4NC1iYmVmLWIzODE4ODhjZmZmNyIsIkluZGV4IjowLCJIZWFkZXJUZXh0IjoiUHJlLUlkZWFjacOzbiIsIlN0eWxlIjp7IiRpZCI6IjExMSIsIlN0eWxlSWQiOiIzMzJjZmIxMy1iNDAxLTRlYzMtYjY1NS03Mzk2OGQwNGQ3NDkiLCJIZWFkZXJTdHlsZSI6eyIkaWQiOiIxMTIiLCJUZXh0SXNWZXJ0aWNhbCI6ZmFsc2UsIlRleHRTdHlsZSI6eyIkaWQiOiIxMTMiLCJGb250U2V0dGluZ3MiOnsiJGlkIjoiMTE0IiwiRm9udFNpemUiOjExLCJGb250TmFtZSI6IkNhbGlicmkiLCJJc0JvbGQiOmZhbHNlLCJJc0l0YWxpYyI6ZmFsc2UsIklzVW5kZXJsaW5lZCI6ZmFsc2UsIlBhcmVudFN0eWxlIjpudWxsfSwiQXV0b1NpemUiOjIsIkZvcmVncm91bmQiOnsiJGlkIjoiMTE1IiwiQ29sb3IiOnsiJGlkIjoiMTE2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E3IiwiVG9wIjowLjAsIkxlZnQiOjAuMCwiUmlnaHQiOjAuMCwiQm90dG9tIjowLjB9LCJQYWRkaW5nIjp7IiRpZCI6IjExOCIsIlRvcCI6MC4wLCJMZWZ0IjowLjAsIlJpZ2h0IjowLjAsIkJvdHRvbSI6MC4wfSwiQmFja2dyb3VuZCI6eyIkaWQiOiIxMTkiLCJDb2xvciI6eyIkaWQiOiIxMjAiLCJBIjoyNTUsIlIiOjI1NSwiRyI6MjU1LCJCIjoyNTV9fSwiSXNWaXNpYmxlIjpmYWxzZSwiV2lkdGgiOjAuMCwiSGVpZ2h0IjowLjAsIkJvcmRlclN0eWxlIjpudWxsLCJQYXJlbnRTdHlsZSI6bnVsbH0sIlJlY3RhbmdsZVN0eWxlIjp7IiRpZCI6IjEyMSIsIk1hcmdpbiI6eyIkaWQiOiIxMjIiLCJUb3AiOjAuMCwiTGVmdCI6MC4wLCJSaWdodCI6MC4wLCJCb3R0b20iOjAuMH0sIlBhZGRpbmciOnsiJGlkIjoiMTIzIiwiVG9wIjowLjAsIkxlZnQiOjAuMCwiUmlnaHQiOjAuMCwiQm90dG9tIjowLjB9LCJCYWNrZ3JvdW5kIjp7IiRpZCI6IjEyNCIsIkNvbG9yIjp7IiRpZCI6IjEyNSIsIkEiOjI1NSwiUiI6NjgsIkciOjExNCwiQiI6MTk2fX0sIklzVmlzaWJsZSI6dHJ1ZSwiV2lkdGgiOjAuMCwiSGVpZ2h0IjowLjAsIkJvcmRlclN0eWxlIjp7IiRpZCI6IjEyNiIsIkxpbmVDb2xvciI6eyIkaWQiOiIxMjciLCIkdHlwZSI6Ik5MUkUuQ29tbW9uLkRvbS5Tb2xpZENvbG9yQnJ1c2gsIE5MUkUuQ29tbW9uIiwiQ29sb3IiOnsiJGlkIjoiMTI4IiwiQSI6MjU1LCJSIjoyNTUsIkciOjI1NSwiQiI6MjU1fX0sIkxpbmVXZWlnaHQiOjAuMCwiTGluZVR5cGUiOjAsIlBhcmVudFN0eWxlIjpudWxsfSwiUGFyZW50U3R5bGUiOm51bGx9LCJNYXJnaW4iOnsiJGlkIjoiMTI5IiwiVG9wIjowLjAsIkxlZnQiOjAuMCwiUmlnaHQiOjAuMCwiQm90dG9tIjowLjB9LCJQYWRkaW5nIjp7IiRpZCI6IjEzMCIsIlRvcCI6MC4wLCJMZWZ0IjowLjAsIlJpZ2h0IjowLjAsIkJvdHRvbSI6MC4wfSwiQmFja2dyb3VuZCI6bnVsbCwiSXNWaXNpYmxlIjp0cnVlLCJXaWR0aCI6MC4wLCJIZWlnaHQiOjAuMCwiQm9yZGVyU3R5bGUiOm51bGwsIlBhcmVudFN0eWxlIjpudWxsfSwiQmFja2dyb3VuZF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UxLCJSIjoyMDAsIkciOjIwMCwiQiI6MjAwfX0sIklzVmlzaWJsZSI6dHJ1ZSwiV2lkdGgiOjAuMCwiSGVpZ2h0IjowLjAsIkJvcmRlclN0eWxlIjp7IiRpZCI6IjEzNiIsIkxpbmVDb2xvciI6eyIkaWQiOiIxMzciLCIkdHlwZSI6Ik5MUkUuQ29tbW9uLkRvbS5Tb2xpZENvbG9yQnJ1c2gsIE5MUkUuQ29tbW9uIiwiQ29sb3IiOnsiJGlkIjoiMTM4IiwiQSI6MjU1LCJSIjoyMzQsIkciOjIyLCJCIjozMH19LCJMaW5lV2VpZ2h0IjowLjAsIkxpbmVUeXBlIjowLCJQYXJlbnRTdHlsZSI6bnVsbH0sIlBhcmVudFN0eWxlIjpudWxsfSwiSXNBYm92ZVRpbWViYW5kIjpmYWxzZSwiU3BhY2luZyI6MiwiRGVmYXVsdFN3aW1sYW5lVGFza1N0eWxlIjp7IiRpZCI6IjEzOSIsIiR0eXBlIjoiTkxSRS5Db21tb24uRG9tLlN0eWxlcy5FeHBsaWNpdFNldGFibGVUYXNrU3R5bGUsIE5MUkUuQ29tbW9uIiwiU2hhcGUiOjEsIlNoYXBlVGhpY2tuZXNzIjowLCJEdXJhdGlvbkZvcm1hdCI6MCwiSW5jbHVkZU5vbldvcmtpbmdEYXlzSW5EdXJhdGlvbiI6ZmFsc2UsIlBlcmNlbnRhZ2VDb21wbGV0ZVN0eWxlIjp7IiRpZCI6IjE0MCIsIkZvbnRTZXR0aW5ncyI6eyIkaWQiOiIxNDEiLCJGb250U2l6ZSI6MTAsIkZvbnROYW1lIjoiQ2FsaWJyaSIsIklzQm9sZCI6ZmFsc2UsIklzSXRhbGljIjpmYWxzZSwiSXNVbmRlcmxpbmVkIjpmYWxzZSwiUGFyZW50U3R5bGUiOm51bGx9LCJBdXRvU2l6ZSI6MCwiRm9yZWdyb3VuZCI6eyIkaWQiOiIxNDIiLCJDb2xvciI6eyIkaWQiOiIxNDM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0IiwiVG9wIjowLjAsIkxlZnQiOjAuMCwiUmlnaHQiOjAuMCwiQm90dG9tIjowLjB9LCJQYWRkaW5nIjp7IiRpZCI6IjE0NSIsIlRvcCI6MC4wLCJMZWZ0IjowLjAsIlJpZ2h0IjowLjAsIkJvdHRvbSI6MC4wfSwiQmFja2dyb3VuZCI6eyIkaWQiOiIxNDYiLCJDb2xvciI6eyIkaWQiOiIxNDciLCJBIjo4OSwiUiI6MCwiRyI6MCwiQiI6MH19LCJJc1Zpc2libGUiOnRydWUsIldpZHRoIjowLjAsIkhlaWdodCI6MC4wLCJCb3JkZXJTdHlsZSI6eyIkaWQiOiIxNDgiLCJMaW5lQ29sb3IiOm51bGwsIkxpbmVXZWlnaHQiOjAuMCwiTGluZVR5cGUiOjAsIlBhcmVudFN0eWxlIjpudWxsfSwiUGFyZW50U3R5bGUiOm51bGx9LCJEdXJhdGlvblN0eWxlIjp7IiRpZCI6IjE0OSIsIkZvbnRTZXR0aW5ncyI6eyIkaWQiOiIxNTAiLCJGb250U2l6ZSI6MTAsIkZvbnROYW1lIjoiQ2FsaWJyaSIsIklzQm9sZCI6ZmFsc2UsIklzSXRhbGljIjpmYWxzZSwiSXNVbmRlcmxpbmVkIjpmYWxzZSwiUGFyZW50U3R5bGUiOm51bGx9LCJBdXRvU2l6ZSI6MCwiRm9yZWdyb3VuZCI6eyIkaWQiOiIxNTEiLCJDb2xvciI6eyIkaWQiOiIxN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1MyIsIlRvcCI6MC4wLCJMZWZ0IjowLjAsIlJpZ2h0IjowLjAsIkJvdHRvbSI6MC4wfSwiUGFkZGluZyI6eyIkaWQiOiIxNTQiLCJUb3AiOjAuMCwiTGVmdCI6MC4wLCJSaWdodCI6MC4wLCJCb3R0b20iOjAuMH0sIkJhY2tncm91bmQiOnsiJGlkIjoiMTU1IiwiQ29sb3IiOnsiJGlkIjoiMTU2IiwiQSI6MjU1LCJSIjo2OCwiRyI6ODQsIkIiOjEwNn19LCJJc1Zpc2libGUiOnRydWUsIldpZHRoIjowLjAsIkhlaWdodCI6MC4wLCJCb3JkZXJTdHlsZSI6eyIkaWQiOiIxNTciLCJMaW5lQ29sb3IiOm51bGwsIkxpbmVXZWlnaHQiOjAuMCwiTGluZVR5cGUiOjAsIlBhcmVudFN0eWxlIjpudWxsfSwiUGFyZW50U3R5bGUiOm51bGx9LCJIb3Jpem9udGFsQ29ubmVjdG9yU3R5bGUiOnsiJGlkIjoiMTU4IiwiTGluZUNvbG9yIjp7IiRpZCI6IjE1OSIsIiR0eXBlIjoiTkxSRS5Db21tb24uRG9tLlNvbGlkQ29sb3JCcnVzaCwgTkxSRS5Db21tb24iLCJDb2xvciI6eyIkaWQiOiIxNjAiLCJBIjoyNTUsIlIiOjAsIkciOjAsIkIiOjB9fSwiTGluZVdlaWdodCI6MC4wLCJMaW5lVHlwZSI6MCwiUGFyZW50U3R5bGUiOm51bGx9LCJWZXJ0aWNhbENvbm5lY3RvclN0eWxlIjp7IiRpZCI6IjE2MSIsIkxpbmVDb2xvciI6eyIkaWQiOiIxNjIiLCIkdHlwZSI6Ik5MUkUuQ29tbW9uLkRvbS5Tb2xpZENvbG9yQnJ1c2gsIE5MUkUuQ29tbW9uIiwiQ29sb3IiOnsiJGlkIjoiMTY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QiLCJTaGFwZVN0eWxlIjp7IiRpZCI6IjE2NSIsIk1hcmdpbiI6eyIkaWQiOiIxNjYiLCJUb3AiOjAuMCwiTGVmdCI6MC4wLCJSaWdodCI6MC4wLCJCb3R0b20iOjAuMH0sIlBhZGRpbmciOnsiJGlkIjoiMTY3IiwiVG9wIjowLjAsIkxlZnQiOjAuMCwiUmlnaHQiOjAuMCwiQm90dG9tIjowLjB9LCJCYWNrZ3JvdW5kIjp7IiRpZCI6IjE2OCIsIkNvbG9yIjp7IiRpZCI6IjE2OSIsIkEiOjE1MywiUiI6MCwiRyI6MCwiQiI6MH19LCJJc1Zpc2libGUiOnRydWUsIldpZHRoIjowLjAsIkhlaWdodCI6MC4wLCJCb3JkZXJTdHlsZSI6eyIkaWQiOiIxNzAiLCJMaW5lQ29sb3IiOnsiJGlkIjoiMTcxIiwiJHR5cGUiOiJOTFJFLkNvbW1vbi5Eb20uU29saWRDb2xvckJydXNoLCBOTFJFLkNvbW1vbiIsIkNvbG9yIjp7IiRpZCI6IjE3MiIsIkEiOjI1NSwiUiI6MjU1LCJHIjowLCJCIjowfX0sIkxpbmVXZWlnaHQiOjAuMCwiTGluZVR5cGUiOjAsIlBhcmVudFN0eWxlIjpudWxsfSwiUGFyZW50U3R5bGUiOm51bGx9LCJNYXJnaW4iOnsiJGlkIjoiMTczIiwiVG9wIjowLjAsIkxlZnQiOjAuMCwiUmlnaHQiOjAuMCwiQm90dG9tIjowLjB9LCJQYWRkaW5nIjp7IiRpZCI6IjE3NCIsIlRvcCI6MC4wLCJMZWZ0IjowLjAsIlJpZ2h0IjowLjAsIkJvdHRvbSI6MC4wfSwiQmFja2dyb3VuZCI6bnVsbCwiSXNWaXNpYmxlIjp0cnVlLCJXaWR0aCI6MC4wLCJIZWlnaHQiOjAuMCwiQm9yZGVyU3R5bGUiOm51bGwsIlBhcmVudFN0eWxlIjpudWxsfSwiU2hhcGVTdHlsZSI6eyIkaWQiOiIxNzUiLCJNYXJnaW4iOnsiJGlkIjoiMTc2IiwiVG9wIjowLjAsIkxlZnQiOjQuMCwiUmlnaHQiOjQuMCwiQm90dG9tIjowLjB9LCJQYWRkaW5nIjp7IiRpZCI6IjE3NyIsIlRvcCI6MC4wLCJMZWZ0IjowLjAsIlJpZ2h0IjowLjAsIkJvdHRvbSI6MC4wfSwiQmFja2dyb3VuZCI6eyIkaWQiOiIxNzgiLCJDb2xvciI6eyIkaWQiOiIxNzkiLCJBIjoyNTUsIlIiOjY4LCJHIjoxMTQsIkIiOjE5Nn19LCJJc1Zpc2libGUiOnRydWUsIldpZHRoIjowLjAsIkhlaWdodCI6MTAuMCwiQm9yZGVyU3R5bGUiOnsiJGlkIjoiMTgwIiwiTGluZUNvbG9yIjp7IiRpZCI6IjE4MSIsIiR0eXBlIjoiTkxSRS5Db21tb24uRG9tLlNvbGlkQ29sb3JCcnVzaCwgTkxSRS5Db21tb24iLCJDb2xvciI6eyIkaWQiOiIxODIiLCJBIjoyNTUsIlIiOjIzNCwiRyI6MjIsIkIiOjMwfX0sIkxpbmVXZWlnaHQiOjAuMCwiTGluZVR5cGUiOjAsIlBhcmVudFN0eWxlIjpudWxsfSwiUGFyZW50U3R5bGUiOm51bGx9LCJUaXRsZVN0eWxlIjp7IiRpZCI6IjE4MyIsIkZvbnRTZXR0aW5ncyI6eyIkaWQiOiIxODQiLCJGb250U2l6ZSI6MTEsIkZvbnROYW1lIjoiQ2FsaWJyaSIsIklzQm9sZCI6ZmFsc2UsIklzSXRhbGljIjpmYWxzZSwiSXNVbmRlcmxpbmVkIjpmYWxzZSwiUGFyZW50U3R5bGUiOm51bGx9LCJBdXRvU2l6ZSI6MCwiRm9yZWdyb3VuZCI6eyIkaWQiOiIxODUiLCJDb2xvciI6eyIkaWQiOiIx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g3IiwiVG9wIjowLjAsIkxlZnQiOjAuMCwiUmlnaHQiOjAuMCwiQm90dG9tIjowLjB9LCJQYWRkaW5nIjp7IiRpZCI6IjE4OCIsIlRvcCI6MC4wLCJMZWZ0IjowLjAsIlJpZ2h0IjowLjAsIkJvdHRvbSI6MC4wfSwiQmFja2dyb3VuZCI6eyIkaWQiOiIxODkiLCJDb2xvciI6eyIkaWQiOiIxOTAiLCJBIjoyNTUsIlIiOjAsIkciOjAsIkIiOjB9fSwiSXNWaXNpYmxlIjp0cnVlLCJXaWR0aCI6MC4wLCJIZWlnaHQiOjAuMCwiQm9yZGVyU3R5bGUiOnsiJGlkIjoiMTkxIiwiTGluZUNvbG9yIjpudWxsLCJMaW5lV2VpZ2h0IjowLjAsIkxpbmVUeXBlIjowLCJQYXJlbnRTdHlsZSI6bnVsbH0sIlBhcmVudFN0eWxlIjpudWxsfSwiRGF0ZV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5NiIsIlRvcCI6MC4wLCJMZWZ0IjowLjAsIlJpZ2h0IjowLjAsIkJvdHRvbSI6MC4wfSwiUGFkZGluZyI6eyIkaWQiOiIxOTciLCJUb3AiOjAuMCwiTGVmdCI6MC4wLCJSaWdodCI6MC4wLCJCb3R0b20iOjAuMH0sIkJhY2tncm91bmQiOnsiJGlkIjoiMTk4IiwiQ29sb3IiOnsiJGlkIjoiMTk5IiwiQSI6MjU1LCJSIjo2OCwiRyI6ODQsIkIiOjEwNn19LCJJc1Zpc2libGUiOnRydWUsIldpZHRoIjowLjAsIkhlaWdodCI6MC4wLCJCb3JkZXJTdHlsZSI6eyIkaWQiOiIyMDAiLCJMaW5lQ29sb3IiOm51bGwsIkxpbmVXZWlnaHQiOjAuMCwiTGluZVR5cGUiOjAsIlBhcmVudFN0eWxlIjpudWxsfSwiUGFyZW50U3R5bGUiOm51bGx9LCJEYXRlRm9ybWF0Ijp7IiRpZCI6IjIw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IiLCJGb3JtYXQiOjAsIklzVmlzaWJsZSI6ZmFsc2UsIkxhc3RLbm93blZpc2liaWxpdHlTdGF0ZSI6ZmFsc2V9LCJJc1Zpc2libGUiOnRydWUsIlZhcmlhbmNlU3R5bGUiOnsiJGlkIjoiMjAzIiwiVGV4dFN0eWxlIjp7IiRpZCI6IjIwNCIsIkZvbnRTZXR0aW5ncyI6eyIkaWQiOiIyMDUiLCJGb250U2l6ZSI6MTAsIkZvbnROYW1lIjoiQ2FsaWJyaSIsIklzQm9sZCI6ZmFsc2UsIklzSXRhbGljIjpmYWxzZSwiSXNVbmRlcmxpbmVkIjpmYWxzZSwiUGFyZW50U3R5bGUiOm51bGx9LCJBdXRvU2l6ZSI6MCwiRm9yZWdyb3VuZCI6eyIkaWQiOiIyMDYiLCJDb2xvciI6eyIkaWQiOiIyM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A4IiwiVG9wIjowLjAsIkxlZnQiOjAuMCwiUmlnaHQiOjAuMCwiQm90dG9tIjowLjB9LCJQYWRkaW5nIjp7IiRpZCI6IjIwOSIsIlRvcCI6MC4wLCJMZWZ0IjowLjAsIlJpZ2h0IjowLjAsIkJvdHRvbSI6MC4wfSwiQmFja2dyb3VuZCI6eyIkaWQiOiIyMTAiLCJDb2xvciI6eyIkaWQiOiIyMTEiLCJBIjoyNTUsIlIiOjAsIkciOjAsIkIiOjB9fSwiSXNWaXNpYmxlIjp0cnVlLCJXaWR0aCI6MC4wLCJIZWlnaHQiOjAuMCwiQm9yZGVyU3R5bGUiOm51bGwsIlBhcmVudFN0eWxlIjpudWxsfSwiUGFyZW50U3R5bGUiOm51bGx9LCJQYXJlbnRTdHlsZSI6bnVsbCwiX2V4cGxpY2l0bHlTZXQiOnsiJGlkIjoiMjEy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jEzIiwiU2hhcGUiOjEsIkNvbm5lY3Rvck1hcmdpbiI6eyIkaWQiOiIyMTQiLCJUb3AiOjAuMCwiTGVmdCI6Mi4wLCJSaWdodCI6Mi4wLCJCb3R0b20iOjAuMH0sIkNvbm5lY3RvclN0eWxlIjp7IiRpZCI6IjIxNSIsIkxpbmVDb2xvciI6eyIkaWQiOiIyMTYiLCIkdHlwZSI6Ik5MUkUuQ29tbW9uLkRvbS5Tb2xpZENvbG9yQnJ1c2gsIE5MUkUuQ29tbW9uIiwiQ29sb3IiOnsiJGlkIjoiMjE3IiwiQSI6MTI3LCJSIjozNCwiRyI6NTcsIkIiOjk4fX0sIkxpbmVXZWlnaHQiOjEuMCwiTGluZVR5cGUiOjAsIlBhcmVudFN0eWxlIjpudWxsfSwiSXNCZWxvd1RpbWViYW5kIjpmYWxzZSwiUG9zaXRpb25PblRhc2siOjEsIkhpZGVEYXRlIjpmYWxzZSwiU2hhcGVTaXplIjowLCJTcGFjaW5nIjowLjAsIlBhZGRpbmciOnsiJGlkIjoiMjE4IiwiVG9wIjo1LjAsIkxlZnQiOjMuMCwiUmlnaHQiOjAuMCwiQm90dG9tIjoyLjB9LCJTaGFwZVN0eWxlIjp7IiRpZCI6IjIxOSIsIk1hcmdpbiI6eyIkaWQiOiIyMjAiLCJUb3AiOjAuMCwiTGVmdCI6MC4wLCJSaWdodCI6MC4wLCJCb3R0b20iOjAuMH0sIlBhZGRpbmciOnsiJGlkIjoiMjIxIiwiVG9wIjowLjAsIkxlZnQiOjAuMCwiUmlnaHQiOjAuMCwiQm90dG9tIjowLjB9LCJCYWNrZ3JvdW5kIjp7IiRpZCI6IjIyMiIsIkNvbG9yIjp7IiRpZCI6IjIyMyIsIkEiOjI1NSwiUiI6MzQsIkciOjU3LCJCIjo5OH19LCJJc1Zpc2libGUiOnRydWUsIldpZHRoIjoxMi4wLCJIZWlnaHQiOjE0LjAsIkJvcmRlclN0eWxlIjp7IiRpZCI6IjIyNCIsIkxpbmVDb2xvciI6eyIkaWQiOiIyMjUiLCIkdHlwZSI6Ik5MUkUuQ29tbW9uLkRvbS5Tb2xpZENvbG9yQnJ1c2gsIE5MUkUuQ29tbW9uIiwiQ29sb3IiOnsiJGlkIjoiMjI2IiwiQSI6MjU1LCJSIjoyNTUsIkciOjAsIkIiOjB9fSwiTGluZVdlaWdodCI6MC4wLCJMaW5lVHlwZSI6MCwiUGFyZW50U3R5bGUiOm51bGx9LCJQYXJlbnRTdHlsZSI6bnVsbH0sIlRpdGxlU3R5bGUiOnsiJGlkIjoiMjI3IiwiRm9udFNldHRpbmdzIjp7IiRpZCI6IjIyOCIsIkZvbnRTaXplIjoxMSwiRm9udE5hbWUiOiJDYWxpYnJpIiwiSXNCb2xkIjpmYWxzZSwiSXNJdGFsaWMiOmZhbHNlLCJJc1VuZGVybGluZWQiOmZhbHNlLCJQYXJlbnRTdHlsZSI6bnVsbH0sIkF1dG9TaXplIjowLCJGb3JlZ3JvdW5kIjp7IiRpZCI6IjIyOSIsIkNvbG9yIjp7IiRpZCI6IjIz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MzEiLCJUb3AiOjAuMCwiTGVmdCI6MC4wLCJSaWdodCI6MC4wLCJCb3R0b20iOjAuMH0sIlBhZGRpbmciOnsiJGlkIjoiMjMyIiwiVG9wIjowLjAsIkxlZnQiOjAuMCwiUmlnaHQiOjAuMCwiQm90dG9tIjowLjB9LCJCYWNrZ3JvdW5kIjp7IiRpZCI6IjIzMyIsIkNvbG9yIjp7IiRpZCI6IjIzNCIsIkEiOjI1NSwiUiI6MCwiRyI6MCwiQiI6MH19LCJJc1Zpc2libGUiOnRydWUsIldpZHRoIjowLjAsIkhlaWdodCI6MC4wLCJCb3JkZXJTdHlsZSI6eyIkaWQiOiIyMzUiLCJMaW5lQ29sb3IiOm51bGwsIkxpbmVXZWlnaHQiOjAuMCwiTGluZVR5cGUiOjAsIlBhcmVudFN0eWxlIjpudWxsfSwiUGFyZW50U3R5bGUiOm51bGx9LCJEYXRlU3R5bGUiOnsiJGlkIjoiMjM2IiwiRm9udFNldHRpbmdzIjp7IiRpZCI6IjIzNyIsIkZvbnRTaXplIjoxMCwiRm9udE5hbWUiOiJDYWxpYnJpIiwiSXNCb2xkIjpmYWxzZSwiSXNJdGFsaWMiOmZhbHNlLCJJc1VuZGVybGluZWQiOmZhbHNlLCJQYXJlbnRTdHlsZSI6bnVsbH0sIkF1dG9TaXplIjowLCJGb3JlZ3JvdW5kIjp7IiRpZCI6IjIzOCIsIkNvbG9yIjp7IiRpZCI6IjIzO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QwIiwiVG9wIjowLjAsIkxlZnQiOjAuMCwiUmlnaHQiOjAuMCwiQm90dG9tIjowLjB9LCJQYWRkaW5nIjp7IiRpZCI6IjI0MSIsIlRvcCI6MC4wLCJMZWZ0IjowLjAsIlJpZ2h0IjowLjAsIkJvdHRvbSI6MC4wfSwiQmFja2dyb3VuZCI6eyIkaWQiOiIyNDIiLCJDb2xvciI6eyIkaWQiOiIyNDMiLCJBIjoyNTUsIlIiOjY4LCJHIjo4NCwiQiI6MTA2fX0sIklzVmlzaWJsZSI6dHJ1ZSwiV2lkdGgiOjAuMCwiSGVpZ2h0IjowLjAsIkJvcmRlclN0eWxlIjp7IiRpZCI6IjI0NCIsIkxpbmVDb2xvciI6bnVsbCwiTGluZVdlaWdodCI6MC4wLCJMaW5lVHlwZSI6MCwiUGFyZW50U3R5bGUiOm51bGx9LCJQYXJlbnRTdHlsZSI6bnVsbH0sIkRhdGVGb3JtYXQiOnsiJGlkIjoiMj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NiIsIkZvcm1hdCI6MCwiSXNWaXNpYmxlIjpmYWxzZSwiTGFzdEtub3duVmlzaWJpbGl0eVN0YXRlIjpmYWxzZX0sIklzVmlzaWJsZSI6dHJ1ZSwiVmFyaWFuY2VTdHlsZSI6eyIkaWQiOiIyNDciLCJUZXh0U3R5bGUiOnsiJGlkIjoiMjQ4IiwiRm9udFNldHRpbmdzIjp7IiRpZCI6IjI0OSIsIkZvbnRTaXplIjoxMCwiRm9udE5hbWUiOiJDYWxpYnJpIiwiSXNCb2xkIjpmYWxzZSwiSXNJdGFsaWMiOmZhbHNlLCJJc1VuZGVybGluZWQiOmZhbHNlLCJQYXJlbnRTdHlsZSI6bnVsbH0sIkF1dG9TaXplIjowLCJGb3JlZ3JvdW5kIjp7IiRpZCI6IjI1MCIsIkNvbG9yIjp7IiRpZCI6IjI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I1NSwiUiI6MCwiRyI6MCwiQiI6MH19LCJJc1Zpc2libGUiOnRydWUsIldpZHRoIjowLjAsIkhlaWdodCI6MC4wLCJCb3JkZXJTdHlsZSI6bnVsbCwiUGFyZW50U3R5bGUiOm51bGx9LCJQYXJlbnRTdHlsZSI6bnVsbH0sIlBhcmVudFN0eWxlIjpudWxsfSwiRGVmYXVsdFN3aW1sYW5lTWlsZXN0b25lU3R5bGUiOnsiJGlkIjoiMjU2IiwiVGl0bGVQb3NpdGlvbiI6IkxlZnQiLCJEYXRlUG9zaXRpb24iOiJSaWdodCIsIlZhcmlhbmNlUG9zaXRpb24iOiJSaWdodCIsIlNoYXBlVHlwZSI6MSwiU2hhcGVTaXplIjowLCJTcGFjaW5nIjo1LCJTaGFwZVN0eWxlIjp7IiRpZCI6IjI1NyIsIk1hcmdpbiI6eyIkaWQiOiIyNTgiLCJUb3AiOjAuMCwiTGVmdCI6MC4wLCJSaWdodCI6MC4wLCJCb3R0b20iOjAuMH0sIlBhZGRpbmciOnsiJGlkIjoiMjU5IiwiVG9wIjowLjAsIkxlZnQiOjAuMCwiUmlnaHQiOjAuMCwiQm90dG9tIjowLjB9LCJCYWNrZ3JvdW5kIjp7IiRpZCI6IjI2MCIsIkNvbG9yIjp7IiRpZCI6IjI2MSIsIkEiOjI1NSwiUiI6NjgsIkciOjExNCwiQiI6MTk2fX0sIklzVmlzaWJsZSI6dHJ1ZSwiV2lkdGgiOjEyLjAsIkhlaWdodCI6MTQuMCwiQm9yZGVyU3R5bGUiOnsiJGlkIjoiMjYyIiwiTGluZUNvbG9yIjp7IiRpZCI6IjI2MyIsIiR0eXBlIjoiTkxSRS5Db21tb24uRG9tLlNvbGlkQ29sb3JCcnVzaCwgTkxSRS5Db21tb24iLCJDb2xvciI6eyIkaWQiOiIyNjQiLCJBIjoyNTUsIlIiOjIzNCwiRyI6MjIsIkIiOjMwfX0sIkxpbmVXZWlnaHQiOjAuMCwiTGluZVR5cGUiOjAsIlBhcmVudFN0eWxlIjpudWxsfSwiUGFyZW50U3R5bGUiOm51bGx9LCJUaXRsZVN0eWxlIjp7IiRpZCI6IjI2NSIsIkZvbnRTZXR0aW5ncyI6eyIkaWQiOiIyNjYiLCJGb250U2l6ZSI6MTEsIkZvbnROYW1lIjoiQ2FsaWJyaSIsIklzQm9sZCI6ZmFsc2UsIklzSXRhbGljIjpmYWxzZSwiSXNVbmRlcmxpbmVkIjpmYWxzZSwiUGFyZW50U3R5bGUiOm51bGx9LCJBdXRvU2l6ZSI6MCwiRm9yZWdyb3VuZCI6eyIkaWQiOiIyNjciLCJDb2xvciI6eyIkaWQiOiIyN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Y5IiwiVG9wIjowLjAsIkxlZnQiOjAuMCwiUmlnaHQiOjAuMCwiQm90dG9tIjowLjB9LCJQYWRkaW5nIjp7IiRpZCI6IjI3MCIsIlRvcCI6MC4wLCJMZWZ0IjowLjAsIlJpZ2h0IjowLjAsIkJvdHRvbSI6MC4wfSwiQmFja2dyb3VuZCI6eyIkaWQiOiIyNzEiLCJDb2xvciI6eyIkaWQiOiIyNzIiLCJBIjoyNTUsIlIiOjAsIkciOjAsIkIiOjB9fSwiSXNWaXNpYmxlIjp0cnVlLCJXaWR0aCI6MC4wLCJIZWlnaHQiOjAuMCwiQm9yZGVyU3R5bGUiOnsiJGlkIjoiMjczIiwiTGluZUNvbG9yIjpudWxsLCJMaW5lV2VpZ2h0IjowLjAsIkxpbmVUeXBlIjowLCJQYXJlbnRTdHlsZSI6bnVsbH0sIlBhcmVudFN0eWxlIjpudWxsfSwiRGF0ZVN0eWxlIjp7IiRpZCI6IjI3NCIsIkZvbnRTZXR0aW5ncyI6eyIkaWQiOiIyNzUiLCJGb250U2l6ZSI6MTAsIkZvbnROYW1lIjoiQ2FsaWJyaSIsIklzQm9sZCI6ZmFsc2UsIklzSXRhbGljIjpmYWxzZSwiSXNVbmRlcmxpbmVkIjpmYWxzZSwiUGFyZW50U3R5bGUiOm51bGx9LCJBdXRvU2l6ZSI6MCwiRm9yZWdyb3VuZCI6eyIkaWQiOiIyNzYiLCJDb2xvciI6eyIkaWQiOiIy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3OCIsIlRvcCI6MC4wLCJMZWZ0IjowLjAsIlJpZ2h0IjowLjAsIkJvdHRvbSI6MC4wfSwiUGFkZGluZyI6eyIkaWQiOiIyNzkiLCJUb3AiOjAuMCwiTGVmdCI6MC4wLCJSaWdodCI6MC4wLCJCb3R0b20iOjAuMH0sIkJhY2tncm91bmQiOnsiJGlkIjoiMjgwIiwiQ29sb3IiOnsiJGlkIjoiMjgxIiwiQSI6MjU1LCJSIjo2OCwiRyI6ODQsIkIiOjEwNn19LCJJc1Zpc2libGUiOnRydWUsIldpZHRoIjowLjAsIkhlaWdodCI6MC4wLCJCb3JkZXJTdHlsZSI6eyIkaWQiOiIyODIiLCJMaW5lQ29sb3IiOm51bGwsIkxpbmVXZWlnaHQiOjAuMCwiTGluZVR5cGUiOjAsIlBhcmVudFN0eWxlIjpudWxsfSwiUGFyZW50U3R5bGUiOm51bGx9LCJEYXRlRm9ybWF0Ijp7IiRpZCI6IjI4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QiLCJGb3JtYXQiOjAsIklzVmlzaWJsZSI6ZmFsc2UsIkxhc3RLbm93blZpc2liaWxpdHlTdGF0ZSI6ZmFsc2V9LCJJc1Zpc2libGUiOnRydWUsIlZhcmlhbmNlU3R5bGUiOnsiJGlkIjoiMjg1IiwiVGV4dFN0eWxlIjp7IiRpZCI6IjI4NiIsIkZvbnRTZXR0aW5ncyI6eyIkaWQiOiIyODciLCJGb250U2l6ZSI6MTAsIkZvbnROYW1lIjoiQ2FsaWJyaSIsIklzQm9sZCI6ZmFsc2UsIklzSXRhbGljIjpmYWxzZSwiSXNVbmRlcmxpbmVkIjpmYWxzZSwiUGFyZW50U3R5bGUiOm51bGx9LCJBdXRvU2l6ZSI6MCwiRm9yZWdyb3VuZCI6eyIkaWQiOiIyODgiLCJDb2xvciI6eyIkaWQiOiIyO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kwIiwiVG9wIjowLjAsIkxlZnQiOjAuMCwiUmlnaHQiOjAuMCwiQm90dG9tIjowLjB9LCJQYWRkaW5nIjp7IiRpZCI6IjI5MSIsIlRvcCI6MC4wLCJMZWZ0IjowLjAsIlJpZ2h0IjowLjAsIkJvdHRvbSI6MC4wfSwiQmFja2dyb3VuZCI6eyIkaWQiOiIyOTIiLCJDb2xvciI6eyIkaWQiOiIyOTMiLCJBIjoyNTUsIlIiOjAsIkciOjAsIkIiOjB9fSwiSXNWaXNpYmxlIjp0cnVlLCJXaWR0aCI6MC4wLCJIZWlnaHQiOjAuMCwiQm9yZGVyU3R5bGUiOm51bGwsIlBhcmVudFN0eWxlIjpudWxsfSwiUGFyZW50U3R5bGUiOm51bGx9LCJQYXJlbnRTdHlsZSI6bnVsbH0sIkRlZmF1bHRTd2ltbGFuZUFjdGl2aXR5U3R5bGUiOnsiJGlkIjoiMjk0IiwiSGVhZGVyU3R5bGUiOnsiJGlkIjoiMjk1IiwiVGV4dFN0eWxlIjp7IiRpZCI6IjI5NiIsIkZvbnRTZXR0aW5ncyI6eyIkaWQiOiIyOTciLCJGb250U2l6ZSI6MTEsIkZvbnROYW1lIjoiQ2FsaWJyaSIsIklzQm9sZCI6ZmFsc2UsIklzSXRhbGljIjpmYWxzZSwiSXNVbmRlcmxpbmVkIjpmYWxzZSwiUGFyZW50U3R5bGUiOm51bGx9LCJBdXRvU2l6ZSI6MCwiRm9yZWdyb3VuZCI6eyIkaWQiOiIyOTgiLCJDb2xvciI6eyIkaWQiOiIyOTkiLCJBIjoyNTUsIlIiOjY0LCJHIjo2NCwiQiI6NjR9fSwiTWF4V2lkdGgiOjAuMCwiTWF4SGVpZ2h0IjowLjAsIlNtYXJ0Rm9yZWdyb3VuZElzQWN0aXZlIjpmYWxzZSwiSG9yaXpvbnRhbEFsaWdubWVudCI6MCwiVmVydGljYWxBbGlnbm1lbnQiOjAsIlNtYXJ0Rm9yZWdyb3VuZCI6bnVsbCwiQmFja2dyb3VuZEZpbGxUeXBlIjowLCJNYXJnaW4iOnsiJGlkIjoiMzAwIiwiVG9wIjowLjAsIkxlZnQiOjAuMCwiUmlnaHQiOjAuMCwiQm90dG9tIjowLjB9LCJQYWRkaW5nIjp7IiRpZCI6IjMwMSIsIlRvcCI6MC4wLCJMZWZ0IjowLjAsIlJpZ2h0IjowLjAsIkJvdHRvbSI6MC4wfSwiQmFja2dyb3VuZCI6eyIkaWQiOiIzMDIiLCJDb2xvciI6eyIkaWQiOiIzMDMiLCJBIjoyNTUsIlIiOjY0LCJHIjo2NCwiQiI6NjR9fSwiSXNWaXNpYmxlIjpmYWxzZSwiV2lkdGgiOjAuMCwiSGVpZ2h0IjowLjAsIkJvcmRlclN0eWxlIjpudWxsLCJQYXJlbnRTdHlsZSI6bnVsbH0sIlJlY3RhbmdsZVN0eWxlIjp7IiRpZCI6IjMwNCIsIk1hcmdpbiI6eyIkaWQiOiIzMDUiLCJUb3AiOjAuMCwiTGVmdCI6MC4wLCJSaWdodCI6MC4wLCJCb3R0b20iOjAuMH0sIlBhZGRpbmciOnsiJGlkIjoiMzA2IiwiVG9wIjowLjAsIkxlZnQiOjAuMCwiUmlnaHQiOjAuMCwiQm90dG9tIjowLjB9LCJCYWNrZ3JvdW5kIjp7IiRpZCI6IjMwNyIsIkNvbG9yIjp7IiRpZCI6IjMwOCIsIkEiOjEyNywiUiI6NjgsIkciOjExNCwiQiI6MTk2fX0sIklzVmlzaWJsZSI6ZmFsc2UsIldpZHRoIjowLjAsIkhlaWdodCI6MC4wLCJCb3JkZXJTdHlsZSI6eyIkaWQiOiIzMDkiLCJMaW5lQ29sb3IiOnsiJGlkIjoiMzEwIiwiJHR5cGUiOiJOTFJFLkNvbW1vbi5Eb20uU29saWRDb2xvckJydXNoLCBOTFJFLkNvbW1vbiIsIkNvbG9yIjp7IiRpZCI6IjMxMSIsIkEiOjI1NSwiUiI6MjU1LCJHIjowLCJCIjowfX0sIkxpbmVXZWlnaHQiOjAuMCwiTGluZVR5cGUiOjAsIlBhcmVudFN0eWxlIjpudWxsfSwiUGFyZW50U3R5bGUiOm51bGx9LCJNYXJnaW4iOnsiJGlkIjoiMzEyIiwiVG9wIjowLjAsIkxlZnQiOjAuMCwiUmlnaHQiOjAuMCwiQm90dG9tIjowLjB9LCJQYWRkaW5nIjp7IiRpZCI6IjMxMyIsIlRvcCI6MC4wLCJMZWZ0IjowLjAsIlJpZ2h0IjowLjAsIkJvdHRvbSI6MC4wfSwiQmFja2dyb3VuZCI6bnVsbCwiSXNWaXNpYmxlIjp0cnVlLCJXaWR0aCI6MC4wLCJIZWlnaHQiOjAuMCwiQm9yZGVyU3R5bGUiOm51bGwsIlBhcmVudFN0eWxlIjpudWxsfSwiQmFja2dyb3VuZFN0eWxlIjp7IiRpZCI6IjMxNCIsIk1hcmdpbiI6eyIkaWQiOiIzMTUiLCJUb3AiOjAuMCwiTGVmdCI6MC4wLCJSaWdodCI6MC4wLCJCb3R0b20iOjAuMH0sIlBhZGRpbmciOnsiJGlkIjoiMzE2IiwiVG9wIjowLjAsIkxlZnQiOjAuMCwiUmlnaHQiOjAuMCwiQm90dG9tIjowLjB9LCJCYWNrZ3JvdW5kIjp7IiRpZCI6IjMxNyIsIkNvbG9yIjp7IiRpZCI6IjMxOCIsIkEiOjUxLCJSIjoyMDAsIkciOjIwMCwiQiI6MjAwfX0sIklzVmlzaWJsZSI6dHJ1ZSwiV2lkdGgiOjAuMCwiSGVpZ2h0IjowLjAsIkJvcmRlclN0eWxlIjp7IiRpZCI6IjMxOSIsIkxpbmVDb2xvciI6eyIkaWQiOiIzMjAiLCIkdHlwZSI6Ik5MUkUuQ29tbW9uLkRvbS5Tb2xpZENvbG9yQnJ1c2gsIE5MUkUuQ29tbW9uIiwiQ29sb3IiOnsiJGlkIjoiMzIxIiwiQSI6MjU1LCJSIjoyMzQsIkciOjIyLCJCIjozMH19LCJMaW5lV2VpZ2h0IjowLjAsIkxpbmVUeXBlIjowLCJQYXJlbnRTdHlsZSI6bnVsbH0sIlBhcmVudFN0eWxlIjpudWxsfSwiTWFyZ2luIjp7IiRpZCI6IjMyMiIsIlRvcCI6MC4wLCJMZWZ0IjowLjAsIlJpZ2h0IjowLjAsIkJvdHRvbSI6MC4wfSwiUGFkZGluZyI6eyIkaWQiOiIzMjMiLCJUb3AiOjAuMCwiTGVmdCI6MC4wLCJSaWdodCI6MC4wLCJCb3R0b20iOjAuMH0sIklzVmlzaWJsZSI6dHJ1ZSwiV2lkdGgiOjAuMCwiSGVpZ2h0IjowLjAsIkJvcmRlclN0eWxlIjp7IiRpZCI6IjMyNCIsIkxpbmVDb2xvciI6bnVsbCwiTGluZVdlaWdodCI6MC4wLCJMaW5lVHlwZSI6MCwiUGFyZW50U3R5bGUiOm51bGx9LCJQYXJlbnRTdHlsZSI6bnVsbH0sIk1hcmdpbiI6eyIkaWQiOiIzMjUiLCJUb3AiOjAuMCwiTGVmdCI6MC4wLCJSaWdodCI6MC4wLCJCb3R0b20iOjAuMH0sIlBhZGRpbmciOnsiJGlkIjoiMzI2IiwiVG9wIjowLjAsIkxlZnQiOjAuMCwiUmlnaHQiOjAuMCwiQm90dG9tIjowLjB9LCJJc1Zpc2libGUiOmZhbHNlLCJXaWR0aCI6MC4wLCJIZWlnaHQiOjAuMCwiQm9yZGVyU3R5bGUiOnsiJGlkIjoiMzI3IiwiTGluZUNvbG9yIjpudWxsLCJMaW5lV2VpZ2h0IjowLjAsIkxpbmVUeXBlIjowLCJQYXJlbnRTdHlsZSI6bnVsbH0sIlBhcmVudFN0eWxlIjpudWxsfX0seyIkaWQiOiIzMjgiLCJfYWN0aXZpdGllcyI6W3siJGlkIjoiMzI5IiwiX3Jvd3MiOlt7IiRpZCI6IjMzMCIsIl90YXNrcyI6W3siJGlkIjoiMzMxIiwiX2F0dGFjaGVkTWlsZXN0b25lcyI6W10sIlRhc2tEZWZpbml0aW9uIjp7IiRpZCI6IjMzMiIsIkdyb3VwTmFtZSI6bnVsbCwiU3RhcnREYXRlIjoiMjAyNi0wNS0wM1QwMDowMDowMFoiLCJFbmREYXRlIjoiMjAyNi0wNS0yOVQyMzo1OTowMFoiLCJQZXJjZW50YWdlQ29tcGxldGUiOm51bGwsIlN0eWxlIjp7IiRpZCI6IjMzMyIsIlNoYXBlIjoxLCJTaGFwZVRoaWNrbmVzcyI6MCwiRHVyYXRpb25Gb3JtYXQiOjAsIkluY2x1ZGVOb25Xb3JraW5nRGF5c0luRHVyYXRpb24iOmZhbHNlLCJQZXJjZW50YWdlQ29tcGxldGVTdHlsZSI6eyIkaWQiOiIzMzQiLCJGb250U2V0dGluZ3MiOnsiJGlkIjoiMzM1IiwiRm9udFNpemUiOjEwLCJGb250TmFtZSI6IkNhbGlicmkiLCJJc0JvbGQiOmZhbHNlLCJJc0l0YWxpYyI6ZmFsc2UsIklzVW5kZXJsaW5lZCI6ZmFsc2UsIlBhcmVudFN0eWxlIjpudWxsfSwiQXV0b1NpemUiOjAsIkZvcmVncm91bmQiOnsiJGlkIjoiMzM2IiwiQ29sb3IiOnsiJGlkIjoiMz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zOCIsIlRvcCI6MC4wLCJMZWZ0IjowLjAsIlJpZ2h0IjowLjAsIkJvdHRvbSI6MC4wfSwiUGFkZGluZyI6eyIkaWQiOiIzMzkiLCJUb3AiOjAuMCwiTGVmdCI6MC4wLCJSaWdodCI6MC4wLCJCb3R0b20iOjAuMH0sIkJhY2tncm91bmQiOnsiJGlkIjoiMzQwIiwiQ29sb3IiOnsiJGlkIjoiMzQxIiwiQSI6ODksIlIiOjAsIkciOjAsIkIiOjB9fSwiSXNWaXNpYmxlIjp0cnVlLCJXaWR0aCI6MC4wLCJIZWlnaHQiOjAuMCwiQm9yZGVyU3R5bGUiOnsiJGlkIjoiMzQyIiwiTGluZUNvbG9yIjpudWxsLCJMaW5lV2VpZ2h0IjowLjAsIkxpbmVUeXBlIjowLCJQYXJlbnRTdHlsZSI6bnVsbH0sIlBhcmVudFN0eWxlIjpudWxsfSwiRHVyYXRpb25TdHlsZSI6eyIkaWQiOiIzNDMiLCJGb250U2V0dGluZ3MiOnsiJGlkIjoiMzQ0IiwiRm9udFNpemUiOjEwLCJGb250TmFtZSI6IkNhbGlicmkiLCJJc0JvbGQiOmZhbHNlLCJJc0l0YWxpYyI6ZmFsc2UsIklzVW5kZXJsaW5lZCI6ZmFsc2UsIlBhcmVudFN0eWxlIjpudWxsfSwiQXV0b1NpemUiOjAsIkZvcmVncm91bmQiOnsiJGlkIjoiMzQ1IiwiQ29sb3IiOnsiJGlkIjoiMz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NDciLCJUb3AiOjAuMCwiTGVmdCI6MC4wLCJSaWdodCI6MC4wLCJCb3R0b20iOjAuMH0sIlBhZGRpbmciOnsiJGlkIjoiMzQ4IiwiVG9wIjowLjAsIkxlZnQiOjAuMCwiUmlnaHQiOjAuMCwiQm90dG9tIjowLjB9LCJCYWNrZ3JvdW5kIjp7IiRpZCI6IjM0OSIsIkNvbG9yIjp7IiRpZCI6IjM1MCIsIkEiOjI1NSwiUiI6NjgsIkciOjg0LCJCIjoxMDZ9fSwiSXNWaXNpYmxlIjp0cnVlLCJXaWR0aCI6MC4wLCJIZWlnaHQiOjAuMCwiQm9yZGVyU3R5bGUiOnsiJGlkIjoiMzUxIiwiTGluZUNvbG9yIjpudWxsLCJMaW5lV2VpZ2h0IjowLjAsIkxpbmVUeXBlIjowLCJQYXJlbnRTdHlsZSI6bnVsbH0sIlBhcmVudFN0eWxlIjpudWxsfSwiSG9yaXpvbnRhbENvbm5lY3RvclN0eWxlIjp7IiRpZCI6IjM1MiIsIkxpbmVDb2xvciI6eyIkaWQiOiIzNTMiLCIkdHlwZSI6Ik5MUkUuQ29tbW9uLkRvbS5Tb2xpZENvbG9yQnJ1c2gsIE5MUkUuQ29tbW9uIiwiQ29sb3IiOnsiJGlkIjoiMzU0IiwiQSI6MjU1LCJSIjowLCJHIjowLCJCIjowfX0sIkxpbmVXZWlnaHQiOjAuMCwiTGluZVR5cGUiOjAsIlBhcmVudFN0eWxlIjpudWxsfSwiVmVydGljYWxDb25uZWN0b3JTdHlsZSI6eyIkaWQiOiIzNTUiLCJMaW5lQ29sb3IiOnsiJGlkIjoiMzU2IiwiJHR5cGUiOiJOTFJFLkNvbW1vbi5Eb20uU29saWRDb2xvckJydXNoLCBOTFJFLkNvbW1vbiIsIkNvbG9yIjp7IiRpZCI6IjM1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zU4IiwiU2hhcGVTdHlsZSI6eyIkaWQiOiIzNTkiLCJNYXJnaW4iOnsiJGlkIjoiMzYwIiwiVG9wIjowLjAsIkxlZnQiOjAuMCwiUmlnaHQiOjAuMCwiQm90dG9tIjowLjB9LCJQYWRkaW5nIjp7IiRpZCI6IjM2MSIsIlRvcCI6MC4wLCJMZWZ0IjowLjAsIlJpZ2h0IjowLjAsIkJvdHRvbSI6MC4wfSwiQmFja2dyb3VuZCI6eyIkaWQiOiIzNjIiLCJDb2xvciI6eyIkaWQiOiIzNjMiLCJBIjoxNTMsIlIiOjAsIkciOjAsIkIiOjB9fSwiSXNWaXNpYmxlIjp0cnVlLCJXaWR0aCI6MC4wLCJIZWlnaHQiOjAuMCwiQm9yZGVyU3R5bGUiOm51bGwsIlBhcmVudFN0eWxlIjpudWxsfSwiTWFyZ2luIjp7IiRpZCI6IjM2NCIsIlRvcCI6MC4wLCJMZWZ0IjowLjAsIlJpZ2h0IjowLjAsIkJvdHRvbSI6MC4wfSwiUGFkZGluZyI6eyIkaWQiOiIzNjUiLCJUb3AiOjAuMCwiTGVmdCI6MC4wLCJSaWdodCI6MC4wLCJCb3R0b20iOjAuMH0sIkJhY2tncm91bmQiOm51bGwsIklzVmlzaWJsZSI6dHJ1ZSwiV2lkdGgiOjAuMCwiSGVpZ2h0IjowLjAsIkJvcmRlclN0eWxlIjpudWxsLCJQYXJlbnRTdHlsZSI6bnVsbH0sIlNoYXBlU3R5bGUiOnsiJGlkIjoiMzY2IiwiTWFyZ2luIjp7IiRpZCI6IjM2NyIsIlRvcCI6MC4wLCJMZWZ0Ijo0LjAsIlJpZ2h0Ijo0LjAsIkJvdHRvbSI6MC4wfSwiUGFkZGluZyI6eyIkaWQiOiIzNjgiLCJUb3AiOjAuMCwiTGVmdCI6MC4wLCJSaWdodCI6MC4wLCJCb3R0b20iOjAuMH0sIkJhY2tncm91bmQiOnsiJGlkIjoiMzY5IiwiQ29sb3IiOnsiJGlkIjoiMzcwIiwiQSI6MjU1LCJSIjoyNTUsIkciOjE5MiwiQiI6MH19LCJJc1Zpc2libGUiOnRydWUsIldpZHRoIjowLjAsIkhlaWdodCI6MTAuMCwiQm9yZGVyU3R5bGUiOnsiJGlkIjoiMzcxIiwiTGluZUNvbG9yIjp7IiRpZCI6IjM3MiIsIiR0eXBlIjoiTkxSRS5Db21tb24uRG9tLlNvbGlkQ29sb3JCcnVzaCwgTkxSRS5Db21tb24iLCJDb2xvciI6eyIkaWQiOiIzNzMiLCJBIjoyNTUsIlIiOjIzNCwiRyI6MjIsIkIiOjMwfX0sIkxpbmVXZWlnaHQiOjAuMCwiTGluZVR5cGUiOjAsIlBhcmVudFN0eWxlIjpudWxsfSwiUGFyZW50U3R5bGUiOm51bGx9LCJUaXRsZVN0eWxlIjp7IiRpZCI6IjM3NCIsIkZvbnRTZXR0aW5ncyI6eyIkaWQiOiIzNzUiLCJGb250U2l6ZSI6MTEsIkZvbnROYW1lIjoiVGl0aWxsaXVtIFdlYiIsIklzQm9sZCI6ZmFsc2UsIklzSXRhbGljIjpmYWxzZSwiSXNVbmRlcmxpbmVkIjpmYWxzZSwiUGFyZW50U3R5bGUiOm51bGx9LCJBdXRvU2l6ZSI6MCwiRm9yZWdyb3VuZCI6eyIkaWQiOiIzNzYiLCJDb2xvciI6eyIkaWQiOiIzNz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Mzc4IiwiVG9wIjowLjAsIkxlZnQiOjAuMCwiUmlnaHQiOjAuMCwiQm90dG9tIjowLjB9LCJQYWRkaW5nIjp7IiRpZCI6IjM3OSIsIlRvcCI6MC4wLCJMZWZ0IjowLjAsIlJpZ2h0IjowLjAsIkJvdHRvbSI6MC4wfSwiQmFja2dyb3VuZCI6eyIkaWQiOiIzODAiLCJDb2xvciI6eyIkaWQiOiIzODEiLCJBIjowLCJSIjoyNTUsIkciOjI1NSwiQiI6MjU1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lRpdGlsbGl1bSBXZWIiLCJJc0JvbGQiOmZhbHNlLCJJc0l0YWxpYyI6ZmFsc2UsIklzVW5kZXJsaW5lZCI6ZmFsc2UsIlBhcmVudFN0eWxlIjpudWxsfSwiQXV0b1NpemUiOjAsIkZvcmVncm91bmQiOnsiJGlkIjoiMzg1IiwiQ29sb3IiOnsiJGlkIjoiMzg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CwiUiI6MjU1LCJHIjoyNTUsIkIiOjI1NX19LCJJc1Zpc2libGUiOnRydWUsIldpZHRoIjowLjAsIkhlaWdodCI6MC4wLCJCb3JkZXJTdHlsZSI6eyIkaWQiOiIzOTEiLCJMaW5lQ29sb3IiOm51bGwsIkxpbmVXZWlnaHQiOjAuMCwiTGluZVR5cGUiOjAsIlBhcmVudFN0eWxlIjpudWxsfSwiUGFyZW50U3R5bGUiOm51bGx9LCJEYXRlRm9ybWF0Ijp7IiRpZCI6IjM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MiLCJGb3JtYXQiOjAsIklzVmlzaWJsZSI6ZmFsc2UsIkxhc3RLbm93blZpc2liaWxpdHlTdGF0ZSI6ZmFsc2V9LCJJc1Zpc2libGUiOnRydWUsIlZhcmlhbmNlU3R5bGUiOnsiJGlkIjoiMzk0IiwiVGV4dFN0eWxlIjp7IiRpZCI6IjM5NSIsIkZvbnRTZXR0aW5ncyI6eyIkaWQiOiIzOTYiLCJGb250U2l6ZSI6MTAsIkZvbnROYW1lIjoiQ2FsaWJyaSIsIklzQm9sZCI6ZmFsc2UsIklzSXRhbGljIjpmYWxzZSwiSXNVbmRlcmxpbmVkIjpmYWxzZSwiUGFyZW50U3R5bGUiOm51bGx9LCJBdXRvU2l6ZSI6MCwiRm9yZWdyb3VuZCI6eyIkaWQiOiIzOTciLCJDb2xvciI6eyIkaWQiOiIzOT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5IiwiVG9wIjowLjAsIkxlZnQiOjAuMCwiUmlnaHQiOjAuMCwiQm90dG9tIjowLjB9LCJQYWRkaW5nIjp7IiRpZCI6IjQwMCIsIlRvcCI6MC4wLCJMZWZ0IjowLjAsIlJpZ2h0IjowLjAsIkJvdHRvbSI6MC4wfSwiQmFja2dyb3VuZCI6eyIkaWQiOiI0MDEiLCJDb2xvciI6eyIkaWQiOiI0MDIiLCJBIjoyNTUsIlIiOjAsIkciOjAsIkIiOjB9fSwiSXNWaXNpYmxlIjp0cnVlLCJXaWR0aCI6MC4wLCJIZWlnaHQiOjAuMCwiQm9yZGVyU3R5bGUiOnsiJGlkIjoiNDAzIiwiTGluZUNvbG9yIjpudWxsLCJMaW5lV2VpZ2h0IjowLjAsIkxpbmVUeXBlIjowLCJQYXJlbnRTdHlsZSI6bnVsbH0sIlBhcmVudFN0eWxlIjpudWxsfSwiUGFyZW50U3R5bGUiOm51bGx9LCJQYXJlbnRTdHlsZSI6bnVsbH0sIkluZGV4IjozLCJTbWFydER1cmF0aW9uQWN0aXZhdGVkIjpmYWxzZSwiRGF0ZUZvcm1hdCI6eyIkcmVmIjoiMzkyIn0sIldlZWtOdW1iZXJpbmciOnsiJGlkIjoiNDA0IiwiRm9ybWF0IjowLCJJc1Zpc2libGUiOmZhbHNlLCJMYXN0S25vd25WaXNpYmlsaXR5U3RhdGUiOmZhbHNlfSwiQmFzZWxpbmVEYXRhIjp7IiRpZCI6IjQwNSIsIlN0YXJ0RGF0ZSI6IjIwMjYtMDUtMDNUMDA6MDA6MDAiLCJFbmREYXRlIjoiMjAyNi0wNS0yOVQyMzo1OTowMCJ9LCJJZCI6IjViYzJmZjZkLWY5MDktNDJlYy05OGQwLWM3MTE1MjRkNjZjYSIsIkltcG9ydElkIjpudWxsLCJUaXRsZSI6IkNhc29zIGRlIHVzbyB5IGFycXVpdGVjdHVyYSBjb25jZXB0dWFsIChTcHJpbnQgMSB5IDIpIiwiTm90ZSI6bnVsbCwiSHlwZXJsaW5rIjp7IiRpZCI6IjQwNiIsIkFkZHJlc3MiOiIiLCJTdWJBZGRyZXNzIjoiIn0sIklzQ2hhbmdlZCI6ZmFsc2UsIklzTmV3IjpmYWxzZX19XSwiX21pbGVzdG9uZXMiOltdLCJJZCI6IjAwMDAwMDAwLTAwMDAtMDAwMC0wMDAwLTAwMDAwMDAwMDAwMCIsIklzU2luZ2xlSXRlbVJvdyI6dHJ1ZX1dLCJJbmRleCI6MiwiSWQiOiI0YzNjZjgzYy1lMzZjLTRkOGMtYjQ4ZS1hZmM1MzY4ZmVlY2EiLCJIZWFkZXJUZXh0IjpudWxsLCJJc0RlZmF1bHQiOnRydWUsIlN0eWxlIjp7IiRpZCI6IjQwNyIsIkhlYWRlclN0eWxlIjp7IiRpZCI6IjQwOCIsIlRleHRTdHlsZSI6eyIkaWQiOiI0MDkiLCJGb250U2V0dGluZ3MiOnsiJGlkIjoiNDEwIiwiRm9udFNpemUiOjExLCJGb250TmFtZSI6IkNhbGlicmkiLCJJc0JvbGQiOmZhbHNlLCJJc0l0YWxpYyI6ZmFsc2UsIklzVW5kZXJsaW5lZCI6ZmFsc2UsIlBhcmVudFN0eWxlIjpudWxsfSwiQXV0b1NpemUiOjIsIkZvcmVncm91bmQiOnsiJGlkIjoiNDExIiwiQ29sb3IiOnsiJGlkIjoiNDE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EzIiwiVG9wIjowLjAsIkxlZnQiOjAuMCwiUmlnaHQiOjAuMCwiQm90dG9tIjowLjB9LCJQYWRkaW5nIjp7IiRpZCI6IjQxNCIsIlRvcCI6MC4wLCJMZWZ0IjowLjAsIlJpZ2h0IjowLjAsIkJvdHRvbSI6MC4wfSwiQmFja2dyb3VuZCI6eyIkaWQiOiI0MTUiLCJDb2xvciI6eyIkaWQiOiI0MTYiLCJBIjoyNTUsIlIiOjY0LCJHIjo2NCwiQiI6NjR9fSwiSXNWaXNpYmxlIjp0cnVlLCJXaWR0aCI6MC4wLCJIZWlnaHQiOjAuMCwiQm9yZGVyU3R5bGUiOm51bGwsIlBhcmVudFN0eWxlIjpudWxsfSwiUmVjdGFuZ2xlU3R5bGUiOnsiJGlkIjoiNDE3IiwiTWFyZ2luIjp7IiRpZCI6IjQxOCIsIlRvcCI6MC4wLCJMZWZ0IjowLjAsIlJpZ2h0IjowLjAsIkJvdHRvbSI6MC4wfSwiUGFkZGluZyI6eyIkaWQiOiI0MTkiLCJUb3AiOjAuMCwiTGVmdCI6MC4wLCJSaWdodCI6MC4wLCJCb3R0b20iOjAuMH0sIkJhY2tncm91bmQiOnsiJGlkIjoiNDIwIiwiQ29sb3IiOnsiJGlkIjoiNDIxIiwiQSI6MTI3LCJSIjoyNTUsIkciOjE5MiwiQiI6MH19LCJJc1Zpc2libGUiOnRydWUsIldpZHRoIjowLjAsIkhlaWdodCI6MC4wLCJCb3JkZXJTdHlsZSI6eyIkaWQiOiI0MjIiLCJMaW5lQ29sb3IiOnsiJGlkIjoiNDIzIiwiJHR5cGUiOiJOTFJFLkNvbW1vbi5Eb20uU29saWRDb2xvckJydXNoLCBOTFJFLkNvbW1vbiIsIkNvbG9yIjp7IiRpZCI6IjQyNCIsIkEiOjI1NSwiUiI6MjU1LCJHIjoyNTUsIkIiOjI1NX19LCJMaW5lV2VpZ2h0IjowLjAsIkxpbmVUeXBlIjowLCJQYXJlbnRTdHlsZSI6bnVsbH0sIlBhcmVudFN0eWxlIjpudWxsfSwiTWFyZ2luIjp7IiRpZCI6IjQyNSIsIlRvcCI6MC4wLCJMZWZ0IjowLjAsIlJpZ2h0IjowLjAsIkJvdHRvbSI6MC4wfSwiUGFkZGluZyI6eyIkaWQiOiI0MjYiLCJUb3AiOjAuMCwiTGVmdCI6MC4wLCJSaWdodCI6MC4wLCJCb3R0b20iOjAuMH0sIkJhY2tncm91bmQiOm51bGwsIklzVmlzaWJsZSI6dHJ1ZSwiV2lkdGgiOjAuMCwiSGVpZ2h0IjowLjAsIkJvcmRlclN0eWxlIjpudWxsLCJQYXJlbnRTdHlsZSI6bnVsbH0sIkJhY2tncm91bmRTdHlsZSI6eyIkaWQiOiI0MjciLCJNYXJnaW4iOnsiJGlkIjoiNDI4IiwiVG9wIjowLjAsIkxlZnQiOjAuMCwiUmlnaHQiOjAuMCwiQm90dG9tIjowLjB9LCJQYWRkaW5nIjp7IiRpZCI6IjQyOSIsIlRvcCI6MC4wLCJMZWZ0IjowLjAsIlJpZ2h0IjowLjAsIkJvdHRvbSI6MC4wfSwiQmFja2dyb3VuZCI6eyIkaWQiOiI0MzAiLCJDb2xvciI6eyIkaWQiOiI0MzEiLCJBIjo1MSwiUiI6MjAwLCJHIjoyMDAsIkIiOjIwMH19LCJJc1Zpc2libGUiOnRydWUsIldpZHRoIjowLjAsIkhlaWdodCI6MC4wLCJCb3JkZXJTdHlsZSI6eyIkaWQiOiI0MzIiLCJMaW5lQ29sb3IiOnsiJGlkIjoiNDMzIiwiJHR5cGUiOiJOTFJFLkNvbW1vbi5Eb20uU29saWRDb2xvckJydXNoLCBOTFJFLkNvbW1vbiIsIkNvbG9yIjp7IiRpZCI6IjQzNCIsIkEiOjI1NSwiUiI6MjM0LCJHIjoyMiwiQiI6MzB9fSwiTGluZVdlaWdodCI6MC4wLCJMaW5lVHlwZSI6MCwiUGFyZW50U3R5bGUiOm51bGx9LCJQYXJlbnRTdHlsZSI6bnVsbH0sIk1hcmdpbiI6eyIkaWQiOiI0MzUiLCJUb3AiOjAuMCwiTGVmdCI6MC4wLCJSaWdodCI6MC4wLCJCb3R0b20iOjAuMH0sIlBhZGRpbmciOnsiJGlkIjoiNDM2IiwiVG9wIjowLjAsIkxlZnQiOjAuMCwiUmlnaHQiOjAuMCwiQm90dG9tIjowLjB9LCJJc1Zpc2libGUiOnRydWUsIldpZHRoIjowLjAsIkhlaWdodCI6MC4wLCJCb3JkZXJTdHlsZSI6eyIkaWQiOiI0MzciLCJMaW5lQ29sb3IiOm51bGwsIkxpbmVXZWlnaHQiOjAuMCwiTGluZVR5cGUiOjAsIlBhcmVudFN0eWxlIjpudWxsfSwiUGFyZW50U3R5bGUiOm51bGx9fV0sIklkIjoiNmI1Nzc0OGMtZGYyMS00ZDE1LWI3YWMtMTFiZjg4OTUxYzY5IiwiSW5kZXgiOjIsIkhlYWRlclRleHQiOiJJZGVhY2nDs25cclxuIiwiU3R5bGUiOnsiJGlkIjoiNDM4IiwiU3R5bGVJZCI6Ijk4NTEzZTEwLTU1MWMtNGYzMC1hYzExLWEwNjkwZTkwMzEzNCIsIkhlYWRlclN0eWxlIjp7IiRpZCI6IjQzOSIsIlRleHRJc1ZlcnRpY2FsIjpmYWxzZSwiVGV4dFN0eWxlIjp7IiRpZCI6IjQ0MCIsIkZvbnRTZXR0aW5ncyI6eyIkaWQiOiI0NDEiLCJGb250U2l6ZSI6MTEsIkZvbnROYW1lIjoiVGl0aWxsaXVtIFdlYiIsIklzQm9sZCI6ZmFsc2UsIklzSXRhbGljIjpmYWxzZSwiSXNVbmRlcmxpbmVkIjpmYWxzZSwiUGFyZW50U3R5bGUiOm51bGx9LCJBdXRvU2l6ZSI6MiwiRm9yZWdyb3VuZCI6eyIkaWQiOiI0NDIiLCJDb2xvciI6eyIkaWQiOiI0ND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zgsIkciOjM4LCJCIjozOH19LCJJc1Zpc2libGUiOnRydWUsIldpZHRoIjowLjAsIkhlaWdodCI6MC4wLCJCb3JkZXJTdHlsZSI6bnVsbCwiUGFyZW50U3R5bGUiOm51bGx9LCJSZWN0YW5nbGVTdHlsZSI6eyIkaWQiOiI0NDgiLCJNYXJnaW4iOnsiJGlkIjoiNDQ5IiwiVG9wIjowLjAsIkxlZnQiOjAuMCwiUmlnaHQiOjAuMCwiQm90dG9tIjowLjB9LCJQYWRkaW5nIjp7IiRpZCI6IjQ1MCIsIlRvcCI6MC4wLCJMZWZ0IjowLjAsIlJpZ2h0IjowLjAsIkJvdHRvbSI6MC4wfSwiQmFja2dyb3VuZCI6eyIkaWQiOiI0NTEiLCJDb2xvciI6eyIkaWQiOiI0NTIiLCJBIjoyNTUsIlIiOjI1NSwiRyI6MTkyLCJCIjowfX0sIklzVmlzaWJsZSI6dHJ1ZSwiV2lkdGgiOjAuMCwiSGVpZ2h0IjowLjAsIkJvcmRlclN0eWxlIjp7IiRpZCI6IjQ1MyIsIkxpbmVDb2xvciI6eyIkaWQiOiI0NTQiLCIkdHlwZSI6Ik5MUkUuQ29tbW9uLkRvbS5Tb2xpZENvbG9yQnJ1c2gsIE5MUkUuQ29tbW9uIiwiQ29sb3IiOnsiJGlkIjoiNDU1IiwiQSI6MjU1LCJSIjoyNTUsIkciOjI1NSwiQiI6MjU1fX0sIkxpbmVXZWlnaHQiOjAuMCwiTGluZVR5cGUiOjAsIlBhcmVudFN0eWxlIjpudWxsfSwiUGFyZW50U3R5bGUiOm51bGx9LCJNYXJnaW4iOnsiJGlkIjoiNDU2IiwiVG9wIjowLjAsIkxlZnQiOjAuMCwiUmlnaHQiOjAuMCwiQm90dG9tIjowLjB9LCJQYWRkaW5nIjp7IiRpZCI6IjQ1NyIsIlRvcCI6MC4wLCJMZWZ0IjowLjAsIlJpZ2h0IjowLjAsIkJvdHRvbSI6MC4wfSwiQmFja2dyb3VuZCI6bnVsbCwiSXNWaXNpYmxlIjp0cnVlLCJXaWR0aCI6MC4wLCJIZWlnaHQiOjAuMCwiQm9yZGVyU3R5bGUiOm51bGwsIlBhcmVudFN0eWxlIjpudWxsfSwiQmFja2dyb3VuZFN0eWxlIjp7IiRpZCI6IjQ1OCIsIk1hcmdpbiI6eyIkaWQiOiI0NTkiLCJUb3AiOjAuMCwiTGVmdCI6MC4wLCJSaWdodCI6MC4wLCJCb3R0b20iOjAuMH0sIlBhZGRpbmciOnsiJGlkIjoiNDYwIiwiVG9wIjowLjAsIkxlZnQiOjAuMCwiUmlnaHQiOjAuMCwiQm90dG9tIjowLjB9LCJCYWNrZ3JvdW5kIjp7IiRpZCI6IjQ2MSIsIkNvbG9yIjp7IiRpZCI6IjQ2MiIsIkEiOjUxLCJSIjoyMDAsIkciOjIwMCwiQiI6MjAwfX0sIklzVmlzaWJsZSI6dHJ1ZSwiV2lkdGgiOjAuMCwiSGVpZ2h0IjowLjAsIkJvcmRlclN0eWxlIjp7IiRpZCI6IjQ2MyIsIkxpbmVDb2xvciI6eyIkaWQiOiI0NjQiLCIkdHlwZSI6Ik5MUkUuQ29tbW9uLkRvbS5Tb2xpZENvbG9yQnJ1c2gsIE5MUkUuQ29tbW9uIiwiQ29sb3IiOnsiJGlkIjoiNDY1IiwiQSI6MjU1LCJSIjoyMzQsIkciOjIyLCJCIjozMH19LCJMaW5lV2VpZ2h0IjowLjAsIkxpbmVUeXBlIjowLCJQYXJlbnRTdHlsZSI6bnVsbH0sIlBhcmVudFN0eWxlIjpudWxsfSwiSXNBYm92ZVRpbWViYW5kIjpmYWxzZSwiU3BhY2luZyI6MiwiRGVmYXVsdFN3aW1sYW5lVGFza1N0eWxlIjp7IiRpZCI6IjQ2NiIsIiR0eXBlIjoiTkxSRS5Db21tb24uRG9tLlN0eWxlcy5FeHBsaWNpdFNldGFibGVUYXNrU3R5bGUsIE5MUkUuQ29tbW9uIiwiU2hhcGUiOjEsIlNoYXBlVGhpY2tuZXNzIjowLCJEdXJhdGlvbkZvcm1hdCI6MCwiSW5jbHVkZU5vbldvcmtpbmdEYXlzSW5EdXJhdGlvbiI6ZmFsc2UsIlBlcmNlbnRhZ2VDb21wbGV0ZVN0eWxlIjp7IiRpZCI6IjQ2NyIsIkZvbnRTZXR0aW5ncyI6eyIkaWQiOiI0NjgiLCJGb250U2l6ZSI6MTAsIkZvbnROYW1lIjoiQ2FsaWJyaSIsIklzQm9sZCI6ZmFsc2UsIklzSXRhbGljIjpmYWxzZSwiSXNVbmRlcmxpbmVkIjpmYWxzZSwiUGFyZW50U3R5bGUiOm51bGx9LCJBdXRvU2l6ZSI6MCwiRm9yZWdyb3VuZCI6eyIkaWQiOiI0NjkiLCJDb2xvciI6eyIkaWQiOiI0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cxIiwiVG9wIjowLjAsIkxlZnQiOjAuMCwiUmlnaHQiOjAuMCwiQm90dG9tIjowLjB9LCJQYWRkaW5nIjp7IiRpZCI6IjQ3MiIsIlRvcCI6MC4wLCJMZWZ0IjowLjAsIlJpZ2h0IjowLjAsIkJvdHRvbSI6MC4wfSwiQmFja2dyb3VuZCI6eyIkaWQiOiI0NzMiLCJDb2xvciI6eyIkaWQiOiI0NzQiLCJBIjo4OSwiUiI6MCwiRyI6MCwiQiI6MH19LCJJc1Zpc2libGUiOnRydWUsIldpZHRoIjowLjAsIkhlaWdodCI6MC4wLCJCb3JkZXJTdHlsZSI6eyIkaWQiOiI0NzUiLCJMaW5lQ29sb3IiOm51bGwsIkxpbmVXZWlnaHQiOjAuMCwiTGluZVR5cGUiOjAsIlBhcmVudFN0eWxlIjpudWxsfSwiUGFyZW50U3R5bGUiOm51bGx9LCJEdXJhdGlvblN0eWxlIjp7IiRpZCI6IjQ3NiIsIkZvbnRTZXR0aW5ncyI6eyIkaWQiOiI0NzciLCJGb250U2l6ZSI6MTAsIkZvbnROYW1lIjoiQ2FsaWJyaSIsIklzQm9sZCI6ZmFsc2UsIklzSXRhbGljIjpmYWxzZSwiSXNVbmRlcmxpbmVkIjpmYWxzZSwiUGFyZW50U3R5bGUiOm51bGx9LCJBdXRvU2l6ZSI6MCwiRm9yZWdyb3VuZCI6eyIkaWQiOiI0NzgiLCJDb2xvciI6eyIkaWQiOiI0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4MCIsIlRvcCI6MC4wLCJMZWZ0IjowLjAsIlJpZ2h0IjowLjAsIkJvdHRvbSI6MC4wfSwiUGFkZGluZyI6eyIkaWQiOiI0ODEiLCJUb3AiOjAuMCwiTGVmdCI6MC4wLCJSaWdodCI6MC4wLCJCb3R0b20iOjAuMH0sIkJhY2tncm91bmQiOnsiJGlkIjoiNDgyIiwiQ29sb3IiOnsiJGlkIjoiNDgzIiwiQSI6MjU1LCJSIjo2OCwiRyI6ODQsIkIiOjEwNn19LCJJc1Zpc2libGUiOnRydWUsIldpZHRoIjowLjAsIkhlaWdodCI6MC4wLCJCb3JkZXJTdHlsZSI6eyIkaWQiOiI0ODQiLCJMaW5lQ29sb3IiOm51bGwsIkxpbmVXZWlnaHQiOjAuMCwiTGluZVR5cGUiOjAsIlBhcmVudFN0eWxlIjpudWxsfSwiUGFyZW50U3R5bGUiOm51bGx9LCJIb3Jpem9udGFsQ29ubmVjdG9yU3R5bGUiOnsiJGlkIjoiNDg1IiwiTGluZUNvbG9yIjp7IiRpZCI6IjQ4NiIsIiR0eXBlIjoiTkxSRS5Db21tb24uRG9tLlNvbGlkQ29sb3JCcnVzaCwgTkxSRS5Db21tb24iLCJDb2xvciI6eyIkaWQiOiI0ODciLCJBIjoyNTUsIlIiOjAsIkciOjAsIkIiOjB9fSwiTGluZVdlaWdodCI6MC4wLCJMaW5lVHlwZSI6MCwiUGFyZW50U3R5bGUiOm51bGx9LCJWZXJ0aWNhbENvbm5lY3RvclN0eWxlIjp7IiRpZCI6IjQ4OCIsIkxpbmVDb2xvciI6eyIkaWQiOiI0ODkiLCIkdHlwZSI6Ik5MUkUuQ29tbW9uLkRvbS5Tb2xpZENvbG9yQnJ1c2gsIE5MUkUuQ29tbW9uIiwiQ29sb3IiOnsiJGlkIjoiNDk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DkxIiwiU2hhcGVTdHlsZSI6eyIkaWQiOiI0OTIiLCJNYXJnaW4iOnsiJGlkIjoiNDkzIiwiVG9wIjowLjAsIkxlZnQiOjAuMCwiUmlnaHQiOjAuMCwiQm90dG9tIjowLjB9LCJQYWRkaW5nIjp7IiRpZCI6IjQ5NCIsIlRvcCI6MC4wLCJMZWZ0IjowLjAsIlJpZ2h0IjowLjAsIkJvdHRvbSI6MC4wfSwiQmFja2dyb3VuZCI6eyIkaWQiOiI0OTUiLCJDb2xvciI6eyIkaWQiOiI0OTYiLCJBIjoxNTMsIlIiOjAsIkciOjAsIkIiOjB9fSwiSXNWaXNpYmxlIjp0cnVlLCJXaWR0aCI6MC4wLCJIZWlnaHQiOjAuMCwiQm9yZGVyU3R5bGUiOnsiJGlkIjoiNDk3IiwiTGluZUNvbG9yIjp7IiRpZCI6IjQ5OCIsIiR0eXBlIjoiTkxSRS5Db21tb24uRG9tLlNvbGlkQ29sb3JCcnVzaCwgTkxSRS5Db21tb24iLCJDb2xvciI6eyIkaWQiOiI0OTkiLCJBIjoyNTUsIlIiOjI1NSwiRyI6MCwiQiI6MH19LCJMaW5lV2VpZ2h0IjowLjAsIkxpbmVUeXBlIjowLCJQYXJlbnRTdHlsZSI6bnVsbH0sIlBhcmVudFN0eWxlIjpudWxsfSwiTWFyZ2luIjp7IiRpZCI6IjUwMCIsIlRvcCI6MC4wLCJMZWZ0IjowLjAsIlJpZ2h0IjowLjAsIkJvdHRvbSI6MC4wfSwiUGFkZGluZyI6eyIkaWQiOiI1MDEiLCJUb3AiOjAuMCwiTGVmdCI6MC4wLCJSaWdodCI6MC4wLCJCb3R0b20iOjAuMH0sIkJhY2tncm91bmQiOm51bGwsIklzVmlzaWJsZSI6dHJ1ZSwiV2lkdGgiOjAuMCwiSGVpZ2h0IjowLjAsIkJvcmRlclN0eWxlIjpudWxsLCJQYXJlbnRTdHlsZSI6bnVsbH0sIlNoYXBlU3R5bGUiOnsiJGlkIjoiNTAyIiwiTWFyZ2luIjp7IiRpZCI6IjUwMyIsIlRvcCI6MC4wLCJMZWZ0Ijo0LjAsIlJpZ2h0Ijo0LjAsIkJvdHRvbSI6MC4wfSwiUGFkZGluZyI6eyIkaWQiOiI1MDQiLCJUb3AiOjAuMCwiTGVmdCI6MC4wLCJSaWdodCI6MC4wLCJCb3R0b20iOjAuMH0sIkJhY2tncm91bmQiOnsiJGlkIjoiNTA1IiwiQ29sb3IiOnsiJGlkIjoiNTA2IiwiQSI6MjU1LCJSIjoyNTUsIkciOjE5MiwiQiI6MH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TEsIkZvbnROYW1lIjoiQ2FsaWJyaSIsIklzQm9sZCI6ZmFsc2UsIklzSXRhbGljIjpmYWxzZSwiSXNVbmRlcmxpbmVkIjpmYWxzZSwiUGFyZW50U3R5bGUiOm51bGx9LCJBdXRvU2l6ZSI6MCwiRm9yZWdyb3VuZCI6eyIkaWQiOiI1MTIiLCJDb2xvciI6eyIkaWQiOiI1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yNTUsIlIiOjAsIkciOjAsIkIiOjB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AsIkZvbnROYW1lIjoiQ2FsaWJyaSIsIklzQm9sZCI6ZmFsc2UsIklzSXRhbGljIjpmYWxzZSwiSXNVbmRlcmxpbmVkIjpmYWxzZSwiUGFyZW50U3R5bGUiOm51bGx9LCJBdXRvU2l6ZSI6MCwiRm9yZWdyb3VuZCI6eyIkaWQiOiI1MjEiLCJDb2xvciI6eyIkaWQiOiI1MjI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UyMyIsIlRvcCI6MC4wLCJMZWZ0IjowLjAsIlJpZ2h0IjowLjAsIkJvdHRvbSI6MC4wfSwiUGFkZGluZyI6eyIkaWQiOiI1MjQiLCJUb3AiOjAuMCwiTGVmdCI6MC4wLCJSaWdodCI6MC4wLCJCb3R0b20iOjAuMH0sIkJhY2tncm91bmQiOnsiJGlkIjoiNTI1IiwiQ29sb3IiOnsiJGlkIjoiNTI2IiwiQSI6MjU1LCJSIjo2OCwiRyI6ODQsIkIiOjEwNn19LCJJc1Zpc2libGUiOnRydWUsIldpZHRoIjowLjAsIkhlaWdodCI6MC4wLCJCb3JkZXJTdHlsZSI6eyIkaWQiOiI1MjciLCJMaW5lQ29sb3IiOm51bGwsIkxpbmVXZWlnaHQiOjAuMCwiTGluZVR5cGUiOjAsIlBhcmVudFN0eWxlIjpudWxsfSwiUGFyZW50U3R5bGUiOm51bGx9LCJEYXRlRm9ybWF0Ijp7IiRpZCI6IjU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kiLCJGb3JtYXQiOjAsIklzVmlzaWJsZSI6ZmFsc2UsIkxhc3RLbm93blZpc2liaWxpdHlTdGF0ZSI6ZmFsc2V9LCJJc1Zpc2libGUiOnRydWUsIlZhcmlhbmNlU3R5bGUiOnsiJGlkIjoiNTMwIiwiVGV4dFN0eWxlIjp7IiRpZCI6IjUzMSIsIkZvbnRTZXR0aW5ncyI6eyIkaWQiOiI1MzIiLCJGb250U2l6ZSI6MTAsIkZvbnROYW1lIjoiQ2FsaWJyaSIsIklzQm9sZCI6ZmFsc2UsIklzSXRhbGljIjpmYWxzZSwiSXNVbmRlcmxpbmVkIjpmYWxzZSwiUGFyZW50U3R5bGUiOm51bGx9LCJBdXRvU2l6ZSI6MCwiRm9yZWdyb3VuZCI6eyIkaWQiOiI1MzMiLCJDb2xvciI6eyIkaWQiOiI1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1IiwiVG9wIjowLjAsIkxlZnQiOjAuMCwiUmlnaHQiOjAuMCwiQm90dG9tIjowLjB9LCJQYWRkaW5nIjp7IiRpZCI6IjUzNiIsIlRvcCI6MC4wLCJMZWZ0IjowLjAsIlJpZ2h0IjowLjAsIkJvdHRvbSI6MC4wfSwiQmFja2dyb3VuZCI6eyIkaWQiOiI1MzciLCJDb2xvciI6eyIkaWQiOiI1MzgiLCJBIjoyNTUsIlIiOjAsIkciOjAsIkIiOjB9fSwiSXNWaXNpYmxlIjp0cnVlLCJXaWR0aCI6MC4wLCJIZWlnaHQiOjAuMCwiQm9yZGVyU3R5bGUiOnsiJGlkIjoiNTM5IiwiTGluZUNvbG9yIjpudWxsLCJMaW5lV2VpZ2h0IjowLjAsIkxpbmVUeXBlIjowLCJQYXJlbnRTdHlsZSI6bnVsbH0sIlBhcmVudFN0eWxlIjpudWxsfSwiUGFyZW50U3R5bGUiOm51bGx9LCJQYXJlbnRTdHlsZSI6bnVsbCwiX2V4cGxpY2l0bHlTZXQiOnsiJGlkIjoiNTQ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NTQxIiwiU2hhcGUiOjEsIkNvbm5lY3Rvck1hcmdpbiI6eyIkaWQiOiI1NDIiLCJUb3AiOjAuMCwiTGVmdCI6Mi4wLCJSaWdodCI6Mi4wLCJCb3R0b20iOjAuMH0sIkNvbm5lY3RvclN0eWxlIjp7IiRpZCI6IjU0MyIsIkxpbmVDb2xvciI6eyIkaWQiOiI1NDQiLCIkdHlwZSI6Ik5MUkUuQ29tbW9uLkRvbS5Tb2xpZENvbG9yQnJ1c2gsIE5MUkUuQ29tbW9uIiwiQ29sb3IiOnsiJGlkIjoiNTQ1IiwiQSI6MTI3LCJSIjoxMjcsIkciOjk2LCJCIjowfX0sIkxpbmVXZWlnaHQiOjEuMCwiTGluZVR5cGUiOjAsIlBhcmVudFN0eWxlIjpudWxsfSwiSXNCZWxvd1RpbWViYW5kIjpmYWxzZSwiUG9zaXRpb25PblRhc2siOjEsIkhpZGVEYXRlIjpmYWxzZSwiU2hhcGVTaXplIjowLCJTcGFjaW5nIjowLjAsIlBhZGRpbmciOnsiJGlkIjoiNTQ2IiwiVG9wIjo1LjAsIkxlZnQiOjMuMCwiUmlnaHQiOjAuMCwiQm90dG9tIjoyLjB9LCJTaGFwZVN0eWxlIjp7IiRpZCI6IjU0NyIsIk1hcmdpbiI6eyIkaWQiOiI1NDgiLCJUb3AiOjAuMCwiTGVmdCI6MC4wLCJSaWdodCI6MC4wLCJCb3R0b20iOjAuMH0sIlBhZGRpbmciOnsiJGlkIjoiNTQ5IiwiVG9wIjowLjAsIkxlZnQiOjAuMCwiUmlnaHQiOjAuMCwiQm90dG9tIjowLjB9LCJCYWNrZ3JvdW5kIjp7IiRpZCI6IjU1MCIsIkNvbG9yIjp7IiRpZCI6IjU1MSIsIkEiOjI1NSwiUiI6MTI3LCJHIjo5NiwiQiI6MH19LCJJc1Zpc2libGUiOnRydWUsIldpZHRoIjoxMi4wLCJIZWlnaHQiOjE0LjAsIkJvcmRlclN0eWxlIjp7IiRpZCI6IjU1MiIsIkxpbmVDb2xvciI6eyIkaWQiOiI1NTMiLCIkdHlwZSI6Ik5MUkUuQ29tbW9uLkRvbS5Tb2xpZENvbG9yQnJ1c2gsIE5MUkUuQ29tbW9uIiwiQ29sb3IiOnsiJGlkIjoiNTU0IiwiQSI6MjU1LCJSIjoyNTUsIkciOjI1NSwiQiI6MjU1fX0sIkxpbmVXZWlnaHQiOjAuMCwiTGluZVR5cGUiOjAsIlBhcmVudFN0eWxlIjpudWxsfSwiUGFyZW50U3R5bGUiOm51bGx9LCJUaXRsZVN0eWxlIjp7IiRpZCI6IjU1NSIsIkZvbnRTZXR0aW5ncyI6eyIkaWQiOiI1NTYiLCJGb250U2l6ZSI6MTEsIkZvbnROYW1lIjoiQ2FsaWJyaSIsIklzQm9sZCI6ZmFsc2UsIklzSXRhbGljIjpmYWxzZSwiSXNVbmRlcmxpbmVkIjpmYWxzZSwiUGFyZW50U3R5bGUiOm51bGx9LCJBdXRvU2l6ZSI6MCwiRm9yZWdyb3VuZCI6eyIkaWQiOiI1NTciLCJDb2xvciI6eyIkaWQiOiI1NT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TU5IiwiVG9wIjowLjAsIkxlZnQiOjAuMCwiUmlnaHQiOjAuMCwiQm90dG9tIjowLjB9LCJQYWRkaW5nIjp7IiRpZCI6IjU2MCIsIlRvcCI6MC4wLCJMZWZ0IjowLjAsIlJpZ2h0IjowLjAsIkJvdHRvbSI6MC4wfSwiQmFja2dyb3VuZCI6eyIkaWQiOiI1NjEiLCJDb2xvciI6eyIkaWQiOiI1NjIiLCJBIjoyNTUsIlIiOjAsIkciOjAsIkIiOjB9fSwiSXNWaXNpYmxlIjp0cnVlLCJXaWR0aCI6MC4wLCJIZWlnaHQiOjAuMCwiQm9yZGVyU3R5bGUiOnsiJGlkIjoiNTYzIiwiTGluZUNvbG9yIjpudWxsLCJMaW5lV2VpZ2h0IjowLjAsIkxpbmVUeXBlIjowLCJQYXJlbnRTdHlsZSI6bnVsbH0sIlBhcmVudFN0eWxlIjpudWxsfSwiRGF0ZVN0eWxlIjp7IiRpZCI6IjU2NCIsIkZvbnRTZXR0aW5ncyI6eyIkaWQiOiI1NjUiLCJGb250U2l6ZSI6MTAsIkZvbnROYW1lIjoiQ2FsaWJyaSIsIklzQm9sZCI6ZmFsc2UsIklzSXRhbGljIjpmYWxzZSwiSXNVbmRlcmxpbmVkIjpmYWxzZSwiUGFyZW50U3R5bGUiOm51bGx9LCJBdXRvU2l6ZSI6MCwiRm9yZWdyb3VuZCI6eyIkaWQiOiI1NjYiLCJDb2xvciI6eyIkaWQiOiI1Nj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U2OCIsIlRvcCI6MC4wLCJMZWZ0IjowLjAsIlJpZ2h0IjowLjAsIkJvdHRvbSI6MC4wfSwiUGFkZGluZyI6eyIkaWQiOiI1NjkiLCJUb3AiOjAuMCwiTGVmdCI6MC4wLCJSaWdodCI6MC4wLCJCb3R0b20iOjAuMH0sIkJhY2tncm91bmQiOnsiJGlkIjoiNTcwIiwiQ29sb3IiOnsiJGlkIjoiNTcxIiwiQSI6MjU1LCJSIjo2OCwiRyI6ODQsIkIiOjEwNn19LCJJc1Zpc2libGUiOnRydWUsIldpZHRoIjowLjAsIkhlaWdodCI6MC4wLCJCb3JkZXJTdHlsZSI6eyIkaWQiOiI1NzIiLCJMaW5lQ29sb3IiOm51bGwsIkxpbmVXZWlnaHQiOjAuMCwiTGluZVR5cGUiOjAsIlBhcmVudFN0eWxlIjpudWxsfSwiUGFyZW50U3R5bGUiOm51bGx9LCJEYXRlRm9ybWF0Ijp7IiRpZCI6IjU3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zQiLCJGb3JtYXQiOjAsIklzVmlzaWJsZSI6ZmFsc2UsIkxhc3RLbm93blZpc2liaWxpdHlTdGF0ZSI6ZmFsc2V9LCJJc1Zpc2libGUiOmZhbHNlLCJWYXJpYW5jZVN0eWxlIjp7IiRpZCI6IjU3NSIsIlRleHRTdHlsZSI6eyIkaWQiOiI1NzYiLCJGb250U2V0dGluZ3MiOnsiJGlkIjoiNTc3IiwiRm9udFNpemUiOjEwLCJGb250TmFtZSI6IkNhbGlicmkiLCJJc0JvbGQiOmZhbHNlLCJJc0l0YWxpYyI6ZmFsc2UsIklzVW5kZXJsaW5lZCI6ZmFsc2UsIlBhcmVudFN0eWxlIjpudWxsfSwiQXV0b1NpemUiOjAsIkZvcmVncm91bmQiOnsiJGlkIjoiNTc4IiwiQ29sb3IiOnsiJGlkIjoiNT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4MCIsIlRvcCI6MC4wLCJMZWZ0IjowLjAsIlJpZ2h0IjowLjAsIkJvdHRvbSI6MC4wfSwiUGFkZGluZyI6eyIkaWQiOiI1ODEiLCJUb3AiOjAuMCwiTGVmdCI6MC4wLCJSaWdodCI6MC4wLCJCb3R0b20iOjAuMH0sIkJhY2tncm91bmQiOnsiJGlkIjoiNTgyIiwiQ29sb3IiOnsiJGlkIjoiNTgzIiwiQSI6MjU1LCJSIjowLCJHIjowLCJCIjowfX0sIklzVmlzaWJsZSI6dHJ1ZSwiV2lkdGgiOjAuMCwiSGVpZ2h0IjowLjAsIkJvcmRlclN0eWxlIjp7IiRpZCI6IjU4NCIsIkxpbmVDb2xvciI6bnVsbCwiTGluZVdlaWdodCI6MC4wLCJMaW5lVHlwZSI6MCwiUGFyZW50U3R5bGUiOm51bGx9LCJQYXJlbnRTdHlsZSI6bnVsbH0sIlBhcmVudFN0eWxlIjpudWxsfSwiUGFyZW50U3R5bGUiOm51bGx9LCJEZWZhdWx0U3dpbWxhbmVNaWxlc3RvbmVTdHlsZSI6eyIkaWQiOiI1ODUiLCJUaXRsZVBvc2l0aW9uIjoiTGVmdCIsIkRhdGVQb3NpdGlvbiI6IlJpZ2h0IiwiVmFyaWFuY2VQb3NpdGlvbiI6IlJpZ2h0IiwiU2hhcGVUeXBlIjoxLCJTaGFwZVNpemUiOjAsIlNwYWNpbmciOjUsIlNoYXBlU3R5bGUiOnsiJGlkIjoiNTg2IiwiTWFyZ2luIjp7IiRpZCI6IjU4NyIsIlRvcCI6MC4wLCJMZWZ0IjowLjAsIlJpZ2h0IjowLjAsIkJvdHRvbSI6MC4wfSwiUGFkZGluZyI6eyIkaWQiOiI1ODgiLCJUb3AiOjAuMCwiTGVmdCI6MC4wLCJSaWdodCI6MC4wLCJCb3R0b20iOjAuMH0sIkJhY2tncm91bmQiOnsiJGlkIjoiNTg5IiwiQ29sb3IiOnsiJGlkIjoiNTkwIiwiQSI6MjU1LCJSIjoyNTUsIkciOjE5MiwiQiI6MH19LCJJc1Zpc2libGUiOnRydWUsIldpZHRoIjoxMi4wLCJIZWlnaHQiOjE0LjAsIkJvcmRlclN0eWxlIjp7IiRpZCI6IjU5MSIsIkxpbmVDb2xvciI6eyIkaWQiOiI1OTIiLCIkdHlwZSI6Ik5MUkUuQ29tbW9uLkRvbS5Tb2xpZENvbG9yQnJ1c2gsIE5MUkUuQ29tbW9uIiwiQ29sb3IiOnsiJGlkIjoiNTkzIiwiQSI6MjU1LCJSIjoyMzQsIkciOjIyLCJCIjozMH19LCJMaW5lV2VpZ2h0IjowLjAsIkxpbmVUeXBlIjowLCJQYXJlbnRTdHlsZSI6bnVsbH0sIlBhcmVudFN0eWxlIjpudWxsfSwiVGl0bGVTdHlsZSI6eyIkaWQiOiI1OTQiLCJGb250U2V0dGluZ3MiOnsiJGlkIjoiNTk1IiwiRm9udFNpemUiOjExLCJGb250TmFtZSI6IkNhbGlicmkiLCJJc0JvbGQiOmZhbHNlLCJJc0l0YWxpYyI6ZmFsc2UsIklzVW5kZXJsaW5lZCI6ZmFsc2UsIlBhcmVudFN0eWxlIjpudWxsfSwiQXV0b1NpemUiOjAsIkZvcmVncm91bmQiOnsiJGlkIjoiNTk2IiwiQ29sb3IiOnsiJGlkIjoiNTk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U5OCIsIlRvcCI6MC4wLCJMZWZ0IjowLjAsIlJpZ2h0IjowLjAsIkJvdHRvbSI6MC4wfSwiUGFkZGluZyI6eyIkaWQiOiI1OTkiLCJUb3AiOjAuMCwiTGVmdCI6MC4wLCJSaWdodCI6MC4wLCJCb3R0b20iOjAuMH0sIkJhY2tncm91bmQiOnsiJGlkIjoiNjAwIiwiQ29sb3IiOnsiJGlkIjoiNjAxIiwiQSI6MjU1LCJSIjowLCJHIjowLCJCIjowfX0sIklzVmlzaWJsZSI6dHJ1ZSwiV2lkdGgiOjAuMCwiSGVpZ2h0IjowLjAsIkJvcmRlclN0eWxlIjp7IiRpZCI6IjYwMiIsIkxpbmVDb2xvciI6bnVsbCwiTGluZVdlaWdodCI6MC4wLCJMaW5lVHlwZSI6MCwiUGFyZW50U3R5bGUiOm51bGx9LCJQYXJlbnRTdHlsZSI6bnVsbH0sIkRhdGVTdHlsZSI6eyIkaWQiOiI2MDMiLCJGb250U2V0dGluZ3MiOnsiJGlkIjoiNjA0IiwiRm9udFNpemUiOjEwLCJGb250TmFtZSI6IkNhbGlicmkiLCJJc0JvbGQiOmZhbHNlLCJJc0l0YWxpYyI6ZmFsc2UsIklzVW5kZXJsaW5lZCI6ZmFsc2UsIlBhcmVudFN0eWxlIjpudWxsfSwiQXV0b1NpemUiOjAsIkZvcmVncm91bmQiOnsiJGlkIjoiNjA1IiwiQ29sb3IiOnsiJGlkIjoiNjA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I1NSwiUiI6NjgsIkciOjg0LCJCIjoxMDZ9fSwiSXNWaXNpYmxlIjp0cnVlLCJXaWR0aCI6MC4wLCJIZWlnaHQiOjAuMCwiQm9yZGVyU3R5bGUiOnsiJGlkIjoiNjExIiwiTGluZUNvbG9yIjpudWxsLCJMaW5lV2VpZ2h0IjowLjAsIkxpbmVUeXBlIjowLCJQYXJlbnRTdHlsZSI6bnVsbH0sIlBhcmVudFN0eWxlIjpudWxsfSwiRGF0ZUZvcm1hdCI6eyIkaWQiOiI2MT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x9LCJEZWZhdWx0U3dpbWxhbmVBY3Rpdml0eVN0eWxlIjp7IiRpZCI6IjYyNCIsIkhlYWRlclN0eWxlIjp7IiRpZCI6IjYyNSIsIlRleHRTdHlsZSI6eyIkaWQiOiI2MjYiLCJGb250U2V0dGluZ3MiOnsiJGlkIjoiNjI3IiwiRm9udFNpemUiOjExLCJGb250TmFtZSI6IkNhbGlicmkiLCJJc0JvbGQiOmZhbHNlLCJJc0l0YWxpYyI6ZmFsc2UsIklzVW5kZXJsaW5lZCI6ZmFsc2UsIlBhcmVudFN0eWxlIjpudWxsfSwiQXV0b1NpemUiOjIsIkZvcmVncm91bmQiOnsiJGlkIjoiNjI4IiwiQ29sb3IiOnsiJGlkIjoiNj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jMwIiwiVG9wIjowLjAsIkxlZnQiOjAuMCwiUmlnaHQiOjAuMCwiQm90dG9tIjowLjB9LCJQYWRkaW5nIjp7IiRpZCI6IjYzMSIsIlRvcCI6MC4wLCJMZWZ0IjowLjAsIlJpZ2h0IjowLjAsIkJvdHRvbSI6MC4wfSwiQmFja2dyb3VuZCI6eyIkaWQiOiI2MzIiLCJDb2xvciI6eyIkaWQiOiI2MzMiLCJBIjoyNTUsIlIiOjY0LCJHIjo2NCwiQiI6NjR9fSwiSXNWaXNpYmxlIjp0cnVlLCJXaWR0aCI6MC4wLCJIZWlnaHQiOjAuMCwiQm9yZGVyU3R5bGUiOm51bGwsIlBhcmVudFN0eWxlIjpudWxsfSwiUmVjdGFuZ2xlU3R5bGUiOnsiJGlkIjoiNjM0IiwiTWFyZ2luIjp7IiRpZCI6IjYzNSIsIlRvcCI6MC4wLCJMZWZ0IjowLjAsIlJpZ2h0IjowLjAsIkJvdHRvbSI6MC4wfSwiUGFkZGluZyI6eyIkaWQiOiI2MzYiLCJUb3AiOjAuMCwiTGVmdCI6MC4wLCJSaWdodCI6MC4wLCJCb3R0b20iOjAuMH0sIkJhY2tncm91bmQiOnsiJGlkIjoiNjM3IiwiQ29sb3IiOnsiJGlkIjoiNjM4IiwiQSI6MTI3LCJSIjoyNTUsIkciOjE5MiwiQiI6MH19LCJJc1Zpc2libGUiOnRydWUsIldpZHRoIjowLjAsIkhlaWdodCI6MC4wLCJCb3JkZXJTdHlsZSI6eyIkaWQiOiI2MzkiLCJMaW5lQ29sb3IiOnsiJGlkIjoiNjQwIiwiJHR5cGUiOiJOTFJFLkNvbW1vbi5Eb20uU29saWRDb2xvckJydXNoLCBOTFJFLkNvbW1vbiIsIkNvbG9yIjp7IiRpZCI6IjY0MSIsIkEiOjI1NSwiUiI6MjU1LCJHIjoyNTUsIkIiOjI1NX19LCJMaW5lV2VpZ2h0IjowLjAsIkxpbmVUeXBlIjowLCJQYXJlbnRTdHlsZSI6bnVsbH0sIlBhcmVudFN0eWxlIjpudWxsfSwiTWFyZ2luIjp7IiRpZCI6IjY0MiIsIlRvcCI6MC4wLCJMZWZ0IjowLjAsIlJpZ2h0IjowLjAsIkJvdHRvbSI6MC4wfSwiUGFkZGluZyI6eyIkaWQiOiI2NDMiLCJUb3AiOjAuMCwiTGVmdCI6MC4wLCJSaWdodCI6MC4wLCJCb3R0b20iOjAuMH0sIkJhY2tncm91bmQiOm51bGwsIklzVmlzaWJsZSI6dHJ1ZSwiV2lkdGgiOjAuMCwiSGVpZ2h0IjowLjAsIkJvcmRlclN0eWxlIjpudWxsLCJQYXJlbnRTdHlsZSI6bnVsbH0sIkJhY2tncm91bmRTdHlsZSI6eyIkaWQiOiI2NDQiLCJNYXJnaW4iOnsiJGlkIjoiNjQ1IiwiVG9wIjowLjAsIkxlZnQiOjAuMCwiUmlnaHQiOjAuMCwiQm90dG9tIjowLjB9LCJQYWRkaW5nIjp7IiRpZCI6IjY0NiIsIlRvcCI6MC4wLCJMZWZ0IjowLjAsIlJpZ2h0IjowLjAsIkJvdHRvbSI6MC4wfSwiQmFja2dyb3VuZCI6eyIkaWQiOiI2NDciLCJDb2xvciI6eyIkaWQiOiI2NDgiLCJBIjo1MSwiUiI6MjAwLCJHIjoyMDAsIkIiOjIwMH19LCJJc1Zpc2libGUiOnRydWUsIldpZHRoIjowLjAsIkhlaWdodCI6MC4wLCJCb3JkZXJTdHlsZSI6eyIkaWQiOiI2NDkiLCJMaW5lQ29sb3IiOnsiJGlkIjoiNjUwIiwiJHR5cGUiOiJOTFJFLkNvbW1vbi5Eb20uU29saWRDb2xvckJydXNoLCBOTFJFLkNvbW1vbiIsIkNvbG9yIjp7IiRpZCI6IjY1MSIsIkEiOjI1NSwiUiI6MjM0LCJHIjoyMiwiQiI6MzB9fSwiTGluZVdlaWdodCI6MC4wLCJMaW5lVHlwZSI6MCwiUGFyZW50U3R5bGUiOm51bGx9LCJQYXJlbnRTdHlsZSI6bnVsbH0sIk1hcmdpbiI6eyIkaWQiOiI2NTIiLCJUb3AiOjAuMCwiTGVmdCI6MC4wLCJSaWdodCI6MC4wLCJCb3R0b20iOjAuMH0sIlBhZGRpbmciOnsiJGlkIjoiNjUzIiwiVG9wIjowLjAsIkxlZnQiOjAuMCwiUmlnaHQiOjAuMCwiQm90dG9tIjowLjB9LCJJc1Zpc2libGUiOnRydWUsIldpZHRoIjowLjAsIkhlaWdodCI6MC4wLCJCb3JkZXJTdHlsZSI6eyIkaWQiOiI2NTQiLCJMaW5lQ29sb3IiOm51bGwsIkxpbmVXZWlnaHQiOjAuMCwiTGluZVR5cGUiOjAsIlBhcmVudFN0eWxlIjpudWxsfSwiUGFyZW50U3R5bGUiOm51bGx9LCJNYXJnaW4iOnsiJGlkIjoiNjU1IiwiVG9wIjowLjAsIkxlZnQiOjAuMCwiUmlnaHQiOjAuMCwiQm90dG9tIjowLjB9LCJQYWRkaW5nIjp7IiRpZCI6IjY1NiIsIlRvcCI6MC4wLCJMZWZ0IjowLjAsIlJpZ2h0IjowLjAsIkJvdHRvbSI6MC4wfSwiSXNWaXNpYmxlIjpmYWxzZSwiV2lkdGgiOjAuMCwiSGVpZ2h0IjowLjAsIkJvcmRlclN0eWxlIjp7IiRpZCI6IjY1NyIsIkxpbmVDb2xvciI6bnVsbCwiTGluZVdlaWdodCI6MC4wLCJMaW5lVHlwZSI6MCwiUGFyZW50U3R5bGUiOm51bGx9LCJQYXJlbnRTdHlsZSI6bnVsbH19LHsiJGlkIjoiNjU4IiwiX2FjdGl2aXRpZXMiOlt7IiRpZCI6IjY1OSIsIl9yb3dzIjpbeyIkaWQiOiI2NjAiLCJfdGFza3MiOlt7IiRpZCI6IjY2MSIsIl9hdHRhY2hlZE1pbGVzdG9uZXMiOltdLCJUYXNrRGVmaW5pdGlvbiI6eyIkaWQiOiI2NjIiLCJHcm91cE5hbWUiOm51bGwsIlN0YXJ0RGF0ZSI6IjIwMjYtMDUtMDNUMDA6MDA6MDAiLCJFbmREYXRlIjoiMjAyNi0wNS0yMlQyMzo1OTowMCIsIlBlcmNlbnRhZ2VDb21wbGV0ZSI6bnVsbCwiU3R5bGUiOnsiJGlkIjoiNjYzIiwiU2hhcGUiOjEsIlNoYXBlVGhpY2tuZXNzIjowLCJEdXJhdGlvbkZvcm1hdCI6MCwiSW5jbHVkZU5vbldvcmtpbmdEYXlzSW5EdXJhdGlvbiI6ZmFsc2UsIlBlcmNlbnRhZ2VDb21wbGV0ZVN0eWxlIjp7IiRpZCI6IjY2NCIsIkZvbnRTZXR0aW5ncyI6eyIkaWQiOiI2NjUiLCJGb250U2l6ZSI6MTAsIkZvbnROYW1lIjoiQ2FsaWJyaSIsIklzQm9sZCI6ZmFsc2UsIklzSXRhbGljIjpmYWxzZSwiSXNVbmRlcmxpbmVkIjpmYWxzZSwiUGFyZW50U3R5bGUiOm51bGx9LCJBdXRvU2l6ZSI6MCwiRm9yZWdyb3VuZCI6eyIkaWQiOiI2NjYiLCJDb2xvciI6eyIkaWQiOiI2Njc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jY4IiwiVG9wIjowLjAsIkxlZnQiOjAuMCwiUmlnaHQiOjAuMCwiQm90dG9tIjowLjB9LCJQYWRkaW5nIjp7IiRpZCI6IjY2OSIsIlRvcCI6MC4wLCJMZWZ0IjowLjAsIlJpZ2h0IjowLjAsIkJvdHRvbSI6MC4wfSwiQmFja2dyb3VuZCI6eyIkaWQiOiI2NzAiLCJDb2xvciI6eyIkaWQiOiI2NzEiLCJBIjo4OSwiUiI6MCwiRyI6MCwiQiI6MH19LCJJc1Zpc2libGUiOnRydWUsIldpZHRoIjowLjAsIkhlaWdodCI6MC4wLCJCb3JkZXJTdHlsZSI6eyIkaWQiOiI2NzIiLCJMaW5lQ29sb3IiOm51bGwsIkxpbmVXZWlnaHQiOjAuMCwiTGluZVR5cGUiOjAsIlBhcmVudFN0eWxlIjpudWxsfSwiUGFyZW50U3R5bGUiOm51bGx9LCJEdXJhdGlvblN0eWxlIjp7IiRpZCI6IjY3MyIsIkZvbnRTZXR0aW5ncyI6eyIkaWQiOiI2NzQiLCJGb250U2l6ZSI6MTAsIkZvbnROYW1lIjoiQ2FsaWJyaSIsIklzQm9sZCI6ZmFsc2UsIklzSXRhbGljIjpmYWxzZSwiSXNVbmRlcmxpbmVkIjpmYWxzZSwiUGFyZW50U3R5bGUiOm51bGx9LCJBdXRvU2l6ZSI6MCwiRm9yZWdyb3VuZCI6eyIkaWQiOiI2NzUiLCJDb2xvciI6eyIkaWQiOiI2NzY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Y3NyIsIlRvcCI6MC4wLCJMZWZ0IjowLjAsIlJpZ2h0IjowLjAsIkJvdHRvbSI6MC4wfSwiUGFkZGluZyI6eyIkaWQiOiI2NzgiLCJUb3AiOjAuMCwiTGVmdCI6MC4wLCJSaWdodCI6MC4wLCJCb3R0b20iOjAuMH0sIkJhY2tncm91bmQiOnsiJGlkIjoiNjc5IiwiQ29sb3IiOnsiJGlkIjoiNjgwIiwiQSI6MjU1LCJSIjo2OCwiRyI6ODQsIkIiOjEwNn19LCJJc1Zpc2libGUiOnRydWUsIldpZHRoIjowLjAsIkhlaWdodCI6MC4wLCJCb3JkZXJTdHlsZSI6eyIkaWQiOiI2ODEiLCJMaW5lQ29sb3IiOm51bGwsIkxpbmVXZWlnaHQiOjAuMCwiTGluZVR5cGUiOjAsIlBhcmVudFN0eWxlIjpudWxsfSwiUGFyZW50U3R5bGUiOm51bGx9LCJIb3Jpem9udGFsQ29ubmVjdG9yU3R5bGUiOnsiJGlkIjoiNjgyIiwiTGluZUNvbG9yIjp7IiRpZCI6IjY4MyIsIiR0eXBlIjoiTkxSRS5Db21tb24uRG9tLlNvbGlkQ29sb3JCcnVzaCwgTkxSRS5Db21tb24iLCJDb2xvciI6eyIkaWQiOiI2ODQiLCJBIjoyNTUsIlIiOjAsIkciOjAsIkIiOjB9fSwiTGluZVdlaWdodCI6MC4wLCJMaW5lVHlwZSI6MCwiUGFyZW50U3R5bGUiOm51bGx9LCJWZXJ0aWNhbENvbm5lY3RvclN0eWxlIjp7IiRpZCI6IjY4NSIsIkxpbmVDb2xvciI6eyIkaWQiOiI2ODYiLCIkdHlwZSI6Ik5MUkUuQ29tbW9uLkRvbS5Tb2xpZENvbG9yQnJ1c2gsIE5MUkUuQ29tbW9uIiwiQ29sb3IiOnsiJGlkIjoiNjg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2ODgiLCJTaGFwZVN0eWxlIjp7IiRpZCI6IjY4OSIsIk1hcmdpbiI6eyIkaWQiOiI2OTAiLCJUb3AiOjAuMCwiTGVmdCI6MC4wLCJSaWdodCI6MC4wLCJCb3R0b20iOjAuMH0sIlBhZGRpbmciOnsiJGlkIjoiNjkxIiwiVG9wIjowLjAsIkxlZnQiOjAuMCwiUmlnaHQiOjAuMCwiQm90dG9tIjowLjB9LCJCYWNrZ3JvdW5kIjp7IiRpZCI6IjY5MiIsIkNvbG9yIjp7IiRpZCI6IjY5MyIsIkEiOjE1MywiUiI6MCwiRyI6MCwiQiI6MH19LCJJc1Zpc2libGUiOnRydWUsIldpZHRoIjowLjAsIkhlaWdodCI6MC4wLCJCb3JkZXJTdHlsZSI6bnVsbCwiUGFyZW50U3R5bGUiOm51bGx9LCJNYXJnaW4iOnsiJGlkIjoiNjk0IiwiVG9wIjowLjAsIkxlZnQiOjAuMCwiUmlnaHQiOjAuMCwiQm90dG9tIjowLjB9LCJQYWRkaW5nIjp7IiRpZCI6IjY5NSIsIlRvcCI6MC4wLCJMZWZ0IjowLjAsIlJpZ2h0IjowLjAsIkJvdHRvbSI6MC4wfSwiQmFja2dyb3VuZCI6bnVsbCwiSXNWaXNpYmxlIjp0cnVlLCJXaWR0aCI6MC4wLCJIZWlnaHQiOjAuMCwiQm9yZGVyU3R5bGUiOm51bGwsIlBhcmVudFN0eWxlIjpudWxsfSwiU2hhcGVTdHlsZSI6eyIkaWQiOiI2OTYiLCJNYXJnaW4iOnsiJGlkIjoiNjk3IiwiVG9wIjowLjAsIkxlZnQiOjQuMCwiUmlnaHQiOjQuMCwiQm90dG9tIjowLjB9LCJQYWRkaW5nIjp7IiRpZCI6IjY5OCIsIlRvcCI6MC4wLCJMZWZ0IjowLjAsIlJpZ2h0IjowLjAsIkJvdHRvbSI6MC4wfSwiQmFja2dyb3VuZCI6eyIkaWQiOiI2OTkiLCJDb2xvciI6eyIkaWQiOiI3MDAiLCJBIjoyNTUsIlIiOjExMiwiRyI6MTczLCJCIjo3MX19LCJJc1Zpc2libGUiOnRydWUsIldpZHRoIjowLjAsIkhlaWdodCI6MTAuMCwiQm9yZGVyU3R5bGUiOnsiJGlkIjoiNzAxIiwiTGluZUNvbG9yIjp7IiRpZCI6IjcwMiIsIiR0eXBlIjoiTkxSRS5Db21tb24uRG9tLlNvbGlkQ29sb3JCcnVzaCwgTkxSRS5Db21tb24iLCJDb2xvciI6eyIkaWQiOiI3MDMiLCJBIjoyNTUsIlIiOjIzNCwiRyI6MjIsIkIiOjMwfX0sIkxpbmVXZWlnaHQiOjAuMCwiTGluZVR5cGUiOjAsIlBhcmVudFN0eWxlIjpudWxsfSwiUGFyZW50U3R5bGUiOm51bGx9LCJUaXRsZVN0eWxlIjp7IiRpZCI6IjcwNCIsIkZvbnRTZXR0aW5ncyI6eyIkaWQiOiI3MDUiLCJGb250U2l6ZSI6MTEsIkZvbnROYW1lIjoiVGl0aWxsaXVtIFdlYiIsIklzQm9sZCI6ZmFsc2UsIklzSXRhbGljIjpmYWxzZSwiSXNVbmRlcmxpbmVkIjpmYWxzZSwiUGFyZW50U3R5bGUiOm51bGx9LCJBdXRvU2l6ZSI6MCwiRm9yZWdyb3VuZCI6eyIkaWQiOiI3MDYiLCJDb2xvciI6eyIkaWQiOiI3MD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A4IiwiVG9wIjowLjAsIkxlZnQiOjAuMCwiUmlnaHQiOjAuMCwiQm90dG9tIjowLjB9LCJQYWRkaW5nIjp7IiRpZCI6IjcwOSIsIlRvcCI6MC4wLCJMZWZ0IjowLjAsIlJpZ2h0IjowLjAsIkJvdHRvbSI6MC4wfSwiQmFja2dyb3VuZCI6eyIkaWQiOiI3MTAiLCJDb2xvciI6eyIkaWQiOiI3MTEiLCJBIjowLCJSIjoyNTUsIkciOjI1NSwiQiI6MjU1fX0sIklzVmlzaWJsZSI6dHJ1ZSwiV2lkdGgiOjAuMCwiSGVpZ2h0IjowLjAsIkJvcmRlclN0eWxlIjp7IiRpZCI6IjcxMiIsIkxpbmVDb2xvciI6bnVsbCwiTGluZVdlaWdodCI6MC4wLCJMaW5lVHlwZSI6MCwiUGFyZW50U3R5bGUiOm51bGx9LCJQYXJlbnRTdHlsZSI6bnVsbH0sIkRhdGVTdHlsZSI6eyIkaWQiOiI3MTMiLCJGb250U2V0dGluZ3MiOnsiJGlkIjoiNzE0IiwiRm9udFNpemUiOjEwLCJGb250TmFtZSI6IlRpdGlsbGl1bSBXZWIiLCJJc0JvbGQiOmZhbHNlLCJJc0l0YWxpYyI6ZmFsc2UsIklzVW5kZXJsaW5lZCI6ZmFsc2UsIlBhcmVudFN0eWxlIjpudWxsfSwiQXV0b1NpemUiOjAsIkZvcmVncm91bmQiOnsiJGlkIjoiNzE1IiwiQ29sb3IiOnsiJGlkIjoiNzE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xNyIsIlRvcCI6MC4wLCJMZWZ0IjowLjAsIlJpZ2h0IjowLjAsIkJvdHRvbSI6MC4wfSwiUGFkZGluZyI6eyIkaWQiOiI3MTgiLCJUb3AiOjAuMCwiTGVmdCI6MC4wLCJSaWdodCI6MC4wLCJCb3R0b20iOjAuMH0sIkJhY2tncm91bmQiOnsiJGlkIjoiNzE5IiwiQ29sb3IiOnsiJGlkIjoiNzIwIiwiQSI6MCwiUiI6MjU1LCJHIjoyNTUsIkIiOjI1NX19LCJJc1Zpc2libGUiOnRydWUsIldpZHRoIjowLjAsIkhlaWdodCI6MC4wLCJCb3JkZXJTdHlsZSI6eyIkaWQiOiI3MjEiLCJMaW5lQ29sb3IiOm51bGwsIkxpbmVXZWlnaHQiOjAuMCwiTGluZVR5cGUiOjAsIlBhcmVudFN0eWxlIjpudWxsfSwiUGFyZW50U3R5bGUiOm51bGx9LCJEYXRlRm9ybWF0Ijp7IiRpZCI6Ijcy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jMiLCJGb3JtYXQiOjAsIklzVmlzaWJsZSI6ZmFsc2UsIkxhc3RLbm93blZpc2liaWxpdHlTdGF0ZSI6ZmFsc2V9LCJJc1Zpc2libGUiOnRydWUsIlZhcmlhbmNlU3R5bGUiOnsiJGlkIjoiNzI0IiwiVGV4dFN0eWxlIjp7IiRpZCI6IjcyNSIsIkZvbnRTZXR0aW5ncyI6eyIkaWQiOiI3MjYiLCJGb250U2l6ZSI6MTAsIkZvbnROYW1lIjoiQ2FsaWJyaSIsIklzQm9sZCI6ZmFsc2UsIklzSXRhbGljIjpmYWxzZSwiSXNVbmRlcmxpbmVkIjpmYWxzZSwiUGFyZW50U3R5bGUiOm51bGx9LCJBdXRvU2l6ZSI6MCwiRm9yZWdyb3VuZCI6eyIkaWQiOiI3MjciLCJDb2xvciI6eyIkaWQiOiI3Mj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I5IiwiVG9wIjowLjAsIkxlZnQiOjAuMCwiUmlnaHQiOjAuMCwiQm90dG9tIjowLjB9LCJQYWRkaW5nIjp7IiRpZCI6IjczMCIsIlRvcCI6MC4wLCJMZWZ0IjowLjAsIlJpZ2h0IjowLjAsIkJvdHRvbSI6MC4wfSwiQmFja2dyb3VuZCI6eyIkaWQiOiI3MzEiLCJDb2xvciI6eyIkaWQiOiI3MzIiLCJBIjoyNTUsIlIiOjAsIkciOjAsIkIiOjB9fSwiSXNWaXNpYmxlIjp0cnVlLCJXaWR0aCI6MC4wLCJIZWlnaHQiOjAuMCwiQm9yZGVyU3R5bGUiOnsiJGlkIjoiNzMzIiwiTGluZUNvbG9yIjpudWxsLCJMaW5lV2VpZ2h0IjowLjAsIkxpbmVUeXBlIjowLCJQYXJlbnRTdHlsZSI6bnVsbH0sIlBhcmVudFN0eWxlIjpudWxsfSwiUGFyZW50U3R5bGUiOm51bGx9LCJQYXJlbnRTdHlsZSI6bnVsbH0sIkluZGV4Ijo1LCJTbWFydER1cmF0aW9uQWN0aXZhdGVkIjpmYWxzZSwiRGF0ZUZvcm1hdCI6eyIkcmVmIjoiNzIyIn0sIldlZWtOdW1iZXJpbmciOnsiJGlkIjoiNzM0IiwiRm9ybWF0IjowLCJJc1Zpc2libGUiOmZhbHNlLCJMYXN0S25vd25WaXNpYmlsaXR5U3RhdGUiOmZhbHNlfSwiQmFzZWxpbmVEYXRhIjp7IiRpZCI6IjczNSIsIlN0YXJ0RGF0ZSI6IjIwMjYtMDUtMDNUMDA6MDA6MDAiLCJFbmREYXRlIjoiMjAyNi0wNS0yMlQyMzo1OTowMCJ9LCJJZCI6ImYzZjZiNjY5LTM2YTMtNDA0Yi1iMTg3LTlmMTM2MDVmNGQ4MyIsIkltcG9ydElkIjpudWxsLCJUaXRsZSI6IkRldlNlY09wcyBMZWFkIiwiTm90ZSI6bnVsbCwiSHlwZXJsaW5rIjp7IiRpZCI6IjczNiIsIkFkZHJlc3MiOiIiLCJTdWJBZGRyZXNzIjoiIn0sIklzQ2hhbmdlZCI6ZmFsc2UsIklzTmV3IjpmYWxzZX19XSwiX21pbGVzdG9uZXMiOltdLCJJZCI6IjAwMDAwMDAwLTAwMDAtMDAwMC0wMDAwLTAwMDAwMDAwMDAwMCIsIklzU2luZ2xlSXRlbVJvdyI6dHJ1ZX0seyIkaWQiOiI3MzciLCJfdGFza3MiOlt7IiRpZCI6IjczOCIsIl9hdHRhY2hlZE1pbGVzdG9uZXMiOltdLCJUYXNrRGVmaW5pdGlvbiI6eyIkaWQiOiI3MzkiLCJHcm91cE5hbWUiOm51bGwsIlN0YXJ0RGF0ZSI6IjIwMjYtMDUtMDNUMDA6MDA6MDAiLCJFbmREYXRlIjoiMjAyNi0wNS0yOVQyMzo1OTowMCIsIlBlcmNlbnRhZ2VDb21wbGV0ZSI6bnVsbCwiU3R5bGUiOnsiJGlkIjoiNzQwIiwiU2hhcGUiOjEsIlNoYXBlVGhpY2tuZXNzIjowLCJEdXJhdGlvbkZvcm1hdCI6MCwiSW5jbHVkZU5vbldvcmtpbmdEYXlzSW5EdXJhdGlvbiI6ZmFsc2UsIlBlcmNlbnRhZ2VDb21wbGV0ZVN0eWxlIjp7IiRpZCI6Ijc0MSIsIkZvbnRTZXR0aW5ncyI6eyIkaWQiOiI3NDIiLCJGb250U2l6ZSI6MTAsIkZvbnROYW1lIjoiQ2FsaWJyaSIsIklzQm9sZCI6ZmFsc2UsIklzSXRhbGljIjpmYWxzZSwiSXNVbmRlcmxpbmVkIjpmYWxzZSwiUGFyZW50U3R5bGUiOm51bGx9LCJBdXRvU2l6ZSI6MCwiRm9yZWdyb3VuZCI6eyIkaWQiOiI3NDMiLCJDb2xvciI6eyIkaWQiOiI3N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zQ1IiwiVG9wIjowLjAsIkxlZnQiOjAuMCwiUmlnaHQiOjAuMCwiQm90dG9tIjowLjB9LCJQYWRkaW5nIjp7IiRpZCI6Ijc0NiIsIlRvcCI6MC4wLCJMZWZ0IjowLjAsIlJpZ2h0IjowLjAsIkJvdHRvbSI6MC4wfSwiQmFja2dyb3VuZCI6eyIkaWQiOiI3NDciLCJDb2xvciI6eyIkaWQiOiI3NDgiLCJBIjo4OSwiUiI6MCwiRyI6MCwiQiI6MH19LCJJc1Zpc2libGUiOnRydWUsIldpZHRoIjowLjAsIkhlaWdodCI6MC4wLCJCb3JkZXJTdHlsZSI6eyIkaWQiOiI3NDkiLCJMaW5lQ29sb3IiOm51bGwsIkxpbmVXZWlnaHQiOjAuMCwiTGluZVR5cGUiOjAsIlBhcmVudFN0eWxlIjpudWxsfSwiUGFyZW50U3R5bGUiOm51bGx9LCJEdXJhdGlvblN0eWxlIjp7IiRpZCI6Ijc1MCIsIkZvbnRTZXR0aW5ncyI6eyIkaWQiOiI3NTEiLCJGb250U2l6ZSI6MTAsIkZvbnROYW1lIjoiQ2FsaWJyaSIsIklzQm9sZCI6ZmFsc2UsIklzSXRhbGljIjpmYWxzZSwiSXNVbmRlcmxpbmVkIjpmYWxzZSwiUGFyZW50U3R5bGUiOm51bGx9LCJBdXRvU2l6ZSI6MCwiRm9yZWdyb3VuZCI6eyIkaWQiOiI3NTIiLCJDb2xvciI6eyIkaWQiOiI3N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c1NCIsIlRvcCI6MC4wLCJMZWZ0IjowLjAsIlJpZ2h0IjowLjAsIkJvdHRvbSI6MC4wfSwiUGFkZGluZyI6eyIkaWQiOiI3NTUiLCJUb3AiOjAuMCwiTGVmdCI6MC4wLCJSaWdodCI6MC4wLCJCb3R0b20iOjAuMH0sIkJhY2tncm91bmQiOnsiJGlkIjoiNzU2IiwiQ29sb3IiOnsiJGlkIjoiNzU3IiwiQSI6MjU1LCJSIjo2OCwiRyI6ODQsIkIiOjEwNn19LCJJc1Zpc2libGUiOnRydWUsIldpZHRoIjowLjAsIkhlaWdodCI6MC4wLCJCb3JkZXJTdHlsZSI6eyIkaWQiOiI3NTgiLCJMaW5lQ29sb3IiOm51bGwsIkxpbmVXZWlnaHQiOjAuMCwiTGluZVR5cGUiOjAsIlBhcmVudFN0eWxlIjpudWxsfSwiUGFyZW50U3R5bGUiOm51bGx9LCJIb3Jpem9udGFsQ29ubmVjdG9yU3R5bGUiOnsiJGlkIjoiNzU5IiwiTGluZUNvbG9yIjp7IiRpZCI6Ijc2MCIsIiR0eXBlIjoiTkxSRS5Db21tb24uRG9tLlNvbGlkQ29sb3JCcnVzaCwgTkxSRS5Db21tb24iLCJDb2xvciI6eyIkaWQiOiI3NjEiLCJBIjoyNTUsIlIiOjAsIkciOjAsIkIiOjB9fSwiTGluZVdlaWdodCI6MC4wLCJMaW5lVHlwZSI6MCwiUGFyZW50U3R5bGUiOm51bGx9LCJWZXJ0aWNhbENvbm5lY3RvclN0eWxlIjp7IiRpZCI6Ijc2MiIsIkxpbmVDb2xvciI6eyIkaWQiOiI3NjMiLCIkdHlwZSI6Ik5MUkUuQ29tbW9uLkRvbS5Tb2xpZENvbG9yQnJ1c2gsIE5MUkUuQ29tbW9uIiwiQ29sb3IiOnsiJGlkIjoiNzY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3NjUiLCJTaGFwZVN0eWxlIjp7IiRpZCI6Ijc2NiIsIk1hcmdpbiI6eyIkaWQiOiI3NjciLCJUb3AiOjAuMCwiTGVmdCI6MC4wLCJSaWdodCI6MC4wLCJCb3R0b20iOjAuMH0sIlBhZGRpbmciOnsiJGlkIjoiNzY4IiwiVG9wIjowLjAsIkxlZnQiOjAuMCwiUmlnaHQiOjAuMCwiQm90dG9tIjowLjB9LCJCYWNrZ3JvdW5kIjp7IiRpZCI6Ijc2OSIsIkNvbG9yIjp7IiRpZCI6Ijc3MCIsIkEiOjE1MywiUiI6MCwiRyI6MCwiQiI6MH19LCJJc1Zpc2libGUiOnRydWUsIldpZHRoIjowLjAsIkhlaWdodCI6MC4wLCJCb3JkZXJTdHlsZSI6bnVsbCwiUGFyZW50U3R5bGUiOm51bGx9LCJNYXJnaW4iOnsiJGlkIjoiNzcxIiwiVG9wIjowLjAsIkxlZnQiOjAuMCwiUmlnaHQiOjAuMCwiQm90dG9tIjowLjB9LCJQYWRkaW5nIjp7IiRpZCI6Ijc3MiIsIlRvcCI6MC4wLCJMZWZ0IjowLjAsIlJpZ2h0IjowLjAsIkJvdHRvbSI6MC4wfSwiQmFja2dyb3VuZCI6bnVsbCwiSXNWaXNpYmxlIjp0cnVlLCJXaWR0aCI6MC4wLCJIZWlnaHQiOjAuMCwiQm9yZGVyU3R5bGUiOm51bGwsIlBhcmVudFN0eWxlIjpudWxsfSwiU2hhcGVTdHlsZSI6eyIkaWQiOiI3NzMiLCJNYXJnaW4iOnsiJGlkIjoiNzc0IiwiVG9wIjowLjAsIkxlZnQiOjQuMCwiUmlnaHQiOjQuMCwiQm90dG9tIjowLjB9LCJQYWRkaW5nIjp7IiRpZCI6Ijc3NSIsIlRvcCI6MC4wLCJMZWZ0IjowLjAsIlJpZ2h0IjowLjAsIkJvdHRvbSI6MC4wfSwiQmFja2dyb3VuZCI6eyIkaWQiOiI3NzYiLCJDb2xvciI6eyIkaWQiOiI3NzciLCJBIjoyNTUsIlIiOjExMiwiRyI6MTczLCJCIjo3MX19LCJJc1Zpc2libGUiOnRydWUsIldpZHRoIjowLjAsIkhlaWdodCI6MTAuMCwiQm9yZGVyU3R5bGUiOnsiJGlkIjoiNzc4IiwiTGluZUNvbG9yIjp7IiRpZCI6Ijc3OSIsIiR0eXBlIjoiTkxSRS5Db21tb24uRG9tLlNvbGlkQ29sb3JCcnVzaCwgTkxSRS5Db21tb24iLCJDb2xvciI6eyIkaWQiOiI3ODAiLCJBIjoyNTUsIlIiOjIzNCwiRyI6MjIsIkIiOjMwfX0sIkxpbmVXZWlnaHQiOjAuMCwiTGluZVR5cGUiOjAsIlBhcmVudFN0eWxlIjpudWxsfSwiUGFyZW50U3R5bGUiOm51bGx9LCJUaXRsZVN0eWxlIjp7IiRpZCI6Ijc4MSIsIkZvbnRTZXR0aW5ncyI6eyIkaWQiOiI3ODIiLCJGb250U2l6ZSI6MTEsIkZvbnROYW1lIjoiVGl0aWxsaXVtIFdlYiIsIklzQm9sZCI6ZmFsc2UsIklzSXRhbGljIjpmYWxzZSwiSXNVbmRlcmxpbmVkIjpmYWxzZSwiUGFyZW50U3R5bGUiOm51bGx9LCJBdXRvU2l6ZSI6MCwiRm9yZWdyb3VuZCI6eyIkaWQiOiI3ODMiLCJDb2xvciI6eyIkaWQiOiI3ODQ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g1IiwiVG9wIjowLjAsIkxlZnQiOjAuMCwiUmlnaHQiOjAuMCwiQm90dG9tIjowLjB9LCJQYWRkaW5nIjp7IiRpZCI6Ijc4NiIsIlRvcCI6MC4wLCJMZWZ0IjowLjAsIlJpZ2h0IjowLjAsIkJvdHRvbSI6MC4wfSwiQmFja2dyb3VuZCI6eyIkaWQiOiI3ODciLCJDb2xvciI6eyIkaWQiOiI3ODgiLCJBIjowLCJSIjoyNTUsIkciOjI1NSwiQiI6MjU1fX0sIklzVmlzaWJsZSI6dHJ1ZSwiV2lkdGgiOjAuMCwiSGVpZ2h0IjowLjAsIkJvcmRlclN0eWxlIjp7IiRpZCI6Ijc4OSIsIkxpbmVDb2xvciI6bnVsbCwiTGluZVdlaWdodCI6MC4wLCJMaW5lVHlwZSI6MCwiUGFyZW50U3R5bGUiOm51bGx9LCJQYXJlbnRTdHlsZSI6bnVsbH0sIkRhdGVTdHlsZSI6eyIkaWQiOiI3OTAiLCJGb250U2V0dGluZ3MiOnsiJGlkIjoiNzkxIiwiRm9udFNpemUiOjEwLCJGb250TmFtZSI6IlRpdGlsbGl1bSBXZWIiLCJJc0JvbGQiOmZhbHNlLCJJc0l0YWxpYyI6ZmFsc2UsIklzVW5kZXJsaW5lZCI6ZmFsc2UsIlBhcmVudFN0eWxlIjpudWxsfSwiQXV0b1NpemUiOjAsIkZvcmVncm91bmQiOnsiJGlkIjoiNzkyIiwiQ29sb3IiOnsiJGlkIjoiNzkz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5NCIsIlRvcCI6MC4wLCJMZWZ0IjowLjAsIlJpZ2h0IjowLjAsIkJvdHRvbSI6MC4wfSwiUGFkZGluZyI6eyIkaWQiOiI3OTUiLCJUb3AiOjAuMCwiTGVmdCI6MC4wLCJSaWdodCI6MC4wLCJCb3R0b20iOjAuMH0sIkJhY2tncm91bmQiOnsiJGlkIjoiNzk2IiwiQ29sb3IiOnsiJGlkIjoiNzk3IiwiQSI6MCwiUiI6MjU1LCJHIjoyNTUsIkIiOjI1NX19LCJJc1Zpc2libGUiOnRydWUsIldpZHRoIjowLjAsIkhlaWdodCI6MC4wLCJCb3JkZXJTdHlsZSI6eyIkaWQiOiI3OTgiLCJMaW5lQ29sb3IiOm51bGwsIkxpbmVXZWlnaHQiOjAuMCwiTGluZVR5cGUiOjAsIlBhcmVudFN0eWxlIjpudWxsfSwiUGFyZW50U3R5bGUiOm51bGx9LCJEYXRlRm9ybWF0Ijp7IiRpZCI6Ijc5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DAiLCJGb3JtYXQiOjAsIklzVmlzaWJsZSI6ZmFsc2UsIkxhc3RLbm93blZpc2liaWxpdHlTdGF0ZSI6ZmFsc2V9LCJJc1Zpc2libGUiOnRydWUsIlZhcmlhbmNlU3R5bGUiOnsiJGlkIjoiODAxIiwiVGV4dFN0eWxlIjp7IiRpZCI6IjgwMiIsIkZvbnRTZXR0aW5ncyI6eyIkaWQiOiI4MDMiLCJGb250U2l6ZSI6MTAsIkZvbnROYW1lIjoiQ2FsaWJyaSIsIklzQm9sZCI6ZmFsc2UsIklzSXRhbGljIjpmYWxzZSwiSXNVbmRlcmxpbmVkIjpmYWxzZSwiUGFyZW50U3R5bGUiOm51bGx9LCJBdXRvU2l6ZSI6MCwiRm9yZWdyb3VuZCI6eyIkaWQiOiI4MDQiLCJDb2xvciI6eyIkaWQiOiI4M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A2IiwiVG9wIjowLjAsIkxlZnQiOjAuMCwiUmlnaHQiOjAuMCwiQm90dG9tIjowLjB9LCJQYWRkaW5nIjp7IiRpZCI6IjgwNyIsIlRvcCI6MC4wLCJMZWZ0IjowLjAsIlJpZ2h0IjowLjAsIkJvdHRvbSI6MC4wfSwiQmFja2dyb3VuZCI6eyIkaWQiOiI4MDgiLCJDb2xvciI6eyIkaWQiOiI4MDkiLCJBIjoyNTUsIlIiOjAsIkciOjAsIkIiOjB9fSwiSXNWaXNpYmxlIjp0cnVlLCJXaWR0aCI6MC4wLCJIZWlnaHQiOjAuMCwiQm9yZGVyU3R5bGUiOnsiJGlkIjoiODEwIiwiTGluZUNvbG9yIjpudWxsLCJMaW5lV2VpZ2h0IjowLjAsIkxpbmVUeXBlIjowLCJQYXJlbnRTdHlsZSI6bnVsbH0sIlBhcmVudFN0eWxlIjpudWxsfSwiUGFyZW50U3R5bGUiOm51bGx9LCJQYXJlbnRTdHlsZSI6bnVsbH0sIkluZGV4Ijo2LCJTbWFydER1cmF0aW9uQWN0aXZhdGVkIjpmYWxzZSwiRGF0ZUZvcm1hdCI6eyIkcmVmIjoiNzk5In0sIldlZWtOdW1iZXJpbmciOnsiJGlkIjoiODExIiwiRm9ybWF0IjowLCJJc1Zpc2libGUiOmZhbHNlLCJMYXN0S25vd25WaXNpYmlsaXR5U3RhdGUiOmZhbHNlfSwiQmFzZWxpbmVEYXRhIjp7IiRpZCI6IjgxMiIsIlN0YXJ0RGF0ZSI6IjIwMjYtMDUtMDNUMDA6MDA6MDAiLCJFbmREYXRlIjoiMjAyNi0wNS0yOVQyMzo1OTowMCJ9LCJJZCI6IjI5ZjMxNWRiLTFhZDYtNDBiNC1iMTA2LWY2OWY4ZmEwZGRmNSIsIkltcG9ydElkIjpudWxsLCJUaXRsZSI6IkluZnJhc3RydWN0dXJlIExlYWQiLCJOb3RlIjpudWxsLCJIeXBlcmxpbmsiOnsiJGlkIjoiODEzIiwiQWRkcmVzcyI6IiIsIlN1YkFkZHJlc3MiOiIifSwiSXNDaGFuZ2VkIjpmYWxzZSwiSXNOZXciOmZhbHNlfX1dLCJfbWlsZXN0b25lcyI6W10sIklkIjoiMDAwMDAwMDAtMDAwMC0wMDAwLTAwMDAtMDAwMDAwMDAwMDAwIiwiSXNTaW5nbGVJdGVtUm93Ijp0cnVlfSx7IiRpZCI6IjgxNCIsIl90YXNrcyI6W3siJGlkIjoiODE1IiwiX2F0dGFjaGVkTWlsZXN0b25lcyI6W10sIlRhc2tEZWZpbml0aW9uIjp7IiRpZCI6IjgxNiIsIkdyb3VwTmFtZSI6bnVsbCwiU3RhcnREYXRlIjoiMjAyNi0wNS0wM1QwMDowMDowMCIsIkVuZERhdGUiOiIyMDI2LTA2LTA1VDIzOjU5OjAwIiwiUGVyY2VudGFnZUNvbXBsZXRlIjpudWxsLCJTdHlsZSI6eyIkaWQiOiI4MTciLCJTaGFwZSI6MSwiU2hhcGVUaGlja25lc3MiOjAsIkR1cmF0aW9uRm9ybWF0IjowLCJJbmNsdWRlTm9uV29ya2luZ0RheXNJbkR1cmF0aW9uIjpmYWxzZSwiUGVyY2VudGFnZUNvbXBsZXRlU3R5bGUiOnsiJGlkIjoiODE4IiwiRm9udFNldHRpbmdzIjp7IiRpZCI6IjgxOSIsIkZvbnRTaXplIjoxMCwiRm9udE5hbWUiOiJDYWxpYnJpIiwiSXNCb2xkIjpmYWxzZSwiSXNJdGFsaWMiOmZhbHNlLCJJc1VuZGVybGluZWQiOmZhbHNlLCJQYXJlbnRTdHlsZSI6bnVsbH0sIkF1dG9TaXplIjowLCJGb3JlZ3JvdW5kIjp7IiRpZCI6IjgyMCIsIkNvbG9yIjp7IiRpZCI6IjgyM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4MjIiLCJUb3AiOjAuMCwiTGVmdCI6MC4wLCJSaWdodCI6MC4wLCJCb3R0b20iOjAuMH0sIlBhZGRpbmciOnsiJGlkIjoiODIzIiwiVG9wIjowLjAsIkxlZnQiOjAuMCwiUmlnaHQiOjAuMCwiQm90dG9tIjowLjB9LCJCYWNrZ3JvdW5kIjp7IiRpZCI6IjgyNCIsIkNvbG9yIjp7IiRpZCI6IjgyNSIsIkEiOjg5LCJSIjowLCJHIjowLCJCIjowfX0sIklzVmlzaWJsZSI6dHJ1ZSwiV2lkdGgiOjAuMCwiSGVpZ2h0IjowLjAsIkJvcmRlclN0eWxlIjp7IiRpZCI6IjgyNiIsIkxpbmVDb2xvciI6bnVsbCwiTGluZVdlaWdodCI6MC4wLCJMaW5lVHlwZSI6MCwiUGFyZW50U3R5bGUiOm51bGx9LCJQYXJlbnRTdHlsZSI6bnVsbH0sIkR1cmF0aW9uU3R5bGUiOnsiJGlkIjoiODI3IiwiRm9udFNldHRpbmdzIjp7IiRpZCI6IjgyOCIsIkZvbnRTaXplIjoxMCwiRm9udE5hbWUiOiJDYWxpYnJpIiwiSXNCb2xkIjpmYWxzZSwiSXNJdGFsaWMiOmZhbHNlLCJJc1VuZGVybGluZWQiOmZhbHNlLCJQYXJlbnRTdHlsZSI6bnVsbH0sIkF1dG9TaXplIjowLCJGb3JlZ3JvdW5kIjp7IiRpZCI6IjgyOSIsIkNvbG9yIjp7IiRpZCI6Ijgz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ODMxIiwiVG9wIjowLjAsIkxlZnQiOjAuMCwiUmlnaHQiOjAuMCwiQm90dG9tIjowLjB9LCJQYWRkaW5nIjp7IiRpZCI6IjgzMiIsIlRvcCI6MC4wLCJMZWZ0IjowLjAsIlJpZ2h0IjowLjAsIkJvdHRvbSI6MC4wfSwiQmFja2dyb3VuZCI6eyIkaWQiOiI4MzMiLCJDb2xvciI6eyIkaWQiOiI4MzQiLCJBIjoyNTUsIlIiOjY4LCJHIjo4NCwiQiI6MTA2fX0sIklzVmlzaWJsZSI6dHJ1ZSwiV2lkdGgiOjAuMCwiSGVpZ2h0IjowLjAsIkJvcmRlclN0eWxlIjp7IiRpZCI6IjgzNSIsIkxpbmVDb2xvciI6bnVsbCwiTGluZVdlaWdodCI6MC4wLCJMaW5lVHlwZSI6MCwiUGFyZW50U3R5bGUiOm51bGx9LCJQYXJlbnRTdHlsZSI6bnVsbH0sIkhvcml6b250YWxDb25uZWN0b3JTdHlsZSI6eyIkaWQiOiI4MzYiLCJMaW5lQ29sb3IiOnsiJGlkIjoiODM3IiwiJHR5cGUiOiJOTFJFLkNvbW1vbi5Eb20uU29saWRDb2xvckJydXNoLCBOTFJFLkNvbW1vbiIsIkNvbG9yIjp7IiRpZCI6IjgzOCIsIkEiOjI1NSwiUiI6MCwiRyI6MCwiQiI6MH19LCJMaW5lV2VpZ2h0IjowLjAsIkxpbmVUeXBlIjowLCJQYXJlbnRTdHlsZSI6bnVsbH0sIlZlcnRpY2FsQ29ubmVjdG9yU3R5bGUiOnsiJGlkIjoiODM5IiwiTGluZUNvbG9yIjp7IiRpZCI6Ijg0MCIsIiR0eXBlIjoiTkxSRS5Db21tb24uRG9tLlNvbGlkQ29sb3JCcnVzaCwgTkxSRS5Db21tb24iLCJDb2xvciI6eyIkaWQiOiI4N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g0MiIsIlNoYXBlU3R5bGUiOnsiJGlkIjoiODQzIiwiTWFyZ2luIjp7IiRpZCI6Ijg0NCIsIlRvcCI6MC4wLCJMZWZ0IjowLjAsIlJpZ2h0IjowLjAsIkJvdHRvbSI6MC4wfSwiUGFkZGluZyI6eyIkaWQiOiI4NDUiLCJUb3AiOjAuMCwiTGVmdCI6MC4wLCJSaWdodCI6MC4wLCJCb3R0b20iOjAuMH0sIkJhY2tncm91bmQiOnsiJGlkIjoiODQ2IiwiQ29sb3IiOnsiJGlkIjoiODQ3IiwiQSI6MTUzLCJSIjowLCJHIjowLCJCIjowfX0sIklzVmlzaWJsZSI6dHJ1ZSwiV2lkdGgiOjAuMCwiSGVpZ2h0IjowLjAsIkJvcmRlclN0eWxlIjpudWxsLCJQYXJlbnRTdHlsZSI6bnVsbH0sIk1hcmdpbiI6eyIkaWQiOiI4NDgiLCJUb3AiOjAuMCwiTGVmdCI6MC4wLCJSaWdodCI6MC4wLCJCb3R0b20iOjAuMH0sIlBhZGRpbmciOnsiJGlkIjoiODQ5IiwiVG9wIjowLjAsIkxlZnQiOjAuMCwiUmlnaHQiOjAuMCwiQm90dG9tIjowLjB9LCJCYWNrZ3JvdW5kIjpudWxsLCJJc1Zpc2libGUiOnRydWUsIldpZHRoIjowLjAsIkhlaWdodCI6MC4wLCJCb3JkZXJTdHlsZSI6bnVsbCwiUGFyZW50U3R5bGUiOm51bGx9LCJTaGFwZVN0eWxlIjp7IiRpZCI6Ijg1MCIsIk1hcmdpbiI6eyIkaWQiOiI4NTEiLCJUb3AiOjAuMCwiTGVmdCI6NC4wLCJSaWdodCI6NC4wLCJCb3R0b20iOjAuMH0sIlBhZGRpbmciOnsiJGlkIjoiODUyIiwiVG9wIjowLjAsIkxlZnQiOjAuMCwiUmlnaHQiOjAuMCwiQm90dG9tIjowLjB9LCJCYWNrZ3JvdW5kIjp7IiRpZCI6Ijg1MyIsIkNvbG9yIjp7IiRpZCI6Ijg1NCIsIkEiOjI1NSwiUiI6MTEyLCJHIjoxNzMsIkIiOjcxfX0sIklzVmlzaWJsZSI6dHJ1ZSwiV2lkdGgiOjAuMCwiSGVpZ2h0IjoxMC4wLCJCb3JkZXJTdHlsZSI6eyIkaWQiOiI4NTUiLCJMaW5lQ29sb3IiOnsiJGlkIjoiODU2IiwiJHR5cGUiOiJOTFJFLkNvbW1vbi5Eb20uU29saWRDb2xvckJydXNoLCBOTFJFLkNvbW1vbiIsIkNvbG9yIjp7IiRpZCI6Ijg1NyIsIkEiOjI1NSwiUiI6MjM0LCJHIjoyMiwiQiI6MzB9fSwiTGluZVdlaWdodCI6MC4wLCJMaW5lVHlwZSI6MCwiUGFyZW50U3R5bGUiOm51bGx9LCJQYXJlbnRTdHlsZSI6bnVsbH0sIlRpdGxlU3R5bGUiOnsiJGlkIjoiODU4IiwiRm9udFNldHRpbmdzIjp7IiRpZCI6Ijg1OSIsIkZvbnRTaXplIjoxMSwiRm9udE5hbWUiOiJUaXRpbGxpdW0gV2ViIiwiSXNCb2xkIjpmYWxzZSwiSXNJdGFsaWMiOmZhbHNlLCJJc1VuZGVybGluZWQiOmZhbHNlLCJQYXJlbnRTdHlsZSI6bnVsbH0sIkF1dG9TaXplIjowLCJGb3JlZ3JvdW5kIjp7IiRpZCI6Ijg2MCIsIkNvbG9yIjp7IiRpZCI6Ijg2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AsIlIiOjI1NSwiRyI6MjU1LCJCIjoyNTV9fSwiSXNWaXNpYmxlIjp0cnVlLCJXaWR0aCI6MC4wLCJIZWlnaHQiOjAuMCwiQm9yZGVyU3R5bGUiOnsiJGlkIjoiODY2IiwiTGluZUNvbG9yIjpudWxsLCJMaW5lV2VpZ2h0IjowLjAsIkxpbmVUeXBlIjowLCJQYXJlbnRTdHlsZSI6bnVsbH0sIlBhcmVudFN0eWxlIjpudWxsfSwiRGF0ZVN0eWxlIjp7IiRpZCI6Ijg2NyIsIkZvbnRTZXR0aW5ncyI6eyIkaWQiOiI4NjgiLCJGb250U2l6ZSI6MTAsIkZvbnROYW1lIjoiVGl0aWxsaXVtIFdlYiIsIklzQm9sZCI6ZmFsc2UsIklzSXRhbGljIjpmYWxzZSwiSXNVbmRlcmxpbmVkIjpmYWxzZSwiUGFyZW50U3R5bGUiOm51bGx9LCJBdXRvU2l6ZSI6MCwiRm9yZWdyb3VuZCI6eyIkaWQiOiI4NjkiLCJDb2xvciI6eyIkaWQiOiI4Nz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ODcxIiwiVG9wIjowLjAsIkxlZnQiOjAuMCwiUmlnaHQiOjAuMCwiQm90dG9tIjowLjB9LCJQYWRkaW5nIjp7IiRpZCI6Ijg3MiIsIlRvcCI6MC4wLCJMZWZ0IjowLjAsIlJpZ2h0IjowLjAsIkJvdHRvbSI6MC4wfSwiQmFja2dyb3VuZCI6eyIkaWQiOiI4NzMiLCJDb2xvciI6eyIkaWQiOiI4NzQiLCJBIjowLCJSIjoyNTUsIkciOjI1NSwiQiI6MjU1fX0sIklzVmlzaWJsZSI6dHJ1ZSwiV2lkdGgiOjAuMCwiSGVpZ2h0IjowLjAsIkJvcmRlclN0eWxlIjp7IiRpZCI6Ijg3NSIsIkxpbmVDb2xvciI6bnVsbCwiTGluZVdlaWdodCI6MC4wLCJMaW5lVHlwZSI6MCwiUGFyZW50U3R5bGUiOm51bGx9LCJQYXJlbnRTdHlsZSI6bnVsbH0sIkRhdGVGb3JtYXQiOnsiJGlkIjoiODc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NyIsIkZvcm1hdCI6MCwiSXNWaXNpYmxlIjpmYWxzZSwiTGFzdEtub3duVmlzaWJpbGl0eVN0YXRlIjpmYWxzZX0sIklzVmlzaWJsZSI6dHJ1ZSwiVmFyaWFuY2VTdHlsZSI6eyIkaWQiOiI4NzgiLCJUZXh0U3R5bGUiOnsiJGlkIjoiODc5IiwiRm9udFNldHRpbmdzIjp7IiRpZCI6Ijg4MCIsIkZvbnRTaXplIjoxMCwiRm9udE5hbWUiOiJDYWxpYnJpIiwiSXNCb2xkIjpmYWxzZSwiSXNJdGFsaWMiOmZhbHNlLCJJc1VuZGVybGluZWQiOmZhbHNlLCJQYXJlbnRTdHlsZSI6bnVsbH0sIkF1dG9TaXplIjowLCJGb3JlZ3JvdW5kIjp7IiRpZCI6Ijg4MSIsIkNvbG9yIjp7IiRpZCI6Ijg4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ODMiLCJUb3AiOjAuMCwiTGVmdCI6MC4wLCJSaWdodCI6MC4wLCJCb3R0b20iOjAuMH0sIlBhZGRpbmciOnsiJGlkIjoiODg0IiwiVG9wIjowLjAsIkxlZnQiOjAuMCwiUmlnaHQiOjAuMCwiQm90dG9tIjowLjB9LCJCYWNrZ3JvdW5kIjp7IiRpZCI6Ijg4NSIsIkNvbG9yIjp7IiRpZCI6Ijg4NiIsIkEiOjI1NSwiUiI6MCwiRyI6MCwiQiI6MH19LCJJc1Zpc2libGUiOnRydWUsIldpZHRoIjowLjAsIkhlaWdodCI6MC4wLCJCb3JkZXJTdHlsZSI6eyIkaWQiOiI4ODciLCJMaW5lQ29sb3IiOm51bGwsIkxpbmVXZWlnaHQiOjAuMCwiTGluZVR5cGUiOjAsIlBhcmVudFN0eWxlIjpudWxsfSwiUGFyZW50U3R5bGUiOm51bGx9LCJQYXJlbnRTdHlsZSI6bnVsbH0sIlBhcmVudFN0eWxlIjpudWxsfSwiSW5kZXgiOjcsIlNtYXJ0RHVyYXRpb25BY3RpdmF0ZWQiOmZhbHNlLCJEYXRlRm9ybWF0Ijp7IiRyZWYiOiI4NzYifSwiV2Vla051bWJlcmluZyI6eyIkaWQiOiI4ODgiLCJGb3JtYXQiOjAsIklzVmlzaWJsZSI6ZmFsc2UsIkxhc3RLbm93blZpc2liaWxpdHlTdGF0ZSI6ZmFsc2V9LCJCYXNlbGluZURhdGEiOnsiJGlkIjoiODg5IiwiU3RhcnREYXRlIjoiMjAyNi0wNS0wM1QwMDowMDowMCIsIkVuZERhdGUiOiIyMDI2LTA2LTA1VDIzOjU5OjAwIn0sIklkIjoiNmRmNTM5NjktZGJiYi00MDdjLThjOWQtNjdhMTMyMTVjMWM1IiwiSW1wb3J0SWQiOm51bGwsIlRpdGxlIjoiRGV2cyIsIk5vdGUiOm51bGwsIkh5cGVybGluayI6eyIkaWQiOiI4OTAiLCJBZGRyZXNzIjoiIiwiU3ViQWRkcmVzcyI6IiJ9LCJJc0NoYW5nZWQiOmZhbHNlLCJJc05ldyI6ZmFsc2V9fV0sIl9taWxlc3RvbmVzIjpbXSwiSWQiOiIwMDAwMDAwMC0wMDAwLTAwMDAtMDAwMC0wMDAwMDAwMDAwMDAiLCJJc1NpbmdsZUl0ZW1Sb3ciOnRydWV9XSwiSW5kZXgiOjQsIklkIjoiMjc2Y2U1NTEtY2E1ZC00ODRhLThlMTQtNjIzNDc5YTNiMGJkIiwiSGVhZGVyVGV4dCI6bnVsbCwiSXNEZWZhdWx0Ijp0cnVlLCJTdHlsZSI6eyIkaWQiOiI4OTEiLCJIZWFkZXJTdHlsZSI6eyIkaWQiOiI4OTIiLCJUZXh0U3R5bGUiOnsiJGlkIjoiODkzIiwiRm9udFNldHRpbmdzIjp7IiRpZCI6Ijg5NCIsIkZvbnRTaXplIjoxMSwiRm9udE5hbWUiOiJDYWxpYnJpIiwiSXNCb2xkIjpmYWxzZSwiSXNJdGFsaWMiOmZhbHNlLCJJc1VuZGVybGluZWQiOmZhbHNlLCJQYXJlbnRTdHlsZSI6bnVsbH0sIkF1dG9TaXplIjoyLCJGb3JlZ3JvdW5kIjp7IiRpZCI6Ijg5NSIsIkNvbG9yIjp7IiRpZCI6Ijg5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g5NyIsIlRvcCI6MC4wLCJMZWZ0IjowLjAsIlJpZ2h0IjowLjAsIkJvdHRvbSI6MC4wfSwiUGFkZGluZyI6eyIkaWQiOiI4OTgiLCJUb3AiOjAuMCwiTGVmdCI6MC4wLCJSaWdodCI6MC4wLCJCb3R0b20iOjAuMH0sIkJhY2tncm91bmQiOnsiJGlkIjoiODk5IiwiQ29sb3IiOnsiJGlkIjoiOTAwIiwiQSI6MjU1LCJSIjo2NCwiRyI6NjQsIkIiOjY0fX0sIklzVmlzaWJsZSI6dHJ1ZSwiV2lkdGgiOjAuMCwiSGVpZ2h0IjowLjAsIkJvcmRlclN0eWxlIjpudWxsLCJQYXJlbnRTdHlsZSI6bnVsbH0sIlJlY3RhbmdsZVN0eWxlIjp7IiRpZCI6IjkwMSIsIk1hcmdpbiI6eyIkaWQiOiI5MDIiLCJUb3AiOjAuMCwiTGVmdCI6MC4wLCJSaWdodCI6MC4wLCJCb3R0b20iOjAuMH0sIlBhZGRpbmciOnsiJGlkIjoiOTAzIiwiVG9wIjowLjAsIkxlZnQiOjAuMCwiUmlnaHQiOjAuMCwiQm90dG9tIjowLjB9LCJCYWNrZ3JvdW5kIjp7IiRpZCI6IjkwNCIsIkNvbG9yIjp7IiRpZCI6IjkwNSIsIkEiOjEyNywiUiI6MTEyLCJHIjoxNzMsIkIiOjcxfX0sIklzVmlzaWJsZSI6dHJ1ZSwiV2lkdGgiOjAuMCwiSGVpZ2h0IjowLjAsIkJvcmRlclN0eWxlIjp7IiRpZCI6IjkwNiIsIkxpbmVDb2xvciI6eyIkaWQiOiI5MDciLCIkdHlwZSI6Ik5MUkUuQ29tbW9uLkRvbS5Tb2xpZENvbG9yQnJ1c2gsIE5MUkUuQ29tbW9uIiwiQ29sb3IiOnsiJGlkIjoiOTA4IiwiQSI6MjU1LCJSIjoyNTUsIkciOjI1NSwiQiI6MjU1fX0sIkxpbmVXZWlnaHQiOjAuMCwiTGluZVR5cGUiOjAsIlBhcmVudFN0eWxlIjpudWxsfSwiUGFyZW50U3R5bGUiOm51bGx9LCJNYXJnaW4iOnsiJGlkIjoiOTA5IiwiVG9wIjowLjAsIkxlZnQiOjAuMCwiUmlnaHQiOjAuMCwiQm90dG9tIjowLjB9LCJQYWRkaW5nIjp7IiRpZCI6IjkxMCIsIlRvcCI6MC4wLCJMZWZ0IjowLjAsIlJpZ2h0IjowLjAsIkJvdHRvbSI6MC4wfSwiQmFja2dyb3VuZCI6bnVsbCwiSXNWaXNpYmxlIjp0cnVlLCJXaWR0aCI6MC4wLCJIZWlnaHQiOjAuMCwiQm9yZGVyU3R5bGUiOm51bGwsIlBhcmVudFN0eWxlIjpudWxsfSwiQmFja2dyb3VuZFN0eWxlIjp7IiRpZCI6IjkxMSIsIk1hcmdpbiI6eyIkaWQiOiI5MTIiLCJUb3AiOjAuMCwiTGVmdCI6MC4wLCJSaWdodCI6MC4wLCJCb3R0b20iOjAuMH0sIlBhZGRpbmciOnsiJGlkIjoiOTEzIiwiVG9wIjowLjAsIkxlZnQiOjAuMCwiUmlnaHQiOjAuMCwiQm90dG9tIjowLjB9LCJCYWNrZ3JvdW5kIjp7IiRpZCI6IjkxNCIsIkNvbG9yIjp7IiRpZCI6IjkxNSIsIkEiOjUxLCJSIjoyMDAsIkciOjIwMCwiQiI6MjAwfX0sIklzVmlzaWJsZSI6dHJ1ZSwiV2lkdGgiOjAuMCwiSGVpZ2h0IjowLjAsIkJvcmRlclN0eWxlIjp7IiRpZCI6IjkxNiIsIkxpbmVDb2xvciI6eyIkaWQiOiI5MTciLCIkdHlwZSI6Ik5MUkUuQ29tbW9uLkRvbS5Tb2xpZENvbG9yQnJ1c2gsIE5MUkUuQ29tbW9uIiwiQ29sb3IiOnsiJGlkIjoiOTE4IiwiQSI6MjU1LCJSIjoyMzQsIkciOjIyLCJCIjozMH19LCJMaW5lV2VpZ2h0IjowLjAsIkxpbmVUeXBlIjowLCJQYXJlbnRTdHlsZSI6bnVsbH0sIlBhcmVudFN0eWxlIjpudWxsfSwiTWFyZ2luIjp7IiRpZCI6IjkxOSIsIlRvcCI6MC4wLCJMZWZ0IjowLjAsIlJpZ2h0IjowLjAsIkJvdHRvbSI6MC4wfSwiUGFkZGluZyI6eyIkaWQiOiI5MjAiLCJUb3AiOjAuMCwiTGVmdCI6MC4wLCJSaWdodCI6MC4wLCJCb3R0b20iOjAuMH0sIklzVmlzaWJsZSI6dHJ1ZSwiV2lkdGgiOjAuMCwiSGVpZ2h0IjowLjAsIkJvcmRlclN0eWxlIjp7IiRpZCI6IjkyMSIsIkxpbmVDb2xvciI6bnVsbCwiTGluZVdlaWdodCI6MC4wLCJMaW5lVHlwZSI6MCwiUGFyZW50U3R5bGUiOm51bGx9LCJQYXJlbnRTdHlsZSI6bnVsbH19XSwiSWQiOiJlMTllMDhjOC1lZThjLTQzZmItYjc3YS02MzJiZjAzOTY2NjMiLCJJbmRleCI6NCwiSGVhZGVyVGV4dCI6IlJlc291cmNpbmciLCJTdHlsZSI6eyIkaWQiOiI5MjIiLCJTdHlsZUlkIjoiYjI0ZjgwNDUtZjY5Yi00YTQzLTgyOWYtYTU2NTAzZmRjZDY5IiwiSGVhZGVyU3R5bGUiOnsiJGlkIjoiOTIzIiwiVGV4dElzVmVydGljYWwiOmZhbHNlLCJUZXh0U3R5bGUiOnsiJGlkIjoiOTI0IiwiRm9udFNldHRpbmdzIjp7IiRpZCI6IjkyNSIsIkZvbnRTaXplIjoxMSwiRm9udE5hbWUiOiJUaXRpbGxpdW0gV2ViIiwiSXNCb2xkIjpmYWxzZSwiSXNJdGFsaWMiOmZhbHNlLCJJc1VuZGVybGluZWQiOmZhbHNlLCJQYXJlbnRTdHlsZSI6bnVsbH0sIkF1dG9TaXplIjoyLCJGb3JlZ3JvdW5kIjp7IiRpZCI6IjkyNiIsIkNvbG9yIjp7IiRpZCI6Ijky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kyOCIsIlRvcCI6MC4wLCJMZWZ0IjowLjAsIlJpZ2h0IjowLjAsIkJvdHRvbSI6MC4wfSwiUGFkZGluZyI6eyIkaWQiOiI5MjkiLCJUb3AiOjAuMCwiTGVmdCI6MC4wLCJSaWdodCI6MC4wLCJCb3R0b20iOjAuMH0sIkJhY2tncm91bmQiOnsiJGlkIjoiOTMwIiwiQ29sb3IiOnsiJGlkIjoiOTMxIiwiQSI6MjU1LCJSIjoyNTUsIkciOjI1NSwiQiI6MjU1fX0sIklzVmlzaWJsZSI6dHJ1ZSwiV2lkdGgiOjAuMCwiSGVpZ2h0IjowLjAsIkJvcmRlclN0eWxlIjpudWxsLCJQYXJlbnRTdHlsZSI6bnVsbH0sIlJlY3RhbmdsZVN0eWxlIjp7IiRpZCI6IjkzMiIsIk1hcmdpbiI6eyIkaWQiOiI5MzMiLCJUb3AiOjAuMCwiTGVmdCI6MC4wLCJSaWdodCI6MC4wLCJCb3R0b20iOjAuMH0sIlBhZGRpbmciOnsiJGlkIjoiOTM0IiwiVG9wIjowLjAsIkxlZnQiOjAuMCwiUmlnaHQiOjAuMCwiQm90dG9tIjowLjB9LCJCYWNrZ3JvdW5kIjp7IiRpZCI6IjkzNSIsIkNvbG9yIjp7IiRpZCI6IjkzNiIsIkEiOjI1NSwiUiI6MTEyLCJHIjoxNzMsIkIiOjcxfX0sIklzVmlzaWJsZSI6dHJ1ZSwiV2lkdGgiOjAuMCwiSGVpZ2h0IjowLjAsIkJvcmRlclN0eWxlIjp7IiRpZCI6IjkzNyIsIkxpbmVDb2xvciI6eyIkaWQiOiI5MzgiLCIkdHlwZSI6Ik5MUkUuQ29tbW9uLkRvbS5Tb2xpZENvbG9yQnJ1c2gsIE5MUkUuQ29tbW9uIiwiQ29sb3IiOnsiJGlkIjoiOTM5IiwiQSI6MjU1LCJSIjoyNTUsIkciOjI1NSwiQiI6MjU1fX0sIkxpbmVXZWlnaHQiOjAuMCwiTGluZVR5cGUiOjAsIlBhcmVudFN0eWxlIjpudWxsfSwiUGFyZW50U3R5bGUiOm51bGx9LCJNYXJnaW4iOnsiJGlkIjoiOTQwIiwiVG9wIjowLjAsIkxlZnQiOjAuMCwiUmlnaHQiOjAuMCwiQm90dG9tIjowLjB9LCJQYWRkaW5nIjp7IiRpZCI6Ijk0MSIsIlRvcCI6MC4wLCJMZWZ0IjowLjAsIlJpZ2h0IjowLjAsIkJvdHRvbSI6MC4wfSwiQmFja2dyb3VuZCI6bnVsbCwiSXNWaXNpYmxlIjp0cnVlLCJXaWR0aCI6MC4wLCJIZWlnaHQiOjAuMCwiQm9yZGVyU3R5bGUiOm51bGwsIlBhcmVudFN0eWxlIjpudWxsfSwiQmFja2dyb3VuZFN0eWxlIjp7IiRpZCI6Ijk0MiIsIk1hcmdpbiI6eyIkaWQiOiI5NDMiLCJUb3AiOjAuMCwiTGVmdCI6MC4wLCJSaWdodCI6MC4wLCJCb3R0b20iOjAuMH0sIlBhZGRpbmciOnsiJGlkIjoiOTQ0IiwiVG9wIjowLjAsIkxlZnQiOjAuMCwiUmlnaHQiOjAuMCwiQm90dG9tIjowLjB9LCJCYWNrZ3JvdW5kIjp7IiRpZCI6Ijk0NSIsIkNvbG9yIjp7IiRpZCI6Ijk0NiIsIkEiOjUxLCJSIjoyMDAsIkciOjIwMCwiQiI6MjAwfX0sIklzVmlzaWJsZSI6dHJ1ZSwiV2lkdGgiOjAuMCwiSGVpZ2h0IjowLjAsIkJvcmRlclN0eWxlIjp7IiRpZCI6Ijk0NyIsIkxpbmVDb2xvciI6eyIkaWQiOiI5NDgiLCIkdHlwZSI6Ik5MUkUuQ29tbW9uLkRvbS5Tb2xpZENvbG9yQnJ1c2gsIE5MUkUuQ29tbW9uIiwiQ29sb3IiOnsiJGlkIjoiOTQ5IiwiQSI6MjU1LCJSIjoyMzQsIkciOjIyLCJCIjozMH19LCJMaW5lV2VpZ2h0IjowLjAsIkxpbmVUeXBlIjowLCJQYXJlbnRTdHlsZSI6bnVsbH0sIlBhcmVudFN0eWxlIjpudWxsfSwiSXNBYm92ZVRpbWViYW5kIjpmYWxzZSwiU3BhY2luZyI6MiwiRGVmYXVsdFN3aW1sYW5lVGFza1N0eWxlIjp7IiRpZCI6Ijk1MCIsIiR0eXBlIjoiTkxSRS5Db21tb24uRG9tLlN0eWxlcy5FeHBsaWNpdFNldGFibGVUYXNrU3R5bGUsIE5MUkUuQ29tbW9uIiwiU2hhcGUiOjEsIlNoYXBlVGhpY2tuZXNzIjowLCJEdXJhdGlvbkZvcm1hdCI6MCwiSW5jbHVkZU5vbldvcmtpbmdEYXlzSW5EdXJhdGlvbiI6ZmFsc2UsIlBlcmNlbnRhZ2VDb21wbGV0ZVN0eWxlIjp7IiRpZCI6Ijk1MSIsIkZvbnRTZXR0aW5ncyI6eyIkaWQiOiI5NTIiLCJGb250U2l6ZSI6MTAsIkZvbnROYW1lIjoiQ2FsaWJyaSIsIklzQm9sZCI6ZmFsc2UsIklzSXRhbGljIjpmYWxzZSwiSXNVbmRlcmxpbmVkIjpmYWxzZSwiUGFyZW50U3R5bGUiOm51bGx9LCJBdXRvU2l6ZSI6MCwiRm9yZWdyb3VuZCI6eyIkaWQiOiI5NTMiLCJDb2xvciI6eyIkaWQiOiI5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OTU1IiwiVG9wIjowLjAsIkxlZnQiOjAuMCwiUmlnaHQiOjAuMCwiQm90dG9tIjowLjB9LCJQYWRkaW5nIjp7IiRpZCI6Ijk1NiIsIlRvcCI6MC4wLCJMZWZ0IjowLjAsIlJpZ2h0IjowLjAsIkJvdHRvbSI6MC4wfSwiQmFja2dyb3VuZCI6eyIkaWQiOiI5NTciLCJDb2xvciI6eyIkaWQiOiI5NTgiLCJBIjo4OSwiUiI6MCwiRyI6MCwiQiI6MH19LCJJc1Zpc2libGUiOnRydWUsIldpZHRoIjowLjAsIkhlaWdodCI6MC4wLCJCb3JkZXJTdHlsZSI6eyIkaWQiOiI5NTkiLCJMaW5lQ29sb3IiOm51bGwsIkxpbmVXZWlnaHQiOjAuMCwiTGluZVR5cGUiOjAsIlBhcmVudFN0eWxlIjpudWxsfSwiUGFyZW50U3R5bGUiOm51bGx9LCJEdXJhdGlvblN0eWxlIjp7IiRpZCI6Ijk2MCIsIkZvbnRTZXR0aW5ncyI6eyIkaWQiOiI5NjEiLCJGb250U2l6ZSI6MTAsIkZvbnROYW1lIjoiQ2FsaWJyaSIsIklzQm9sZCI6ZmFsc2UsIklzSXRhbGljIjpmYWxzZSwiSXNVbmRlcmxpbmVkIjpmYWxzZSwiUGFyZW50U3R5bGUiOm51bGx9LCJBdXRvU2l6ZSI6MCwiRm9yZWdyb3VuZCI6eyIkaWQiOiI5NjIiLCJDb2xvciI6eyIkaWQiOiI5Nj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k2NCIsIlRvcCI6MC4wLCJMZWZ0IjowLjAsIlJpZ2h0IjowLjAsIkJvdHRvbSI6MC4wfSwiUGFkZGluZyI6eyIkaWQiOiI5NjUiLCJUb3AiOjAuMCwiTGVmdCI6MC4wLCJSaWdodCI6MC4wLCJCb3R0b20iOjAuMH0sIkJhY2tncm91bmQiOnsiJGlkIjoiOTY2IiwiQ29sb3IiOnsiJGlkIjoiOTY3IiwiQSI6MjU1LCJSIjo2OCwiRyI6ODQsIkIiOjEwNn19LCJJc1Zpc2libGUiOnRydWUsIldpZHRoIjowLjAsIkhlaWdodCI6MC4wLCJCb3JkZXJTdHlsZSI6eyIkaWQiOiI5NjgiLCJMaW5lQ29sb3IiOm51bGwsIkxpbmVXZWlnaHQiOjAuMCwiTGluZVR5cGUiOjAsIlBhcmVudFN0eWxlIjpudWxsfSwiUGFyZW50U3R5bGUiOm51bGx9LCJIb3Jpem9udGFsQ29ubmVjdG9yU3R5bGUiOnsiJGlkIjoiOTY5IiwiTGluZUNvbG9yIjp7IiRpZCI6Ijk3MCIsIiR0eXBlIjoiTkxSRS5Db21tb24uRG9tLlNvbGlkQ29sb3JCcnVzaCwgTkxSRS5Db21tb24iLCJDb2xvciI6eyIkaWQiOiI5NzEiLCJBIjoyNTUsIlIiOjAsIkciOjAsIkIiOjB9fSwiTGluZVdlaWdodCI6MC4wLCJMaW5lVHlwZSI6MCwiUGFyZW50U3R5bGUiOm51bGx9LCJWZXJ0aWNhbENvbm5lY3RvclN0eWxlIjp7IiRpZCI6Ijk3MiIsIkxpbmVDb2xvciI6eyIkaWQiOiI5NzMiLCIkdHlwZSI6Ik5MUkUuQ29tbW9uLkRvbS5Tb2xpZENvbG9yQnJ1c2gsIE5MUkUuQ29tbW9uIiwiQ29sb3IiOnsiJGlkIjoiOTc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OTc1IiwiU2hhcGVTdHlsZSI6eyIkaWQiOiI5NzYiLCJNYXJnaW4iOnsiJGlkIjoiOTc3IiwiVG9wIjowLjAsIkxlZnQiOjAuMCwiUmlnaHQiOjAuMCwiQm90dG9tIjowLjB9LCJQYWRkaW5nIjp7IiRpZCI6Ijk3OCIsIlRvcCI6MC4wLCJMZWZ0IjowLjAsIlJpZ2h0IjowLjAsIkJvdHRvbSI6MC4wfSwiQmFja2dyb3VuZCI6eyIkaWQiOiI5NzkiLCJDb2xvciI6eyIkaWQiOiI5ODAiLCJBIjoxNTMsIlIiOjAsIkciOjAsIkIiOjB9fSwiSXNWaXNpYmxlIjp0cnVlLCJXaWR0aCI6MC4wLCJIZWlnaHQiOjAuMCwiQm9yZGVyU3R5bGUiOnsiJGlkIjoiOTgxIiwiTGluZUNvbG9yIjp7IiRpZCI6Ijk4MiIsIiR0eXBlIjoiTkxSRS5Db21tb24uRG9tLlNvbGlkQ29sb3JCcnVzaCwgTkxSRS5Db21tb24iLCJDb2xvciI6eyIkaWQiOiI5ODMiLCJBIjoyNTUsIlIiOjI1NSwiRyI6MCwiQiI6MH19LCJMaW5lV2VpZ2h0IjowLjAsIkxpbmVUeXBlIjowLCJQYXJlbnRTdHlsZSI6bnVsbH0sIlBhcmVudFN0eWxlIjpudWxsfSwiTWFyZ2luIjp7IiRpZCI6Ijk4NCIsIlRvcCI6MC4wLCJMZWZ0IjowLjAsIlJpZ2h0IjowLjAsIkJvdHRvbSI6MC4wfSwiUGFkZGluZyI6eyIkaWQiOiI5ODUiLCJUb3AiOjAuMCwiTGVmdCI6MC4wLCJSaWdodCI6MC4wLCJCb3R0b20iOjAuMH0sIkJhY2tncm91bmQiOm51bGwsIklzVmlzaWJsZSI6dHJ1ZSwiV2lkdGgiOjAuMCwiSGVpZ2h0IjowLjAsIkJvcmRlclN0eWxlIjpudWxsLCJQYXJlbnRTdHlsZSI6bnVsbH0sIlNoYXBlU3R5bGUiOnsiJGlkIjoiOTg2IiwiTWFyZ2luIjp7IiRpZCI6Ijk4NyIsIlRvcCI6MC4wLCJMZWZ0Ijo0LjAsIlJpZ2h0Ijo0LjAsIkJvdHRvbSI6MC4wfSwiUGFkZGluZyI6eyIkaWQiOiI5ODgiLCJUb3AiOjAuMCwiTGVmdCI6MC4wLCJSaWdodCI6MC4wLCJCb3R0b20iOjAuMH0sIkJhY2tncm91bmQiOnsiJGlkIjoiOTg5IiwiQ29sb3IiOnsiJGlkIjoiOTkwIiwiQSI6MjU1LCJSIjoxMTIsIkciOjE3MywiQiI6NzF9fSwiSXNWaXNpYmxlIjp0cnVlLCJXaWR0aCI6MC4wLCJIZWlnaHQiOjEwLjAsIkJvcmRlclN0eWxlIjp7IiRpZCI6Ijk5MSIsIkxpbmVDb2xvciI6eyIkaWQiOiI5OTIiLCIkdHlwZSI6Ik5MUkUuQ29tbW9uLkRvbS5Tb2xpZENvbG9yQnJ1c2gsIE5MUkUuQ29tbW9uIiwiQ29sb3IiOnsiJGlkIjoiOTkzIiwiQSI6MjU1LCJSIjoyMzQsIkciOjIyLCJCIjozMH19LCJMaW5lV2VpZ2h0IjowLjAsIkxpbmVUeXBlIjowLCJQYXJlbnRTdHlsZSI6bnVsbH0sIlBhcmVudFN0eWxlIjpudWxsfSwiVGl0bGVTdHlsZSI6eyIkaWQiOiI5OTQiLCJGb250U2V0dGluZ3MiOnsiJGlkIjoiOTk1IiwiRm9udFNpemUiOjExLCJGb250TmFtZSI6IkNhbGlicmkiLCJJc0JvbGQiOmZhbHNlLCJJc0l0YWxpYyI6ZmFsc2UsIklzVW5kZXJsaW5lZCI6ZmFsc2UsIlBhcmVudFN0eWxlIjpudWxsfSwiQXV0b1NpemUiOjAsIkZvcmVncm91bmQiOnsiJGlkIjoiOTk2IiwiQ29sb3IiOnsiJGlkIjoiOTk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5OCIsIlRvcCI6MC4wLCJMZWZ0IjowLjAsIlJpZ2h0IjowLjAsIkJvdHRvbSI6MC4wfSwiUGFkZGluZyI6eyIkaWQiOiI5OTkiLCJUb3AiOjAuMCwiTGVmdCI6MC4wLCJSaWdodCI6MC4wLCJCb3R0b20iOjAuMH0sIkJhY2tncm91bmQiOnsiJGlkIjoiMTAwMCIsIkNvbG9yIjp7IiRpZCI6IjEwMDEiLCJBIjoyNTUsIlIiOjAsIkciOjAsIkIiOjB9fSwiSXNWaXNpYmxlIjp0cnVlLCJXaWR0aCI6MC4wLCJIZWlnaHQiOjAuMCwiQm9yZGVyU3R5bGUiOnsiJGlkIjoiMTAwMiIsIkxpbmVDb2xvciI6bnVsbCwiTGluZVdlaWdodCI6MC4wLCJMaW5lVHlwZSI6MCwiUGFyZW50U3R5bGUiOm51bGx9LCJQYXJlbnRTdHlsZSI6bnVsbH0sIkRhdGVTdHlsZSI6eyIkaWQiOiIxMDAzIiwiRm9udFNldHRpbmdzIjp7IiRpZCI6IjEwMDQiLCJGb250U2l6ZSI6MTAsIkZvbnROYW1lIjoiQ2FsaWJyaSIsIklzQm9sZCI6ZmFsc2UsIklzSXRhbGljIjpmYWxzZSwiSXNVbmRlcmxpbmVkIjpmYWxzZSwiUGFyZW50U3R5bGUiOm51bGx9LCJBdXRvU2l6ZSI6MCwiRm9yZWdyb3VuZCI6eyIkaWQiOiIxMDA1IiwiQ29sb3IiOnsiJGlkIjoiMTAwN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TAwNyIsIlRvcCI6MC4wLCJMZWZ0IjowLjAsIlJpZ2h0IjowLjAsIkJvdHRvbSI6MC4wfSwiUGFkZGluZyI6eyIkaWQiOiIxMDA4IiwiVG9wIjowLjAsIkxlZnQiOjAuMCwiUmlnaHQiOjAuMCwiQm90dG9tIjowLjB9LCJCYWNrZ3JvdW5kIjp7IiRpZCI6IjEwMDkiLCJDb2xvciI6eyIkaWQiOiIxMDEwIiwiQSI6MjU1LCJSIjo2OCwiRyI6ODQsIkIiOjEwNn19LCJJc1Zpc2libGUiOnRydWUsIldpZHRoIjowLjAsIkhlaWdodCI6MC4wLCJCb3JkZXJTdHlsZSI6eyIkaWQiOiIxMDExIiwiTGluZUNvbG9yIjpudWxsLCJMaW5lV2VpZ2h0IjowLjAsIkxpbmVUeXBlIjowLCJQYXJlbnRTdHlsZSI6bnVsbH0sIlBhcmVudFN0eWxlIjpudWxsfSwiRGF0ZUZvcm1hdCI6eyIkaWQiOiIxMDE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TMiLCJGb3JtYXQiOjAsIklzVmlzaWJsZSI6ZmFsc2UsIkxhc3RLbm93blZpc2liaWxpdHlTdGF0ZSI6ZmFsc2V9LCJJc1Zpc2libGUiOnRydWUsIlZhcmlhbmNlU3R5bGUiOnsiJGlkIjoiMTAxNCIsIlRleHRTdHlsZSI6eyIkaWQiOiIxMDE1IiwiRm9udFNldHRpbmdzIjp7IiRpZCI6IjEwMTYiLCJGb250U2l6ZSI6MTAsIkZvbnROYW1lIjoiQ2FsaWJyaSIsIklzQm9sZCI6ZmFsc2UsIklzSXRhbGljIjpmYWxzZSwiSXNVbmRlcmxpbmVkIjpmYWxzZSwiUGFyZW50U3R5bGUiOm51bGx9LCJBdXRvU2l6ZSI6MCwiRm9yZWdyb3VuZCI6eyIkaWQiOiIxMDE3IiwiQ29sb3IiOnsiJGlkIjoiMTA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E5IiwiVG9wIjowLjAsIkxlZnQiOjAuMCwiUmlnaHQiOjAuMCwiQm90dG9tIjowLjB9LCJQYWRkaW5nIjp7IiRpZCI6IjEwMjAiLCJUb3AiOjAuMCwiTGVmdCI6MC4wLCJSaWdodCI6MC4wLCJCb3R0b20iOjAuMH0sIkJhY2tncm91bmQiOnsiJGlkIjoiMTAyMSIsIkNvbG9yIjp7IiRpZCI6IjEwMjIiLCJBIjoyNTUsIlIiOjAsIkciOjAsIkIiOjB9fSwiSXNWaXNpYmxlIjp0cnVlLCJXaWR0aCI6MC4wLCJIZWlnaHQiOjAuMCwiQm9yZGVyU3R5bGUiOnsiJGlkIjoiMTAyMyIsIkxpbmVDb2xvciI6bnVsbCwiTGluZVdlaWdodCI6MC4wLCJMaW5lVHlwZSI6MCwiUGFyZW50U3R5bGUiOm51bGx9LCJQYXJlbnRTdHlsZSI6bnVsbH0sIlBhcmVudFN0eWxlIjpudWxsfSwiUGFyZW50U3R5bGUiOm51bGwsIl9leHBsaWNpdGx5U2V0Ijp7IiRpZCI6IjEwMj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MDI1IiwiU2hhcGUiOjEsIkNvbm5lY3Rvck1hcmdpbiI6eyIkaWQiOiIxMDI2IiwiVG9wIjowLjAsIkxlZnQiOjIuMCwiUmlnaHQiOjIuMCwiQm90dG9tIjowLjB9LCJDb25uZWN0b3JTdHlsZSI6eyIkaWQiOiIxMDI3IiwiTGluZUNvbG9yIjp7IiRpZCI6IjEwMjgiLCIkdHlwZSI6Ik5MUkUuQ29tbW9uLkRvbS5Tb2xpZENvbG9yQnJ1c2gsIE5MUkUuQ29tbW9uIiwiQ29sb3IiOnsiJGlkIjoiMTAyOSIsIkEiOjEyNywiUiI6NTYsIkciOjg2LCJCIjozNX19LCJMaW5lV2VpZ2h0IjoxLjAsIkxpbmVUeXBlIjowLCJQYXJlbnRTdHlsZSI6bnVsbH0sIklzQmVsb3dUaW1lYmFuZCI6ZmFsc2UsIlBvc2l0aW9uT25UYXNrIjoxLCJIaWRlRGF0ZSI6ZmFsc2UsIlNoYXBlU2l6ZSI6MCwiU3BhY2luZyI6MC4wLCJQYWRkaW5nIjp7IiRpZCI6IjEwMzAiLCJUb3AiOjUuMCwiTGVmdCI6My4wLCJSaWdodCI6MC4wLCJCb3R0b20iOjIuMH0sIlNoYXBlU3R5bGUiOnsiJGlkIjoiMTAzMSIsIk1hcmdpbiI6eyIkaWQiOiIxMDMyIiwiVG9wIjowLjAsIkxlZnQiOjAuMCwiUmlnaHQiOjAuMCwiQm90dG9tIjowLjB9LCJQYWRkaW5nIjp7IiRpZCI6IjEwMzMiLCJUb3AiOjAuMCwiTGVmdCI6MC4wLCJSaWdodCI6MC4wLCJCb3R0b20iOjAuMH0sIkJhY2tncm91bmQiOnsiJGlkIjoiMTAzNCIsIkNvbG9yIjp7IiRpZCI6IjEwMzUiLCJBIjoyNTUsIlIiOjU2LCJHIjo4NiwiQiI6MzV9fSwiSXNWaXNpYmxlIjp0cnVlLCJXaWR0aCI6MTIuMCwiSGVpZ2h0IjoxNC4wLCJCb3JkZXJTdHlsZSI6eyIkaWQiOiIxMDM2IiwiTGluZUNvbG9yIjp7IiRpZCI6IjEwMzciLCIkdHlwZSI6Ik5MUkUuQ29tbW9uLkRvbS5Tb2xpZENvbG9yQnJ1c2gsIE5MUkUuQ29tbW9uIiwiQ29sb3IiOnsiJGlkIjoiMTAzOCIsIkEiOjI1NSwiUiI6MjU1LCJHIjoyNTUsIkIiOjI1NX19LCJMaW5lV2VpZ2h0IjowLjAsIkxpbmVUeXBlIjowLCJQYXJlbnRTdHlsZSI6bnVsbH0sIlBhcmVudFN0eWxlIjpudWxsfSwiVGl0bGVTdHlsZSI6eyIkaWQiOiIxMDM5IiwiRm9udFNldHRpbmdzIjp7IiRpZCI6IjEwNDAiLCJGb250U2l6ZSI6MTEsIkZvbnROYW1lIjoiQ2FsaWJyaSIsIklzQm9sZCI6ZmFsc2UsIklzSXRhbGljIjpmYWxzZSwiSXNVbmRlcmxpbmVkIjpmYWxzZSwiUGFyZW50U3R5bGUiOm51bGx9LCJBdXRvU2l6ZSI6MCwiRm9yZWdyb3VuZCI6eyIkaWQiOiIxMDQxIiwiQ29sb3IiOnsiJGlkIjoiMTA0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DQzIiwiVG9wIjowLjAsIkxlZnQiOjAuMCwiUmlnaHQiOjAuMCwiQm90dG9tIjowLjB9LCJQYWRkaW5nIjp7IiRpZCI6IjEwNDQiLCJUb3AiOjAuMCwiTGVmdCI6MC4wLCJSaWdodCI6MC4wLCJCb3R0b20iOjAuMH0sIkJhY2tncm91bmQiOnsiJGlkIjoiMTA0NSIsIkNvbG9yIjp7IiRpZCI6IjEwNDYiLCJBIjoyNTUsIlIiOjAsIkciOjAsIkIiOjB9fSwiSXNWaXNpYmxlIjp0cnVlLCJXaWR0aCI6MC4wLCJIZWlnaHQiOjAuMCwiQm9yZGVyU3R5bGUiOnsiJGlkIjoiMTA0NyIsIkxpbmVDb2xvciI6bnVsbCwiTGluZVdlaWdodCI6MC4wLCJMaW5lVHlwZSI6MCwiUGFyZW50U3R5bGUiOm51bGx9LCJQYXJlbnRTdHlsZSI6bnVsbH0sIkRhdGVTdHlsZSI6eyIkaWQiOiIxMDQ4IiwiRm9udFNldHRpbmdzIjp7IiRpZCI6IjEwNDkiLCJGb250U2l6ZSI6MTAsIkZvbnROYW1lIjoiQ2FsaWJyaSIsIklzQm9sZCI6ZmFsc2UsIklzSXRhbGljIjpmYWxzZSwiSXNVbmRlcmxpbmVkIjpmYWxzZSwiUGFyZW50U3R5bGUiOm51bGx9LCJBdXRvU2l6ZSI6MCwiRm9yZWdyb3VuZCI6eyIkaWQiOiIxMDUwIiwiQ29sb3IiOnsiJGlkIjoiMTA1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A1MiIsIlRvcCI6MC4wLCJMZWZ0IjowLjAsIlJpZ2h0IjowLjAsIkJvdHRvbSI6MC4wfSwiUGFkZGluZyI6eyIkaWQiOiIxMDUzIiwiVG9wIjowLjAsIkxlZnQiOjAuMCwiUmlnaHQiOjAuMCwiQm90dG9tIjowLjB9LCJCYWNrZ3JvdW5kIjp7IiRpZCI6IjEwNTQiLCJDb2xvciI6eyIkaWQiOiIxMDU1IiwiQSI6MjU1LCJSIjo2OCwiRyI6ODQsIkIiOjEwNn19LCJJc1Zpc2libGUiOnRydWUsIldpZHRoIjowLjAsIkhlaWdodCI6MC4wLCJCb3JkZXJTdHlsZSI6eyIkaWQiOiIxMDU2IiwiTGluZUNvbG9yIjpudWxsLCJMaW5lV2VpZ2h0IjowLjAsIkxpbmVUeXBlIjowLCJQYXJlbnRTdHlsZSI6bnVsbH0sIlBhcmVudFN0eWxlIjpudWxsfSwiRGF0ZUZvcm1hdCI6eyIkaWQiOiIxMDU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4IiwiRm9ybWF0IjowLCJJc1Zpc2libGUiOmZhbHNlLCJMYXN0S25vd25WaXNpYmlsaXR5U3RhdGUiOmZhbHNlfSwiSXNWaXNpYmxlIjpmYWxzZSwiVmFyaWFuY2VTdHlsZSI6eyIkaWQiOiIxMDU5IiwiVGV4dFN0eWxlIjp7IiRpZCI6IjEwNjAiLCJGb250U2V0dGluZ3MiOnsiJGlkIjoiMTA2MSIsIkZvbnRTaXplIjoxMCwiRm9udE5hbWUiOiJDYWxpYnJpIiwiSXNCb2xkIjpmYWxzZSwiSXNJdGFsaWMiOmZhbHNlLCJJc1VuZGVybGluZWQiOmZhbHNlLCJQYXJlbnRTdHlsZSI6bnVsbH0sIkF1dG9TaXplIjowLCJGb3JlZ3JvdW5kIjp7IiRpZCI6IjEwNjIiLCJDb2xvciI6eyIkaWQiOiIxMD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jQiLCJUb3AiOjAuMCwiTGVmdCI6MC4wLCJSaWdodCI6MC4wLCJCb3R0b20iOjAuMH0sIlBhZGRpbmciOnsiJGlkIjoiMTA2NSIsIlRvcCI6MC4wLCJMZWZ0IjowLjAsIlJpZ2h0IjowLjAsIkJvdHRvbSI6MC4wfSwiQmFja2dyb3VuZCI6eyIkaWQiOiIxMDY2IiwiQ29sb3IiOnsiJGlkIjoiMTA2NyIsIkEiOjI1NSwiUiI6MCwiRyI6MCwiQiI6MH19LCJJc1Zpc2libGUiOnRydWUsIldpZHRoIjowLjAsIkhlaWdodCI6MC4wLCJCb3JkZXJTdHlsZSI6eyIkaWQiOiIxMDY4IiwiTGluZUNvbG9yIjpudWxsLCJMaW5lV2VpZ2h0IjowLjAsIkxpbmVUeXBlIjowLCJQYXJlbnRTdHlsZSI6bnVsbH0sIlBhcmVudFN0eWxlIjpudWxsfSwiUGFyZW50U3R5bGUiOm51bGx9LCJQYXJlbnRTdHlsZSI6bnVsbH0sIkRlZmF1bHRTd2ltbGFuZU1pbGVzdG9uZVN0eWxlIjp7IiRpZCI6IjEwNjkiLCJUaXRsZVBvc2l0aW9uIjoiTGVmdCIsIkRhdGVQb3NpdGlvbiI6IlJpZ2h0IiwiVmFyaWFuY2VQb3NpdGlvbiI6IlJpZ2h0IiwiU2hhcGVUeXBlIjoxLCJTaGFwZVNpemUiOjAsIlNwYWNpbmciOjUsIlNoYXBlU3R5bGUiOnsiJGlkIjoiMTA3MCIsIk1hcmdpbiI6eyIkaWQiOiIxMDcxIiwiVG9wIjowLjAsIkxlZnQiOjAuMCwiUmlnaHQiOjAuMCwiQm90dG9tIjowLjB9LCJQYWRkaW5nIjp7IiRpZCI6IjEwNzIiLCJUb3AiOjAuMCwiTGVmdCI6MC4wLCJSaWdodCI6MC4wLCJCb3R0b20iOjAuMH0sIkJhY2tncm91bmQiOnsiJGlkIjoiMTA3MyIsIkNvbG9yIjp7IiRpZCI6IjEwNzQiLCJBIjoyNTUsIlIiOjExMiwiRyI6MTczLCJCIjo3MX19LCJJc1Zpc2libGUiOnRydWUsIldpZHRoIjoxMi4wLCJIZWlnaHQiOjE0LjAsIkJvcmRlclN0eWxlIjp7IiRpZCI6IjEwNzUiLCJMaW5lQ29sb3IiOnsiJGlkIjoiMTA3NiIsIiR0eXBlIjoiTkxSRS5Db21tb24uRG9tLlNvbGlkQ29sb3JCcnVzaCwgTkxSRS5Db21tb24iLCJDb2xvciI6eyIkaWQiOiIxMDc3IiwiQSI6MjU1LCJSIjoyMzQsIkciOjIyLCJCIjozMH19LCJMaW5lV2VpZ2h0IjowLjAsIkxpbmVUeXBlIjowLCJQYXJlbnRTdHlsZSI6bnVsbH0sIlBhcmVudFN0eWxlIjpudWxsfSwiVGl0bGVTdHlsZSI6eyIkaWQiOiIxMDc4IiwiRm9udFNldHRpbmdzIjp7IiRpZCI6IjEwNzkiLCJGb250U2l6ZSI6MTEsIkZvbnROYW1lIjoiQ2FsaWJyaSIsIklzQm9sZCI6ZmFsc2UsIklzSXRhbGljIjpmYWxzZSwiSXNVbmRlcmxpbmVkIjpmYWxzZSwiUGFyZW50U3R5bGUiOm51bGx9LCJBdXRvU2l6ZSI6MCwiRm9yZWdyb3VuZCI6eyIkaWQiOiIxMDgwIiwiQ29sb3IiOnsiJGlkIjoiMTA4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MDgyIiwiVG9wIjowLjAsIkxlZnQiOjAuMCwiUmlnaHQiOjAuMCwiQm90dG9tIjowLjB9LCJQYWRkaW5nIjp7IiRpZCI6IjEwODMiLCJUb3AiOjAuMCwiTGVmdCI6MC4wLCJSaWdodCI6MC4wLCJCb3R0b20iOjAuMH0sIkJhY2tncm91bmQiOnsiJGlkIjoiMTA4NCIsIkNvbG9yIjp7IiRpZCI6IjEwODUiLCJBIjoyNTUsIlIiOjAsIkciOjAsIkIiOjB9fSwiSXNWaXNpYmxlIjp0cnVlLCJXaWR0aCI6MC4wLCJIZWlnaHQiOjAuMCwiQm9yZGVyU3R5bGUiOnsiJGlkIjoiMTA4NiIsIkxpbmVDb2xvciI6bnVsbCwiTGluZVdlaWdodCI6MC4wLCJMaW5lVHlwZSI6MCwiUGFyZW50U3R5bGUiOm51bGx9LCJQYXJlbnRTdHlsZSI6bnVsbH0sIkRhdGVTdHlsZSI6eyIkaWQiOiIxMDg3IiwiRm9udFNldHRpbmdzIjp7IiRpZCI6IjEwODgiLCJGb250U2l6ZSI6MTAsIkZvbnROYW1lIjoiQ2FsaWJyaSIsIklzQm9sZCI6ZmFsc2UsIklzSXRhbGljIjpmYWxzZSwiSXNVbmRlcmxpbmVkIjpmYWxzZSwiUGFyZW50U3R5bGUiOm51bGx9LCJBdXRvU2l6ZSI6MCwiRm9yZWdyb3VuZCI6eyIkaWQiOiIxMDg5IiwiQ29sb3IiOnsiJGlkIjoiMTA5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TA5MSIsIlRvcCI6MC4wLCJMZWZ0IjowLjAsIlJpZ2h0IjowLjAsIkJvdHRvbSI6MC4wfSwiUGFkZGluZyI6eyIkaWQiOiIxMDkyIiwiVG9wIjowLjAsIkxlZnQiOjAuMCwiUmlnaHQiOjAuMCwiQm90dG9tIjowLjB9LCJCYWNrZ3JvdW5kIjp7IiRpZCI6IjEwOTMiLCJDb2xvciI6eyIkaWQiOiIxMDk0IiwiQSI6MjU1LCJSIjo2OCwiRyI6ODQsIkIiOjEwNn19LCJJc1Zpc2libGUiOnRydWUsIldpZHRoIjowLjAsIkhlaWdodCI6MC4wLCJCb3JkZXJTdHlsZSI6eyIkaWQiOiIxMDk1IiwiTGluZUNvbG9yIjpudWxsLCJMaW5lV2VpZ2h0IjowLjAsIkxpbmVUeXBlIjowLCJQYXJlbnRTdHlsZSI6bnVsbH0sIlBhcmVudFN0eWxlIjpudWxsfSwiRGF0ZUZvcm1hdCI6eyIkaWQiOiIxMDk2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ciLCJGb3JtYXQiOjAsIklzVmlzaWJsZSI6ZmFsc2UsIkxhc3RLbm93blZpc2liaWxpdHlTdGF0ZSI6ZmFsc2V9LCJJc1Zpc2libGUiOnRydWUsIlZhcmlhbmNlU3R5bGUiOnsiJGlkIjoiMTA5OCIsIlRleHRTdHlsZSI6eyIkaWQiOiIxMDk5IiwiRm9udFNldHRpbmdzIjp7IiRpZCI6IjExMDAiLCJGb250U2l6ZSI6MTAsIkZvbnROYW1lIjoiQ2FsaWJyaSIsIklzQm9sZCI6ZmFsc2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yNTUsIlIiOjAsIkciOjAsIkIiOjB9fSwiSXNWaXNpYmxlIjp0cnVlLCJXaWR0aCI6MC4wLCJIZWlnaHQiOjAuMCwiQm9yZGVyU3R5bGUiOnsiJGlkIjoiMTEwNyIsIkxpbmVDb2xvciI6bnVsbCwiTGluZVdlaWdodCI6MC4wLCJMaW5lVHlwZSI6MCwiUGFyZW50U3R5bGUiOm51bGx9LCJQYXJlbnRTdHlsZSI6bnVsbH0sIlBhcmVudFN0eWxlIjpudWxsfSwiUGFyZW50U3R5bGUiOm51bGx9LCJEZWZhdWx0U3dpbWxhbmVBY3Rpdml0eVN0eWxlIjp7IiRpZCI6IjExMDgiLCJIZWFkZXJTdHlsZSI6eyIkaWQiOiIxMTA5IiwiVGV4dFN0eWxlIjp7IiRpZCI6IjExMTAiLCJGb250U2V0dGluZ3MiOnsiJGlkIjoiMTExMSIsIkZvbnRTaXplIjoxMSwiRm9udE5hbWUiOiJDYWxpYnJpIiwiSXNCb2xkIjpmYWxzZSwiSXNJdGFsaWMiOmZhbHNlLCJJc1VuZGVybGluZWQiOmZhbHNlLCJQYXJlbnRTdHlsZSI6bnVsbH0sIkF1dG9TaXplIjoyLCJGb3JlZ3JvdW5kIjp7IiRpZCI6IjExMTIiLCJDb2xvciI6eyIkaWQiOiIxMTEz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ExNCIsIlRvcCI6MC4wLCJMZWZ0IjowLjAsIlJpZ2h0IjowLjAsIkJvdHRvbSI6MC4wfSwiUGFkZGluZyI6eyIkaWQiOiIxMTE1IiwiVG9wIjowLjAsIkxlZnQiOjAuMCwiUmlnaHQiOjAuMCwiQm90dG9tIjowLjB9LCJCYWNrZ3JvdW5kIjp7IiRpZCI6IjExMTYiLCJDb2xvciI6eyIkaWQiOiIxMTE3IiwiQSI6MjU1LCJSIjo2NCwiRyI6NjQsIkIiOjY0fX0sIklzVmlzaWJsZSI6dHJ1ZSwiV2lkdGgiOjAuMCwiSGVpZ2h0IjowLjAsIkJvcmRlclN0eWxlIjpudWxsLCJQYXJlbnRTdHlsZSI6bnVsbH0sIlJlY3RhbmdsZVN0eWxlIjp7IiRpZCI6IjExMTgiLCJNYXJnaW4iOnsiJGlkIjoiMTExOSIsIlRvcCI6MC4wLCJMZWZ0IjowLjAsIlJpZ2h0IjowLjAsIkJvdHRvbSI6MC4wfSwiUGFkZGluZyI6eyIkaWQiOiIxMTIwIiwiVG9wIjowLjAsIkxlZnQiOjAuMCwiUmlnaHQiOjAuMCwiQm90dG9tIjowLjB9LCJCYWNrZ3JvdW5kIjp7IiRpZCI6IjExMjEiLCJDb2xvciI6eyIkaWQiOiIxMTIyIiwiQSI6MTI3LCJSIjoxMTIsIkciOjE3MywiQiI6NzF9fSwiSXNWaXNpYmxlIjp0cnVlLCJXaWR0aCI6MC4wLCJIZWlnaHQiOjAuMCwiQm9yZGVyU3R5bGUiOnsiJGlkIjoiMTEyMyIsIkxpbmVDb2xvciI6eyIkaWQiOiIxMTI0IiwiJHR5cGUiOiJOTFJFLkNvbW1vbi5Eb20uU29saWRDb2xvckJydXNoLCBOTFJFLkNvbW1vbiIsIkNvbG9yIjp7IiRpZCI6IjExMjUiLCJBIjoyNTUsIlIiOjI1NSwiRyI6MjU1LCJCIjoyNTV9fSwiTGluZVdlaWdodCI6MC4wLCJMaW5lVHlwZSI6MCwiUGFyZW50U3R5bGUiOm51bGx9LCJQYXJlbnRTdHlsZSI6bnVsbH0sIk1hcmdpbiI6eyIkaWQiOiIxMTI2IiwiVG9wIjowLjAsIkxlZnQiOjAuMCwiUmlnaHQiOjAuMCwiQm90dG9tIjowLjB9LCJQYWRkaW5nIjp7IiRpZCI6IjExMjciLCJUb3AiOjAuMCwiTGVmdCI6MC4wLCJSaWdodCI6MC4wLCJCb3R0b20iOjAuMH0sIkJhY2tncm91bmQiOm51bGwsIklzVmlzaWJsZSI6dHJ1ZSwiV2lkdGgiOjAuMCwiSGVpZ2h0IjowLjAsIkJvcmRlclN0eWxlIjpudWxsLCJQYXJlbnRTdHlsZSI6bnVsbH0sIkJhY2tncm91bmRTdHlsZSI6eyIkaWQiOiIxMTI4IiwiTWFyZ2luIjp7IiRpZCI6IjExMjkiLCJUb3AiOjAuMCwiTGVmdCI6MC4wLCJSaWdodCI6MC4wLCJCb3R0b20iOjAuMH0sIlBhZGRpbmciOnsiJGlkIjoiMTEzMCIsIlRvcCI6MC4wLCJMZWZ0IjowLjAsIlJpZ2h0IjowLjAsIkJvdHRvbSI6MC4wfSwiQmFja2dyb3VuZCI6eyIkaWQiOiIxMTMxIiwiQ29sb3IiOnsiJGlkIjoiMTEzMiIsIkEiOjUxLCJSIjoyMDAsIkciOjIwMCwiQiI6MjAwfX0sIklzVmlzaWJsZSI6dHJ1ZSwiV2lkdGgiOjAuMCwiSGVpZ2h0IjowLjAsIkJvcmRlclN0eWxlIjp7IiRpZCI6IjExMzMiLCJMaW5lQ29sb3IiOnsiJGlkIjoiMTEzNCIsIiR0eXBlIjoiTkxSRS5Db21tb24uRG9tLlNvbGlkQ29sb3JCcnVzaCwgTkxSRS5Db21tb24iLCJDb2xvciI6eyIkaWQiOiIxMTM1IiwiQSI6MjU1LCJSIjoyMzQsIkciOjIyLCJCIjozMH19LCJMaW5lV2VpZ2h0IjowLjAsIkxpbmVUeXBlIjowLCJQYXJlbnRTdHlsZSI6bnVsbH0sIlBhcmVudFN0eWxlIjpudWxsfSwiTWFyZ2luIjp7IiRpZCI6IjExMzYiLCJUb3AiOjAuMCwiTGVmdCI6MC4wLCJSaWdodCI6MC4wLCJCb3R0b20iOjAuMH0sIlBhZGRpbmciOnsiJGlkIjoiMTEzNyIsIlRvcCI6MC4wLCJMZWZ0IjowLjAsIlJpZ2h0IjowLjAsIkJvdHRvbSI6MC4wfSwiSXNWaXNpYmxlIjp0cnVlLCJXaWR0aCI6MC4wLCJIZWlnaHQiOjAuMCwiQm9yZGVyU3R5bGUiOnsiJGlkIjoiMTEzOCIsIkxpbmVDb2xvciI6bnVsbCwiTGluZVdlaWdodCI6MC4wLCJMaW5lVHlwZSI6MCwiUGFyZW50U3R5bGUiOm51bGx9LCJQYXJlbnRTdHlsZSI6bnVsbH0sIk1hcmdpbiI6eyIkaWQiOiIxMTM5IiwiVG9wIjowLjAsIkxlZnQiOjAuMCwiUmlnaHQiOjAuMCwiQm90dG9tIjowLjB9LCJQYWRkaW5nIjp7IiRpZCI6IjExNDAiLCJUb3AiOjAuMCwiTGVmdCI6MC4wLCJSaWdodCI6MC4wLCJCb3R0b20iOjAuMH0sIklzVmlzaWJsZSI6ZmFsc2UsIldpZHRoIjowLjAsIkhlaWdodCI6MC4wLCJCb3JkZXJTdHlsZSI6eyIkaWQiOiIxMTQxIiwiTGluZUNvbG9yIjpudWxsLCJMaW5lV2VpZ2h0IjowLjAsIkxpbmVUeXBlIjowLCJQYXJlbnRTdHlsZSI6bnVsbH0sIlBhcmVudFN0eWxlIjpudWxsfX0seyIkaWQiOiIxMTQyIiwiX2FjdGl2aXRpZXMiOlt7IiRpZCI6IjExNDMiLCJfcm93cyI6W3siJGlkIjoiMTE0NCIsIl90YXNrcyI6W3siJGlkIjoiMTE0NSIsIl9hdHRhY2hlZE1pbGVzdG9uZXMiOltdLCJUYXNrRGVmaW5pdGlvbiI6eyIkaWQiOiIxMTQ2IiwiR3JvdXBOYW1lIjpudWxsLCJTdGFydERhdGUiOiIyMDI2LTA1LTEwVDAwOjAwOjAwIiwiRW5kRGF0ZSI6IjIwMjYtMDYtMTRUMjM6NTk6MDAiLCJQZXJjZW50YWdlQ29tcGxldGUiOm51bGwsIlN0eWxlIjp7IiRpZCI6IjExNDciLCJTaGFwZSI6MSwiU2hhcGVUaGlja25lc3MiOjAsIkR1cmF0aW9uRm9ybWF0IjowLCJJbmNsdWRlTm9uV29ya2luZ0RheXNJbkR1cmF0aW9uIjpmYWxzZSwiUGVyY2VudGFnZUNvbXBsZXRlU3R5bGUiOnsiJGlkIjoiMTE0OCIsIkZvbnRTZXR0aW5ncyI6eyIkaWQiOiIxMTQ5IiwiRm9udFNpemUiOjEwLCJGb250TmFtZSI6IkNhbGlicmkiLCJJc0JvbGQiOmZhbHNlLCJJc0l0YWxpYyI6ZmFsc2UsIklzVW5kZXJsaW5lZCI6ZmFsc2UsIlBhcmVudFN0eWxlIjpudWxsfSwiQXV0b1NpemUiOjAsIkZvcmVncm91bmQiOnsiJGlkIjoiMTE1MCIsIkNvbG9yIjp7IiRpZCI6IjExNTE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E1MiIsIlRvcCI6MC4wLCJMZWZ0IjowLjAsIlJpZ2h0IjowLjAsIkJvdHRvbSI6MC4wfSwiUGFkZGluZyI6eyIkaWQiOiIxMTUzIiwiVG9wIjowLjAsIkxlZnQiOjAuMCwiUmlnaHQiOjAuMCwiQm90dG9tIjowLjB9LCJCYWNrZ3JvdW5kIjp7IiRpZCI6IjExNTQiLCJDb2xvciI6eyIkaWQiOiIxMTU1IiwiQSI6ODksIlIiOjAsIkciOjAsIkIiOjB9fSwiSXNWaXNpYmxlIjp0cnVlLCJXaWR0aCI6MC4wLCJIZWlnaHQiOjAuMCwiQm9yZGVyU3R5bGUiOnsiJGlkIjoiMTE1NiIsIkxpbmVDb2xvciI6bnVsbCwiTGluZVdlaWdodCI6MC4wLCJMaW5lVHlwZSI6MCwiUGFyZW50U3R5bGUiOm51bGx9LCJQYXJlbnRTdHlsZSI6bnVsbH0sIkR1cmF0aW9uU3R5bGUiOnsiJGlkIjoiMTE1NyIsIkZvbnRTZXR0aW5ncyI6eyIkaWQiOiIxMTU4IiwiRm9udFNpemUiOjEwLCJGb250TmFtZSI6IkNhbGlicmkiLCJJc0JvbGQiOmZhbHNlLCJJc0l0YWxpYyI6ZmFsc2UsIklzVW5kZXJsaW5lZCI6ZmFsc2UsIlBhcmVudFN0eWxlIjpudWxsfSwiQXV0b1NpemUiOjAsIkZvcmVncm91bmQiOnsiJGlkIjoiMTE1OSIsIkNvbG9yIjp7IiRpZCI6IjExN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xNjEiLCJUb3AiOjAuMCwiTGVmdCI6MC4wLCJSaWdodCI6MC4wLCJCb3R0b20iOjAuMH0sIlBhZGRpbmciOnsiJGlkIjoiMTE2MiIsIlRvcCI6MC4wLCJMZWZ0IjowLjAsIlJpZ2h0IjowLjAsIkJvdHRvbSI6MC4wfSwiQmFja2dyb3VuZCI6eyIkaWQiOiIxMTYzIiwiQ29sb3IiOnsiJGlkIjoiMTE2NCIsIkEiOjI1NSwiUiI6NjgsIkciOjg0LCJCIjoxMDZ9fSwiSXNWaXNpYmxlIjp0cnVlLCJXaWR0aCI6MC4wLCJIZWlnaHQiOjAuMCwiQm9yZGVyU3R5bGUiOnsiJGlkIjoiMTE2NSIsIkxpbmVDb2xvciI6bnVsbCwiTGluZVdlaWdodCI6MC4wLCJMaW5lVHlwZSI6MCwiUGFyZW50U3R5bGUiOm51bGx9LCJQYXJlbnRTdHlsZSI6bnVsbH0sIkhvcml6b250YWxDb25uZWN0b3JTdHlsZSI6eyIkaWQiOiIxMTY2IiwiTGluZUNvbG9yIjp7IiRpZCI6IjExNjciLCIkdHlwZSI6Ik5MUkUuQ29tbW9uLkRvbS5Tb2xpZENvbG9yQnJ1c2gsIE5MUkUuQ29tbW9uIiwiQ29sb3IiOnsiJGlkIjoiMTE2OCIsIkEiOjI1NSwiUiI6MCwiRyI6MCwiQiI6MH19LCJMaW5lV2VpZ2h0IjowLjAsIkxpbmVUeXBlIjowLCJQYXJlbnRTdHlsZSI6bnVsbH0sIlZlcnRpY2FsQ29ubmVjdG9yU3R5bGUiOnsiJGlkIjoiMTE2OSIsIkxpbmVDb2xvciI6eyIkaWQiOiIxMTcwIiwiJHR5cGUiOiJOTFJFLkNvbW1vbi5Eb20uU29saWRDb2xvckJydXNoLCBOTFJFLkNvbW1vbiIsIkNvbG9yIjp7IiRpZCI6IjExN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xNzIiLCJTaGFwZVN0eWxlIjp7IiRpZCI6IjExNzMiLCJNYXJnaW4iOnsiJGlkIjoiMTE3NCIsIlRvcCI6MC4wLCJMZWZ0IjowLjAsIlJpZ2h0IjowLjAsIkJvdHRvbSI6MC4wfSwiUGFkZGluZyI6eyIkaWQiOiIxMTc1IiwiVG9wIjowLjAsIkxlZnQiOjAuMCwiUmlnaHQiOjAuMCwiQm90dG9tIjowLjB9LCJCYWNrZ3JvdW5kIjp7IiRpZCI6IjExNzYiLCJDb2xvciI6eyIkaWQiOiIxMTc3IiwiQSI6MTUzLCJSIjowLCJHIjowLCJCIjowfX0sIklzVmlzaWJsZSI6dHJ1ZSwiV2lkdGgiOjAuMCwiSGVpZ2h0IjowLjAsIkJvcmRlclN0eWxlIjpudWxsLCJQYXJlbnRTdHlsZSI6bnVsbH0sIk1hcmdpbiI6eyIkaWQiOiIxMTc4IiwiVG9wIjowLjAsIkxlZnQiOjAuMCwiUmlnaHQiOjAuMCwiQm90dG9tIjowLjB9LCJQYWRkaW5nIjp7IiRpZCI6IjExNzkiLCJUb3AiOjAuMCwiTGVmdCI6MC4wLCJSaWdodCI6MC4wLCJCb3R0b20iOjAuMH0sIkJhY2tncm91bmQiOm51bGwsIklzVmlzaWJsZSI6dHJ1ZSwiV2lkdGgiOjAuMCwiSGVpZ2h0IjowLjAsIkJvcmRlclN0eWxlIjpudWxsLCJQYXJlbnRTdHlsZSI6bnVsbH0sIlNoYXBlU3R5bGUiOnsiJGlkIjoiMTE4MCIsIk1hcmdpbiI6eyIkaWQiOiIxMTgxIiwiVG9wIjowLjAsIkxlZnQiOjQuMCwiUmlnaHQiOjQuMCwiQm90dG9tIjowLjB9LCJQYWRkaW5nIjp7IiRpZCI6IjExODIiLCJUb3AiOjAuMCwiTGVmdCI6MC4wLCJSaWdodCI6MC4wLCJCb3R0b20iOjAuMH0sIkJhY2tncm91bmQiOnsiJGlkIjoiMTE4MyIsIkNvbG9yIjp7IiRpZCI6IjExODQiLCJBIjoyNTUsIlIiOjE2NSwiRyI6MTY1LCJCIjoxNjV9fSwiSXNWaXNpYmxlIjp0cnVlLCJXaWR0aCI6MC4wLCJIZWlnaHQiOjEwLjAsIkJvcmRlclN0eWxlIjp7IiRpZCI6IjExODUiLCJMaW5lQ29sb3IiOnsiJGlkIjoiMTE4NiIsIiR0eXBlIjoiTkxSRS5Db21tb24uRG9tLlNvbGlkQ29sb3JCcnVzaCwgTkxSRS5Db21tb24iLCJDb2xvciI6eyIkaWQiOiIxMTg3IiwiQSI6MjU1LCJSIjoyMzQsIkciOjIyLCJCIjozMH19LCJMaW5lV2VpZ2h0IjowLjAsIkxpbmVUeXBlIjowLCJQYXJlbnRTdHlsZSI6bnVsbH0sIlBhcmVudFN0eWxlIjpudWxsfSwiVGl0bGVTdHlsZSI6eyIkaWQiOiIxMTg4IiwiRm9udFNldHRpbmdzIjp7IiRpZCI6IjExODkiLCJGb250U2l6ZSI6MTEsIkZvbnROYW1lIjoiVGl0aWxsaXVtIFdlYiIsIklzQm9sZCI6ZmFsc2UsIklzSXRhbGljIjpmYWxzZSwiSXNVbmRlcmxpbmVkIjpmYWxzZSwiUGFyZW50U3R5bGUiOm51bGx9LCJBdXRvU2l6ZSI6MCwiRm9yZWdyb3VuZCI6eyIkaWQiOiIxMTkwIiwiQ29sb3IiOnsiJGlkIjoiMTE5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xMTkyIiwiVG9wIjowLjAsIkxlZnQiOjAuMCwiUmlnaHQiOjAuMCwiQm90dG9tIjowLjB9LCJQYWRkaW5nIjp7IiRpZCI6IjExOTMiLCJUb3AiOjAuMCwiTGVmdCI6MC4wLCJSaWdodCI6MC4wLCJCb3R0b20iOjAuMH0sIkJhY2tncm91bmQiOnsiJGlkIjoiMTE5NCIsIkNvbG9yIjp7IiRpZCI6IjExOTUiLCJBIjowLCJSIjoyNTUsIkciOjI1NSwiQiI6MjU1fX0sIklzVmlzaWJsZSI6dHJ1ZSwiV2lkdGgiOjAuMCwiSGVpZ2h0IjowLjAsIkJvcmRlclN0eWxlIjp7IiRpZCI6IjExOTYiLCJMaW5lQ29sb3IiOm51bGwsIkxpbmVXZWlnaHQiOjAuMCwiTGluZVR5cGUiOjAsIlBhcmVudFN0eWxlIjpudWxsfSwiUGFyZW50U3R5bGUiOm51bGx9LCJEYXRlU3R5bGUiOnsiJGlkIjoiMTE5NyIsIkZvbnRTZXR0aW5ncyI6eyIkaWQiOiIxMTk4IiwiRm9udFNpemUiOjEwLCJGb250TmFtZSI6IlRpdGlsbGl1bSBXZWIiLCJJc0JvbGQiOmZhbHNlLCJJc0l0YWxpYyI6ZmFsc2UsIklzVW5kZXJsaW5lZCI6ZmFsc2UsIlBhcmVudFN0eWxlIjpudWxsfSwiQXV0b1NpemUiOjAsIkZvcmVncm91bmQiOnsiJGlkIjoiMTE5OSIsIkNvbG9yIjp7IiRpZCI6IjEyMD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TIwMSIsIlRvcCI6MC4wLCJMZWZ0IjowLjAsIlJpZ2h0IjowLjAsIkJvdHRvbSI6MC4wfSwiUGFkZGluZyI6eyIkaWQiOiIxMjAyIiwiVG9wIjowLjAsIkxlZnQiOjAuMCwiUmlnaHQiOjAuMCwiQm90dG9tIjowLjB9LCJCYWNrZ3JvdW5kIjp7IiRpZCI6IjEyMDMiLCJDb2xvciI6eyIkaWQiOiIxMjA0IiwiQSI6MCwiUiI6MjU1LCJHIjoyNTUsIkIiOjI1NX19LCJJc1Zpc2libGUiOnRydWUsIldpZHRoIjowLjAsIkhlaWdodCI6MC4wLCJCb3JkZXJTdHlsZSI6eyIkaWQiOiIxMjA1IiwiTGluZUNvbG9yIjpudWxsLCJMaW5lV2VpZ2h0IjowLjAsIkxpbmVUeXBlIjowLCJQYXJlbnRTdHlsZSI6bnVsbH0sIlBhcmVudFN0eWxlIjpudWxsfSwiRGF0ZUZvcm1hdCI6eyIkaWQiOiIx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DciLCJGb3JtYXQiOjAsIklzVmlzaWJsZSI6ZmFsc2UsIkxhc3RLbm93blZpc2liaWxpdHlTdGF0ZSI6ZmFsc2V9LCJJc1Zpc2libGUiOnRydWUsIlZhcmlhbmNlU3R5bGUiOnsiJGlkIjoiMTIwOCIsIlRleHRTdHlsZSI6eyIkaWQiOiIxMjA5IiwiRm9udFNldHRpbmdzIjp7IiRpZCI6IjEyMTAiLCJGb250U2l6ZSI6MTAsIkZvbnROYW1lIjoiQ2FsaWJyaSIsIklzQm9sZCI6ZmFsc2UsIklzSXRhbGljIjpmYWxzZSwiSXNVbmRlcmxpbmVkIjpmYWxzZSwiUGFyZW50U3R5bGUiOm51bGx9LCJBdXRvU2l6ZSI6MCwiRm9yZWdyb3VuZCI6eyIkaWQiOiIxMjExIiwiQ29sb3IiOnsiJGlkIjoiMTIx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EzIiwiVG9wIjowLjAsIkxlZnQiOjAuMCwiUmlnaHQiOjAuMCwiQm90dG9tIjowLjB9LCJQYWRkaW5nIjp7IiRpZCI6IjEyMTQiLCJUb3AiOjAuMCwiTGVmdCI6MC4wLCJSaWdodCI6MC4wLCJCb3R0b20iOjAuMH0sIkJhY2tncm91bmQiOnsiJGlkIjoiMTIxNSIsIkNvbG9yIjp7IiRpZCI6IjEyMTYiLCJBIjoyNTUsIlIiOjAsIkciOjAsIkIiOjB9fSwiSXNWaXNpYmxlIjp0cnVlLCJXaWR0aCI6MC4wLCJIZWlnaHQiOjAuMCwiQm9yZGVyU3R5bGUiOnsiJGlkIjoiMTIxNyIsIkxpbmVDb2xvciI6bnVsbCwiTGluZVdlaWdodCI6MC4wLCJMaW5lVHlwZSI6MCwiUGFyZW50U3R5bGUiOm51bGx9LCJQYXJlbnRTdHlsZSI6bnVsbH0sIlBhcmVudFN0eWxlIjpudWxsfSwiUGFyZW50U3R5bGUiOm51bGx9LCJJbmRleCI6OSwiU21hcnREdXJhdGlvbkFjdGl2YXRlZCI6ZmFsc2UsIkRhdGVGb3JtYXQiOnsiJHJlZiI6IjEyMDYifSwiV2Vla051bWJlcmluZyI6eyIkaWQiOiIxMjE4IiwiRm9ybWF0IjowLCJJc1Zpc2libGUiOmZhbHNlLCJMYXN0S25vd25WaXNpYmlsaXR5U3RhdGUiOmZhbHNlfSwiQmFzZWxpbmVEYXRhIjp7IiRpZCI6IjEyMTkiLCJTdGFydERhdGUiOiIyMDI2LTA1LTEwVDAwOjAwOjAwIiwiRW5kRGF0ZSI6IjIwMjYtMDYtMTRUMjM6NTk6MDAifSwiSWQiOiJiYTA4MGIzNi1jYzUxLTQxNTEtODU4YS1kNDQ5NGVmNWFiMjMiLCJJbXBvcnRJZCI6bnVsbCwiVGl0bGUiOiJQcm90b3RpcG8gbmF2ZWdhYmxlIChTcHJpbnQgMyB5IDQpIiwiTm90ZSI6bnVsbCwiSHlwZXJsaW5rIjp7IiRpZCI6IjEyMjAiLCJBZGRyZXNzIjoiIiwiU3ViQWRkcmVzcyI6IiJ9LCJJc0NoYW5nZWQiOmZhbHNlLCJJc05ldyI6ZmFsc2V9fV0sIl9taWxlc3RvbmVzIjpbXSwiSWQiOiIwMDAwMDAwMC0wMDAwLTAwMDAtMDAwMC0wMDAwMDAwMDAwMDAiLCJJc1NpbmdsZUl0ZW1Sb3ciOnRydWV9XSwiSW5kZXgiOjgsIklkIjoiMzBhZWZhYTUtODhhOS00ZmU3LWE2OTktODk1M2JlY2MyYjEwIiwiSGVhZGVyVGV4dCI6bnVsbCwiSXNEZWZhdWx0Ijp0cnVlLCJTdHlsZSI6eyIkaWQiOiIxMjIxIiwiSGVhZGVyU3R5bGUiOnsiJGlkIjoiMTIyMiIsIlRleHRTdHlsZSI6eyIkaWQiOiIxMjIzIiwiRm9udFNldHRpbmdzIjp7IiRpZCI6IjEyMjQiLCJGb250U2l6ZSI6MTEsIkZvbnROYW1lIjoiQ2FsaWJyaSIsIklzQm9sZCI6ZmFsc2UsIklzSXRhbGljIjpmYWxzZSwiSXNVbmRlcmxpbmVkIjpmYWxzZSwiUGFyZW50U3R5bGUiOm51bGx9LCJBdXRvU2l6ZSI6MiwiRm9yZWdyb3VuZCI6eyIkaWQiOiIxMjI1IiwiQ29sb3IiOnsiJGlkIjoiMTIy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yMjciLCJUb3AiOjAuMCwiTGVmdCI6MC4wLCJSaWdodCI6MC4wLCJCb3R0b20iOjAuMH0sIlBhZGRpbmciOnsiJGlkIjoiMTIyOCIsIlRvcCI6MC4wLCJMZWZ0IjowLjAsIlJpZ2h0IjowLjAsIkJvdHRvbSI6MC4wfSwiQmFja2dyb3VuZCI6eyIkaWQiOiIxMjI5IiwiQ29sb3IiOnsiJGlkIjoiMTIzMCIsIkEiOjI1NSwiUiI6NjQsIkciOjY0LCJCIjo2NH19LCJJc1Zpc2libGUiOnRydWUsIldpZHRoIjowLjAsIkhlaWdodCI6MC4wLCJCb3JkZXJTdHlsZSI6bnVsbCwiUGFyZW50U3R5bGUiOm51bGx9LCJSZWN0YW5nbGVTdHlsZSI6eyIkaWQiOiIxMjMxIiwiTWFyZ2luIjp7IiRpZCI6IjEyMzIiLCJUb3AiOjAuMCwiTGVmdCI6MC4wLCJSaWdodCI6MC4wLCJCb3R0b20iOjAuMH0sIlBhZGRpbmciOnsiJGlkIjoiMTIzMyIsIlRvcCI6MC4wLCJMZWZ0IjowLjAsIlJpZ2h0IjowLjAsIkJvdHRvbSI6MC4wfSwiQmFja2dyb3VuZCI6eyIkaWQiOiIxMjM0IiwiQ29sb3IiOnsiJGlkIjoiMTIzNSIsIkEiOjEyNywiUiI6MTY1LCJHIjoxNjUsIkIiOjE2NX19LCJJc1Zpc2libGUiOnRydWUsIldpZHRoIjowLjAsIkhlaWdodCI6MC4wLCJCb3JkZXJTdHlsZSI6eyIkaWQiOiIxMjM2IiwiTGluZUNvbG9yIjp7IiRpZCI6IjEyMzciLCIkdHlwZSI6Ik5MUkUuQ29tbW9uLkRvbS5Tb2xpZENvbG9yQnJ1c2gsIE5MUkUuQ29tbW9uIiwiQ29sb3IiOnsiJGlkIjoiMTIzOCIsIkEiOjI1NSwiUiI6MjU1LCJHIjowLCJCIjowfX0sIkxpbmVXZWlnaHQiOjAuMCwiTGluZVR5cGUiOjAsIlBhcmVudFN0eWxlIjpudWxsfSwiUGFyZW50U3R5bGUiOm51bGx9LCJNYXJnaW4iOnsiJGlkIjoiMTIzOSIsIlRvcCI6MC4wLCJMZWZ0IjowLjAsIlJpZ2h0IjowLjAsIkJvdHRvbSI6MC4wfSwiUGFkZGluZyI6eyIkaWQiOiIxMjQwIiwiVG9wIjowLjAsIkxlZnQiOjAuMCwiUmlnaHQiOjAuMCwiQm90dG9tIjowLjB9LCJCYWNrZ3JvdW5kIjpudWxsLCJJc1Zpc2libGUiOnRydWUsIldpZHRoIjowLjAsIkhlaWdodCI6MC4wLCJCb3JkZXJTdHlsZSI6bnVsbCwiUGFyZW50U3R5bGUiOm51bGx9LCJCYWNrZ3JvdW5kU3R5bGUiOnsiJGlkIjoiMTI0MSIsIk1hcmdpbiI6eyIkaWQiOiIxMjQyIiwiVG9wIjowLjAsIkxlZnQiOjAuMCwiUmlnaHQiOjAuMCwiQm90dG9tIjowLjB9LCJQYWRkaW5nIjp7IiRpZCI6IjEyNDMiLCJUb3AiOjAuMCwiTGVmdCI6MC4wLCJSaWdodCI6MC4wLCJCb3R0b20iOjAuMH0sIkJhY2tncm91bmQiOnsiJGlkIjoiMTI0NCIsIkNvbG9yIjp7IiRpZCI6IjEyNDUiLCJBIjo1MSwiUiI6MjAwLCJHIjoyMDAsIkIiOjIwMH19LCJJc1Zpc2libGUiOnRydWUsIldpZHRoIjowLjAsIkhlaWdodCI6MC4wLCJCb3JkZXJTdHlsZSI6eyIkaWQiOiIxMjQ2IiwiTGluZUNvbG9yIjp7IiRpZCI6IjEyNDciLCIkdHlwZSI6Ik5MUkUuQ29tbW9uLkRvbS5Tb2xpZENvbG9yQnJ1c2gsIE5MUkUuQ29tbW9uIiwiQ29sb3IiOnsiJGlkIjoiMTI0OCIsIkEiOjI1NSwiUiI6MjM0LCJHIjoyMiwiQiI6MzB9fSwiTGluZVdlaWdodCI6MC4wLCJMaW5lVHlwZSI6MCwiUGFyZW50U3R5bGUiOm51bGx9LCJQYXJlbnRTdHlsZSI6bnVsbH0sIk1hcmdpbiI6eyIkaWQiOiIxMjQ5IiwiVG9wIjowLjAsIkxlZnQiOjAuMCwiUmlnaHQiOjAuMCwiQm90dG9tIjowLjB9LCJQYWRkaW5nIjp7IiRpZCI6IjEyNTAiLCJUb3AiOjAuMCwiTGVmdCI6MC4wLCJSaWdodCI6MC4wLCJCb3R0b20iOjAuMH0sIklzVmlzaWJsZSI6dHJ1ZSwiV2lkdGgiOjAuMCwiSGVpZ2h0IjowLjAsIkJvcmRlclN0eWxlIjp7IiRpZCI6IjEyNTEiLCJMaW5lQ29sb3IiOm51bGwsIkxpbmVXZWlnaHQiOjAuMCwiTGluZVR5cGUiOjAsIlBhcmVudFN0eWxlIjpudWxsfSwiUGFyZW50U3R5bGUiOm51bGx9fV0sIklkIjoiMWZkMzVkMGQtOGQ4MC00MGI3LWE5OWQtNWY2OTc1NjZhNmY5IiwiSW5kZXgiOjgsIkhlYWRlclRleHQiOiJVWC9VSSBEcmFmdCIsIlN0eWxlIjp7IiRpZCI6IjEyNTIiLCJTdHlsZUlkIjoiMDcwMmRlYTgtYzExNC00ZDcxLWJlNDAtY2QzMDYyYzQ2OTcwIiwiSGVhZGVyU3R5bGUiOnsiJGlkIjoiMTI1MyIsIlRleHRJc1ZlcnRpY2FsIjpmYWxzZSwiVGV4dFN0eWxlIjp7IiRpZCI6IjEyNTQiLCJGb250U2V0dGluZ3MiOnsiJGlkIjoiMTI1NSIsIkZvbnRTaXplIjoxMSwiRm9udE5hbWUiOiJUaXRpbGxpdW0gV2ViIiwiSXNCb2xkIjpmYWxzZSwiSXNJdGFsaWMiOmZhbHNlLCJJc1VuZGVybGluZWQiOmZhbHNlLCJQYXJlbnRTdHlsZSI6bnVsbH0sIkF1dG9TaXplIjoyLCJGb3JlZ3JvdW5kIjp7IiRpZCI6IjEyNTYiLCJDb2xvciI6eyIkaWQiOiIxMjU3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I1OCIsIlRvcCI6MC4wLCJMZWZ0IjowLjAsIlJpZ2h0IjowLjAsIkJvdHRvbSI6MC4wfSwiUGFkZGluZyI6eyIkaWQiOiIxMjU5IiwiVG9wIjowLjAsIkxlZnQiOjAuMCwiUmlnaHQiOjAuMCwiQm90dG9tIjowLjB9LCJCYWNrZ3JvdW5kIjp7IiRpZCI6IjEyNjAiLCJDb2xvciI6eyIkaWQiOiIxMjYxIiwiQSI6MjU1LCJSIjoyNTUsIkciOjI1NSwiQiI6MjU1fX0sIklzVmlzaWJsZSI6dHJ1ZSwiV2lkdGgiOjAuMCwiSGVpZ2h0IjowLjAsIkJvcmRlclN0eWxlIjpudWxsLCJQYXJlbnRTdHlsZSI6bnVsbH0sIlJlY3RhbmdsZVN0eWxlIjp7IiRpZCI6IjEyNjIiLCJNYXJnaW4iOnsiJGlkIjoiMTI2MyIsIlRvcCI6MC4wLCJMZWZ0IjowLjAsIlJpZ2h0IjowLjAsIkJvdHRvbSI6MC4wfSwiUGFkZGluZyI6eyIkaWQiOiIxMjY0IiwiVG9wIjowLjAsIkxlZnQiOjAuMCwiUmlnaHQiOjAuMCwiQm90dG9tIjowLjB9LCJCYWNrZ3JvdW5kIjp7IiRpZCI6IjEyNjUiLCJDb2xvciI6eyIkaWQiOiIxMjY2IiwiQSI6MjU1LCJSIjoxNjUsIkciOjE2NSwiQiI6MTY1fX0sIklzVmlzaWJsZSI6dHJ1ZSwiV2lkdGgiOjAuMCwiSGVpZ2h0IjowLjAsIkJvcmRlclN0eWxlIjp7IiRpZCI6IjEyNjciLCJMaW5lQ29sb3IiOnsiJGlkIjoiMTI2OCIsIiR0eXBlIjoiTkxSRS5Db21tb24uRG9tLlNvbGlkQ29sb3JCcnVzaCwgTkxSRS5Db21tb24iLCJDb2xvciI6eyIkaWQiOiIxMjY5IiwiQSI6MjU1LCJSIjoyNTUsIkciOjI1NSwiQiI6MjU1fX0sIkxpbmVXZWlnaHQiOjAuMCwiTGluZVR5cGUiOjAsIlBhcmVudFN0eWxlIjpudWxsfSwiUGFyZW50U3R5bGUiOm51bGx9LCJNYXJnaW4iOnsiJGlkIjoiMTI3MCIsIlRvcCI6MC4wLCJMZWZ0IjowLjAsIlJpZ2h0IjowLjAsIkJvdHRvbSI6MC4wfSwiUGFkZGluZyI6eyIkaWQiOiIxMjcxIiwiVG9wIjowLjAsIkxlZnQiOjAuMCwiUmlnaHQiOjAuMCwiQm90dG9tIjowLjB9LCJCYWNrZ3JvdW5kIjpudWxsLCJJc1Zpc2libGUiOnRydWUsIldpZHRoIjowLjAsIkhlaWdodCI6MC4wLCJCb3JkZXJTdHlsZSI6bnVsbCwiUGFyZW50U3R5bGUiOm51bGx9LCJCYWNrZ3JvdW5kU3R5bGUiOnsiJGlkIjoiMTI3MiIsIk1hcmdpbiI6eyIkaWQiOiIxMjczIiwiVG9wIjowLjAsIkxlZnQiOjAuMCwiUmlnaHQiOjAuMCwiQm90dG9tIjowLjB9LCJQYWRkaW5nIjp7IiRpZCI6IjEyNzQiLCJUb3AiOjAuMCwiTGVmdCI6MC4wLCJSaWdodCI6MC4wLCJCb3R0b20iOjAuMH0sIkJhY2tncm91bmQiOnsiJGlkIjoiMTI3NSIsIkNvbG9yIjp7IiRpZCI6IjEyNzYiLCJBIjo1MSwiUiI6MjAwLCJHIjoyMDAsIkIiOjIwMH19LCJJc1Zpc2libGUiOnRydWUsIldpZHRoIjowLjAsIkhlaWdodCI6MC4wLCJCb3JkZXJTdHlsZSI6eyIkaWQiOiIxMjc3IiwiTGluZUNvbG9yIjp7IiRpZCI6IjEyNzgiLCIkdHlwZSI6Ik5MUkUuQ29tbW9uLkRvbS5Tb2xpZENvbG9yQnJ1c2gsIE5MUkUuQ29tbW9uIiwiQ29sb3IiOnsiJGlkIjoiMTI3OSIsIkEiOjI1NSwiUiI6MjM0LCJHIjoyMiwiQiI6MzB9fSwiTGluZVdlaWdodCI6MC4wLCJMaW5lVHlwZSI6MCwiUGFyZW50U3R5bGUiOm51bGx9LCJQYXJlbnRTdHlsZSI6bnVsbH0sIklzQWJvdmVUaW1lYmFuZCI6ZmFsc2UsIlNwYWNpbmciOjIsIkRlZmF1bHRTd2ltbGFuZVRhc2tTdHlsZSI6eyIkaWQiOiIxMjgwIiwiJHR5cGUiOiJOTFJFLkNvbW1vbi5Eb20uU3R5bGVzLkV4cGxpY2l0U2V0YWJsZVRhc2tTdHlsZSwgTkxSRS5Db21tb24iLCJTaGFwZSI6MSwiU2hhcGVUaGlja25lc3MiOjAsIkR1cmF0aW9uRm9ybWF0IjowLCJJbmNsdWRlTm9uV29ya2luZ0RheXNJbkR1cmF0aW9uIjpmYWxzZSwiUGVyY2VudGFnZUNvbXBsZXRlU3R5bGUiOnsiJGlkIjoiMTI4MSIsIkZvbnRTZXR0aW5ncyI6eyIkaWQiOiIxMjgyIiwiRm9udFNpemUiOjEwLCJGb250TmFtZSI6IkNhbGlicmkiLCJJc0JvbGQiOmZhbHNlLCJJc0l0YWxpYyI6ZmFsc2UsIklzVW5kZXJsaW5lZCI6ZmFsc2UsIlBhcmVudFN0eWxlIjpudWxsfSwiQXV0b1NpemUiOjAsIkZvcmVncm91bmQiOnsiJGlkIjoiMTI4MyIsIkNvbG9yIjp7IiRpZCI6IjEyO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4NSIsIlRvcCI6MC4wLCJMZWZ0IjowLjAsIlJpZ2h0IjowLjAsIkJvdHRvbSI6MC4wfSwiUGFkZGluZyI6eyIkaWQiOiIxMjg2IiwiVG9wIjowLjAsIkxlZnQiOjAuMCwiUmlnaHQiOjAuMCwiQm90dG9tIjowLjB9LCJCYWNrZ3JvdW5kIjp7IiRpZCI6IjEyODciLCJDb2xvciI6eyIkaWQiOiIxMjg4IiwiQSI6ODksIlIiOjAsIkciOjAsIkIiOjB9fSwiSXNWaXNpYmxlIjp0cnVlLCJXaWR0aCI6MC4wLCJIZWlnaHQiOjAuMCwiQm9yZGVyU3R5bGUiOnsiJGlkIjoiMTI4OSIsIkxpbmVDb2xvciI6bnVsbCwiTGluZVdlaWdodCI6MC4wLCJMaW5lVHlwZSI6MCwiUGFyZW50U3R5bGUiOm51bGx9LCJQYXJlbnRTdHlsZSI6bnVsbH0sIkR1cmF0aW9uU3R5bGUiOnsiJGlkIjoiMTI5MCIsIkZvbnRTZXR0aW5ncyI6eyIkaWQiOiIxMjkxIiwiRm9udFNpemUiOjEwLCJGb250TmFtZSI6IkNhbGlicmkiLCJJc0JvbGQiOmZhbHNlLCJJc0l0YWxpYyI6ZmFsc2UsIklzVW5kZXJsaW5lZCI6ZmFsc2UsIlBhcmVudFN0eWxlIjpudWxsfSwiQXV0b1NpemUiOjAsIkZvcmVncm91bmQiOnsiJGlkIjoiMTI5MiIsIkNvbG9yIjp7IiRpZCI6IjEyO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yOTQiLCJUb3AiOjAuMCwiTGVmdCI6MC4wLCJSaWdodCI6MC4wLCJCb3R0b20iOjAuMH0sIlBhZGRpbmciOnsiJGlkIjoiMTI5NSIsIlRvcCI6MC4wLCJMZWZ0IjowLjAsIlJpZ2h0IjowLjAsIkJvdHRvbSI6MC4wfSwiQmFja2dyb3VuZCI6eyIkaWQiOiIxMjk2IiwiQ29sb3IiOnsiJGlkIjoiMTI5NyIsIkEiOjI1NSwiUiI6NjgsIkciOjg0LCJCIjoxMDZ9fSwiSXNWaXNpYmxlIjp0cnVlLCJXaWR0aCI6MC4wLCJIZWlnaHQiOjAuMCwiQm9yZGVyU3R5bGUiOnsiJGlkIjoiMTI5OCIsIkxpbmVDb2xvciI6bnVsbCwiTGluZVdlaWdodCI6MC4wLCJMaW5lVHlwZSI6MCwiUGFyZW50U3R5bGUiOm51bGx9LCJQYXJlbnRTdHlsZSI6bnVsbH0sIkhvcml6b250YWxDb25uZWN0b3JTdHlsZSI6eyIkaWQiOiIxMjk5IiwiTGluZUNvbG9yIjp7IiRpZCI6IjEzMDAiLCIkdHlwZSI6Ik5MUkUuQ29tbW9uLkRvbS5Tb2xpZENvbG9yQnJ1c2gsIE5MUkUuQ29tbW9uIiwiQ29sb3IiOnsiJGlkIjoiMTMwMSIsIkEiOjI1NSwiUiI6MCwiRyI6MCwiQiI6MH19LCJMaW5lV2VpZ2h0IjowLjAsIkxpbmVUeXBlIjowLCJQYXJlbnRTdHlsZSI6bnVsbH0sIlZlcnRpY2FsQ29ubmVjdG9yU3R5bGUiOnsiJGlkIjoiMTMwMiIsIkxpbmVDb2xvciI6eyIkaWQiOiIxMzAzIiwiJHR5cGUiOiJOTFJFLkNvbW1vbi5Eb20uU29saWRDb2xvckJydXNoLCBOTFJFLkNvbW1vbiIsIkNvbG9yIjp7IiRpZCI6IjEzMD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MzA1IiwiU2hhcGVTdHlsZSI6eyIkaWQiOiIxMzA2IiwiTWFyZ2luIjp7IiRpZCI6IjEzMDciLCJUb3AiOjAuMCwiTGVmdCI6MC4wLCJSaWdodCI6MC4wLCJCb3R0b20iOjAuMH0sIlBhZGRpbmciOnsiJGlkIjoiMTMwOCIsIlRvcCI6MC4wLCJMZWZ0IjowLjAsIlJpZ2h0IjowLjAsIkJvdHRvbSI6MC4wfSwiQmFja2dyb3VuZCI6eyIkaWQiOiIxMzA5IiwiQ29sb3IiOnsiJGlkIjoiMTMxMCIsIkEiOjE1MywiUiI6MCwiRyI6MCwiQiI6MH19LCJJc1Zpc2libGUiOnRydWUsIldpZHRoIjowLjAsIkhlaWdodCI6MC4wLCJCb3JkZXJTdHlsZSI6eyIkaWQiOiIxMzExIiwiTGluZUNvbG9yIjp7IiRpZCI6IjEzMTIiLCIkdHlwZSI6Ik5MUkUuQ29tbW9uLkRvbS5Tb2xpZENvbG9yQnJ1c2gsIE5MUkUuQ29tbW9uIiwiQ29sb3IiOnsiJGlkIjoiMTMxMyIsIkEiOjI1NSwiUiI6MjU1LCJHIjowLCJCIjowfX0sIkxpbmVXZWlnaHQiOjAuMCwiTGluZVR5cGUiOjAsIlBhcmVudFN0eWxlIjpudWxsfSwiUGFyZW50U3R5bGUiOm51bGx9LCJNYXJnaW4iOnsiJGlkIjoiMTMxNCIsIlRvcCI6MC4wLCJMZWZ0IjowLjAsIlJpZ2h0IjowLjAsIkJvdHRvbSI6MC4wfSwiUGFkZGluZyI6eyIkaWQiOiIxMzE1IiwiVG9wIjowLjAsIkxlZnQiOjAuMCwiUmlnaHQiOjAuMCwiQm90dG9tIjowLjB9LCJCYWNrZ3JvdW5kIjpudWxsLCJJc1Zpc2libGUiOnRydWUsIldpZHRoIjowLjAsIkhlaWdodCI6MC4wLCJCb3JkZXJTdHlsZSI6bnVsbCwiUGFyZW50U3R5bGUiOm51bGx9LCJTaGFwZVN0eWxlIjp7IiRpZCI6IjEzMTYiLCJNYXJnaW4iOnsiJGlkIjoiMTMxNyIsIlRvcCI6MC4wLCJMZWZ0Ijo0LjAsIlJpZ2h0Ijo0LjAsIkJvdHRvbSI6MC4wfSwiUGFkZGluZyI6eyIkaWQiOiIxMzE4IiwiVG9wIjowLjAsIkxlZnQiOjAuMCwiUmlnaHQiOjAuMCwiQm90dG9tIjowLjB9LCJCYWNrZ3JvdW5kIjp7IiRpZCI6IjEzMTkiLCJDb2xvciI6eyIkaWQiOiIxMzIwIiwiQSI6MjU1LCJSIjoxNjUsIkciOjE2NSwiQiI6MTY1fX0sIklzVmlzaWJsZSI6dHJ1ZSwiV2lkdGgiOjAuMCwiSGVpZ2h0IjoxMC4wLCJCb3JkZXJTdHlsZSI6eyIkaWQiOiIxMzIxIiwiTGluZUNvbG9yIjp7IiRpZCI6IjEzMjIiLCIkdHlwZSI6Ik5MUkUuQ29tbW9uLkRvbS5Tb2xpZENvbG9yQnJ1c2gsIE5MUkUuQ29tbW9uIiwiQ29sb3IiOnsiJGlkIjoiMTMyMyIsIkEiOjI1NSwiUiI6MjM0LCJHIjoyMiwiQiI6MzB9fSwiTGluZVdlaWdodCI6MC4wLCJMaW5lVHlwZSI6MCwiUGFyZW50U3R5bGUiOm51bGx9LCJQYXJlbnRTdHlsZSI6bnVsbH0sIlRpdGxlU3R5bGUiOnsiJGlkIjoiMTMyNCIsIkZvbnRTZXR0aW5ncyI6eyIkaWQiOiIxMzI1IiwiRm9udFNpemUiOjExLCJGb250TmFtZSI6IkNhbGlicmkiLCJJc0JvbGQiOmZhbHNlLCJJc0l0YWxpYyI6ZmFsc2UsIklzVW5kZXJsaW5lZCI6ZmFsc2UsIlBhcmVudFN0eWxlIjpudWxsfSwiQXV0b1NpemUiOjAsIkZvcmVncm91bmQiOnsiJGlkIjoiMTMyNiIsIkNvbG9yIjp7IiRpZCI6IjEzMj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yOCIsIlRvcCI6MC4wLCJMZWZ0IjowLjAsIlJpZ2h0IjowLjAsIkJvdHRvbSI6MC4wfSwiUGFkZGluZyI6eyIkaWQiOiIxMzI5IiwiVG9wIjowLjAsIkxlZnQiOjAuMCwiUmlnaHQiOjAuMCwiQm90dG9tIjowLjB9LCJCYWNrZ3JvdW5kIjp7IiRpZCI6IjEzMzAiLCJDb2xvciI6eyIkaWQiOiIxMzMxIiwiQSI6MjU1LCJSIjowLCJHIjowLCJCIjowfX0sIklzVmlzaWJsZSI6dHJ1ZSwiV2lkdGgiOjAuMCwiSGVpZ2h0IjowLjAsIkJvcmRlclN0eWxlIjp7IiRpZCI6IjEzMzIiLCJMaW5lQ29sb3IiOm51bGwsIkxpbmVXZWlnaHQiOjAuMCwiTGluZVR5cGUiOjAsIlBhcmVudFN0eWxlIjpudWxsfSwiUGFyZW50U3R5bGUiOm51bGx9LCJEYXRlU3R5bGUiOnsiJGlkIjoiMTMzMyIsIkZvbnRTZXR0aW5ncyI6eyIkaWQiOiIxMzM0IiwiRm9udFNpemUiOjEwLCJGb250TmFtZSI6IkNhbGlicmkiLCJJc0JvbGQiOmZhbHNlLCJJc0l0YWxpYyI6ZmFsc2UsIklzVW5kZXJsaW5lZCI6ZmFsc2UsIlBhcmVudFN0eWxlIjpudWxsfSwiQXV0b1NpemUiOjAsIkZvcmVncm91bmQiOnsiJGlkIjoiMTMzNSIsIkNvbG9yIjp7IiRpZCI6IjEzMzY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EzMzciLCJUb3AiOjAuMCwiTGVmdCI6MC4wLCJSaWdodCI6MC4wLCJCb3R0b20iOjAuMH0sIlBhZGRpbmciOnsiJGlkIjoiMTMzOCIsIlRvcCI6MC4wLCJMZWZ0IjowLjAsIlJpZ2h0IjowLjAsIkJvdHRvbSI6MC4wfSwiQmFja2dyb3VuZCI6eyIkaWQiOiIxMzM5IiwiQ29sb3IiOnsiJGlkIjoiMTM0MCIsIkEiOjI1NSwiUiI6NjgsIkciOjg0LCJCIjoxMDZ9fSwiSXNWaXNpYmxlIjp0cnVlLCJXaWR0aCI6MC4wLCJIZWlnaHQiOjAuMCwiQm9yZGVyU3R5bGUiOnsiJGlkIjoiMTM0MSIsIkxpbmVDb2xvciI6bnVsbCwiTGluZVdlaWdodCI6MC4wLCJMaW5lVHlwZSI6MCwiUGFyZW50U3R5bGUiOm51bGx9LCJQYXJlbnRTdHlsZSI6bnVsbH0sIkRhdGVGb3JtYXQiOnsiJGlkIjoiMTM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QzIiwiRm9ybWF0IjowLCJJc1Zpc2libGUiOmZhbHNlLCJMYXN0S25vd25WaXNpYmlsaXR5U3RhdGUiOmZhbHNlfSwiSXNWaXNpYmxlIjp0cnVlLCJWYXJpYW5jZVN0eWxlIjp7IiRpZCI6IjEzNDQiLCJUZXh0U3R5bGUiOnsiJGlkIjoiMTM0NSIsIkZvbnRTZXR0aW5ncyI6eyIkaWQiOiIxMzQ2IiwiRm9udFNpemUiOjEwLCJGb250TmFtZSI6IkNhbGlicmkiLCJJc0JvbGQiOmZhbHNlLCJJc0l0YWxpYyI6ZmFsc2UsIklzVW5kZXJsaW5lZCI6ZmFsc2UsIlBhcmVudFN0eWxlIjpudWxsfSwiQXV0b1NpemUiOjAsIkZvcmVncm91bmQiOnsiJGlkIjoiMTM0NyIsIkNvbG9yIjp7IiRpZCI6IjEzN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0OSIsIlRvcCI6MC4wLCJMZWZ0IjowLjAsIlJpZ2h0IjowLjAsIkJvdHRvbSI6MC4wfSwiUGFkZGluZyI6eyIkaWQiOiIxMzUwIiwiVG9wIjowLjAsIkxlZnQiOjAuMCwiUmlnaHQiOjAuMCwiQm90dG9tIjowLjB9LCJCYWNrZ3JvdW5kIjp7IiRpZCI6IjEzNTEiLCJDb2xvciI6eyIkaWQiOiIxMzUyIiwiQSI6MjU1LCJSIjowLCJHIjowLCJCIjowfX0sIklzVmlzaWJsZSI6dHJ1ZSwiV2lkdGgiOjAuMCwiSGVpZ2h0IjowLjAsIkJvcmRlclN0eWxlIjp7IiRpZCI6IjEzNTMiLCJMaW5lQ29sb3IiOm51bGwsIkxpbmVXZWlnaHQiOjAuMCwiTGluZVR5cGUiOjAsIlBhcmVudFN0eWxlIjpudWxsfSwiUGFyZW50U3R5bGUiOm51bGx9LCJQYXJlbnRTdHlsZSI6bnVsbH0sIlBhcmVudFN0eWxlIjpudWxsLCJfZXhwbGljaXRseVNldCI6eyIkaWQiOiIxMzU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M1NSIsIlNoYXBlIjoxLCJDb25uZWN0b3JNYXJnaW4iOnsiJGlkIjoiMTM1NiIsIlRvcCI6MC4wLCJMZWZ0IjoyLjAsIlJpZ2h0IjoyLjAsIkJvdHRvbSI6MC4wfSwiQ29ubmVjdG9yU3R5bGUiOnsiJGlkIjoiMTM1NyIsIkxpbmVDb2xvciI6eyIkaWQiOiIxMzU4IiwiJHR5cGUiOiJOTFJFLkNvbW1vbi5Eb20uU29saWRDb2xvckJydXNoLCBOTFJFLkNvbW1vbiIsIkNvbG9yIjp7IiRpZCI6IjEzNTkiLCJBIjoxMjcsIlIiOjU3LCJHIjo1NywiQiI6NTd9fSwiTGluZVdlaWdodCI6MS4wLCJMaW5lVHlwZSI6MCwiUGFyZW50U3R5bGUiOm51bGx9LCJJc0JlbG93VGltZWJhbmQiOmZhbHNlLCJQb3NpdGlvbk9uVGFzayI6MSwiSGlkZURhdGUiOmZhbHNlLCJTaGFwZVNpemUiOjAsIlNwYWNpbmciOjAuMCwiUGFkZGluZyI6eyIkaWQiOiIxMzYwIiwiVG9wIjo1LjAsIkxlZnQiOjMuMCwiUmlnaHQiOjAuMCwiQm90dG9tIjoyLjB9LCJTaGFwZVN0eWxlIjp7IiRpZCI6IjEzNjEiLCJNYXJnaW4iOnsiJGlkIjoiMTM2MiIsIlRvcCI6MC4wLCJMZWZ0IjowLjAsIlJpZ2h0IjowLjAsIkJvdHRvbSI6MC4wfSwiUGFkZGluZyI6eyIkaWQiOiIxMzYzIiwiVG9wIjowLjAsIkxlZnQiOjAuMCwiUmlnaHQiOjAuMCwiQm90dG9tIjowLjB9LCJCYWNrZ3JvdW5kIjp7IiRpZCI6IjEzNjQiLCJDb2xvciI6eyIkaWQiOiIxMzY1IiwiQSI6MjU1LCJSIjo1NywiRyI6NTcsIkIiOjU3fX0sIklzVmlzaWJsZSI6dHJ1ZSwiV2lkdGgiOjEyLjAsIkhlaWdodCI6MTQuMCwiQm9yZGVyU3R5bGUiOnsiJGlkIjoiMTM2NiIsIkxpbmVDb2xvciI6eyIkaWQiOiIxMzY3IiwiJHR5cGUiOiJOTFJFLkNvbW1vbi5Eb20uU29saWRDb2xvckJydXNoLCBOTFJFLkNvbW1vbiIsIkNvbG9yIjp7IiRpZCI6IjEzNjgiLCJBIjoyNTUsIlIiOjI1NSwiRyI6MCwiQiI6MH19LCJMaW5lV2VpZ2h0IjowLjAsIkxpbmVUeXBlIjowLCJQYXJlbnRTdHlsZSI6bnVsbH0sIlBhcmVudFN0eWxlIjpudWxsfSwiVGl0bGVTdHlsZSI6eyIkaWQiOiIxMzY5IiwiRm9udFNldHRpbmdzIjp7IiRpZCI6IjEzNzAiLCJGb250U2l6ZSI6MTEsIkZvbnROYW1lIjoiQ2FsaWJyaSIsIklzQm9sZCI6ZmFsc2UsIklzSXRhbGljIjpmYWxzZSwiSXNVbmRlcmxpbmVkIjpmYWxzZSwiUGFyZW50U3R5bGUiOm51bGx9LCJBdXRvU2l6ZSI6MCwiRm9yZWdyb3VuZCI6eyIkaWQiOiIxMzcxIiwiQ29sb3IiOnsiJGlkIjoiMTM3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zczIiwiVG9wIjowLjAsIkxlZnQiOjAuMCwiUmlnaHQiOjAuMCwiQm90dG9tIjowLjB9LCJQYWRkaW5nIjp7IiRpZCI6IjEzNzQiLCJUb3AiOjAuMCwiTGVmdCI6MC4wLCJSaWdodCI6MC4wLCJCb3R0b20iOjAuMH0sIkJhY2tncm91bmQiOnsiJGlkIjoiMTM3NSIsIkNvbG9yIjp7IiRpZCI6IjEzNzYiLCJBIjoyNTUsIlIiOjAsIkciOjAsIkIiOjB9fSwiSXNWaXNpYmxlIjp0cnVlLCJXaWR0aCI6MC4wLCJIZWlnaHQiOjAuMCwiQm9yZGVyU3R5bGUiOnsiJGlkIjoiMTM3NyIsIkxpbmVDb2xvciI6bnVsbCwiTGluZVdlaWdodCI6MC4wLCJMaW5lVHlwZSI6MCwiUGFyZW50U3R5bGUiOm51bGx9LCJQYXJlbnRTdHlsZSI6bnVsbH0sIkRhdGVTdHlsZSI6eyIkaWQiOiIxMzc4IiwiRm9udFNldHRpbmdzIjp7IiRpZCI6IjEzNzkiLCJGb250U2l6ZSI6MTAsIkZvbnROYW1lIjoiQ2FsaWJyaSIsIklzQm9sZCI6ZmFsc2UsIklzSXRhbGljIjpmYWxzZSwiSXNVbmRlcmxpbmVkIjpmYWxzZSwiUGFyZW50U3R5bGUiOm51bGx9LCJBdXRvU2l6ZSI6MCwiRm9yZWdyb3VuZCI6eyIkaWQiOiIxMzgwIiwiQ29sb3IiOnsiJGlkIjoiMTM4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M4MiIsIlRvcCI6MC4wLCJMZWZ0IjowLjAsIlJpZ2h0IjowLjAsIkJvdHRvbSI6MC4wfSwiUGFkZGluZyI6eyIkaWQiOiIxMzgzIiwiVG9wIjowLjAsIkxlZnQiOjAuMCwiUmlnaHQiOjAuMCwiQm90dG9tIjowLjB9LCJCYWNrZ3JvdW5kIjp7IiRpZCI6IjEzODQiLCJDb2xvciI6eyIkaWQiOiIxMzg1IiwiQSI6MjU1LCJSIjo2OCwiRyI6ODQsIkIiOjEwNn19LCJJc1Zpc2libGUiOnRydWUsIldpZHRoIjowLjAsIkhlaWdodCI6MC4wLCJCb3JkZXJTdHlsZSI6eyIkaWQiOiIxMzg2IiwiTGluZUNvbG9yIjpudWxsLCJMaW5lV2VpZ2h0IjowLjAsIkxpbmVUeXBlIjowLCJQYXJlbnRTdHlsZSI6bnVsbH0sIlBhcmVudFN0eWxlIjpudWxsfSwiRGF0ZUZvcm1hdCI6eyIkaWQiOiIxMzg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g4IiwiRm9ybWF0IjowLCJJc1Zpc2libGUiOmZhbHNlLCJMYXN0S25vd25WaXNpYmlsaXR5U3RhdGUiOmZhbHNlfSwiSXNWaXNpYmxlIjpmYWxzZSwiVmFyaWFuY2VTdHlsZSI6eyIkaWQiOiIxMzg5IiwiVGV4dFN0eWxlIjp7IiRpZCI6IjEzOTAiLCJGb250U2V0dGluZ3MiOnsiJGlkIjoiMTM5MSIsIkZvbnRTaXplIjoxMCwiRm9udE5hbWUiOiJDYWxpYnJpIiwiSXNCb2xkIjpmYWxzZSwiSXNJdGFsaWMiOmZhbHNlLCJJc1VuZGVybGluZWQiOmZhbHNlLCJQYXJlbnRTdHlsZSI6bnVsbH0sIkF1dG9TaXplIjowLCJGb3JlZ3JvdW5kIjp7IiRpZCI6IjEzOTIiLCJDb2xvciI6eyIkaWQiOiIxMzk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OTQiLCJUb3AiOjAuMCwiTGVmdCI6MC4wLCJSaWdodCI6MC4wLCJCb3R0b20iOjAuMH0sIlBhZGRpbmciOnsiJGlkIjoiMTM5NSIsIlRvcCI6MC4wLCJMZWZ0IjowLjAsIlJpZ2h0IjowLjAsIkJvdHRvbSI6MC4wfSwiQmFja2dyb3VuZCI6eyIkaWQiOiIxMzk2IiwiQ29sb3IiOnsiJGlkIjoiMTM5NyIsIkEiOjI1NSwiUiI6MCwiRyI6MCwiQiI6MH19LCJJc1Zpc2libGUiOnRydWUsIldpZHRoIjowLjAsIkhlaWdodCI6MC4wLCJCb3JkZXJTdHlsZSI6eyIkaWQiOiIxMzk4IiwiTGluZUNvbG9yIjpudWxsLCJMaW5lV2VpZ2h0IjowLjAsIkxpbmVUeXBlIjowLCJQYXJlbnRTdHlsZSI6bnVsbH0sIlBhcmVudFN0eWxlIjpudWxsfSwiUGFyZW50U3R5bGUiOm51bGx9LCJQYXJlbnRTdHlsZSI6bnVsbH0sIkRlZmF1bHRTd2ltbGFuZU1pbGVzdG9uZVN0eWxlIjp7IiRpZCI6IjEzOTkiLCJUaXRsZVBvc2l0aW9uIjoiTGVmdCIsIkRhdGVQb3NpdGlvbiI6IlJpZ2h0IiwiVmFyaWFuY2VQb3NpdGlvbiI6IlJpZ2h0IiwiU2hhcGVUeXBlIjoxLCJTaGFwZVNpemUiOjAsIlNwYWNpbmciOjUsIlNoYXBlU3R5bGUiOnsiJGlkIjoiMTQwMCIsIk1hcmdpbiI6eyIkaWQiOiIxNDAxIiwiVG9wIjowLjAsIkxlZnQiOjAuMCwiUmlnaHQiOjAuMCwiQm90dG9tIjowLjB9LCJQYWRkaW5nIjp7IiRpZCI6IjE0MDIiLCJUb3AiOjAuMCwiTGVmdCI6MC4wLCJSaWdodCI6MC4wLCJCb3R0b20iOjAuMH0sIkJhY2tncm91bmQiOnsiJGlkIjoiMTQwMyIsIkNvbG9yIjp7IiRpZCI6IjE0MDQiLCJBIjoyNTUsIlIiOjE2NSwiRyI6MTY1LCJCIjoxNjV9fSwiSXNWaXNpYmxlIjp0cnVlLCJXaWR0aCI6MTIuMCwiSGVpZ2h0IjoxNC4wLCJCb3JkZXJTdHlsZSI6eyIkaWQiOiIxNDA1IiwiTGluZUNvbG9yIjp7IiRpZCI6IjE0MDYiLCIkdHlwZSI6Ik5MUkUuQ29tbW9uLkRvbS5Tb2xpZENvbG9yQnJ1c2gsIE5MUkUuQ29tbW9uIiwiQ29sb3IiOnsiJGlkIjoiMTQwNyIsIkEiOjI1NSwiUiI6MjM0LCJHIjoyMiwiQiI6MzB9fSwiTGluZVdlaWdodCI6MC4wLCJMaW5lVHlwZSI6MCwiUGFyZW50U3R5bGUiOm51bGx9LCJQYXJlbnRTdHlsZSI6bnVsbH0sIlRpdGxlU3R5bGUiOnsiJGlkIjoiMTQwOCIsIkZvbnRTZXR0aW5ncyI6eyIkaWQiOiIxNDA5IiwiRm9udFNpemUiOjExLCJGb250TmFtZSI6IkNhbGlicmkiLCJJc0JvbGQiOmZhbHNlLCJJc0l0YWxpYyI6ZmFsc2UsIklzVW5kZXJsaW5lZCI6ZmFsc2UsIlBhcmVudFN0eWxlIjpudWxsfSwiQXV0b1NpemUiOjAsIkZvcmVncm91bmQiOnsiJGlkIjoiMTQxMCIsIkNvbG9yIjp7IiRpZCI6IjE0MT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xMiIsIlRvcCI6MC4wLCJMZWZ0IjowLjAsIlJpZ2h0IjowLjAsIkJvdHRvbSI6MC4wfSwiUGFkZGluZyI6eyIkaWQiOiIxNDEzIiwiVG9wIjowLjAsIkxlZnQiOjAuMCwiUmlnaHQiOjAuMCwiQm90dG9tIjowLjB9LCJCYWNrZ3JvdW5kIjp7IiRpZCI6IjE0MTQiLCJDb2xvciI6eyIkaWQiOiIxNDE1IiwiQSI6MjU1LCJSIjowLCJHIjowLCJCIjowfX0sIklzVmlzaWJsZSI6dHJ1ZSwiV2lkdGgiOjAuMCwiSGVpZ2h0IjowLjAsIkJvcmRlclN0eWxlIjp7IiRpZCI6IjE0MTYiLCJMaW5lQ29sb3IiOm51bGwsIkxpbmVXZWlnaHQiOjAuMCwiTGluZVR5cGUiOjAsIlBhcmVudFN0eWxlIjpudWxsfSwiUGFyZW50U3R5bGUiOm51bGx9LCJEYXRlU3R5bGUiOnsiJGlkIjoiMTQxNyIsIkZvbnRTZXR0aW5ncyI6eyIkaWQiOiIxNDE4IiwiRm9udFNpemUiOjEwLCJGb250TmFtZSI6IkNhbGlicmkiLCJJc0JvbGQiOmZhbHNlLCJJc0l0YWxpYyI6ZmFsc2UsIklzVW5kZXJsaW5lZCI6ZmFsc2UsIlBhcmVudFN0eWxlIjpudWxsfSwiQXV0b1NpemUiOjAsIkZvcmVncm91bmQiOnsiJGlkIjoiMTQxOSIsIkNvbG9yIjp7IiRpZCI6IjE0M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0MjEiLCJUb3AiOjAuMCwiTGVmdCI6MC4wLCJSaWdodCI6MC4wLCJCb3R0b20iOjAuMH0sIlBhZGRpbmciOnsiJGlkIjoiMTQyMiIsIlRvcCI6MC4wLCJMZWZ0IjowLjAsIlJpZ2h0IjowLjAsIkJvdHRvbSI6MC4wfSwiQmFja2dyb3VuZCI6eyIkaWQiOiIxNDIzIiwiQ29sb3IiOnsiJGlkIjoiMTQyNCIsIkEiOjI1NSwiUiI6NjgsIkciOjg0LCJCIjoxMDZ9fSwiSXNWaXNpYmxlIjp0cnVlLCJXaWR0aCI6MC4wLCJIZWlnaHQiOjAuMCwiQm9yZGVyU3R5bGUiOnsiJGlkIjoiMTQyNSIsIkxpbmVDb2xvciI6bnVsbCwiTGluZVdlaWdodCI6MC4wLCJMaW5lVHlwZSI6MCwiUGFyZW50U3R5bGUiOm51bGx9LCJQYXJlbnRTdHlsZSI6bnVsbH0sIkRhdGVGb3JtYXQiOnsiJGlkIjoiMTQyNi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I3IiwiRm9ybWF0IjowLCJJc1Zpc2libGUiOmZhbHNlLCJMYXN0S25vd25WaXNpYmlsaXR5U3RhdGUiOmZhbHNlfSwiSXNWaXNpYmxlIjp0cnVlLCJWYXJpYW5jZVN0eWxlIjp7IiRpZCI6IjE0MjgiLCJUZXh0U3R5bGUiOnsiJGlkIjoiMTQyOSIsIkZvbnRTZXR0aW5ncyI6eyIkaWQiOiIxNDMwIiwiRm9udFNpemUiOjEwLCJGb250TmFtZSI6IkNhbGlicmkiLCJJc0JvbGQiOmZhbHNlLCJJc0l0YWxpYyI6ZmFsc2UsIklzVW5kZXJsaW5lZCI6ZmFsc2UsIlBhcmVudFN0eWxlIjpudWxsfSwiQXV0b1NpemUiOjAsIkZvcmVncm91bmQiOnsiJGlkIjoiMTQzMSIsIkNvbG9yIjp7IiRpZCI6IjE0M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zMyIsIlRvcCI6MC4wLCJMZWZ0IjowLjAsIlJpZ2h0IjowLjAsIkJvdHRvbSI6MC4wfSwiUGFkZGluZyI6eyIkaWQiOiIxNDM0IiwiVG9wIjowLjAsIkxlZnQiOjAuMCwiUmlnaHQiOjAuMCwiQm90dG9tIjowLjB9LCJCYWNrZ3JvdW5kIjp7IiRpZCI6IjE0MzUiLCJDb2xvciI6eyIkaWQiOiIxNDM2IiwiQSI6MjU1LCJSIjowLCJHIjowLCJCIjowfX0sIklzVmlzaWJsZSI6dHJ1ZSwiV2lkdGgiOjAuMCwiSGVpZ2h0IjowLjAsIkJvcmRlclN0eWxlIjp7IiRpZCI6IjE0MzciLCJMaW5lQ29sb3IiOm51bGwsIkxpbmVXZWlnaHQiOjAuMCwiTGluZVR5cGUiOjAsIlBhcmVudFN0eWxlIjpudWxsfSwiUGFyZW50U3R5bGUiOm51bGx9LCJQYXJlbnRTdHlsZSI6bnVsbH0sIlBhcmVudFN0eWxlIjpudWxsfSwiRGVmYXVsdFN3aW1sYW5lQWN0aXZpdHlTdHlsZSI6eyIkaWQiOiIxNDM4IiwiSGVhZGVyU3R5bGUiOnsiJGlkIjoiMTQzOSIsIlRleHRTdHlsZSI6eyIkaWQiOiIxNDQwIiwiRm9udFNldHRpbmdzIjp7IiRpZCI6IjE0NDEiLCJGb250U2l6ZSI6MTEsIkZvbnROYW1lIjoiQ2FsaWJyaSIsIklzQm9sZCI6ZmFsc2UsIklzSXRhbGljIjpmYWxzZSwiSXNVbmRlcmxpbmVkIjpmYWxzZSwiUGFyZW50U3R5bGUiOm51bGx9LCJBdXRvU2l6ZSI6MiwiRm9yZWdyb3VuZCI6eyIkaWQiOiIxNDQyIiwiQ29sb3IiOnsiJGlkIjoiMTQ0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0NDQiLCJUb3AiOjAuMCwiTGVmdCI6MC4wLCJSaWdodCI6MC4wLCJCb3R0b20iOjAuMH0sIlBhZGRpbmciOnsiJGlkIjoiMTQ0NSIsIlRvcCI6MC4wLCJMZWZ0IjowLjAsIlJpZ2h0IjowLjAsIkJvdHRvbSI6MC4wfSwiQmFja2dyb3VuZCI6eyIkaWQiOiIxNDQ2IiwiQ29sb3IiOnsiJGlkIjoiMTQ0NyIsIkEiOjI1NSwiUiI6NjQsIkciOjY0LCJCIjo2NH19LCJJc1Zpc2libGUiOnRydWUsIldpZHRoIjowLjAsIkhlaWdodCI6MC4wLCJCb3JkZXJTdHlsZSI6bnVsbCwiUGFyZW50U3R5bGUiOm51bGx9LCJSZWN0YW5nbGVTdHlsZSI6eyIkaWQiOiIxNDQ4IiwiTWFyZ2luIjp7IiRpZCI6IjE0NDkiLCJUb3AiOjAuMCwiTGVmdCI6MC4wLCJSaWdodCI6MC4wLCJCb3R0b20iOjAuMH0sIlBhZGRpbmciOnsiJGlkIjoiMTQ1MCIsIlRvcCI6MC4wLCJMZWZ0IjowLjAsIlJpZ2h0IjowLjAsIkJvdHRvbSI6MC4wfSwiQmFja2dyb3VuZCI6eyIkaWQiOiIxNDUxIiwiQ29sb3IiOnsiJGlkIjoiMTQ1MiIsIkEiOjEyNywiUiI6MTY1LCJHIjoxNjUsIkIiOjE2NX19LCJJc1Zpc2libGUiOnRydWUsIldpZHRoIjowLjAsIkhlaWdodCI6MC4wLCJCb3JkZXJTdHlsZSI6eyIkaWQiOiIxNDUzIiwiTGluZUNvbG9yIjp7IiRpZCI6IjE0NTQiLCIkdHlwZSI6Ik5MUkUuQ29tbW9uLkRvbS5Tb2xpZENvbG9yQnJ1c2gsIE5MUkUuQ29tbW9uIiwiQ29sb3IiOnsiJGlkIjoiMTQ1NSIsIkEiOjI1NSwiUiI6MjU1LCJHIjowLCJCIjowfX0sIkxpbmVXZWlnaHQiOjAuMCwiTGluZVR5cGUiOjAsIlBhcmVudFN0eWxlIjpudWxsfSwiUGFyZW50U3R5bGUiOm51bGx9LCJNYXJnaW4iOnsiJGlkIjoiMTQ1NiIsIlRvcCI6MC4wLCJMZWZ0IjowLjAsIlJpZ2h0IjowLjAsIkJvdHRvbSI6MC4wfSwiUGFkZGluZyI6eyIkaWQiOiIxNDU3IiwiVG9wIjowLjAsIkxlZnQiOjAuMCwiUmlnaHQiOjAuMCwiQm90dG9tIjowLjB9LCJCYWNrZ3JvdW5kIjpudWxsLCJJc1Zpc2libGUiOnRydWUsIldpZHRoIjowLjAsIkhlaWdodCI6MC4wLCJCb3JkZXJTdHlsZSI6bnVsbCwiUGFyZW50U3R5bGUiOm51bGx9LCJCYWNrZ3JvdW5kU3R5bGUiOnsiJGlkIjoiMTQ1OCIsIk1hcmdpbiI6eyIkaWQiOiIxNDU5IiwiVG9wIjowLjAsIkxlZnQiOjAuMCwiUmlnaHQiOjAuMCwiQm90dG9tIjowLjB9LCJQYWRkaW5nIjp7IiRpZCI6IjE0NjAiLCJUb3AiOjAuMCwiTGVmdCI6MC4wLCJSaWdodCI6MC4wLCJCb3R0b20iOjAuMH0sIkJhY2tncm91bmQiOnsiJGlkIjoiMTQ2MSIsIkNvbG9yIjp7IiRpZCI6IjE0NjIiLCJBIjo1MSwiUiI6MjAwLCJHIjoyMDAsIkIiOjIwMH19LCJJc1Zpc2libGUiOnRydWUsIldpZHRoIjowLjAsIkhlaWdodCI6MC4wLCJCb3JkZXJTdHlsZSI6eyIkaWQiOiIxNDYzIiwiTGluZUNvbG9yIjp7IiRpZCI6IjE0NjQiLCIkdHlwZSI6Ik5MUkUuQ29tbW9uLkRvbS5Tb2xpZENvbG9yQnJ1c2gsIE5MUkUuQ29tbW9uIiwiQ29sb3IiOnsiJGlkIjoiMTQ2NSIsIkEiOjI1NSwiUiI6MjM0LCJHIjoyMiwiQiI6MzB9fSwiTGluZVdlaWdodCI6MC4wLCJMaW5lVHlwZSI6MCwiUGFyZW50U3R5bGUiOm51bGx9LCJQYXJlbnRTdHlsZSI6bnVsbH0sIk1hcmdpbiI6eyIkaWQiOiIxNDY2IiwiVG9wIjowLjAsIkxlZnQiOjAuMCwiUmlnaHQiOjAuMCwiQm90dG9tIjowLjB9LCJQYWRkaW5nIjp7IiRpZCI6IjE0NjciLCJUb3AiOjAuMCwiTGVmdCI6MC4wLCJSaWdodCI6MC4wLCJCb3R0b20iOjAuMH0sIklzVmlzaWJsZSI6dHJ1ZSwiV2lkdGgiOjAuMCwiSGVpZ2h0IjowLjAsIkJvcmRlclN0eWxlIjp7IiRpZCI6IjE0NjgiLCJMaW5lQ29sb3IiOm51bGwsIkxpbmVXZWlnaHQiOjAuMCwiTGluZVR5cGUiOjAsIlBhcmVudFN0eWxlIjpudWxsfSwiUGFyZW50U3R5bGUiOm51bGx9LCJNYXJnaW4iOnsiJGlkIjoiMTQ2OSIsIlRvcCI6MC4wLCJMZWZ0IjowLjAsIlJpZ2h0IjowLjAsIkJvdHRvbSI6MC4wfSwiUGFkZGluZyI6eyIkaWQiOiIxNDcwIiwiVG9wIjowLjAsIkxlZnQiOjAuMCwiUmlnaHQiOjAuMCwiQm90dG9tIjowLjB9LCJJc1Zpc2libGUiOmZhbHNlLCJXaWR0aCI6MC4wLCJIZWlnaHQiOjAuMCwiQm9yZGVyU3R5bGUiOnsiJGlkIjoiMTQ3MSIsIkxpbmVDb2xvciI6bnVsbCwiTGluZVdlaWdodCI6MC4wLCJMaW5lVHlwZSI6MCwiUGFyZW50U3R5bGUiOm51bGx9LCJQYXJlbnRTdHlsZSI6bnVsbH19LHsiJGlkIjoiMTQ3MiIsIl9hY3Rpdml0aWVzIjpbeyIkaWQiOiIxNDczIiwiX3Jvd3MiOlt7IiRpZCI6IjE0NzQiLCJfdGFza3MiOlt7IiRpZCI6IjE0NzUiLCJfYXR0YWNoZWRNaWxlc3RvbmVzIjpbXSwiVGFza0RlZmluaXRpb24iOnsiJGlkIjoiMTQ3NiIsIkdyb3VwTmFtZSI6bnVsbCwiU3RhcnREYXRlIjoiMjAyNi0wNy0wMVQwMDowMDowMFoiLCJFbmREYXRlIjoiMjAyNi0wOS0zMFQyMzo1OTowMFoiLCJQZXJjZW50YWdlQ29tcGxldGUiOm51bGwsIlN0eWxlIjp7IiRpZCI6IjE0NzciLCJTaGFwZSI6MSwiU2hhcGVUaGlja25lc3MiOjAsIkR1cmF0aW9uRm9ybWF0IjowLCJJbmNsdWRlTm9uV29ya2luZ0RheXNJbkR1cmF0aW9uIjpmYWxzZSwiUGVyY2VudGFnZUNvbXBsZXRlU3R5bGUiOnsiJGlkIjoiMTQ3OCIsIkZvbnRTZXR0aW5ncyI6eyIkaWQiOiIxNDc5IiwiRm9udFNpemUiOjEwLCJGb250TmFtZSI6IkNhbGlicmkiLCJJc0JvbGQiOmZhbHNlLCJJc0l0YWxpYyI6ZmFsc2UsIklzVW5kZXJsaW5lZCI6ZmFsc2UsIlBhcmVudFN0eWxlIjpudWxsfSwiQXV0b1NpemUiOjAsIkZvcmVncm91bmQiOnsiJGlkIjoiMTQ4MCIsIkNvbG9yIjp7IiRpZCI6IjE0ODE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4MiIsIlRvcCI6MC4wLCJMZWZ0IjowLjAsIlJpZ2h0IjowLjAsIkJvdHRvbSI6MC4wfSwiUGFkZGluZyI6eyIkaWQiOiIxNDgzIiwiVG9wIjowLjAsIkxlZnQiOjAuMCwiUmlnaHQiOjAuMCwiQm90dG9tIjowLjB9LCJCYWNrZ3JvdW5kIjp7IiRpZCI6IjE0ODQiLCJDb2xvciI6eyIkaWQiOiIxNDg1IiwiQSI6ODksIlIiOjAsIkciOjAsIkIiOjB9fSwiSXNWaXNpYmxlIjp0cnVlLCJXaWR0aCI6MC4wLCJIZWlnaHQiOjAuMCwiQm9yZGVyU3R5bGUiOnsiJGlkIjoiMTQ4NiIsIkxpbmVDb2xvciI6bnVsbCwiTGluZVdlaWdodCI6MC4wLCJMaW5lVHlwZSI6MCwiUGFyZW50U3R5bGUiOm51bGx9LCJQYXJlbnRTdHlsZSI6bnVsbH0sIkR1cmF0aW9uU3R5bGUiOnsiJGlkIjoiMTQ4NyIsIkZvbnRTZXR0aW5ncyI6eyIkaWQiOiIxNDg4IiwiRm9udFNpemUiOjEwLCJGb250TmFtZSI6IkNhbGlicmkiLCJJc0JvbGQiOmZhbHNlLCJJc0l0YWxpYyI6ZmFsc2UsIklzVW5kZXJsaW5lZCI6ZmFsc2UsIlBhcmVudFN0eWxlIjpudWxsfSwiQXV0b1NpemUiOjAsIkZvcmVncm91bmQiOnsiJGlkIjoiMTQ4OSIsIkNvbG9yIjp7IiRpZCI6IjE0OT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0OTEiLCJUb3AiOjAuMCwiTGVmdCI6MC4wLCJSaWdodCI6MC4wLCJCb3R0b20iOjAuMH0sIlBhZGRpbmciOnsiJGlkIjoiMTQ5MiIsIlRvcCI6MC4wLCJMZWZ0IjowLjAsIlJpZ2h0IjowLjAsIkJvdHRvbSI6MC4wfSwiQmFja2dyb3VuZCI6eyIkaWQiOiIxNDkzIiwiQ29sb3IiOnsiJGlkIjoiMTQ5NCIsIkEiOjI1NSwiUiI6NjgsIkciOjg0LCJCIjoxMDZ9fSwiSXNWaXNpYmxlIjp0cnVlLCJXaWR0aCI6MC4wLCJIZWlnaHQiOjAuMCwiQm9yZGVyU3R5bGUiOnsiJGlkIjoiMTQ5NSIsIkxpbmVDb2xvciI6bnVsbCwiTGluZVdlaWdodCI6MC4wLCJMaW5lVHlwZSI6MCwiUGFyZW50U3R5bGUiOm51bGx9LCJQYXJlbnRTdHlsZSI6bnVsbH0sIkhvcml6b250YWxDb25uZWN0b3JTdHlsZSI6eyIkaWQiOiIxNDk2IiwiTGluZUNvbG9yIjp7IiRpZCI6IjE0OTciLCIkdHlwZSI6Ik5MUkUuQ29tbW9uLkRvbS5Tb2xpZENvbG9yQnJ1c2gsIE5MUkUuQ29tbW9uIiwiQ29sb3IiOnsiJGlkIjoiMTQ5OCIsIkEiOjI1NSwiUiI6MCwiRyI6MCwiQiI6MH19LCJMaW5lV2VpZ2h0IjowLjAsIkxpbmVUeXBlIjowLCJQYXJlbnRTdHlsZSI6bnVsbH0sIlZlcnRpY2FsQ29ubmVjdG9yU3R5bGUiOnsiJGlkIjoiMTQ5OSIsIkxpbmVDb2xvciI6eyIkaWQiOiIxNTAwIiwiJHR5cGUiOiJOTFJFLkNvbW1vbi5Eb20uU29saWRDb2xvckJydXNoLCBOTFJFLkNvbW1vbiIsIkNvbG9yIjp7IiRpZCI6IjE1M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1MDIiLCJTaGFwZVN0eWxlIjp7IiRpZCI6IjE1MDMiLCJNYXJnaW4iOnsiJGlkIjoiMTUwNCIsIlRvcCI6MC4wLCJMZWZ0IjowLjAsIlJpZ2h0IjowLjAsIkJvdHRvbSI6MC4wfSwiUGFkZGluZyI6eyIkaWQiOiIxNTA1IiwiVG9wIjowLjAsIkxlZnQiOjAuMCwiUmlnaHQiOjAuMCwiQm90dG9tIjowLjB9LCJCYWNrZ3JvdW5kIjp7IiRpZCI6IjE1MDYiLCJDb2xvciI6eyIkaWQiOiIxNTA3IiwiQSI6MTUzLCJSIjowLCJHIjowLCJCIjowfX0sIklzVmlzaWJsZSI6dHJ1ZSwiV2lkdGgiOjAuMCwiSGVpZ2h0IjowLjAsIkJvcmRlclN0eWxlIjpudWxsLCJQYXJlbnRTdHlsZSI6bnVsbH0sIk1hcmdpbiI6eyIkaWQiOiIxNTA4IiwiVG9wIjowLjAsIkxlZnQiOjAuMCwiUmlnaHQiOjAuMCwiQm90dG9tIjowLjB9LCJQYWRkaW5nIjp7IiRpZCI6IjE1MDkiLCJUb3AiOjAuMCwiTGVmdCI6MC4wLCJSaWdodCI6MC4wLCJCb3R0b20iOjAuMH0sIkJhY2tncm91bmQiOm51bGwsIklzVmlzaWJsZSI6dHJ1ZSwiV2lkdGgiOjAuMCwiSGVpZ2h0IjowLjAsIkJvcmRlclN0eWxlIjpudWxsLCJQYXJlbnRTdHlsZSI6bnVsbH0sIlNoYXBlU3R5bGUiOnsiJGlkIjoiMTUxMCIsIk1hcmdpbiI6eyIkaWQiOiIxNTExIiwiVG9wIjowLjAsIkxlZnQiOjQuMCwiUmlnaHQiOjQuMCwiQm90dG9tIjowLjB9LCJQYWRkaW5nIjp7IiRpZCI6IjE1MTIiLCJUb3AiOjAuMCwiTGVmdCI6MC4wLCJSaWdodCI6MC4wLCJCb3R0b20iOjAuMH0sIkJhY2tncm91bmQiOnsiJGlkIjoiMTUxMyIsIkNvbG9yIjp7IiRpZCI6IjE1MTQiLCJBIjoyNTUsIlIiOjY4LCJHIjoxMTQsIkIiOjE5Nn19LCJJc1Zpc2libGUiOnRydWUsIldpZHRoIjowLjAsIkhlaWdodCI6MTAuMCwiQm9yZGVyU3R5bGUiOnsiJGlkIjoiMTUxNSIsIkxpbmVDb2xvciI6eyIkaWQiOiIxNTE2IiwiJHR5cGUiOiJOTFJFLkNvbW1vbi5Eb20uU29saWRDb2xvckJydXNoLCBOTFJFLkNvbW1vbiIsIkNvbG9yIjp7IiRpZCI6IjE1MTciLCJBIjoyNTUsIlIiOjIzNCwiRyI6MjIsIkIiOjMwfX0sIkxpbmVXZWlnaHQiOjAuMCwiTGluZVR5cGUiOjAsIlBhcmVudFN0eWxlIjpudWxsfSwiUGFyZW50U3R5bGUiOm51bGx9LCJUaXRsZVN0eWxlIjp7IiRpZCI6IjE1MTgiLCJGb250U2V0dGluZ3MiOnsiJGlkIjoiMTUxOSIsIkZvbnRTaXplIjoxMSwiRm9udE5hbWUiOiJUaXRpbGxpdW0gV2ViIiwiSXNCb2xkIjpmYWxzZSwiSXNJdGFsaWMiOmZhbHNlLCJJc1VuZGVybGluZWQiOmZhbHNlLCJQYXJlbnRTdHlsZSI6bnVsbH0sIkF1dG9TaXplIjowLCJGb3JlZ3JvdW5kIjp7IiRpZCI6IjE1MjAiLCJDb2xvciI6eyIkaWQiOiIxNTIxIiwiQSI6MjU1LCJSIjoyNTUsIkciOjI1NSwiQiI6MjU1fX0sIk1heFdpZHRoIjo3MjAuMCwiTWF4SGVpZ2h0IjoiSW5maW5pdHkiLCJTbWFydEZvcmVncm91bmRJc0FjdGl2ZSI6ZmFsc2UsIkhvcml6b250YWxBbGlnbm1lbnQiOjAsIlZlcnRpY2FsQWxpZ25tZW50IjowLCJTbWFydEZvcmVncm91bmQiOm51bGwsIkJhY2tncm91bmRGaWxsVHlwZSI6MCwiTWFyZ2luIjp7IiRpZCI6IjE1MjIiLCJUb3AiOjAuMCwiTGVmdCI6MC4wLCJSaWdodCI6MC4wLCJCb3R0b20iOjAuMH0sIlBhZGRpbmciOnsiJGlkIjoiMTUyMyIsIlRvcCI6MC4wLCJMZWZ0IjowLjAsIlJpZ2h0IjowLjAsIkJvdHRvbSI6MC4wfSwiQmFja2dyb3VuZCI6eyIkaWQiOiIxNTI0IiwiQ29sb3IiOnsiJGlkIjoiMTUyNSIsIkEiOjAsIlIiOjI1NSwiRyI6MjU1LCJCIjoyNTV9fSwiSXNWaXNpYmxlIjp0cnVlLCJXaWR0aCI6MC4wLCJIZWlnaHQiOjAuMCwiQm9yZGVyU3R5bGUiOnsiJGlkIjoiMTUyNiIsIkxpbmVDb2xvciI6bnVsbCwiTGluZVdlaWdodCI6MC4wLCJMaW5lVHlwZSI6MCwiUGFyZW50U3R5bGUiOm51bGx9LCJQYXJlbnRTdHlsZSI6bnVsbH0sIkRhdGVTdHlsZSI6eyIkaWQiOiIxNTI3IiwiRm9udFNldHRpbmdzIjp7IiRpZCI6IjE1MjgiLCJGb250U2l6ZSI6MTAsIkZvbnROYW1lIjoiVGl0aWxsaXVtIFdlYiIsIklzQm9sZCI6ZmFsc2UsIklzSXRhbGljIjpmYWxzZSwiSXNVbmRlcmxpbmVkIjpmYWxzZSwiUGFyZW50U3R5bGUiOm51bGx9LCJBdXRvU2l6ZSI6MCwiRm9yZWdyb3VuZCI6eyIkaWQiOiIxNTI5IiwiQ29sb3IiOnsiJGlkIjoiMTUzMC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aWQiOiIxNTMxIiwiVG9wIjowLjAsIkxlZnQiOjAuMCwiUmlnaHQiOjAuMCwiQm90dG9tIjowLjB9LCJQYWRkaW5nIjp7IiRpZCI6IjE1MzIiLCJUb3AiOjAuMCwiTGVmdCI6MC4wLCJSaWdodCI6MC4wLCJCb3R0b20iOjAuMH0sIkJhY2tncm91bmQiOnsiJGlkIjoiMTUzMyIsIkNvbG9yIjp7IiRpZCI6IjE1MzQiLCJBIjowLCJSIjoyNTUsIkciOjI1NSwiQiI6MjU1fX0sIklzVmlzaWJsZSI6dHJ1ZSwiV2lkdGgiOjAuMCwiSGVpZ2h0IjowLjAsIkJvcmRlclN0eWxlIjp7IiRpZCI6IjE1MzUiLCJMaW5lQ29sb3IiOm51bGwsIkxpbmVXZWlnaHQiOjAuMCwiTGluZVR5cGUiOjAsIlBhcmVudFN0eWxlIjpudWxsfSwiUGFyZW50U3R5bGUiOm51bGx9LCJEYXRlRm9ybWF0Ijp7IiRpZCI6IjE1M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yIsIkZvcm1hdCI6MCwiSXNWaXNpYmxlIjpmYWxzZSwiTGFzdEtub3duVmlzaWJpbGl0eVN0YXRlIjpmYWxzZX0sIklzVmlzaWJsZSI6dHJ1ZSwiVmFyaWFuY2VTdHlsZSI6eyIkaWQiOiIxNTM4IiwiVGV4dFN0eWxlIjp7IiRpZCI6IjE1MzkiLCJGb250U2V0dGluZ3MiOnsiJGlkIjoiMTU0MCIsIkZvbnRTaXplIjoxMCwiRm9udE5hbWUiOiJDYWxpYnJpIiwiSXNCb2xkIjpmYWxzZSwiSXNJdGFsaWMiOmZhbHNlLCJJc1VuZGVybGluZWQiOmZhbHNlLCJQYXJlbnRTdHlsZSI6bnVsbH0sIkF1dG9TaXplIjowLCJGb3JlZ3JvdW5kIjp7IiRpZCI6IjE1NDEiLCJDb2xvciI6eyIkaWQiOiIxNTQ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1NDMiLCJUb3AiOjAuMCwiTGVmdCI6MC4wLCJSaWdodCI6MC4wLCJCb3R0b20iOjAuMH0sIlBhZGRpbmciOnsiJGlkIjoiMTU0NCIsIlRvcCI6MC4wLCJMZWZ0IjowLjAsIlJpZ2h0IjowLjAsIkJvdHRvbSI6MC4wfSwiQmFja2dyb3VuZCI6eyIkaWQiOiIxNTQ1IiwiQ29sb3IiOnsiJGlkIjoiMTU0NiIsIkEiOjI1NSwiUiI6MCwiRyI6MCwiQiI6MH19LCJJc1Zpc2libGUiOnRydWUsIldpZHRoIjowLjAsIkhlaWdodCI6MC4wLCJCb3JkZXJTdHlsZSI6bnVsbCwiUGFyZW50U3R5bGUiOm51bGx9LCJQYXJlbnRTdHlsZSI6bnVsbH0sIlBhcmVudFN0eWxlIjpudWxsfSwiSW5kZXgiOjExLCJTbWFydER1cmF0aW9uQWN0aXZhdGVkIjpmYWxzZSwiRGF0ZUZvcm1hdCI6eyIkcmVmIjoiMTUzNiJ9LCJXZWVrTnVtYmVyaW5nIjp7IiRpZCI6IjE1NDciLCJGb3JtYXQiOjAsIklzVmlzaWJsZSI6ZmFsc2UsIkxhc3RLbm93blZpc2liaWxpdHlTdGF0ZSI6ZmFsc2V9LCJCYXNlbGluZURhdGEiOnsiJGlkIjoiMTU0OCIsIlN0YXJ0RGF0ZSI6IjIwMjYtMDctMDFUMDA6MDA6MDAiLCJFbmREYXRlIjoiMjAyNi0wOS0zMFQyMzo1OTowMCJ9LCJJZCI6ImQyM2QyZDY4LWRjNmYtNDAwNC05NGYxLWE4YTAzMzNiZDM1MCIsIkltcG9ydElkIjpudWxsLCJUaXRsZSI6IlByaW1lcmFzIGZ1bmNpb25lcyBpbnRlZ3JhZGFzIChTcHJpbnQgNSAtIDEwKSIsIk5vdGUiOm51bGwsIkh5cGVybGluayI6eyIkaWQiOiIxNTQ5IiwiQWRkcmVzcyI6IiIsIlN1YkFkZHJlc3MiOiIifSwiSXNDaGFuZ2VkIjpmYWxzZSwiSXNOZXciOmZhbHNlfX1dLCJfbWlsZXN0b25lcyI6W10sIklkIjoiMDAwMDAwMDAtMDAwMC0wMDAwLTAwMDAtMDAwMDAwMDAwMDAwIiwiSXNTaW5nbGVJdGVtUm93Ijp0cnVlfV0sIkluZGV4IjoxMCwiSWQiOiJiNjkxZTllYy00ODhjLTQ4NmItOGQ1YS1jOTRmNTlmNzg1MDEiLCJIZWFkZXJUZXh0IjpudWxsLCJJc0RlZmF1bHQiOnRydWUsIlN0eWxlIjp7IiRpZCI6IjE1NTAiLCJIZWFkZXJTdHlsZSI6eyIkaWQiOiIxNTUxIiwiVGV4dFN0eWxlIjp7IiRpZCI6IjE1NTIiLCJGb250U2V0dGluZ3MiOnsiJGlkIjoiMTU1MyIsIkZvbnRTaXplIjoxMSwiRm9udE5hbWUiOiJDYWxpYnJpIiwiSXNCb2xkIjpmYWxzZSwiSXNJdGFsaWMiOmZhbHNlLCJJc1VuZGVybGluZWQiOmZhbHNlLCJQYXJlbnRTdHlsZSI6bnVsbH0sIkF1dG9TaXplIjowLCJGb3JlZ3JvdW5kIjp7IiRpZCI6IjE1NTQiLCJDb2xvciI6eyIkaWQiOiIxNTU1IiwiQSI6MjU1LCJSIjo2NCwiRyI6NjQsIkIiOjY0fX0sIk1heFdpZHRoIjowLjAsIk1heEhlaWdodCI6MC4wLCJTbWFydEZvcmVncm91bmRJc0FjdGl2ZSI6ZmFsc2UsIkhvcml6b250YWxBbGlnbm1lbnQiOjAsIlZlcnRpY2FsQWxpZ25tZW50IjowLCJTbWFydEZvcmVncm91bmQiOm51bGwsIkJhY2tncm91bmRGaWxsVHlwZSI6MCwiTWFyZ2luIjp7IiRpZCI6IjE1NTYiLCJUb3AiOjAuMCwiTGVmdCI6MC4wLCJSaWdodCI6MC4wLCJCb3R0b20iOjAuMH0sIlBhZGRpbmciOnsiJGlkIjoiMTU1NyIsIlRvcCI6MC4wLCJMZWZ0IjowLjAsIlJpZ2h0IjowLjAsIkJvdHRvbSI6MC4wfSwiQmFja2dyb3VuZCI6eyIkaWQiOiIxNTU4IiwiQ29sb3IiOnsiJGlkIjoiMTU1OSIsIkEiOjI1NSwiUiI6NjQsIkciOjY0LCJCIjo2NH19LCJJc1Zpc2libGUiOmZhbHNlLCJXaWR0aCI6MC4wLCJIZWlnaHQiOjAuMCwiQm9yZGVyU3R5bGUiOm51bGwsIlBhcmVudFN0eWxlIjpudWxsfSwiUmVjdGFuZ2xlU3R5bGUiOnsiJGlkIjoiMTU2MCIsIk1hcmdpbiI6eyIkaWQiOiIxNTYxIiwiVG9wIjowLjAsIkxlZnQiOjAuMCwiUmlnaHQiOjAuMCwiQm90dG9tIjowLjB9LCJQYWRkaW5nIjp7IiRpZCI6IjE1NjIiLCJUb3AiOjAuMCwiTGVmdCI6MC4wLCJSaWdodCI6MC4wLCJCb3R0b20iOjAuMH0sIkJhY2tncm91bmQiOnsiJGlkIjoiMTU2MyIsIkNvbG9yIjp7IiRpZCI6IjE1NjQiLCJBIjoxMjcsIlIiOjY4LCJHIjoxMTQsIkIiOjE5Nn19LCJJc1Zpc2libGUiOmZhbHNlLCJXaWR0aCI6MC4wLCJIZWlnaHQiOjAuMCwiQm9yZGVyU3R5bGUiOnsiJGlkIjoiMTU2NSIsIkxpbmVDb2xvciI6eyIkaWQiOiIxNTY2IiwiJHR5cGUiOiJOTFJFLkNvbW1vbi5Eb20uU29saWRDb2xvckJydXNoLCBOTFJFLkNvbW1vbiIsIkNvbG9yIjp7IiRpZCI6IjE1NjciLCJBIjoyNTUsIlIiOjI1NSwiRyI6MCwiQiI6MH19LCJMaW5lV2VpZ2h0IjowLjAsIkxpbmVUeXBlIjowLCJQYXJlbnRTdHlsZSI6bnVsbH0sIlBhcmVudFN0eWxlIjpudWxsfSwiTWFyZ2luIjp7IiRpZCI6IjE1NjgiLCJUb3AiOjAuMCwiTGVmdCI6MC4wLCJSaWdodCI6MC4wLCJCb3R0b20iOjAuMH0sIlBhZGRpbmciOnsiJGlkIjoiMTU2OSIsIlRvcCI6MC4wLCJMZWZ0IjowLjAsIlJpZ2h0IjowLjAsIkJvdHRvbSI6MC4wfSwiQmFja2dyb3VuZCI6bnVsbCwiSXNWaXNpYmxlIjp0cnVlLCJXaWR0aCI6MC4wLCJIZWlnaHQiOjAuMCwiQm9yZGVyU3R5bGUiOm51bGwsIlBhcmVudFN0eWxlIjpudWxsfSwiQmFja2dyb3VuZFN0eWxlIjp7IiRpZCI6IjE1NzAiLCJNYXJnaW4iOnsiJGlkIjoiMTU3MSIsIlRvcCI6MC4wLCJMZWZ0IjowLjAsIlJpZ2h0IjowLjAsIkJvdHRvbSI6MC4wfSwiUGFkZGluZyI6eyIkaWQiOiIxNTcyIiwiVG9wIjowLjAsIkxlZnQiOjAuMCwiUmlnaHQiOjAuMCwiQm90dG9tIjowLjB9LCJCYWNrZ3JvdW5kIjp7IiRpZCI6IjE1NzMiLCJDb2xvciI6eyIkaWQiOiIxNTc0IiwiQSI6NTEsIlIiOjIwMCwiRyI6MjAwLCJCIjoyMDB9fSwiSXNWaXNpYmxlIjp0cnVlLCJXaWR0aCI6MC4wLCJIZWlnaHQiOjAuMCwiQm9yZGVyU3R5bGUiOnsiJGlkIjoiMTU3NSIsIkxpbmVDb2xvciI6eyIkaWQiOiIxNTc2IiwiJHR5cGUiOiJOTFJFLkNvbW1vbi5Eb20uU29saWRDb2xvckJydXNoLCBOTFJFLkNvbW1vbiIsIkNvbG9yIjp7IiRpZCI6IjE1NzciLCJBIjoyNTUsIlIiOjIzNCwiRyI6MjIsIkIiOjMwfX0sIkxpbmVXZWlnaHQiOjAuMCwiTGluZVR5cGUiOjAsIlBhcmVudFN0eWxlIjpudWxsfSwiUGFyZW50U3R5bGUiOm51bGx9LCJNYXJnaW4iOnsiJGlkIjoiMTU3OCIsIlRvcCI6MC4wLCJMZWZ0IjowLjAsIlJpZ2h0IjowLjAsIkJvdHRvbSI6MC4wfSwiUGFkZGluZyI6eyIkaWQiOiIxNTc5IiwiVG9wIjowLjAsIkxlZnQiOjAuMCwiUmlnaHQiOjAuMCwiQm90dG9tIjowLjB9LCJJc1Zpc2libGUiOnRydWUsIldpZHRoIjowLjAsIkhlaWdodCI6MC4wLCJCb3JkZXJTdHlsZSI6eyIkaWQiOiIxNTgwIiwiTGluZUNvbG9yIjpudWxsLCJMaW5lV2VpZ2h0IjowLjAsIkxpbmVUeXBlIjowLCJQYXJlbnRTdHlsZSI6bnVsbH0sIlBhcmVudFN0eWxlIjpudWxsfX1dLCJJZCI6ImRlNTJjYjk0LWQwNmMtNDhmOS05NWRlLTEzZGZjN2Q5NzEwNSIsIkluZGV4IjoxMCwiSGVhZGVyVGV4dCI6IlByZS1BbHBoYVxyXG4iLCJTdHlsZSI6eyIkaWQiOiIxNTgxIiwiU3R5bGVJZCI6IjMzMmNmYjEzLWI0MDEtNGVjMy1iNjU1LTczOTY4ZDA0ZDc0OSIsIkhlYWRlclN0eWxlIjp7IiRpZCI6IjE1ODIiLCJUZXh0SXNWZXJ0aWNhbCI6ZmFsc2UsIlRleHRTdHlsZSI6eyIkaWQiOiIxNTgzIiwiRm9udFNldHRpbmdzIjp7IiRpZCI6IjE1ODQiLCJGb250U2l6ZSI6MTEsIkZvbnROYW1lIjoiQ2FsaWJyaSIsIklzQm9sZCI6ZmFsc2UsIklzSXRhbGljIjpmYWxzZSwiSXNVbmRlcmxpbmVkIjpmYWxzZSwiUGFyZW50U3R5bGUiOm51bGx9LCJBdXRvU2l6ZSI6MiwiRm9yZWdyb3VuZCI6eyIkaWQiOiIxNTg1IiwiQ29sb3IiOnsiJGlkIjoiMTU4N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1ODciLCJUb3AiOjAuMCwiTGVmdCI6MC4wLCJSaWdodCI6MC4wLCJCb3R0b20iOjAuMH0sIlBhZGRpbmciOnsiJGlkIjoiMTU4OCIsIlRvcCI6MC4wLCJMZWZ0IjowLjAsIlJpZ2h0IjowLjAsIkJvdHRvbSI6MC4wfSwiQmFja2dyb3VuZCI6eyIkaWQiOiIxNTg5IiwiQ29sb3IiOnsiJGlkIjoiMTU5MCIsIkEiOjI1NSwiUiI6MjU1LCJHIjoyNTUsIkIiOjI1NX19LCJJc1Zpc2libGUiOmZhbHNlLCJXaWR0aCI6MC4wLCJIZWlnaHQiOjAuMCwiQm9yZGVyU3R5bGUiOm51bGwsIlBhcmVudFN0eWxlIjpudWxsfSwiUmVjdGFuZ2xlU3R5bGUiOnsiJGlkIjoiMTU5MSIsIk1hcmdpbiI6eyIkaWQiOiIxNTkyIiwiVG9wIjowLjAsIkxlZnQiOjAuMCwiUmlnaHQiOjAuMCwiQm90dG9tIjowLjB9LCJQYWRkaW5nIjp7IiRpZCI6IjE1OTMiLCJUb3AiOjAuMCwiTGVmdCI6MC4wLCJSaWdodCI6MC4wLCJCb3R0b20iOjAuMH0sIkJhY2tncm91bmQiOnsiJGlkIjoiMTU5NCIsIkNvbG9yIjp7IiRpZCI6IjE1OTUiLCJBIjoyNTUsIlIiOjY4LCJHIjoxMTQsIkIiOjE5Nn19LCJJc1Zpc2libGUiOnRydWUsIldpZHRoIjowLjAsIkhlaWdodCI6MC4wLCJCb3JkZXJTdHlsZSI6eyIkaWQiOiIxNTk2IiwiTGluZUNvbG9yIjp7IiRpZCI6IjE1OTciLCIkdHlwZSI6Ik5MUkUuQ29tbW9uLkRvbS5Tb2xpZENvbG9yQnJ1c2gsIE5MUkUuQ29tbW9uIiwiQ29sb3IiOnsiJGlkIjoiMTU5OCIsIkEiOjI1NSwiUiI6MjU1LCJHIjoyNTUsIkIiOjI1NX19LCJMaW5lV2VpZ2h0IjowLjAsIkxpbmVUeXBlIjowLCJQYXJlbnRTdHlsZSI6bnVsbH0sIlBhcmVudFN0eWxlIjpudWxsfSwiTWFyZ2luIjp7IiRpZCI6IjE1OTkiLCJUb3AiOjAuMCwiTGVmdCI6MC4wLCJSaWdodCI6MC4wLCJCb3R0b20iOjAuMH0sIlBhZGRpbmciOnsiJGlkIjoiMTYwMCIsIlRvcCI6MC4wLCJMZWZ0IjowLjAsIlJpZ2h0IjowLjAsIkJvdHRvbSI6MC4wfSwiQmFja2dyb3VuZCI6bnVsbCwiSXNWaXNpYmxlIjp0cnVlLCJXaWR0aCI6MC4wLCJIZWlnaHQiOjAuMCwiQm9yZGVyU3R5bGUiOm51bGwsIlBhcmVudFN0eWxlIjpudWxsfSwiQmFja2dyb3VuZFN0eWxlIjp7IiRpZCI6IjE2MDEiLCJNYXJnaW4iOnsiJGlkIjoiMTYwMiIsIlRvcCI6MC4wLCJMZWZ0IjowLjAsIlJpZ2h0IjowLjAsIkJvdHRvbSI6MC4wfSwiUGFkZGluZyI6eyIkaWQiOiIxNjAzIiwiVG9wIjowLjAsIkxlZnQiOjAuMCwiUmlnaHQiOjAuMCwiQm90dG9tIjowLjB9LCJCYWNrZ3JvdW5kIjp7IiRpZCI6IjE2MDQiLCJDb2xvciI6eyIkaWQiOiIxNjA1IiwiQSI6NTEsIlIiOjIwMCwiRyI6MjAwLCJCIjoyMDB9fSwiSXNWaXNpYmxlIjp0cnVlLCJXaWR0aCI6MC4wLCJIZWlnaHQiOjAuMCwiQm9yZGVyU3R5bGUiOnsiJGlkIjoiMTYwNiIsIkxpbmVDb2xvciI6eyIkaWQiOiIxNjA3IiwiJHR5cGUiOiJOTFJFLkNvbW1vbi5Eb20uU29saWRDb2xvckJydXNoLCBOTFJFLkNvbW1vbiIsIkNvbG9yIjp7IiRpZCI6IjE2MDgiLCJBIjoyNTUsIlIiOjIzNCwiRyI6MjIsIkIiOjMwfX0sIkxpbmVXZWlnaHQiOjAuMCwiTGluZVR5cGUiOjAsIlBhcmVudFN0eWxlIjpudWxsfSwiUGFyZW50U3R5bGUiOm51bGx9LCJJc0Fib3ZlVGltZWJhbmQiOmZhbHNlLCJTcGFjaW5nIjoyLCJEZWZhdWx0U3dpbWxhbmVUYXNrU3R5bGUiOnsiJGlkIjoiMTYwOSIsIiR0eXBlIjoiTkxSRS5Db21tb24uRG9tLlN0eWxlcy5FeHBsaWNpdFNldGFibGVUYXNrU3R5bGUsIE5MUkUuQ29tbW9uIiwiU2hhcGUiOjEsIlNoYXBlVGhpY2tuZXNzIjowLCJEdXJhdGlvbkZvcm1hdCI6MCwiSW5jbHVkZU5vbldvcmtpbmdEYXlzSW5EdXJhdGlvbiI6ZmFsc2UsIlBlcmNlbnRhZ2VDb21wbGV0ZVN0eWxlIjp7IiRpZCI6IjE2MTAiLCJGb250U2V0dGluZ3MiOnsiJGlkIjoiMTYxMSIsIkZvbnRTaXplIjoxMCwiRm9udE5hbWUiOiJDYWxpYnJpIiwiSXNCb2xkIjpmYWxzZSwiSXNJdGFsaWMiOmZhbHNlLCJJc1VuZGVybGluZWQiOmZhbHNlLCJQYXJlbnRTdHlsZSI6bnVsbH0sIkF1dG9TaXplIjowLCJGb3JlZ3JvdW5kIjp7IiRpZCI6IjE2MTIiLCJDb2xvciI6eyIkaWQiOiIxNjE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2MTQiLCJUb3AiOjAuMCwiTGVmdCI6MC4wLCJSaWdodCI6MC4wLCJCb3R0b20iOjAuMH0sIlBhZGRpbmciOnsiJGlkIjoiMTYxNSIsIlRvcCI6MC4wLCJMZWZ0IjowLjAsIlJpZ2h0IjowLjAsIkJvdHRvbSI6MC4wfSwiQmFja2dyb3VuZCI6eyIkaWQiOiIxNjE2IiwiQ29sb3IiOnsiJGlkIjoiMTYxNyIsIkEiOjg5LCJSIjowLCJHIjowLCJCIjowfX0sIklzVmlzaWJsZSI6dHJ1ZSwiV2lkdGgiOjAuMCwiSGVpZ2h0IjowLjAsIkJvcmRlclN0eWxlIjp7IiRpZCI6IjE2MTgiLCJMaW5lQ29sb3IiOm51bGwsIkxpbmVXZWlnaHQiOjAuMCwiTGluZVR5cGUiOjAsIlBhcmVudFN0eWxlIjpudWxsfSwiUGFyZW50U3R5bGUiOm51bGx9LCJEdXJhdGlvblN0eWxlIjp7IiRpZCI6IjE2MTkiLCJGb250U2V0dGluZ3MiOnsiJGlkIjoiMTYyMCIsIkZvbnRTaXplIjoxMCwiRm9udE5hbWUiOiJDYWxpYnJpIiwiSXNCb2xkIjpmYWxzZSwiSXNJdGFsaWMiOmZhbHNlLCJJc1VuZGVybGluZWQiOmZhbHNlLCJQYXJlbnRTdHlsZSI6bnVsbH0sIkF1dG9TaXplIjowLCJGb3JlZ3JvdW5kIjp7IiRpZCI6IjE2MjEiLCJDb2xvciI6eyIkaWQiOiIxNjI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jIzIiwiVG9wIjowLjAsIkxlZnQiOjAuMCwiUmlnaHQiOjAuMCwiQm90dG9tIjowLjB9LCJQYWRkaW5nIjp7IiRpZCI6IjE2MjQiLCJUb3AiOjAuMCwiTGVmdCI6MC4wLCJSaWdodCI6MC4wLCJCb3R0b20iOjAuMH0sIkJhY2tncm91bmQiOnsiJGlkIjoiMTYyNSIsIkNvbG9yIjp7IiRpZCI6IjE2MjYiLCJBIjoyNTUsIlIiOjY4LCJHIjo4NCwiQiI6MTA2fX0sIklzVmlzaWJsZSI6dHJ1ZSwiV2lkdGgiOjAuMCwiSGVpZ2h0IjowLjAsIkJvcmRlclN0eWxlIjp7IiRpZCI6IjE2MjciLCJMaW5lQ29sb3IiOm51bGwsIkxpbmVXZWlnaHQiOjAuMCwiTGluZVR5cGUiOjAsIlBhcmVudFN0eWxlIjpudWxsfSwiUGFyZW50U3R5bGUiOm51bGx9LCJIb3Jpem9udGFsQ29ubmVjdG9yU3R5bGUiOnsiJGlkIjoiMTYyOCIsIkxpbmVDb2xvciI6eyIkaWQiOiIxNjI5IiwiJHR5cGUiOiJOTFJFLkNvbW1vbi5Eb20uU29saWRDb2xvckJydXNoLCBOTFJFLkNvbW1vbiIsIkNvbG9yIjp7IiRpZCI6IjE2MzAiLCJBIjoyNTUsIlIiOjAsIkciOjAsIkIiOjB9fSwiTGluZVdlaWdodCI6MC4wLCJMaW5lVHlwZSI6MCwiUGFyZW50U3R5bGUiOm51bGx9LCJWZXJ0aWNhbENvbm5lY3RvclN0eWxlIjp7IiRpZCI6IjE2MzEiLCJMaW5lQ29sb3IiOnsiJGlkIjoiMTYzMiIsIiR0eXBlIjoiTkxSRS5Db21tb24uRG9tLlNvbGlkQ29sb3JCcnVzaCwgTkxSRS5Db21tb24iLCJDb2xvciI6eyIkaWQiOiIxNjM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M0IiwiU2hhcGVTdHlsZSI6eyIkaWQiOiIxNjM1IiwiTWFyZ2luIjp7IiRpZCI6IjE2MzYiLCJUb3AiOjAuMCwiTGVmdCI6MC4wLCJSaWdodCI6MC4wLCJCb3R0b20iOjAuMH0sIlBhZGRpbmciOnsiJGlkIjoiMTYzNyIsIlRvcCI6MC4wLCJMZWZ0IjowLjAsIlJpZ2h0IjowLjAsIkJvdHRvbSI6MC4wfSwiQmFja2dyb3VuZCI6eyIkaWQiOiIxNjM4IiwiQ29sb3IiOnsiJGlkIjoiMTYzOSIsIkEiOjE1MywiUiI6MCwiRyI6MCwiQiI6MH19LCJJc1Zpc2libGUiOnRydWUsIldpZHRoIjowLjAsIkhlaWdodCI6MC4wLCJCb3JkZXJTdHlsZSI6eyIkaWQiOiIxNjQwIiwiTGluZUNvbG9yIjp7IiRpZCI6IjE2NDEiLCIkdHlwZSI6Ik5MUkUuQ29tbW9uLkRvbS5Tb2xpZENvbG9yQnJ1c2gsIE5MUkUuQ29tbW9uIiwiQ29sb3IiOnsiJGlkIjoiMTY0MiIsIkEiOjI1NSwiUiI6MjU1LCJHIjowLCJCIjowfX0sIkxpbmVXZWlnaHQiOjAuMCwiTGluZVR5cGUiOjAsIlBhcmVudFN0eWxlIjpudWxsfSwiUGFyZW50U3R5bGUiOm51bGx9LCJNYXJnaW4iOnsiJGlkIjoiMTY0MyIsIlRvcCI6MC4wLCJMZWZ0IjowLjAsIlJpZ2h0IjowLjAsIkJvdHRvbSI6MC4wfSwiUGFkZGluZyI6eyIkaWQiOiIxNjQ0IiwiVG9wIjowLjAsIkxlZnQiOjAuMCwiUmlnaHQiOjAuMCwiQm90dG9tIjowLjB9LCJCYWNrZ3JvdW5kIjpudWxsLCJJc1Zpc2libGUiOnRydWUsIldpZHRoIjowLjAsIkhlaWdodCI6MC4wLCJCb3JkZXJTdHlsZSI6bnVsbCwiUGFyZW50U3R5bGUiOm51bGx9LCJTaGFwZVN0eWxlIjp7IiRpZCI6IjE2NDUiLCJNYXJnaW4iOnsiJGlkIjoiMTY0NiIsIlRvcCI6MC4wLCJMZWZ0Ijo0LjAsIlJpZ2h0Ijo0LjAsIkJvdHRvbSI6MC4wfSwiUGFkZGluZyI6eyIkaWQiOiIxNjQ3IiwiVG9wIjowLjAsIkxlZnQiOjAuMCwiUmlnaHQiOjAuMCwiQm90dG9tIjowLjB9LCJCYWNrZ3JvdW5kIjp7IiRpZCI6IjE2NDgiLCJDb2xvciI6eyIkaWQiOiIxNjQ5IiwiQSI6MjU1LCJSIjo2OCwiRyI6MTE0LCJCIjoxOTZ9fSwiSXNWaXNpYmxlIjp0cnVlLCJXaWR0aCI6MC4wLCJIZWlnaHQiOjEwLjAsIkJvcmRlclN0eWxlIjp7IiRpZCI6IjE2NTAiLCJMaW5lQ29sb3IiOnsiJGlkIjoiMTY1MSIsIiR0eXBlIjoiTkxSRS5Db21tb24uRG9tLlNvbGlkQ29sb3JCcnVzaCwgTkxSRS5Db21tb24iLCJDb2xvciI6eyIkaWQiOiIxNjUyIiwiQSI6MjU1LCJSIjoyMzQsIkciOjIyLCJCIjozMH19LCJMaW5lV2VpZ2h0IjowLjAsIkxpbmVUeXBlIjowLCJQYXJlbnRTdHlsZSI6bnVsbH0sIlBhcmVudFN0eWxlIjpudWxsfSwiVGl0bGVTdHlsZSI6eyIkaWQiOiIxNjUzIiwiRm9udFNldHRpbmdzIjp7IiRpZCI6IjE2NTQiLCJGb250U2l6ZSI6MTEsIkZvbnROYW1lIjoiQ2FsaWJyaSIsIklzQm9sZCI6ZmFsc2UsIklzSXRhbGljIjpmYWxzZSwiSXNVbmRlcmxpbmVkIjpmYWxzZSwiUGFyZW50U3R5bGUiOm51bGx9LCJBdXRvU2l6ZSI6MCwiRm9yZWdyb3VuZCI6eyIkaWQiOiIxNjU1IiwiQ29sb3IiOnsiJGlkIjoiMTY1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jU3IiwiVG9wIjowLjAsIkxlZnQiOjAuMCwiUmlnaHQiOjAuMCwiQm90dG9tIjowLjB9LCJQYWRkaW5nIjp7IiRpZCI6IjE2NTgiLCJUb3AiOjAuMCwiTGVmdCI6MC4wLCJSaWdodCI6MC4wLCJCb3R0b20iOjAuMH0sIkJhY2tncm91bmQiOnsiJGlkIjoiMTY1OSIsIkNvbG9yIjp7IiRpZCI6IjE2NjAiLCJBIjoyNTUsIlIiOjAsIkciOjAsIkIiOjB9fSwiSXNWaXNpYmxlIjp0cnVlLCJXaWR0aCI6MC4wLCJIZWlnaHQiOjAuMCwiQm9yZGVyU3R5bGUiOnsiJGlkIjoiMTY2MSIsIkxpbmVDb2xvciI6bnVsbCwiTGluZVdlaWdodCI6MC4wLCJMaW5lVHlwZSI6MCwiUGFyZW50U3R5bGUiOm51bGx9LCJQYXJlbnRTdHlsZSI6bnVsbH0sIkRhdGVTdHlsZSI6eyIkaWQiOiIxNjYyIiwiRm9udFNldHRpbmdzIjp7IiRpZCI6IjE2NjMiLCJGb250U2l6ZSI6MTAsIkZvbnROYW1lIjoiQ2FsaWJyaSIsIklzQm9sZCI6ZmFsc2UsIklzSXRhbGljIjpmYWxzZSwiSXNVbmRlcmxpbmVkIjpmYWxzZSwiUGFyZW50U3R5bGUiOm51bGx9LCJBdXRvU2l6ZSI6MCwiRm9yZWdyb3VuZCI6eyIkaWQiOiIxNjY0IiwiQ29sb3IiOnsiJGlkIjoiMTY2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Y2NiIsIlRvcCI6MC4wLCJMZWZ0IjowLjAsIlJpZ2h0IjowLjAsIkJvdHRvbSI6MC4wfSwiUGFkZGluZyI6eyIkaWQiOiIxNjY3IiwiVG9wIjowLjAsIkxlZnQiOjAuMCwiUmlnaHQiOjAuMCwiQm90dG9tIjowLjB9LCJCYWNrZ3JvdW5kIjp7IiRpZCI6IjE2NjgiLCJDb2xvciI6eyIkaWQiOiIxNjY5IiwiQSI6MjU1LCJSIjo2OCwiRyI6ODQsIkIiOjEwNn19LCJJc1Zpc2libGUiOnRydWUsIldpZHRoIjowLjAsIkhlaWdodCI6MC4wLCJCb3JkZXJTdHlsZSI6eyIkaWQiOiIxNjcwIiwiTGluZUNvbG9yIjpudWxsLCJMaW5lV2VpZ2h0IjowLjAsIkxpbmVUeXBlIjowLCJQYXJlbnRTdHlsZSI6bnVsbH0sIlBhcmVudFN0eWxlIjpudWxsfSwiRGF0ZUZvcm1hdCI6eyIkaWQiOiIxN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NzIiLCJGb3JtYXQiOjAsIklzVmlzaWJsZSI6ZmFsc2UsIkxhc3RLbm93blZpc2liaWxpdHlTdGF0ZSI6ZmFsc2V9LCJJc1Zpc2libGUiOnRydWUsIlZhcmlhbmNlU3R5bGUiOnsiJGlkIjoiMTY3MyIsIlRleHRTdHlsZSI6eyIkaWQiOiIxNjc0IiwiRm9udFNldHRpbmdzIjp7IiRpZCI6IjE2NzUiLCJGb250U2l6ZSI6MTAsIkZvbnROYW1lIjoiQ2FsaWJyaSIsIklzQm9sZCI6ZmFsc2UsIklzSXRhbGljIjpmYWxzZSwiSXNVbmRlcmxpbmVkIjpmYWxzZSwiUGFyZW50U3R5bGUiOm51bGx9LCJBdXRvU2l6ZSI6MCwiRm9yZWdyb3VuZCI6eyIkaWQiOiIxNjc2IiwiQ29sb3IiOnsiJGlkIjoiMTY3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c4IiwiVG9wIjowLjAsIkxlZnQiOjAuMCwiUmlnaHQiOjAuMCwiQm90dG9tIjowLjB9LCJQYWRkaW5nIjp7IiRpZCI6IjE2NzkiLCJUb3AiOjAuMCwiTGVmdCI6MC4wLCJSaWdodCI6MC4wLCJCb3R0b20iOjAuMH0sIkJhY2tncm91bmQiOnsiJGlkIjoiMTY4MCIsIkNvbG9yIjp7IiRpZCI6IjE2ODEiLCJBIjoyNTUsIlIiOjAsIkciOjAsIkIiOjB9fSwiSXNWaXNpYmxlIjp0cnVlLCJXaWR0aCI6MC4wLCJIZWlnaHQiOjAuMCwiQm9yZGVyU3R5bGUiOm51bGwsIlBhcmVudFN0eWxlIjpudWxsfSwiUGFyZW50U3R5bGUiOm51bGx9LCJQYXJlbnRTdHlsZSI6bnVsbCwiX2V4cGxpY2l0bHlTZXQiOnsiJGlkIjoiMTY4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2ODMiLCJTaGFwZSI6MSwiQ29ubmVjdG9yTWFyZ2luIjp7IiRpZCI6IjE2ODQiLCJUb3AiOjAuMCwiTGVmdCI6Mi4wLCJSaWdodCI6Mi4wLCJCb3R0b20iOjAuMH0sIkNvbm5lY3RvclN0eWxlIjp7IiRpZCI6IjE2ODUiLCJMaW5lQ29sb3IiOnsiJGlkIjoiMTY4NiIsIiR0eXBlIjoiTkxSRS5Db21tb24uRG9tLlNvbGlkQ29sb3JCcnVzaCwgTkxSRS5Db21tb24iLCJDb2xvciI6eyIkaWQiOiIxNjg3IiwiQSI6MTI3LCJSIjozNCwiRyI6NTcsIkIiOjk4fX0sIkxpbmVXZWlnaHQiOjEuMCwiTGluZVR5cGUiOjAsIlBhcmVudFN0eWxlIjpudWxsfSwiSXNCZWxvd1RpbWViYW5kIjpmYWxzZSwiUG9zaXRpb25PblRhc2siOjEsIkhpZGVEYXRlIjpmYWxzZSwiU2hhcGVTaXplIjowLCJTcGFjaW5nIjowLjAsIlBhZGRpbmciOnsiJGlkIjoiMTY4OCIsIlRvcCI6NS4wLCJMZWZ0IjozLjAsIlJpZ2h0IjowLjAsIkJvdHRvbSI6Mi4wfSwiU2hhcGVTdHlsZSI6eyIkaWQiOiIxNjg5IiwiTWFyZ2luIjp7IiRpZCI6IjE2OTAiLCJUb3AiOjAuMCwiTGVmdCI6MC4wLCJSaWdodCI6MC4wLCJCb3R0b20iOjAuMH0sIlBhZGRpbmciOnsiJGlkIjoiMTY5MSIsIlRvcCI6MC4wLCJMZWZ0IjowLjAsIlJpZ2h0IjowLjAsIkJvdHRvbSI6MC4wfSwiQmFja2dyb3VuZCI6eyIkaWQiOiIxNjkyIiwiQ29sb3IiOnsiJGlkIjoiMTY5MyIsIkEiOjI1NSwiUiI6MzQsIkciOjU3LCJCIjo5OH19LCJJc1Zpc2libGUiOnRydWUsIldpZHRoIjoxMi4wLCJIZWlnaHQiOjE0LjAsIkJvcmRlclN0eWxlIjp7IiRpZCI6IjE2OTQiLCJMaW5lQ29sb3IiOnsiJGlkIjoiMTY5NSIsIiR0eXBlIjoiTkxSRS5Db21tb24uRG9tLlNvbGlkQ29sb3JCcnVzaCwgTkxSRS5Db21tb24iLCJDb2xvciI6eyIkaWQiOiIxNjk2IiwiQSI6MjU1LCJSIjoyNTUsIkciOjAsIkIiOjB9fSwiTGluZVdlaWdodCI6MC4wLCJMaW5lVHlwZSI6MCwiUGFyZW50U3R5bGUiOm51bGx9LCJQYXJlbnRTdHlsZSI6bnVsbH0sIlRpdGxlU3R5bGUiOnsiJGlkIjoiMTY5NyIsIkZvbnRTZXR0aW5ncyI6eyIkaWQiOiIxNjk4IiwiRm9udFNpemUiOjExLCJGb250TmFtZSI6IkNhbGlicmkiLCJJc0JvbGQiOmZhbHNlLCJJc0l0YWxpYyI6ZmFsc2UsIklzVW5kZXJsaW5lZCI6ZmFsc2UsIlBhcmVudFN0eWxlIjpudWxsfSwiQXV0b1NpemUiOjAsIkZvcmVncm91bmQiOnsiJGlkIjoiMTY5OSIsIkNvbG9yIjp7IiRpZCI6IjE3MD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cwMSIsIlRvcCI6MC4wLCJMZWZ0IjowLjAsIlJpZ2h0IjowLjAsIkJvdHRvbSI6MC4wfSwiUGFkZGluZyI6eyIkaWQiOiIxNzAyIiwiVG9wIjowLjAsIkxlZnQiOjAuMCwiUmlnaHQiOjAuMCwiQm90dG9tIjowLjB9LCJCYWNrZ3JvdW5kIjp7IiRpZCI6IjE3MDMiLCJDb2xvciI6eyIkaWQiOiIxNzA0IiwiQSI6MjU1LCJSIjowLCJHIjowLCJCIjowfX0sIklzVmlzaWJsZSI6dHJ1ZSwiV2lkdGgiOjAuMCwiSGVpZ2h0IjowLjAsIkJvcmRlclN0eWxlIjp7IiRpZCI6IjE3MDUiLCJMaW5lQ29sb3IiOm51bGwsIkxpbmVXZWlnaHQiOjAuMCwiTGluZVR5cGUiOjAsIlBhcmVudFN0eWxlIjpudWxsfSwiUGFyZW50U3R5bGUiOm51bGx9LCJEYXRlU3R5bGUiOnsiJGlkIjoiMTcwNiIsIkZvbnRTZXR0aW5ncyI6eyIkaWQiOiIxNzA3IiwiRm9udFNpemUiOjEwLCJGb250TmFtZSI6IkNhbGlicmkiLCJJc0JvbGQiOmZhbHNlLCJJc0l0YWxpYyI6ZmFsc2UsIklzVW5kZXJsaW5lZCI6ZmFsc2UsIlBhcmVudFN0eWxlIjpudWxsfSwiQXV0b1NpemUiOjAsIkZvcmVncm91bmQiOnsiJGlkIjoiMTcwOCIsIkNvbG9yIjp7IiRpZCI6IjE3MD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3MTAiLCJUb3AiOjAuMCwiTGVmdCI6MC4wLCJSaWdodCI6MC4wLCJCb3R0b20iOjAuMH0sIlBhZGRpbmciOnsiJGlkIjoiMTcxMSIsIlRvcCI6MC4wLCJMZWZ0IjowLjAsIlJpZ2h0IjowLjAsIkJvdHRvbSI6MC4wfSwiQmFja2dyb3VuZCI6eyIkaWQiOiIxNzEyIiwiQ29sb3IiOnsiJGlkIjoiMTcxMyIsIkEiOjI1NSwiUiI6NjgsIkciOjg0LCJCIjoxMDZ9fSwiSXNWaXNpYmxlIjp0cnVlLCJXaWR0aCI6MC4wLCJIZWlnaHQiOjAuMCwiQm9yZGVyU3R5bGUiOnsiJGlkIjoiMTcxNCIsIkxpbmVDb2xvciI6bnVsbCwiTGluZVdlaWdodCI6MC4wLCJMaW5lVHlwZSI6MCwiUGFyZW50U3R5bGUiOm51bGx9LCJQYXJlbnRTdHlsZSI6bnVsbH0sIkRhdGVGb3JtYXQiOnsiJGlkIjoiMTcx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E2IiwiRm9ybWF0IjowLCJJc1Zpc2libGUiOmZhbHNlLCJMYXN0S25vd25WaXNpYmlsaXR5U3RhdGUiOmZhbHNlfSwiSXNWaXNpYmxlIjp0cnVlLCJWYXJpYW5jZVN0eWxlIjp7IiRpZCI6IjE3MTciLCJUZXh0U3R5bGUiOnsiJGlkIjoiMTcxOCIsIkZvbnRTZXR0aW5ncyI6eyIkaWQiOiIxNzE5IiwiRm9udFNpemUiOjEwLCJGb250TmFtZSI6IkNhbGlicmkiLCJJc0JvbGQiOmZhbHNlLCJJc0l0YWxpYyI6ZmFsc2UsIklzVW5kZXJsaW5lZCI6ZmFsc2UsIlBhcmVudFN0eWxlIjpudWxsfSwiQXV0b1NpemUiOjAsIkZvcmVncm91bmQiOnsiJGlkIjoiMTcyMCIsIkNvbG9yIjp7IiRpZCI6IjE3Mj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yMiIsIlRvcCI6MC4wLCJMZWZ0IjowLjAsIlJpZ2h0IjowLjAsIkJvdHRvbSI6MC4wfSwiUGFkZGluZyI6eyIkaWQiOiIxNzIzIiwiVG9wIjowLjAsIkxlZnQiOjAuMCwiUmlnaHQiOjAuMCwiQm90dG9tIjowLjB9LCJCYWNrZ3JvdW5kIjp7IiRpZCI6IjE3MjQiLCJDb2xvciI6eyIkaWQiOiIxNzI1IiwiQSI6MjU1LCJSIjowLCJHIjowLCJCIjowfX0sIklzVmlzaWJsZSI6dHJ1ZSwiV2lkdGgiOjAuMCwiSGVpZ2h0IjowLjAsIkJvcmRlclN0eWxlIjpudWxsLCJQYXJlbnRTdHlsZSI6bnVsbH0sIlBhcmVudFN0eWxlIjpudWxsfSwiUGFyZW50U3R5bGUiOm51bGx9LCJEZWZhdWx0U3dpbWxhbmVNaWxlc3RvbmVTdHlsZSI6eyIkaWQiOiIxNzI2IiwiVGl0bGVQb3NpdGlvbiI6IkxlZnQiLCJEYXRlUG9zaXRpb24iOiJSaWdodCIsIlZhcmlhbmNlUG9zaXRpb24iOiJSaWdodCIsIlNoYXBlVHlwZSI6MSwiU2hhcGVTaXplIjowLCJTcGFjaW5nIjo1LCJTaGFwZVN0eWxlIjp7IiRpZCI6IjE3MjciLCJNYXJnaW4iOnsiJGlkIjoiMTcyOCIsIlRvcCI6MC4wLCJMZWZ0IjowLjAsIlJpZ2h0IjowLjAsIkJvdHRvbSI6MC4wfSwiUGFkZGluZyI6eyIkaWQiOiIxNzI5IiwiVG9wIjowLjAsIkxlZnQiOjAuMCwiUmlnaHQiOjAuMCwiQm90dG9tIjowLjB9LCJCYWNrZ3JvdW5kIjp7IiRpZCI6IjE3MzAiLCJDb2xvciI6eyIkaWQiOiIxNzMxIiwiQSI6MjU1LCJSIjo2OCwiRyI6MTE0LCJCIjoxOTZ9fSwiSXNWaXNpYmxlIjp0cnVlLCJXaWR0aCI6MTIuMCwiSGVpZ2h0IjoxNC4wLCJCb3JkZXJTdHlsZSI6eyIkaWQiOiIxNzMyIiwiTGluZUNvbG9yIjp7IiRpZCI6IjE3MzMiLCIkdHlwZSI6Ik5MUkUuQ29tbW9uLkRvbS5Tb2xpZENvbG9yQnJ1c2gsIE5MUkUuQ29tbW9uIiwiQ29sb3IiOnsiJGlkIjoiMTczNCIsIkEiOjI1NSwiUiI6MjM0LCJHIjoyMiwiQiI6MzB9fSwiTGluZVdlaWdodCI6MC4wLCJMaW5lVHlwZSI6MCwiUGFyZW50U3R5bGUiOm51bGx9LCJQYXJlbnRTdHlsZSI6bnVsbH0sIlRpdGxlU3R5bGUiOnsiJGlkIjoiMTczNSIsIkZvbnRTZXR0aW5ncyI6eyIkaWQiOiIxNzM2IiwiRm9udFNpemUiOjExLCJGb250TmFtZSI6IkNhbGlicmkiLCJJc0JvbGQiOmZhbHNlLCJJc0l0YWxpYyI6ZmFsc2UsIklzVW5kZXJsaW5lZCI6ZmFsc2UsIlBhcmVudFN0eWxlIjpudWxsfSwiQXV0b1NpemUiOjAsIkZvcmVncm91bmQiOnsiJGlkIjoiMTczNyIsIkNvbG9yIjp7IiRpZCI6IjE3Mz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czOSIsIlRvcCI6MC4wLCJMZWZ0IjowLjAsIlJpZ2h0IjowLjAsIkJvdHRvbSI6MC4wfSwiUGFkZGluZyI6eyIkaWQiOiIxNzQwIiwiVG9wIjowLjAsIkxlZnQiOjAuMCwiUmlnaHQiOjAuMCwiQm90dG9tIjowLjB9LCJCYWNrZ3JvdW5kIjp7IiRpZCI6IjE3NDEiLCJDb2xvciI6eyIkaWQiOiIxNzQyIiwiQSI6MjU1LCJSIjowLCJHIjowLCJCIjowfX0sIklzVmlzaWJsZSI6dHJ1ZSwiV2lkdGgiOjAuMCwiSGVpZ2h0IjowLjAsIkJvcmRlclN0eWxlIjp7IiRpZCI6IjE3NDMiLCJMaW5lQ29sb3IiOm51bGwsIkxpbmVXZWlnaHQiOjAuMCwiTGluZVR5cGUiOjAsIlBhcmVudFN0eWxlIjpudWxsfSwiUGFyZW50U3R5bGUiOm51bGx9LCJEYXRlU3R5bGUiOnsiJGlkIjoiMTc0NCIsIkZvbnRTZXR0aW5ncyI6eyIkaWQiOiIxNzQ1IiwiRm9udFNpemUiOjEwLCJGb250TmFtZSI6IkNhbGlicmkiLCJJc0JvbGQiOmZhbHNlLCJJc0l0YWxpYyI6ZmFsc2UsIklzVW5kZXJsaW5lZCI6ZmFsc2UsIlBhcmVudFN0eWxlIjpudWxsfSwiQXV0b1NpemUiOjAsIkZvcmVncm91bmQiOnsiJGlkIjoiMTc0NiIsIkNvbG9yIjp7IiRpZCI6IjE3ND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3NDgiLCJUb3AiOjAuMCwiTGVmdCI6MC4wLCJSaWdodCI6MC4wLCJCb3R0b20iOjAuMH0sIlBhZGRpbmciOnsiJGlkIjoiMTc0OSIsIlRvcCI6MC4wLCJMZWZ0IjowLjAsIlJpZ2h0IjowLjAsIkJvdHRvbSI6MC4wfSwiQmFja2dyb3VuZCI6eyIkaWQiOiIxNzUwIiwiQ29sb3IiOnsiJGlkIjoiMTc1MSIsIkEiOjI1NSwiUiI6NjgsIkciOjg0LCJCIjoxMDZ9fSwiSXNWaXNpYmxlIjp0cnVlLCJXaWR0aCI6MC4wLCJIZWlnaHQiOjAuMCwiQm9yZGVyU3R5bGUiOnsiJGlkIjoiMTc1MiIsIkxpbmVDb2xvciI6bnVsbCwiTGluZVdlaWdodCI6MC4wLCJMaW5lVHlwZSI6MCwiUGFyZW50U3R5bGUiOm51bGx9LCJQYXJlbnRTdHlsZSI6bnVsbH0sIkRhdGVGb3JtYXQiOnsiJGlkIjoiMTc1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U0IiwiRm9ybWF0IjowLCJJc1Zpc2libGUiOmZhbHNlLCJMYXN0S25vd25WaXNpYmlsaXR5U3RhdGUiOmZhbHNlfSwiSXNWaXNpYmxlIjp0cnVlLCJWYXJpYW5jZVN0eWxlIjp7IiRpZCI6IjE3NTUiLCJUZXh0U3R5bGUiOnsiJGlkIjoiMTc1NiIsIkZvbnRTZXR0aW5ncyI6eyIkaWQiOiIxNzU3IiwiRm9udFNpemUiOjEwLCJGb250TmFtZSI6IkNhbGlicmkiLCJJc0JvbGQiOmZhbHNlLCJJc0l0YWxpYyI6ZmFsc2UsIklzVW5kZXJsaW5lZCI6ZmFsc2UsIlBhcmVudFN0eWxlIjpudWxsfSwiQXV0b1NpemUiOjAsIkZvcmVncm91bmQiOnsiJGlkIjoiMTc1OCIsIkNvbG9yIjp7IiRpZCI6IjE3N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CIsIlRvcCI6MC4wLCJMZWZ0IjowLjAsIlJpZ2h0IjowLjAsIkJvdHRvbSI6MC4wfSwiUGFkZGluZyI6eyIkaWQiOiIxNzYxIiwiVG9wIjowLjAsIkxlZnQiOjAuMCwiUmlnaHQiOjAuMCwiQm90dG9tIjowLjB9LCJCYWNrZ3JvdW5kIjp7IiRpZCI6IjE3NjIiLCJDb2xvciI6eyIkaWQiOiIxNzYzIiwiQSI6MjU1LCJSIjowLCJHIjowLCJCIjowfX0sIklzVmlzaWJsZSI6dHJ1ZSwiV2lkdGgiOjAuMCwiSGVpZ2h0IjowLjAsIkJvcmRlclN0eWxlIjpudWxsLCJQYXJlbnRTdHlsZSI6bnVsbH0sIlBhcmVudFN0eWxlIjpudWxsfSwiUGFyZW50U3R5bGUiOm51bGx9LCJEZWZhdWx0U3dpbWxhbmVBY3Rpdml0eVN0eWxlIjp7IiRpZCI6IjE3NjQiLCJIZWFkZXJTdHlsZSI6eyIkaWQiOiIxNzY1IiwiVGV4dFN0eWxlIjp7IiRpZCI6IjE3NjYiLCJGb250U2V0dGluZ3MiOnsiJGlkIjoiMTc2NyIsIkZvbnRTaXplIjoxMSwiRm9udE5hbWUiOiJDYWxpYnJpIiwiSXNCb2xkIjpmYWxzZSwiSXNJdGFsaWMiOmZhbHNlLCJJc1VuZGVybGluZWQiOmZhbHNlLCJQYXJlbnRTdHlsZSI6bnVsbH0sIkF1dG9TaXplIjowLCJGb3JlZ3JvdW5kIjp7IiRpZCI6IjE3NjgiLCJDb2xvciI6eyIkaWQiOiIxNzY5IiwiQSI6MjU1LCJSIjo2NCwiRyI6NjQsIkIiOjY0fX0sIk1heFdpZHRoIjowLjAsIk1heEhlaWdodCI6MC4wLCJTbWFydEZvcmVncm91bmRJc0FjdGl2ZSI6ZmFsc2UsIkhvcml6b250YWxBbGlnbm1lbnQiOjAsIlZlcnRpY2FsQWxpZ25tZW50IjowLCJTbWFydEZvcmVncm91bmQiOm51bGwsIkJhY2tncm91bmRGaWxsVHlwZSI6MCwiTWFyZ2luIjp7IiRpZCI6IjE3NzAiLCJUb3AiOjAuMCwiTGVmdCI6MC4wLCJSaWdodCI6MC4wLCJCb3R0b20iOjAuMH0sIlBhZGRpbmciOnsiJGlkIjoiMTc3MSIsIlRvcCI6MC4wLCJMZWZ0IjowLjAsIlJpZ2h0IjowLjAsIkJvdHRvbSI6MC4wfSwiQmFja2dyb3VuZCI6eyIkaWQiOiIxNzcyIiwiQ29sb3IiOnsiJGlkIjoiMTc3MyIsIkEiOjI1NSwiUiI6NjQsIkciOjY0LCJCIjo2NH19LCJJc1Zpc2libGUiOmZhbHNlLCJXaWR0aCI6MC4wLCJIZWlnaHQiOjAuMCwiQm9yZGVyU3R5bGUiOm51bGwsIlBhcmVudFN0eWxlIjpudWxsfSwiUmVjdGFuZ2xlU3R5bGUiOnsiJGlkIjoiMTc3NCIsIk1hcmdpbiI6eyIkaWQiOiIxNzc1IiwiVG9wIjowLjAsIkxlZnQiOjAuMCwiUmlnaHQiOjAuMCwiQm90dG9tIjowLjB9LCJQYWRkaW5nIjp7IiRpZCI6IjE3NzYiLCJUb3AiOjAuMCwiTGVmdCI6MC4wLCJSaWdodCI6MC4wLCJCb3R0b20iOjAuMH0sIkJhY2tncm91bmQiOnsiJGlkIjoiMTc3NyIsIkNvbG9yIjp7IiRpZCI6IjE3NzgiLCJBIjoxMjcsIlIiOjY4LCJHIjoxMTQsIkIiOjE5Nn19LCJJc1Zpc2libGUiOmZhbHNlLCJXaWR0aCI6MC4wLCJIZWlnaHQiOjAuMCwiQm9yZGVyU3R5bGUiOnsiJGlkIjoiMTc3OSIsIkxpbmVDb2xvciI6eyIkaWQiOiIxNzgwIiwiJHR5cGUiOiJOTFJFLkNvbW1vbi5Eb20uU29saWRDb2xvckJydXNoLCBOTFJFLkNvbW1vbiIsIkNvbG9yIjp7IiRpZCI6IjE3ODEiLCJBIjoyNTUsIlIiOjI1NSwiRyI6MCwiQiI6MH19LCJMaW5lV2VpZ2h0IjowLjAsIkxpbmVUeXBlIjowLCJQYXJlbnRTdHlsZSI6bnVsbH0sIlBhcmVudFN0eWxlIjpudWxsfSwiTWFyZ2luIjp7IiRpZCI6IjE3ODIiLCJUb3AiOjAuMCwiTGVmdCI6MC4wLCJSaWdodCI6MC4wLCJCb3R0b20iOjAuMH0sIlBhZGRpbmciOnsiJGlkIjoiMTc4MyIsIlRvcCI6MC4wLCJMZWZ0IjowLjAsIlJpZ2h0IjowLjAsIkJvdHRvbSI6MC4wfSwiQmFja2dyb3VuZCI6bnVsbCwiSXNWaXNpYmxlIjp0cnVlLCJXaWR0aCI6MC4wLCJIZWlnaHQiOjAuMCwiQm9yZGVyU3R5bGUiOm51bGwsIlBhcmVudFN0eWxlIjpudWxsfSwiQmFja2dyb3VuZFN0eWxlIjp7IiRpZCI6IjE3ODQiLCJNYXJnaW4iOnsiJGlkIjoiMTc4NSIsIlRvcCI6MC4wLCJMZWZ0IjowLjAsIlJpZ2h0IjowLjAsIkJvdHRvbSI6MC4wfSwiUGFkZGluZyI6eyIkaWQiOiIxNzg2IiwiVG9wIjowLjAsIkxlZnQiOjAuMCwiUmlnaHQiOjAuMCwiQm90dG9tIjowLjB9LCJCYWNrZ3JvdW5kIjp7IiRpZCI6IjE3ODciLCJDb2xvciI6eyIkaWQiOiIxNzg4IiwiQSI6NTEsIlIiOjIwMCwiRyI6MjAwLCJCIjoyMDB9fSwiSXNWaXNpYmxlIjp0cnVlLCJXaWR0aCI6MC4wLCJIZWlnaHQiOjAuMCwiQm9yZGVyU3R5bGUiOnsiJGlkIjoiMTc4OSIsIkxpbmVDb2xvciI6eyIkaWQiOiIxNzkwIiwiJHR5cGUiOiJOTFJFLkNvbW1vbi5Eb20uU29saWRDb2xvckJydXNoLCBOTFJFLkNvbW1vbiIsIkNvbG9yIjp7IiRpZCI6IjE3OTEiLCJBIjoyNTUsIlIiOjIzNCwiRyI6MjIsIkIiOjMwfX0sIkxpbmVXZWlnaHQiOjAuMCwiTGluZVR5cGUiOjAsIlBhcmVudFN0eWxlIjpudWxsfSwiUGFyZW50U3R5bGUiOm51bGx9LCJNYXJnaW4iOnsiJGlkIjoiMTc5MiIsIlRvcCI6MC4wLCJMZWZ0IjowLjAsIlJpZ2h0IjowLjAsIkJvdHRvbSI6MC4wfSwiUGFkZGluZyI6eyIkaWQiOiIxNzkzIiwiVG9wIjowLjAsIkxlZnQiOjAuMCwiUmlnaHQiOjAuMCwiQm90dG9tIjowLjB9LCJJc1Zpc2libGUiOnRydWUsIldpZHRoIjowLjAsIkhlaWdodCI6MC4wLCJCb3JkZXJTdHlsZSI6eyIkaWQiOiIxNzk0IiwiTGluZUNvbG9yIjpudWxsLCJMaW5lV2VpZ2h0IjowLjAsIkxpbmVUeXBlIjowLCJQYXJlbnRTdHlsZSI6bnVsbH0sIlBhcmVudFN0eWxlIjpudWxsfSwiTWFyZ2luIjp7IiRpZCI6IjE3OTUiLCJUb3AiOjAuMCwiTGVmdCI6MC4wLCJSaWdodCI6MC4wLCJCb3R0b20iOjAuMH0sIlBhZGRpbmciOnsiJGlkIjoiMTc5NiIsIlRvcCI6MC4wLCJMZWZ0IjowLjAsIlJpZ2h0IjowLjAsIkJvdHRvbSI6MC4wfSwiSXNWaXNpYmxlIjpmYWxzZSwiV2lkdGgiOjAuMCwiSGVpZ2h0IjowLjAsIkJvcmRlclN0eWxlIjp7IiRpZCI6IjE3OTciLCJMaW5lQ29sb3IiOm51bGwsIkxpbmVXZWlnaHQiOjAuMCwiTGluZVR5cGUiOjAsIlBhcmVudFN0eWxlIjpudWxsfSwiUGFyZW50U3R5bGUiOm51bGx9fSx7IiRpZCI6IjE3OTgiLCJfYWN0aXZpdGllcyI6W3siJGlkIjoiMTc5OSIsIl9yb3dzIjpbeyIkaWQiOiIxODAwIiwiX3Rhc2tzIjpbeyIkaWQiOiIxODAxIiwiX2F0dGFjaGVkTWlsZXN0b25lcyI6W10sIlRhc2tEZWZpbml0aW9uIjp7IiRpZCI6IjE4MDIiLCJHcm91cE5hbWUiOm51bGwsIlN0YXJ0RGF0ZSI6IjIwMjYtMTAtMDFUMDA6MDA6MDBaIiwiRW5kRGF0ZSI6IjIwMjYtMTEtMzBUMjM6NTk6MDBaIiwiUGVyY2VudGFnZUNvbXBsZXRlIjpudWxsLCJTdHlsZSI6eyIkaWQiOiIxODAzIiwiU2hhcGUiOjEsIlNoYXBlVGhpY2tuZXNzIjowLCJEdXJhdGlvbkZvcm1hdCI6MCwiSW5jbHVkZU5vbldvcmtpbmdEYXlzSW5EdXJhdGlvbiI6ZmFsc2UsIlBlcmNlbnRhZ2VDb21wbGV0ZVN0eWxlIjp7IiRpZCI6IjE4MDQiLCJGb250U2V0dGluZ3MiOnsiJGlkIjoiMTgwNSIsIkZvbnRTaXplIjoxMCwiRm9udE5hbWUiOiJDYWxpYnJpIiwiSXNCb2xkIjpmYWxzZSwiSXNJdGFsaWMiOmZhbHNlLCJJc1VuZGVybGluZWQiOmZhbHNlLCJQYXJlbnRTdHlsZSI6bnVsbH0sIkF1dG9TaXplIjowLCJGb3JlZ3JvdW5kIjp7IiRpZCI6IjE4MDYiLCJDb2xvciI6eyIkaWQiOiIxODA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4MDgiLCJUb3AiOjAuMCwiTGVmdCI6MC4wLCJSaWdodCI6MC4wLCJCb3R0b20iOjAuMH0sIlBhZGRpbmciOnsiJGlkIjoiMTgwOSIsIlRvcCI6MC4wLCJMZWZ0IjowLjAsIlJpZ2h0IjowLjAsIkJvdHRvbSI6MC4wfSwiQmFja2dyb3VuZCI6eyIkaWQiOiIxODEwIiwiQ29sb3IiOnsiJGlkIjoiMTgxMSIsIkEiOjg5LCJSIjowLCJHIjowLCJCIjowfX0sIklzVmlzaWJsZSI6dHJ1ZSwiV2lkdGgiOjAuMCwiSGVpZ2h0IjowLjAsIkJvcmRlclN0eWxlIjp7IiRpZCI6IjE4MTIiLCJMaW5lQ29sb3IiOm51bGwsIkxpbmVXZWlnaHQiOjAuMCwiTGluZVR5cGUiOjAsIlBhcmVudFN0eWxlIjpudWxsfSwiUGFyZW50U3R5bGUiOm51bGx9LCJEdXJhdGlvblN0eWxlIjp7IiRpZCI6IjE4MTMiLCJGb250U2V0dGluZ3MiOnsiJGlkIjoiMTgxNCIsIkZvbnRTaXplIjoxMCwiRm9udE5hbWUiOiJDYWxpYnJpIiwiSXNCb2xkIjpmYWxzZSwiSXNJdGFsaWMiOmZhbHNlLCJJc1VuZGVybGluZWQiOmZhbHNlLCJQYXJlbnRTdHlsZSI6bnVsbH0sIkF1dG9TaXplIjowLCJGb3JlZ3JvdW5kIjp7IiRpZCI6IjE4MTUiLCJDb2xvciI6eyIkaWQiOiIxODE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xODE3IiwiVG9wIjowLjAsIkxlZnQiOjAuMCwiUmlnaHQiOjAuMCwiQm90dG9tIjowLjB9LCJQYWRkaW5nIjp7IiRpZCI6IjE4MTgiLCJUb3AiOjAuMCwiTGVmdCI6MC4wLCJSaWdodCI6MC4wLCJCb3R0b20iOjAuMH0sIkJhY2tncm91bmQiOnsiJGlkIjoiMTgxOSIsIkNvbG9yIjp7IiRpZCI6IjE4MjAiLCJBIjoyNTUsIlIiOjY4LCJHIjo4NCwiQiI6MTA2fX0sIklzVmlzaWJsZSI6dHJ1ZSwiV2lkdGgiOjAuMCwiSGVpZ2h0IjowLjAsIkJvcmRlclN0eWxlIjp7IiRpZCI6IjE4MjEiLCJMaW5lQ29sb3IiOm51bGwsIkxpbmVXZWlnaHQiOjAuMCwiTGluZVR5cGUiOjAsIlBhcmVudFN0eWxlIjpudWxsfSwiUGFyZW50U3R5bGUiOm51bGx9LCJIb3Jpem9udGFsQ29ubmVjdG9yU3R5bGUiOnsiJGlkIjoiMTgyMiIsIkxpbmVDb2xvciI6eyIkaWQiOiIxODIzIiwiJHR5cGUiOiJOTFJFLkNvbW1vbi5Eb20uU29saWRDb2xvckJydXNoLCBOTFJFLkNvbW1vbiIsIkNvbG9yIjp7IiRpZCI6IjE4MjQiLCJBIjoyNTUsIlIiOjAsIkciOjAsIkIiOjB9fSwiTGluZVdlaWdodCI6MC4wLCJMaW5lVHlwZSI6MCwiUGFyZW50U3R5bGUiOm51bGx9LCJWZXJ0aWNhbENvbm5lY3RvclN0eWxlIjp7IiRpZCI6IjE4MjUiLCJMaW5lQ29sb3IiOnsiJGlkIjoiMTgyNiIsIiR0eXBlIjoiTkxSRS5Db21tb24uRG9tLlNvbGlkQ29sb3JCcnVzaCwgTkxSRS5Db21tb24iLCJDb2xvciI6eyIkaWQiOiIxODI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ODI4IiwiU2hhcGVTdHlsZSI6eyIkaWQiOiIxODI5IiwiTWFyZ2luIjp7IiRpZCI6IjE4MzAiLCJUb3AiOjAuMCwiTGVmdCI6MC4wLCJSaWdodCI6MC4wLCJCb3R0b20iOjAuMH0sIlBhZGRpbmciOnsiJGlkIjoiMTgzMSIsIlRvcCI6MC4wLCJMZWZ0IjowLjAsIlJpZ2h0IjowLjAsIkJvdHRvbSI6MC4wfSwiQmFja2dyb3VuZCI6eyIkaWQiOiIxODMyIiwiQ29sb3IiOnsiJGlkIjoiMTgzMyIsIkEiOjE1MywiUiI6MCwiRyI6MCwiQiI6MH19LCJJc1Zpc2libGUiOnRydWUsIldpZHRoIjowLjAsIkhlaWdodCI6MC4wLCJCb3JkZXJTdHlsZSI6bnVsbCwiUGFyZW50U3R5bGUiOm51bGx9LCJNYXJnaW4iOnsiJGlkIjoiMTgzNCIsIlRvcCI6MC4wLCJMZWZ0IjowLjAsIlJpZ2h0IjowLjAsIkJvdHRvbSI6MC4wfSwiUGFkZGluZyI6eyIkaWQiOiIxODM1IiwiVG9wIjowLjAsIkxlZnQiOjAuMCwiUmlnaHQiOjAuMCwiQm90dG9tIjowLjB9LCJCYWNrZ3JvdW5kIjpudWxsLCJJc1Zpc2libGUiOnRydWUsIldpZHRoIjowLjAsIkhlaWdodCI6MC4wLCJCb3JkZXJTdHlsZSI6bnVsbCwiUGFyZW50U3R5bGUiOm51bGx9LCJTaGFwZVN0eWxlIjp7IiRpZCI6IjE4MzYiLCJNYXJnaW4iOnsiJGlkIjoiMTgzNyIsIlRvcCI6MC4wLCJMZWZ0Ijo0LjAsIlJpZ2h0Ijo0LjAsIkJvdHRvbSI6MC4wfSwiUGFkZGluZyI6eyIkaWQiOiIxODM4IiwiVG9wIjowLjAsIkxlZnQiOjAuMCwiUmlnaHQiOjAuMCwiQm90dG9tIjowLjB9LCJCYWNrZ3JvdW5kIjp7IiRpZCI6IjE4MzkiLCJDb2xvciI6eyIkaWQiOiIxODQwIiwiQSI6MjU1LCJSIjoyNTUsIkciOjE5MiwiQiI6MH19LCJJc1Zpc2libGUiOnRydWUsIldpZHRoIjowLjAsIkhlaWdodCI6MTAuMCwiQm9yZGVyU3R5bGUiOnsiJGlkIjoiMTg0MSIsIkxpbmVDb2xvciI6eyIkaWQiOiIxODQyIiwiJHR5cGUiOiJOTFJFLkNvbW1vbi5Eb20uU29saWRDb2xvckJydXNoLCBOTFJFLkNvbW1vbiIsIkNvbG9yIjp7IiRpZCI6IjE4NDMiLCJBIjoyNTUsIlIiOjIzNCwiRyI6MjIsIkIiOjMwfX0sIkxpbmVXZWlnaHQiOjAuMCwiTGluZVR5cGUiOjAsIlBhcmVudFN0eWxlIjpudWxsfSwiUGFyZW50U3R5bGUiOm51bGx9LCJUaXRsZVN0eWxlIjp7IiRpZCI6IjE4NDQiLCJGb250U2V0dGluZ3MiOnsiJGlkIjoiMTg0NSIsIkZvbnRTaXplIjoxMSwiRm9udE5hbWUiOiJUaXRpbGxpdW0gV2ViIiwiSXNCb2xkIjpmYWxzZSwiSXNJdGFsaWMiOmZhbHNlLCJJc1VuZGVybGluZWQiOmZhbHNlLCJQYXJlbnRTdHlsZSI6bnVsbH0sIkF1dG9TaXplIjowLCJGb3JlZ3JvdW5kIjp7IiRpZCI6IjE4NDYiLCJDb2xvciI6eyIkaWQiOiIxODQ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E4NDgiLCJUb3AiOjAuMCwiTGVmdCI6MC4wLCJSaWdodCI6MC4wLCJCb3R0b20iOjAuMH0sIlBhZGRpbmciOnsiJGlkIjoiMTg0OSIsIlRvcCI6MC4wLCJMZWZ0IjowLjAsIlJpZ2h0IjowLjAsIkJvdHRvbSI6MC4wfSwiQmFja2dyb3VuZCI6eyIkaWQiOiIxODUwIiwiQ29sb3IiOnsiJGlkIjoiMTg1MSIsIkEiOjAsIlIiOjI1NSwiRyI6MjU1LCJCIjoyNTV9fSwiSXNWaXNpYmxlIjp0cnVlLCJXaWR0aCI6MC4wLCJIZWlnaHQiOjAuMCwiQm9yZGVyU3R5bGUiOnsiJGlkIjoiMTg1MiIsIkxpbmVDb2xvciI6bnVsbCwiTGluZVdlaWdodCI6MC4wLCJMaW5lVHlwZSI6MCwiUGFyZW50U3R5bGUiOm51bGx9LCJQYXJlbnRTdHlsZSI6bnVsbH0sIkRhdGVTdHlsZSI6eyIkaWQiOiIxODUzIiwiRm9udFNldHRpbmdzIjp7IiRpZCI6IjE4NTQiLCJGb250U2l6ZSI6MTAsIkZvbnROYW1lIjoiVGl0aWxsaXVtIFdlYiIsIklzQm9sZCI6ZmFsc2UsIklzSXRhbGljIjpmYWxzZSwiSXNVbmRlcmxpbmVkIjpmYWxzZSwiUGFyZW50U3R5bGUiOm51bGx9LCJBdXRvU2l6ZSI6MCwiRm9yZWdyb3VuZCI6eyIkaWQiOiIxODU1IiwiQ29sb3IiOnsiJGlkIjoiMTg1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xODU3IiwiVG9wIjowLjAsIkxlZnQiOjAuMCwiUmlnaHQiOjAuMCwiQm90dG9tIjowLjB9LCJQYWRkaW5nIjp7IiRpZCI6IjE4NTgiLCJUb3AiOjAuMCwiTGVmdCI6MC4wLCJSaWdodCI6MC4wLCJCb3R0b20iOjAuMH0sIkJhY2tncm91bmQiOnsiJGlkIjoiMTg1OSIsIkNvbG9yIjp7IiRpZCI6IjE4NjAiLCJBIjowLCJSIjoyNTUsIkciOjI1NSwiQiI6MjU1fX0sIklzVmlzaWJsZSI6dHJ1ZSwiV2lkdGgiOjAuMCwiSGVpZ2h0IjowLjAsIkJvcmRlclN0eWxlIjp7IiRpZCI6IjE4NjEiLCJMaW5lQ29sb3IiOm51bGwsIkxpbmVXZWlnaHQiOjAuMCwiTGluZVR5cGUiOjAsIlBhcmVudFN0eWxlIjpudWxsfSwiUGFyZW50U3R5bGUiOm51bGx9LCJEYXRlRm9ybWF0Ijp7IiRpZCI6IjE4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2MyIsIkZvcm1hdCI6MCwiSXNWaXNpYmxlIjpmYWxzZSwiTGFzdEtub3duVmlzaWJpbGl0eVN0YXRlIjpmYWxzZX0sIklzVmlzaWJsZSI6dHJ1ZSwiVmFyaWFuY2VTdHlsZSI6eyIkaWQiOiIxODY0IiwiVGV4dFN0eWxlIjp7IiRpZCI6IjE4NjUiLCJGb250U2V0dGluZ3MiOnsiJGlkIjoiMTg2NiIsIkZvbnRTaXplIjoxMCwiRm9udE5hbWUiOiJDYWxpYnJpIiwiSXNCb2xkIjpmYWxzZSwiSXNJdGFsaWMiOmZhbHNlLCJJc1VuZGVybGluZWQiOmZhbHNlLCJQYXJlbnRTdHlsZSI6bnVsbH0sIkF1dG9TaXplIjowLCJGb3JlZ3JvdW5kIjp7IiRpZCI6IjE4NjciLCJDb2xvciI6eyIkaWQiOiIxOD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NjkiLCJUb3AiOjAuMCwiTGVmdCI6MC4wLCJSaWdodCI6MC4wLCJCb3R0b20iOjAuMH0sIlBhZGRpbmciOnsiJGlkIjoiMTg3MCIsIlRvcCI6MC4wLCJMZWZ0IjowLjAsIlJpZ2h0IjowLjAsIkJvdHRvbSI6MC4wfSwiQmFja2dyb3VuZCI6eyIkaWQiOiIxODcxIiwiQ29sb3IiOnsiJGlkIjoiMTg3MiIsIkEiOjI1NSwiUiI6MCwiRyI6MCwiQiI6MH19LCJJc1Zpc2libGUiOnRydWUsIldpZHRoIjowLjAsIkhlaWdodCI6MC4wLCJCb3JkZXJTdHlsZSI6eyIkaWQiOiIxODczIiwiTGluZUNvbG9yIjpudWxsLCJMaW5lV2VpZ2h0IjowLjAsIkxpbmVUeXBlIjowLCJQYXJlbnRTdHlsZSI6bnVsbH0sIlBhcmVudFN0eWxlIjpudWxsfSwiUGFyZW50U3R5bGUiOm51bGx9LCJQYXJlbnRTdHlsZSI6bnVsbH0sIkluZGV4IjoxMywiU21hcnREdXJhdGlvbkFjdGl2YXRlZCI6ZmFsc2UsIkRhdGVGb3JtYXQiOnsiJHJlZiI6IjE4NjIifSwiV2Vla051bWJlcmluZyI6eyIkaWQiOiIxODc0IiwiRm9ybWF0IjowLCJJc1Zpc2libGUiOmZhbHNlLCJMYXN0S25vd25WaXNpYmlsaXR5U3RhdGUiOmZhbHNlfSwiQmFzZWxpbmVEYXRhIjp7IiRpZCI6IjE4NzUiLCJTdGFydERhdGUiOiIyMDI2LTEwLTAxVDAwOjAwOjAwIiwiRW5kRGF0ZSI6IjIwMjYtMTEtMzBUMjM6NTk6MDAifSwiSWQiOiIwYmQ2ZDFhMS1mY2FmLTRmMmMtOTRhNy03NDk1NGY5YTU5OGQiLCJJbXBvcnRJZCI6bnVsbCwiVGl0bGUiOiJGbHVqbyBlbmQtdG8tZW5kIChTcHJpbnRzICgxMSAtIDE0KSIsIk5vdGUiOm51bGwsIkh5cGVybGluayI6eyIkaWQiOiIxODc2IiwiQWRkcmVzcyI6IiIsIlN1YkFkZHJlc3MiOiIifSwiSXNDaGFuZ2VkIjpmYWxzZSwiSXNOZXciOmZhbHNlfX1dLCJfbWlsZXN0b25lcyI6W10sIklkIjoiMDAwMDAwMDAtMDAwMC0wMDAwLTAwMDAtMDAwMDAwMDAwMDAwIiwiSXNTaW5nbGVJdGVtUm93Ijp0cnVlfV0sIkluZGV4IjoxMiwiSWQiOiJjOWYxOGNkYy04MzUwLTQ5YTUtOGM2Mi0xN2Y3YzhiNzBiNzIiLCJIZWFkZXJUZXh0IjpudWxsLCJJc0RlZmF1bHQiOnRydWUsIlN0eWxlIjp7IiRpZCI6IjE4NzciLCJIZWFkZXJTdHlsZSI6eyIkaWQiOiIxODc4IiwiVGV4dFN0eWxlIjp7IiRpZCI6IjE4NzkiLCJGb250U2V0dGluZ3MiOnsiJGlkIjoiMTg4MCIsIkZvbnRTaXplIjoxMSwiRm9udE5hbWUiOiJDYWxpYnJpIiwiSXNCb2xkIjpmYWxzZSwiSXNJdGFsaWMiOmZhbHNlLCJJc1VuZGVybGluZWQiOmZhbHNlLCJQYXJlbnRTdHlsZSI6bnVsbH0sIkF1dG9TaXplIjoyLCJGb3JlZ3JvdW5kIjp7IiRpZCI6IjE4ODEiLCJDb2xvciI6eyIkaWQiOiIxODg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g4MyIsIlRvcCI6MC4wLCJMZWZ0IjowLjAsIlJpZ2h0IjowLjAsIkJvdHRvbSI6MC4wfSwiUGFkZGluZyI6eyIkaWQiOiIxODg0IiwiVG9wIjowLjAsIkxlZnQiOjAuMCwiUmlnaHQiOjAuMCwiQm90dG9tIjowLjB9LCJCYWNrZ3JvdW5kIjp7IiRpZCI6IjE4ODUiLCJDb2xvciI6eyIkaWQiOiIxODg2IiwiQSI6MjU1LCJSIjo2NCwiRyI6NjQsIkIiOjY0fX0sIklzVmlzaWJsZSI6dHJ1ZSwiV2lkdGgiOjAuMCwiSGVpZ2h0IjowLjAsIkJvcmRlclN0eWxlIjpudWxsLCJQYXJlbnRTdHlsZSI6bnVsbH0sIlJlY3RhbmdsZVN0eWxlIjp7IiRpZCI6IjE4ODciLCJNYXJnaW4iOnsiJGlkIjoiMTg4OCIsIlRvcCI6MC4wLCJMZWZ0IjowLjAsIlJpZ2h0IjowLjAsIkJvdHRvbSI6MC4wfSwiUGFkZGluZyI6eyIkaWQiOiIxODg5IiwiVG9wIjowLjAsIkxlZnQiOjAuMCwiUmlnaHQiOjAuMCwiQm90dG9tIjowLjB9LCJCYWNrZ3JvdW5kIjp7IiRpZCI6IjE4OTAiLCJDb2xvciI6eyIkaWQiOiIxODkxIiwiQSI6MTI3LCJSIjoyNTUsIkciOjE5MiwiQiI6MH19LCJJc1Zpc2libGUiOnRydWUsIldpZHRoIjowLjAsIkhlaWdodCI6MC4wLCJCb3JkZXJTdHlsZSI6eyIkaWQiOiIxODkyIiwiTGluZUNvbG9yIjp7IiRpZCI6IjE4OTMiLCIkdHlwZSI6Ik5MUkUuQ29tbW9uLkRvbS5Tb2xpZENvbG9yQnJ1c2gsIE5MUkUuQ29tbW9uIiwiQ29sb3IiOnsiJGlkIjoiMTg5NCIsIkEiOjI1NSwiUiI6MjU1LCJHIjoyNTUsIkIiOjI1NX19LCJMaW5lV2VpZ2h0IjowLjAsIkxpbmVUeXBlIjowLCJQYXJlbnRTdHlsZSI6bnVsbH0sIlBhcmVudFN0eWxlIjpudWxsfSwiTWFyZ2luIjp7IiRpZCI6IjE4OTUiLCJUb3AiOjAuMCwiTGVmdCI6MC4wLCJSaWdodCI6MC4wLCJCb3R0b20iOjAuMH0sIlBhZGRpbmciOnsiJGlkIjoiMTg5NiIsIlRvcCI6MC4wLCJMZWZ0IjowLjAsIlJpZ2h0IjowLjAsIkJvdHRvbSI6MC4wfSwiQmFja2dyb3VuZCI6bnVsbCwiSXNWaXNpYmxlIjp0cnVlLCJXaWR0aCI6MC4wLCJIZWlnaHQiOjAuMCwiQm9yZGVyU3R5bGUiOm51bGwsIlBhcmVudFN0eWxlIjpudWxsfSwiQmFja2dyb3VuZFN0eWxlIjp7IiRpZCI6IjE4OTciLCJNYXJnaW4iOnsiJGlkIjoiMTg5OCIsIlRvcCI6MC4wLCJMZWZ0IjowLjAsIlJpZ2h0IjowLjAsIkJvdHRvbSI6MC4wfSwiUGFkZGluZyI6eyIkaWQiOiIxODk5IiwiVG9wIjowLjAsIkxlZnQiOjAuMCwiUmlnaHQiOjAuMCwiQm90dG9tIjowLjB9LCJCYWNrZ3JvdW5kIjp7IiRpZCI6IjE5MDAiLCJDb2xvciI6eyIkaWQiOiIxOTAxIiwiQSI6NTEsIlIiOjIwMCwiRyI6MjAwLCJCIjoyMDB9fSwiSXNWaXNpYmxlIjp0cnVlLCJXaWR0aCI6MC4wLCJIZWlnaHQiOjAuMCwiQm9yZGVyU3R5bGUiOnsiJGlkIjoiMTkwMiIsIkxpbmVDb2xvciI6eyIkaWQiOiIxOTAzIiwiJHR5cGUiOiJOTFJFLkNvbW1vbi5Eb20uU29saWRDb2xvckJydXNoLCBOTFJFLkNvbW1vbiIsIkNvbG9yIjp7IiRpZCI6IjE5MDQiLCJBIjoyNTUsIlIiOjIzNCwiRyI6MjIsIkIiOjMwfX0sIkxpbmVXZWlnaHQiOjAuMCwiTGluZVR5cGUiOjAsIlBhcmVudFN0eWxlIjpudWxsfSwiUGFyZW50U3R5bGUiOm51bGx9LCJNYXJnaW4iOnsiJGlkIjoiMTkwNSIsIlRvcCI6MC4wLCJMZWZ0IjowLjAsIlJpZ2h0IjowLjAsIkJvdHRvbSI6MC4wfSwiUGFkZGluZyI6eyIkaWQiOiIxOTA2IiwiVG9wIjowLjAsIkxlZnQiOjAuMCwiUmlnaHQiOjAuMCwiQm90dG9tIjowLjB9LCJJc1Zpc2libGUiOnRydWUsIldpZHRoIjowLjAsIkhlaWdodCI6MC4wLCJCb3JkZXJTdHlsZSI6eyIkaWQiOiIxOTA3IiwiTGluZUNvbG9yIjpudWxsLCJMaW5lV2VpZ2h0IjowLjAsIkxpbmVUeXBlIjowLCJQYXJlbnRTdHlsZSI6bnVsbH0sIlBhcmVudFN0eWxlIjpudWxsfX1dLCJJZCI6IjhmMzc5YmNkLWQyNmUtNDJmNy1iZTI0LWI3ZTY0OWFlMDNkYyIsIkluZGV4IjoxMiwiSGVhZGVyVGV4dCI6IkFscGhhIiwiU3R5bGUiOnsiJGlkIjoiMTkwOCIsIlN0eWxlSWQiOiI5ODUxM2UxMC01NTFjLTRmMzAtYWMxMS1hMDY5MGU5MDMxMzQiLCJIZWFkZXJTdHlsZSI6eyIkaWQiOiIxOTA5IiwiVGV4dElzVmVydGljYWwiOmZhbHNlLCJUZXh0U3R5bGUiOnsiJGlkIjoiMTkxMCIsIkZvbnRTZXR0aW5ncyI6eyIkaWQiOiIxOTExIiwiRm9udFNpemUiOjExLCJGb250TmFtZSI6IlRpdGlsbGl1bSBXZWIiLCJJc0JvbGQiOmZhbHNlLCJJc0l0YWxpYyI6ZmFsc2UsIklzVW5kZXJsaW5lZCI6ZmFsc2UsIlBhcmVudFN0eWxlIjpudWxsfSwiQXV0b1NpemUiOjIsIkZvcmVncm91bmQiOnsiJGlkIjoiMTkxMiIsIkNvbG9yIjp7IiRpZCI6IjE5MT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OTE0IiwiVG9wIjowLjAsIkxlZnQiOjAuMCwiUmlnaHQiOjAuMCwiQm90dG9tIjowLjB9LCJQYWRkaW5nIjp7IiRpZCI6IjE5MTUiLCJUb3AiOjAuMCwiTGVmdCI6MC4wLCJSaWdodCI6MC4wLCJCb3R0b20iOjAuMH0sIkJhY2tncm91bmQiOnsiJGlkIjoiMTkxNiIsIkNvbG9yIjp7IiRpZCI6IjE5MTciLCJBIjoyNTUsIlIiOjM4LCJHIjozOCwiQiI6Mzh9fSwiSXNWaXNpYmxlIjp0cnVlLCJXaWR0aCI6MC4wLCJIZWlnaHQiOjAuMCwiQm9yZGVyU3R5bGUiOm51bGwsIlBhcmVudFN0eWxlIjpudWxsfSwiUmVjdGFuZ2xlU3R5bGUiOnsiJGlkIjoiMTkxOCIsIk1hcmdpbiI6eyIkaWQiOiIxOTE5IiwiVG9wIjowLjAsIkxlZnQiOjAuMCwiUmlnaHQiOjAuMCwiQm90dG9tIjowLjB9LCJQYWRkaW5nIjp7IiRpZCI6IjE5MjAiLCJUb3AiOjAuMCwiTGVmdCI6MC4wLCJSaWdodCI6MC4wLCJCb3R0b20iOjAuMH0sIkJhY2tncm91bmQiOnsiJGlkIjoiMTkyMSIsIkNvbG9yIjp7IiRpZCI6IjE5MjIiLCJBIjoyNTUsIlIiOjI1NSwiRyI6MTkyLCJCIjowfX0sIklzVmlzaWJsZSI6dHJ1ZSwiV2lkdGgiOjAuMCwiSGVpZ2h0IjowLjAsIkJvcmRlclN0eWxlIjp7IiRpZCI6IjE5MjMiLCJMaW5lQ29sb3IiOnsiJGlkIjoiMTkyNCIsIiR0eXBlIjoiTkxSRS5Db21tb24uRG9tLlNvbGlkQ29sb3JCcnVzaCwgTkxSRS5Db21tb24iLCJDb2xvciI6eyIkaWQiOiIxOTI1IiwiQSI6MjU1LCJSIjoyNTUsIkciOjI1NSwiQiI6MjU1fX0sIkxpbmVXZWlnaHQiOjAuMCwiTGluZVR5cGUiOjAsIlBhcmVudFN0eWxlIjpudWxsfSwiUGFyZW50U3R5bGUiOm51bGx9LCJNYXJnaW4iOnsiJGlkIjoiMTkyNiIsIlRvcCI6MC4wLCJMZWZ0IjowLjAsIlJpZ2h0IjowLjAsIkJvdHRvbSI6MC4wfSwiUGFkZGluZyI6eyIkaWQiOiIxOTI3IiwiVG9wIjowLjAsIkxlZnQiOjAuMCwiUmlnaHQiOjAuMCwiQm90dG9tIjowLjB9LCJCYWNrZ3JvdW5kIjpudWxsLCJJc1Zpc2libGUiOnRydWUsIldpZHRoIjowLjAsIkhlaWdodCI6MC4wLCJCb3JkZXJTdHlsZSI6bnVsbCwiUGFyZW50U3R5bGUiOm51bGx9LCJCYWNrZ3JvdW5kU3R5bGUiOnsiJGlkIjoiMTkyOCIsIk1hcmdpbiI6eyIkaWQiOiIxOTI5IiwiVG9wIjowLjAsIkxlZnQiOjAuMCwiUmlnaHQiOjAuMCwiQm90dG9tIjowLjB9LCJQYWRkaW5nIjp7IiRpZCI6IjE5MzAiLCJUb3AiOjAuMCwiTGVmdCI6MC4wLCJSaWdodCI6MC4wLCJCb3R0b20iOjAuMH0sIkJhY2tncm91bmQiOnsiJGlkIjoiMTkzMSIsIkNvbG9yIjp7IiRpZCI6IjE5MzIiLCJBIjo1MSwiUiI6MjAwLCJHIjoyMDAsIkIiOjIwMH19LCJJc1Zpc2libGUiOnRydWUsIldpZHRoIjowLjAsIkhlaWdodCI6MC4wLCJCb3JkZXJTdHlsZSI6eyIkaWQiOiIxOTMzIiwiTGluZUNvbG9yIjp7IiRpZCI6IjE5MzQiLCIkdHlwZSI6Ik5MUkUuQ29tbW9uLkRvbS5Tb2xpZENvbG9yQnJ1c2gsIE5MUkUuQ29tbW9uIiwiQ29sb3IiOnsiJGlkIjoiMTkzNSIsIkEiOjI1NSwiUiI6MjM0LCJHIjoyMiwiQiI6MzB9fSwiTGluZVdlaWdodCI6MC4wLCJMaW5lVHlwZSI6MCwiUGFyZW50U3R5bGUiOm51bGx9LCJQYXJlbnRTdHlsZSI6bnVsbH0sIklzQWJvdmVUaW1lYmFuZCI6ZmFsc2UsIlNwYWNpbmciOjIsIkRlZmF1bHRTd2ltbGFuZVRhc2tTdHlsZSI6eyIkaWQiOiIxOTM2IiwiJHR5cGUiOiJOTFJFLkNvbW1vbi5Eb20uU3R5bGVzLkV4cGxpY2l0U2V0YWJsZVRhc2tTdHlsZSwgTkxSRS5Db21tb24iLCJTaGFwZSI6MSwiU2hhcGVUaGlja25lc3MiOjAsIkR1cmF0aW9uRm9ybWF0IjowLCJJbmNsdWRlTm9uV29ya2luZ0RheXNJbkR1cmF0aW9uIjpmYWxzZSwiUGVyY2VudGFnZUNvbXBsZXRlU3R5bGUiOnsiJGlkIjoiMTkzNyIsIkZvbnRTZXR0aW5ncyI6eyIkaWQiOiIxOTM4IiwiRm9udFNpemUiOjEwLCJGb250TmFtZSI6IkNhbGlicmkiLCJJc0JvbGQiOmZhbHNlLCJJc0l0YWxpYyI6ZmFsc2UsIklzVW5kZXJsaW5lZCI6ZmFsc2UsIlBhcmVudFN0eWxlIjpudWxsfSwiQXV0b1NpemUiOjAsIkZvcmVncm91bmQiOnsiJGlkIjoiMTkzOSIsIkNvbG9yIjp7IiRpZCI6IjE5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0MSIsIlRvcCI6MC4wLCJMZWZ0IjowLjAsIlJpZ2h0IjowLjAsIkJvdHRvbSI6MC4wfSwiUGFkZGluZyI6eyIkaWQiOiIxOTQyIiwiVG9wIjowLjAsIkxlZnQiOjAuMCwiUmlnaHQiOjAuMCwiQm90dG9tIjowLjB9LCJCYWNrZ3JvdW5kIjp7IiRpZCI6IjE5NDMiLCJDb2xvciI6eyIkaWQiOiIxOTQ0IiwiQSI6ODksIlIiOjAsIkciOjAsIkIiOjB9fSwiSXNWaXNpYmxlIjp0cnVlLCJXaWR0aCI6MC4wLCJIZWlnaHQiOjAuMCwiQm9yZGVyU3R5bGUiOnsiJGlkIjoiMTk0NSIsIkxpbmVDb2xvciI6bnVsbCwiTGluZVdlaWdodCI6MC4wLCJMaW5lVHlwZSI6MCwiUGFyZW50U3R5bGUiOm51bGx9LCJQYXJlbnRTdHlsZSI6bnVsbH0sIkR1cmF0aW9uU3R5bGUiOnsiJGlkIjoiMTk0NiIsIkZvbnRTZXR0aW5ncyI6eyIkaWQiOiIxOTQ3IiwiRm9udFNpemUiOjEwLCJGb250TmFtZSI6IkNhbGlicmkiLCJJc0JvbGQiOmZhbHNlLCJJc0l0YWxpYyI6ZmFsc2UsIklzVW5kZXJsaW5lZCI6ZmFsc2UsIlBhcmVudFN0eWxlIjpudWxsfSwiQXV0b1NpemUiOjAsIkZvcmVncm91bmQiOnsiJGlkIjoiMTk0OCIsIkNvbG9yIjp7IiRpZCI6IjE5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5NTAiLCJUb3AiOjAuMCwiTGVmdCI6MC4wLCJSaWdodCI6MC4wLCJCb3R0b20iOjAuMH0sIlBhZGRpbmciOnsiJGlkIjoiMTk1MSIsIlRvcCI6MC4wLCJMZWZ0IjowLjAsIlJpZ2h0IjowLjAsIkJvdHRvbSI6MC4wfSwiQmFja2dyb3VuZCI6eyIkaWQiOiIxOTUyIiwiQ29sb3IiOnsiJGlkIjoiMTk1MyIsIkEiOjI1NSwiUiI6NjgsIkciOjg0LCJCIjoxMDZ9fSwiSXNWaXNpYmxlIjp0cnVlLCJXaWR0aCI6MC4wLCJIZWlnaHQiOjAuMCwiQm9yZGVyU3R5bGUiOnsiJGlkIjoiMTk1NCIsIkxpbmVDb2xvciI6bnVsbCwiTGluZVdlaWdodCI6MC4wLCJMaW5lVHlwZSI6MCwiUGFyZW50U3R5bGUiOm51bGx9LCJQYXJlbnRTdHlsZSI6bnVsbH0sIkhvcml6b250YWxDb25uZWN0b3JTdHlsZSI6eyIkaWQiOiIxOTU1IiwiTGluZUNvbG9yIjp7IiRpZCI6IjE5NTYiLCIkdHlwZSI6Ik5MUkUuQ29tbW9uLkRvbS5Tb2xpZENvbG9yQnJ1c2gsIE5MUkUuQ29tbW9uIiwiQ29sb3IiOnsiJGlkIjoiMTk1NyIsIkEiOjI1NSwiUiI6MCwiRyI6MCwiQiI6MH19LCJMaW5lV2VpZ2h0IjowLjAsIkxpbmVUeXBlIjowLCJQYXJlbnRTdHlsZSI6bnVsbH0sIlZlcnRpY2FsQ29ubmVjdG9yU3R5bGUiOnsiJGlkIjoiMTk1OCIsIkxpbmVDb2xvciI6eyIkaWQiOiIxOTU5IiwiJHR5cGUiOiJOTFJFLkNvbW1vbi5Eb20uU29saWRDb2xvckJydXNoLCBOTFJFLkNvbW1vbiIsIkNvbG9yIjp7IiRpZCI6IjE5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OTYxIiwiU2hhcGVTdHlsZSI6eyIkaWQiOiIxOTYyIiwiTWFyZ2luIjp7IiRpZCI6IjE5NjMiLCJUb3AiOjAuMCwiTGVmdCI6MC4wLCJSaWdodCI6MC4wLCJCb3R0b20iOjAuMH0sIlBhZGRpbmciOnsiJGlkIjoiMTk2NCIsIlRvcCI6MC4wLCJMZWZ0IjowLjAsIlJpZ2h0IjowLjAsIkJvdHRvbSI6MC4wfSwiQmFja2dyb3VuZCI6eyIkaWQiOiIxOTY1IiwiQ29sb3IiOnsiJGlkIjoiMTk2NiIsIkEiOjE1MywiUiI6MCwiRyI6MCwiQiI6MH19LCJJc1Zpc2libGUiOnRydWUsIldpZHRoIjowLjAsIkhlaWdodCI6MC4wLCJCb3JkZXJTdHlsZSI6eyIkaWQiOiIxOTY3IiwiTGluZUNvbG9yIjp7IiRpZCI6IjE5NjgiLCIkdHlwZSI6Ik5MUkUuQ29tbW9uLkRvbS5Tb2xpZENvbG9yQnJ1c2gsIE5MUkUuQ29tbW9uIiwiQ29sb3IiOnsiJGlkIjoiMTk2OSIsIkEiOjI1NSwiUiI6MjU1LCJHIjowLCJCIjowfX0sIkxpbmVXZWlnaHQiOjAuMCwiTGluZVR5cGUiOjAsIlBhcmVudFN0eWxlIjpudWxsfSwiUGFyZW50U3R5bGUiOm51bGx9LCJNYXJnaW4iOnsiJGlkIjoiMTk3MCIsIlRvcCI6MC4wLCJMZWZ0IjowLjAsIlJpZ2h0IjowLjAsIkJvdHRvbSI6MC4wfSwiUGFkZGluZyI6eyIkaWQiOiIxOTcxIiwiVG9wIjowLjAsIkxlZnQiOjAuMCwiUmlnaHQiOjAuMCwiQm90dG9tIjowLjB9LCJCYWNrZ3JvdW5kIjpudWxsLCJJc1Zpc2libGUiOnRydWUsIldpZHRoIjowLjAsIkhlaWdodCI6MC4wLCJCb3JkZXJTdHlsZSI6bnVsbCwiUGFyZW50U3R5bGUiOm51bGx9LCJTaGFwZVN0eWxlIjp7IiRpZCI6IjE5NzIiLCJNYXJnaW4iOnsiJGlkIjoiMTk3MyIsIlRvcCI6MC4wLCJMZWZ0Ijo0LjAsIlJpZ2h0Ijo0LjAsIkJvdHRvbSI6MC4wfSwiUGFkZGluZyI6eyIkaWQiOiIxOTc0IiwiVG9wIjowLjAsIkxlZnQiOjAuMCwiUmlnaHQiOjAuMCwiQm90dG9tIjowLjB9LCJCYWNrZ3JvdW5kIjp7IiRpZCI6IjE5NzUiLCJDb2xvciI6eyIkaWQiOiIxOTc2IiwiQSI6MjU1LCJSIjoyNTUsIkciOjE5MiwiQiI6MH19LCJJc1Zpc2libGUiOnRydWUsIldpZHRoIjowLjAsIkhlaWdodCI6MTAuMCwiQm9yZGVyU3R5bGUiOnsiJGlkIjoiMTk3NyIsIkxpbmVDb2xvciI6eyIkaWQiOiIxOTc4IiwiJHR5cGUiOiJOTFJFLkNvbW1vbi5Eb20uU29saWRDb2xvckJydXNoLCBOTFJFLkNvbW1vbiIsIkNvbG9yIjp7IiRpZCI6IjE5NzkiLCJBIjoyNTUsIlIiOjIzNCwiRyI6MjIsIkIiOjMwfX0sIkxpbmVXZWlnaHQiOjAuMCwiTGluZVR5cGUiOjAsIlBhcmVudFN0eWxlIjpudWxsfSwiUGFyZW50U3R5bGUiOm51bGx9LCJUaXRsZVN0eWxlIjp7IiRpZCI6IjE5ODAiLCJGb250U2V0dGluZ3MiOnsiJGlkIjoiMTk4MSIsIkZvbnRTaXplIjoxMSwiRm9udE5hbWUiOiJDYWxpYnJpIiwiSXNCb2xkIjpmYWxzZSwiSXNJdGFsaWMiOmZhbHNlLCJJc1VuZGVybGluZWQiOmZhbHNlLCJQYXJlbnRTdHlsZSI6bnVsbH0sIkF1dG9TaXplIjowLCJGb3JlZ3JvdW5kIjp7IiRpZCI6IjE5ODIiLCJDb2xvciI6eyIkaWQiOiIxOTg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ODQiLCJUb3AiOjAuMCwiTGVmdCI6MC4wLCJSaWdodCI6MC4wLCJCb3R0b20iOjAuMH0sIlBhZGRpbmciOnsiJGlkIjoiMTk4NSIsIlRvcCI6MC4wLCJMZWZ0IjowLjAsIlJpZ2h0IjowLjAsIkJvdHRvbSI6MC4wfSwiQmFja2dyb3VuZCI6eyIkaWQiOiIxOTg2IiwiQ29sb3IiOnsiJGlkIjoiMTk4NyIsIkEiOjI1NSwiUiI6MCwiRyI6MCwiQiI6MH19LCJJc1Zpc2libGUiOnRydWUsIldpZHRoIjowLjAsIkhlaWdodCI6MC4wLCJCb3JkZXJTdHlsZSI6eyIkaWQiOiIxOTg4IiwiTGluZUNvbG9yIjpudWxsLCJMaW5lV2VpZ2h0IjowLjAsIkxpbmVUeXBlIjowLCJQYXJlbnRTdHlsZSI6bnVsbH0sIlBhcmVudFN0eWxlIjpudWxsfSwiRGF0ZVN0eWxlIjp7IiRpZCI6IjE5ODkiLCJGb250U2V0dGluZ3MiOnsiJGlkIjoiMTk5MCIsIkZvbnRTaXplIjoxMCwiRm9udE5hbWUiOiJDYWxpYnJpIiwiSXNCb2xkIjpmYWxzZSwiSXNJdGFsaWMiOmZhbHNlLCJJc1VuZGVybGluZWQiOmZhbHNlLCJQYXJlbnRTdHlsZSI6bnVsbH0sIkF1dG9TaXplIjowLCJGb3JlZ3JvdW5kIjp7IiRpZCI6IjE5OTEiLCJDb2xvciI6eyIkaWQiOiIxOTk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xOTkzIiwiVG9wIjowLjAsIkxlZnQiOjAuMCwiUmlnaHQiOjAuMCwiQm90dG9tIjowLjB9LCJQYWRkaW5nIjp7IiRpZCI6IjE5OTQiLCJUb3AiOjAuMCwiTGVmdCI6MC4wLCJSaWdodCI6MC4wLCJCb3R0b20iOjAuMH0sIkJhY2tncm91bmQiOnsiJGlkIjoiMTk5NSIsIkNvbG9yIjp7IiRpZCI6IjE5OTYiLCJBIjoyNTUsIlIiOjY4LCJHIjo4NCwiQiI6MTA2fX0sIklzVmlzaWJsZSI6dHJ1ZSwiV2lkdGgiOjAuMCwiSGVpZ2h0IjowLjAsIkJvcmRlclN0eWxlIjp7IiRpZCI6IjE5OTciLCJMaW5lQ29sb3IiOm51bGwsIkxpbmVXZWlnaHQiOjAuMCwiTGluZVR5cGUiOjAsIlBhcmVudFN0eWxlIjpudWxsfSwiUGFyZW50U3R5bGUiOm51bGx9LCJEYXRlRm9ybWF0Ijp7IiRpZCI6IjE5O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5OSIsIkZvcm1hdCI6MCwiSXNWaXNpYmxlIjpmYWxzZSwiTGFzdEtub3duVmlzaWJpbGl0eVN0YXRlIjpmYWxzZX0sIklzVmlzaWJsZSI6dHJ1ZSwiVmFyaWFuY2VTdHlsZSI6eyIkaWQiOiIyMDAwIiwiVGV4dFN0eWxlIjp7IiRpZCI6IjIwMDEiLCJGb250U2V0dGluZ3MiOnsiJGlkIjoiMjAwMiIsIkZvbnRTaXplIjoxMCwiRm9udE5hbWUiOiJDYWxpYnJpIiwiSXNCb2xkIjpmYWxzZSwiSXNJdGFsaWMiOmZhbHNlLCJJc1VuZGVybGluZWQiOmZhbHNlLCJQYXJlbnRTdHlsZSI6bnVsbH0sIkF1dG9TaXplIjowLCJGb3JlZ3JvdW5kIjp7IiRpZCI6IjIwMDMiLCJDb2xvciI6eyIkaWQiOiIyM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MDUiLCJUb3AiOjAuMCwiTGVmdCI6MC4wLCJSaWdodCI6MC4wLCJCb3R0b20iOjAuMH0sIlBhZGRpbmciOnsiJGlkIjoiMjAwNiIsIlRvcCI6MC4wLCJMZWZ0IjowLjAsIlJpZ2h0IjowLjAsIkJvdHRvbSI6MC4wfSwiQmFja2dyb3VuZCI6eyIkaWQiOiIyMDA3IiwiQ29sb3IiOnsiJGlkIjoiMjAwOCIsIkEiOjI1NSwiUiI6MCwiRyI6MCwiQiI6MH19LCJJc1Zpc2libGUiOnRydWUsIldpZHRoIjowLjAsIkhlaWdodCI6MC4wLCJCb3JkZXJTdHlsZSI6eyIkaWQiOiIyMDA5IiwiTGluZUNvbG9yIjpudWxsLCJMaW5lV2VpZ2h0IjowLjAsIkxpbmVUeXBlIjowLCJQYXJlbnRTdHlsZSI6bnVsbH0sIlBhcmVudFN0eWxlIjpudWxsfSwiUGFyZW50U3R5bGUiOm51bGx9LCJQYXJlbnRTdHlsZSI6bnVsbCwiX2V4cGxpY2l0bHlTZXQiOnsiJGlkIjoiMjAx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wMTEiLCJTaGFwZSI6MSwiQ29ubmVjdG9yTWFyZ2luIjp7IiRpZCI6IjIwMTIiLCJUb3AiOjAuMCwiTGVmdCI6Mi4wLCJSaWdodCI6Mi4wLCJCb3R0b20iOjAuMH0sIkNvbm5lY3RvclN0eWxlIjp7IiRpZCI6IjIwMTMiLCJMaW5lQ29sb3IiOnsiJGlkIjoiMjAxNCIsIiR0eXBlIjoiTkxSRS5Db21tb24uRG9tLlNvbGlkQ29sb3JCcnVzaCwgTkxSRS5Db21tb24iLCJDb2xvciI6eyIkaWQiOiIyMDE1IiwiQSI6MTI3LCJSIjoxMjcsIkciOjk2LCJCIjowfX0sIkxpbmVXZWlnaHQiOjEuMCwiTGluZVR5cGUiOjAsIlBhcmVudFN0eWxlIjpudWxsfSwiSXNCZWxvd1RpbWViYW5kIjpmYWxzZSwiUG9zaXRpb25PblRhc2siOjEsIkhpZGVEYXRlIjpmYWxzZSwiU2hhcGVTaXplIjowLCJTcGFjaW5nIjowLjAsIlBhZGRpbmciOnsiJGlkIjoiMjAxNiIsIlRvcCI6NS4wLCJMZWZ0IjozLjAsIlJpZ2h0IjowLjAsIkJvdHRvbSI6Mi4wfSwiU2hhcGVTdHlsZSI6eyIkaWQiOiIyMDE3IiwiTWFyZ2luIjp7IiRpZCI6IjIwMTgiLCJUb3AiOjAuMCwiTGVmdCI6MC4wLCJSaWdodCI6MC4wLCJCb3R0b20iOjAuMH0sIlBhZGRpbmciOnsiJGlkIjoiMjAxOSIsIlRvcCI6MC4wLCJMZWZ0IjowLjAsIlJpZ2h0IjowLjAsIkJvdHRvbSI6MC4wfSwiQmFja2dyb3VuZCI6eyIkaWQiOiIyMDIwIiwiQ29sb3IiOnsiJGlkIjoiMjAyMSIsIkEiOjI1NSwiUiI6MTI3LCJHIjo5NiwiQiI6MH19LCJJc1Zpc2libGUiOnRydWUsIldpZHRoIjoxMi4wLCJIZWlnaHQiOjE0LjAsIkJvcmRlclN0eWxlIjp7IiRpZCI6IjIwMjIiLCJMaW5lQ29sb3IiOnsiJGlkIjoiMjAyMyIsIiR0eXBlIjoiTkxSRS5Db21tb24uRG9tLlNvbGlkQ29sb3JCcnVzaCwgTkxSRS5Db21tb24iLCJDb2xvciI6eyIkaWQiOiIyMDI0IiwiQSI6MjU1LCJSIjoyNTUsIkciOjI1NSwiQiI6MjU1fX0sIkxpbmVXZWlnaHQiOjAuMCwiTGluZVR5cGUiOjAsIlBhcmVudFN0eWxlIjpudWxsfSwiUGFyZW50U3R5bGUiOm51bGx9LCJUaXRsZVN0eWxlIjp7IiRpZCI6IjIwMjUiLCJGb250U2V0dGluZ3MiOnsiJGlkIjoiMjAyNiIsIkZvbnRTaXplIjoxMSwiRm9udE5hbWUiOiJDYWxpYnJpIiwiSXNCb2xkIjpmYWxzZSwiSXNJdGFsaWMiOmZhbHNlLCJJc1VuZGVybGluZWQiOmZhbHNlLCJQYXJlbnRTdHlsZSI6bnVsbH0sIkF1dG9TaXplIjowLCJGb3JlZ3JvdW5kIjp7IiRpZCI6IjIwMjciLCJDb2xvciI6eyIkaWQiOiIyMDI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wMjkiLCJUb3AiOjAuMCwiTGVmdCI6MC4wLCJSaWdodCI6MC4wLCJCb3R0b20iOjAuMH0sIlBhZGRpbmciOnsiJGlkIjoiMjAzMCIsIlRvcCI6MC4wLCJMZWZ0IjowLjAsIlJpZ2h0IjowLjAsIkJvdHRvbSI6MC4wfSwiQmFja2dyb3VuZCI6eyIkaWQiOiIyMDMxIiwiQ29sb3IiOnsiJGlkIjoiMjAzMiIsIkEiOjI1NSwiUiI6MCwiRyI6MCwiQiI6MH19LCJJc1Zpc2libGUiOnRydWUsIldpZHRoIjowLjAsIkhlaWdodCI6MC4wLCJCb3JkZXJTdHlsZSI6eyIkaWQiOiIyMDMzIiwiTGluZUNvbG9yIjpudWxsLCJMaW5lV2VpZ2h0IjowLjAsIkxpbmVUeXBlIjowLCJQYXJlbnRTdHlsZSI6bnVsbH0sIlBhcmVudFN0eWxlIjpudWxsfSwiRGF0ZVN0eWxlIjp7IiRpZCI6IjIwMzQiLCJGb250U2V0dGluZ3MiOnsiJGlkIjoiMjAzNSIsIkZvbnRTaXplIjoxMCwiRm9udE5hbWUiOiJDYWxpYnJpIiwiSXNCb2xkIjpmYWxzZSwiSXNJdGFsaWMiOmZhbHNlLCJJc1VuZGVybGluZWQiOmZhbHNlLCJQYXJlbnRTdHlsZSI6bnVsbH0sIkF1dG9TaXplIjowLCJGb3JlZ3JvdW5kIjp7IiRpZCI6IjIwMzYiLCJDb2xvciI6eyIkaWQiOiIyMDM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yMDM4IiwiVG9wIjowLjAsIkxlZnQiOjAuMCwiUmlnaHQiOjAuMCwiQm90dG9tIjowLjB9LCJQYWRkaW5nIjp7IiRpZCI6IjIwMzkiLCJUb3AiOjAuMCwiTGVmdCI6MC4wLCJSaWdodCI6MC4wLCJCb3R0b20iOjAuMH0sIkJhY2tncm91bmQiOnsiJGlkIjoiMjA0MCIsIkNvbG9yIjp7IiRpZCI6IjIwNDEiLCJBIjoyNTUsIlIiOjY4LCJHIjo4NCwiQiI6MTA2fX0sIklzVmlzaWJsZSI6dHJ1ZSwiV2lkdGgiOjAuMCwiSGVpZ2h0IjowLjAsIkJvcmRlclN0eWxlIjp7IiRpZCI6IjIwNDIiLCJMaW5lQ29sb3IiOm51bGwsIkxpbmVXZWlnaHQiOjAuMCwiTGluZVR5cGUiOjAsIlBhcmVudFN0eWxlIjpudWxsfSwiUGFyZW50U3R5bGUiOm51bGx9LCJEYXRlRm9ybWF0Ijp7IiRpZCI6IjIwND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0NCIsIkZvcm1hdCI6MCwiSXNWaXNpYmxlIjpmYWxzZSwiTGFzdEtub3duVmlzaWJpbGl0eVN0YXRlIjpmYWxzZX0sIklzVmlzaWJsZSI6ZmFsc2UsIlZhcmlhbmNlU3R5bGUiOnsiJGlkIjoiMjA0NSIsIlRleHRTdHlsZSI6eyIkaWQiOiIyMDQ2IiwiRm9udFNldHRpbmdzIjp7IiRpZCI6IjIwNDciLCJGb250U2l6ZSI6MTAsIkZvbnROYW1lIjoiQ2FsaWJyaSIsIklzQm9sZCI6ZmFsc2UsIklzSXRhbGljIjpmYWxzZSwiSXNVbmRlcmxpbmVkIjpmYWxzZSwiUGFyZW50U3R5bGUiOm51bGx9LCJBdXRvU2l6ZSI6MCwiRm9yZWdyb3VuZCI6eyIkaWQiOiIyMDQ4IiwiQ29sb3IiOnsiJGlkIjoiMjA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UwIiwiVG9wIjowLjAsIkxlZnQiOjAuMCwiUmlnaHQiOjAuMCwiQm90dG9tIjowLjB9LCJQYWRkaW5nIjp7IiRpZCI6IjIwNTEiLCJUb3AiOjAuMCwiTGVmdCI6MC4wLCJSaWdodCI6MC4wLCJCb3R0b20iOjAuMH0sIkJhY2tncm91bmQiOnsiJGlkIjoiMjA1MiIsIkNvbG9yIjp7IiRpZCI6IjIwNTMiLCJBIjoyNTUsIlIiOjAsIkciOjAsIkIiOjB9fSwiSXNWaXNpYmxlIjp0cnVlLCJXaWR0aCI6MC4wLCJIZWlnaHQiOjAuMCwiQm9yZGVyU3R5bGUiOnsiJGlkIjoiMjA1NCIsIkxpbmVDb2xvciI6bnVsbCwiTGluZVdlaWdodCI6MC4wLCJMaW5lVHlwZSI6MCwiUGFyZW50U3R5bGUiOm51bGx9LCJQYXJlbnRTdHlsZSI6bnVsbH0sIlBhcmVudFN0eWxlIjpudWxsfSwiUGFyZW50U3R5bGUiOm51bGx9LCJEZWZhdWx0U3dpbWxhbmVNaWxlc3RvbmVTdHlsZSI6eyIkaWQiOiIyMDU1IiwiVGl0bGVQb3NpdGlvbiI6IkxlZnQiLCJEYXRlUG9zaXRpb24iOiJSaWdodCIsIlZhcmlhbmNlUG9zaXRpb24iOiJSaWdodCIsIlNoYXBlVHlwZSI6MSwiU2hhcGVTaXplIjowLCJTcGFjaW5nIjo1LCJTaGFwZVN0eWxlIjp7IiRpZCI6IjIwNTYiLCJNYXJnaW4iOnsiJGlkIjoiMjA1NyIsIlRvcCI6MC4wLCJMZWZ0IjowLjAsIlJpZ2h0IjowLjAsIkJvdHRvbSI6MC4wfSwiUGFkZGluZyI6eyIkaWQiOiIyMDU4IiwiVG9wIjowLjAsIkxlZnQiOjAuMCwiUmlnaHQiOjAuMCwiQm90dG9tIjowLjB9LCJCYWNrZ3JvdW5kIjp7IiRpZCI6IjIwNTkiLCJDb2xvciI6eyIkaWQiOiIyMDYwIiwiQSI6MjU1LCJSIjoyNTUsIkciOjE5MiwiQiI6MH19LCJJc1Zpc2libGUiOnRydWUsIldpZHRoIjoxMi4wLCJIZWlnaHQiOjE0LjAsIkJvcmRlclN0eWxlIjp7IiRpZCI6IjIwNjEiLCJMaW5lQ29sb3IiOnsiJGlkIjoiMjA2MiIsIiR0eXBlIjoiTkxSRS5Db21tb24uRG9tLlNvbGlkQ29sb3JCcnVzaCwgTkxSRS5Db21tb24iLCJDb2xvciI6eyIkaWQiOiIyMDYzIiwiQSI6MjU1LCJSIjoyMzQsIkciOjIyLCJCIjozMH19LCJMaW5lV2VpZ2h0IjowLjAsIkxpbmVUeXBlIjowLCJQYXJlbnRTdHlsZSI6bnVsbH0sIlBhcmVudFN0eWxlIjpudWxsfSwiVGl0bGVTdHlsZSI6eyIkaWQiOiIyMDY0IiwiRm9udFNldHRpbmdzIjp7IiRpZCI6IjIwNjUiLCJGb250U2l6ZSI6MTEsIkZvbnROYW1lIjoiQ2FsaWJyaSIsIklzQm9sZCI6ZmFsc2UsIklzSXRhbGljIjpmYWxzZSwiSXNVbmRlcmxpbmVkIjpmYWxzZSwiUGFyZW50U3R5bGUiOm51bGx9LCJBdXRvU2l6ZSI6MCwiRm9yZWdyb3VuZCI6eyIkaWQiOiIyMDY2IiwiQ29sb3IiOnsiJGlkIjoiMjA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DY4IiwiVG9wIjowLjAsIkxlZnQiOjAuMCwiUmlnaHQiOjAuMCwiQm90dG9tIjowLjB9LCJQYWRkaW5nIjp7IiRpZCI6IjIwNjkiLCJUb3AiOjAuMCwiTGVmdCI6MC4wLCJSaWdodCI6MC4wLCJCb3R0b20iOjAuMH0sIkJhY2tncm91bmQiOnsiJGlkIjoiMjA3MCIsIkNvbG9yIjp7IiRpZCI6IjIwNzEiLCJBIjoyNTUsIlIiOjAsIkciOjAsIkIiOjB9fSwiSXNWaXNpYmxlIjp0cnVlLCJXaWR0aCI6MC4wLCJIZWlnaHQiOjAuMCwiQm9yZGVyU3R5bGUiOnsiJGlkIjoiMjA3MiIsIkxpbmVDb2xvciI6bnVsbCwiTGluZVdlaWdodCI6MC4wLCJMaW5lVHlwZSI6MCwiUGFyZW50U3R5bGUiOm51bGx9LCJQYXJlbnRTdHlsZSI6bnVsbH0sIkRhdGVTdHlsZSI6eyIkaWQiOiIyMDczIiwiRm9udFNldHRpbmdzIjp7IiRpZCI6IjIwNzQiLCJGb250U2l6ZSI6MTAsIkZvbnROYW1lIjoiQ2FsaWJyaSIsIklzQm9sZCI6ZmFsc2UsIklzSXRhbGljIjpmYWxzZSwiSXNVbmRlcmxpbmVkIjpmYWxzZSwiUGFyZW50U3R5bGUiOm51bGx9LCJBdXRvU2l6ZSI6MCwiRm9yZWdyb3VuZCI6eyIkaWQiOiIyMDc1IiwiQ29sb3IiOnsiJGlkIjoiMjA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A3NyIsIlRvcCI6MC4wLCJMZWZ0IjowLjAsIlJpZ2h0IjowLjAsIkJvdHRvbSI6MC4wfSwiUGFkZGluZyI6eyIkaWQiOiIyMDc4IiwiVG9wIjowLjAsIkxlZnQiOjAuMCwiUmlnaHQiOjAuMCwiQm90dG9tIjowLjB9LCJCYWNrZ3JvdW5kIjp7IiRpZCI6IjIwNzkiLCJDb2xvciI6eyIkaWQiOiIyMDgwIiwiQSI6MjU1LCJSIjo2OCwiRyI6ODQsIkIiOjEwNn19LCJJc1Zpc2libGUiOnRydWUsIldpZHRoIjowLjAsIkhlaWdodCI6MC4wLCJCb3JkZXJTdHlsZSI6eyIkaWQiOiIyMDgxIiwiTGluZUNvbG9yIjpudWxsLCJMaW5lV2VpZ2h0IjowLjAsIkxpbmVUeXBlIjowLCJQYXJlbnRTdHlsZSI6bnVsbH0sIlBhcmVudFN0eWxlIjpudWxsfSwiRGF0ZUZvcm1hdCI6eyIkaWQiOiIyMD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ODMiLCJGb3JtYXQiOjAsIklzVmlzaWJsZSI6ZmFsc2UsIkxhc3RLbm93blZpc2liaWxpdHlTdGF0ZSI6ZmFsc2V9LCJJc1Zpc2libGUiOnRydWUsIlZhcmlhbmNlU3R5bGUiOnsiJGlkIjoiMjA4NCIsIlRleHRTdHlsZSI6eyIkaWQiOiIyMDg1IiwiRm9udFNldHRpbmdzIjp7IiRpZCI6IjIwODYiLCJGb250U2l6ZSI6MTAsIkZvbnROYW1lIjoiQ2FsaWJyaSIsIklzQm9sZCI6ZmFsc2UsIklzSXRhbGljIjpmYWxzZSwiSXNVbmRlcmxpbmVkIjpmYWxzZSwiUGFyZW50U3R5bGUiOm51bGx9LCJBdXRvU2l6ZSI6MCwiRm9yZWdyb3VuZCI6eyIkaWQiOiIyMDg3IiwiQ29sb3IiOnsiJGlkIjoiMjA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g5IiwiVG9wIjowLjAsIkxlZnQiOjAuMCwiUmlnaHQiOjAuMCwiQm90dG9tIjowLjB9LCJQYWRkaW5nIjp7IiRpZCI6IjIwOTAiLCJUb3AiOjAuMCwiTGVmdCI6MC4wLCJSaWdodCI6MC4wLCJCb3R0b20iOjAuMH0sIkJhY2tncm91bmQiOnsiJGlkIjoiMjA5MSIsIkNvbG9yIjp7IiRpZCI6IjIwOTIiLCJBIjoyNTUsIlIiOjAsIkciOjAsIkIiOjB9fSwiSXNWaXNpYmxlIjp0cnVlLCJXaWR0aCI6MC4wLCJIZWlnaHQiOjAuMCwiQm9yZGVyU3R5bGUiOnsiJGlkIjoiMjA5MyIsIkxpbmVDb2xvciI6bnVsbCwiTGluZVdlaWdodCI6MC4wLCJMaW5lVHlwZSI6MCwiUGFyZW50U3R5bGUiOm51bGx9LCJQYXJlbnRTdHlsZSI6bnVsbH0sIlBhcmVudFN0eWxlIjpudWxsfSwiUGFyZW50U3R5bGUiOm51bGx9LCJEZWZhdWx0U3dpbWxhbmVBY3Rpdml0eVN0eWxlIjp7IiRpZCI6IjIwOTQiLCJIZWFkZXJTdHlsZSI6eyIkaWQiOiIyMDk1IiwiVGV4dFN0eWxlIjp7IiRpZCI6IjIwOTYiLCJGb250U2V0dGluZ3MiOnsiJGlkIjoiMjA5NyIsIkZvbnRTaXplIjoxMSwiRm9udE5hbWUiOiJDYWxpYnJpIiwiSXNCb2xkIjpmYWxzZSwiSXNJdGFsaWMiOmZhbHNlLCJJc1VuZGVybGluZWQiOmZhbHNlLCJQYXJlbnRTdHlsZSI6bnVsbH0sIkF1dG9TaXplIjoyLCJGb3JlZ3JvdW5kIjp7IiRpZCI6IjIwOTgiLCJDb2xvciI6eyIkaWQiOiIyMD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EwMCIsIlRvcCI6MC4wLCJMZWZ0IjowLjAsIlJpZ2h0IjowLjAsIkJvdHRvbSI6MC4wfSwiUGFkZGluZyI6eyIkaWQiOiIyMTAxIiwiVG9wIjowLjAsIkxlZnQiOjAuMCwiUmlnaHQiOjAuMCwiQm90dG9tIjowLjB9LCJCYWNrZ3JvdW5kIjp7IiRpZCI6IjIxMDIiLCJDb2xvciI6eyIkaWQiOiIyMTAzIiwiQSI6MjU1LCJSIjo2NCwiRyI6NjQsIkIiOjY0fX0sIklzVmlzaWJsZSI6dHJ1ZSwiV2lkdGgiOjAuMCwiSGVpZ2h0IjowLjAsIkJvcmRlclN0eWxlIjpudWxsLCJQYXJlbnRTdHlsZSI6bnVsbH0sIlJlY3RhbmdsZVN0eWxlIjp7IiRpZCI6IjIxMDQiLCJNYXJnaW4iOnsiJGlkIjoiMjEwNSIsIlRvcCI6MC4wLCJMZWZ0IjowLjAsIlJpZ2h0IjowLjAsIkJvdHRvbSI6MC4wfSwiUGFkZGluZyI6eyIkaWQiOiIyMTA2IiwiVG9wIjowLjAsIkxlZnQiOjAuMCwiUmlnaHQiOjAuMCwiQm90dG9tIjowLjB9LCJCYWNrZ3JvdW5kIjp7IiRpZCI6IjIxMDciLCJDb2xvciI6eyIkaWQiOiIyMTA4IiwiQSI6MTI3LCJSIjoyNTUsIkciOjE5MiwiQiI6MH19LCJJc1Zpc2libGUiOnRydWUsIldpZHRoIjowLjAsIkhlaWdodCI6MC4wLCJCb3JkZXJTdHlsZSI6eyIkaWQiOiIyMTA5IiwiTGluZUNvbG9yIjp7IiRpZCI6IjIxMTAiLCIkdHlwZSI6Ik5MUkUuQ29tbW9uLkRvbS5Tb2xpZENvbG9yQnJ1c2gsIE5MUkUuQ29tbW9uIiwiQ29sb3IiOnsiJGlkIjoiMjExMSIsIkEiOjI1NSwiUiI6MjU1LCJHIjoyNTUsIkIiOjI1NX19LCJMaW5lV2VpZ2h0IjowLjAsIkxpbmVUeXBlIjowLCJQYXJlbnRTdHlsZSI6bnVsbH0sIlBhcmVudFN0eWxlIjpudWxsfSwiTWFyZ2luIjp7IiRpZCI6IjIxMTIiLCJUb3AiOjAuMCwiTGVmdCI6MC4wLCJSaWdodCI6MC4wLCJCb3R0b20iOjAuMH0sIlBhZGRpbmciOnsiJGlkIjoiMjExMyIsIlRvcCI6MC4wLCJMZWZ0IjowLjAsIlJpZ2h0IjowLjAsIkJvdHRvbSI6MC4wfSwiQmFja2dyb3VuZCI6bnVsbCwiSXNWaXNpYmxlIjp0cnVlLCJXaWR0aCI6MC4wLCJIZWlnaHQiOjAuMCwiQm9yZGVyU3R5bGUiOm51bGwsIlBhcmVudFN0eWxlIjpudWxsfSwiQmFja2dyb3VuZFN0eWxlIjp7IiRpZCI6IjIxMTQiLCJNYXJnaW4iOnsiJGlkIjoiMjExNSIsIlRvcCI6MC4wLCJMZWZ0IjowLjAsIlJpZ2h0IjowLjAsIkJvdHRvbSI6MC4wfSwiUGFkZGluZyI6eyIkaWQiOiIyMTE2IiwiVG9wIjowLjAsIkxlZnQiOjAuMCwiUmlnaHQiOjAuMCwiQm90dG9tIjowLjB9LCJCYWNrZ3JvdW5kIjp7IiRpZCI6IjIxMTciLCJDb2xvciI6eyIkaWQiOiIyMTE4IiwiQSI6NTEsIlIiOjIwMCwiRyI6MjAwLCJCIjoyMDB9fSwiSXNWaXNpYmxlIjp0cnVlLCJXaWR0aCI6MC4wLCJIZWlnaHQiOjAuMCwiQm9yZGVyU3R5bGUiOnsiJGlkIjoiMjExOSIsIkxpbmVDb2xvciI6eyIkaWQiOiIyMTIwIiwiJHR5cGUiOiJOTFJFLkNvbW1vbi5Eb20uU29saWRDb2xvckJydXNoLCBOTFJFLkNvbW1vbiIsIkNvbG9yIjp7IiRpZCI6IjIxMjEiLCJBIjoyNTUsIlIiOjIzNCwiRyI6MjIsIkIiOjMwfX0sIkxpbmVXZWlnaHQiOjAuMCwiTGluZVR5cGUiOjAsIlBhcmVudFN0eWxlIjpudWxsfSwiUGFyZW50U3R5bGUiOm51bGx9LCJNYXJnaW4iOnsiJGlkIjoiMjEyMiIsIlRvcCI6MC4wLCJMZWZ0IjowLjAsIlJpZ2h0IjowLjAsIkJvdHRvbSI6MC4wfSwiUGFkZGluZyI6eyIkaWQiOiIyMTIzIiwiVG9wIjowLjAsIkxlZnQiOjAuMCwiUmlnaHQiOjAuMCwiQm90dG9tIjowLjB9LCJJc1Zpc2libGUiOnRydWUsIldpZHRoIjowLjAsIkhlaWdodCI6MC4wLCJCb3JkZXJTdHlsZSI6eyIkaWQiOiIyMTI0IiwiTGluZUNvbG9yIjpudWxsLCJMaW5lV2VpZ2h0IjowLjAsIkxpbmVUeXBlIjowLCJQYXJlbnRTdHlsZSI6bnVsbH0sIlBhcmVudFN0eWxlIjpudWxsfSwiTWFyZ2luIjp7IiRpZCI6IjIxMjUiLCJUb3AiOjAuMCwiTGVmdCI6MC4wLCJSaWdodCI6MC4wLCJCb3R0b20iOjAuMH0sIlBhZGRpbmciOnsiJGlkIjoiMjEyNiIsIlRvcCI6MC4wLCJMZWZ0IjowLjAsIlJpZ2h0IjowLjAsIkJvdHRvbSI6MC4wfSwiSXNWaXNpYmxlIjpmYWxzZSwiV2lkdGgiOjAuMCwiSGVpZ2h0IjowLjAsIkJvcmRlclN0eWxlIjp7IiRpZCI6IjIxMjciLCJMaW5lQ29sb3IiOm51bGwsIkxpbmVXZWlnaHQiOjAuMCwiTGluZVR5cGUiOjAsIlBhcmVudFN0eWxlIjpudWxsfSwiUGFyZW50U3R5bGUiOm51bGx9fSx7IiRpZCI6IjIxMjgiLCJfYWN0aXZpdGllcyI6W3siJGlkIjoiMjEyOSIsIl9yb3dzIjpbeyIkaWQiOiIyMTMwIiwiX3Rhc2tzIjpbeyIkaWQiOiIyMTMxIiwiX2F0dGFjaGVkTWlsZXN0b25lcyI6W10sIlRhc2tEZWZpbml0aW9uIjp7IiRpZCI6IjIxMzIiLCJHcm91cE5hbWUiOm51bGwsIlN0YXJ0RGF0ZSI6IjIwMjYtMTItMDFUMDA6MDA6MDBaIiwiRW5kRGF0ZSI6IjIwMjYtMTItMzFUMjM6NTk6MDBaIiwiUGVyY2VudGFnZUNvbXBsZXRlIjpudWxsLCJTdHlsZSI6eyIkaWQiOiIyMTMzIiwiU2hhcGUiOjEsIlNoYXBlVGhpY2tuZXNzIjowLCJEdXJhdGlvbkZvcm1hdCI6MCwiSW5jbHVkZU5vbldvcmtpbmdEYXlzSW5EdXJhdGlvbiI6ZmFsc2UsIlBlcmNlbnRhZ2VDb21wbGV0ZVN0eWxlIjp7IiRpZCI6IjIxMzQiLCJGb250U2V0dGluZ3MiOnsiJGlkIjoiMjEzNSIsIkZvbnRTaXplIjoxMCwiRm9udE5hbWUiOiJDYWxpYnJpIiwiSXNCb2xkIjpmYWxzZSwiSXNJdGFsaWMiOmZhbHNlLCJJc1VuZGVybGluZWQiOmZhbHNlLCJQYXJlbnRTdHlsZSI6bnVsbH0sIkF1dG9TaXplIjowLCJGb3JlZ3JvdW5kIjp7IiRpZCI6IjIxMzYiLCJDb2xvciI6eyIkaWQiOiIyMT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xMzgiLCJUb3AiOjAuMCwiTGVmdCI6MC4wLCJSaWdodCI6MC4wLCJCb3R0b20iOjAuMH0sIlBhZGRpbmciOnsiJGlkIjoiMjEzOSIsIlRvcCI6MC4wLCJMZWZ0IjowLjAsIlJpZ2h0IjowLjAsIkJvdHRvbSI6MC4wfSwiQmFja2dyb3VuZCI6eyIkaWQiOiIyMTQwIiwiQ29sb3IiOnsiJGlkIjoiMjE0MSIsIkEiOjg5LCJSIjowLCJHIjowLCJCIjowfX0sIklzVmlzaWJsZSI6dHJ1ZSwiV2lkdGgiOjAuMCwiSGVpZ2h0IjowLjAsIkJvcmRlclN0eWxlIjp7IiRpZCI6IjIxNDIiLCJMaW5lQ29sb3IiOm51bGwsIkxpbmVXZWlnaHQiOjAuMCwiTGluZVR5cGUiOjAsIlBhcmVudFN0eWxlIjpudWxsfSwiUGFyZW50U3R5bGUiOm51bGx9LCJEdXJhdGlvblN0eWxlIjp7IiRpZCI6IjIxNDMiLCJGb250U2V0dGluZ3MiOnsiJGlkIjoiMjE0NCIsIkZvbnRTaXplIjoxMCwiRm9udE5hbWUiOiJDYWxpYnJpIiwiSXNCb2xkIjpmYWxzZSwiSXNJdGFsaWMiOmZhbHNlLCJJc1VuZGVybGluZWQiOmZhbHNlLCJQYXJlbnRTdHlsZSI6bnVsbH0sIkF1dG9TaXplIjowLCJGb3JlZ3JvdW5kIjp7IiRpZCI6IjIxNDUiLCJDb2xvciI6eyIkaWQiOiIyMT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MTQ3IiwiVG9wIjowLjAsIkxlZnQiOjAuMCwiUmlnaHQiOjAuMCwiQm90dG9tIjowLjB9LCJQYWRkaW5nIjp7IiRpZCI6IjIxNDgiLCJUb3AiOjAuMCwiTGVmdCI6MC4wLCJSaWdodCI6MC4wLCJCb3R0b20iOjAuMH0sIkJhY2tncm91bmQiOnsiJGlkIjoiMjE0OSIsIkNvbG9yIjp7IiRpZCI6IjIxNTAiLCJBIjoyNTUsIlIiOjY4LCJHIjo4NCwiQiI6MTA2fX0sIklzVmlzaWJsZSI6dHJ1ZSwiV2lkdGgiOjAuMCwiSGVpZ2h0IjowLjAsIkJvcmRlclN0eWxlIjp7IiRpZCI6IjIxNTEiLCJMaW5lQ29sb3IiOm51bGwsIkxpbmVXZWlnaHQiOjAuMCwiTGluZVR5cGUiOjAsIlBhcmVudFN0eWxlIjpudWxsfSwiUGFyZW50U3R5bGUiOm51bGx9LCJIb3Jpem9udGFsQ29ubmVjdG9yU3R5bGUiOnsiJGlkIjoiMjE1MiIsIkxpbmVDb2xvciI6eyIkaWQiOiIyMTUzIiwiJHR5cGUiOiJOTFJFLkNvbW1vbi5Eb20uU29saWRDb2xvckJydXNoLCBOTFJFLkNvbW1vbiIsIkNvbG9yIjp7IiRpZCI6IjIxNTQiLCJBIjoyNTUsIlIiOjAsIkciOjAsIkIiOjB9fSwiTGluZVdlaWdodCI6MC4wLCJMaW5lVHlwZSI6MCwiUGFyZW50U3R5bGUiOm51bGx9LCJWZXJ0aWNhbENvbm5lY3RvclN0eWxlIjp7IiRpZCI6IjIxNTUiLCJMaW5lQ29sb3IiOnsiJGlkIjoiMjE1NiIsIiR0eXBlIjoiTkxSRS5Db21tb24uRG9tLlNvbGlkQ29sb3JCcnVzaCwgTkxSRS5Db21tb24iLCJDb2xvciI6eyIkaWQiOiIyMTU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MTU4IiwiU2hhcGVTdHlsZSI6eyIkaWQiOiIyMTU5IiwiTWFyZ2luIjp7IiRpZCI6IjIxNjAiLCJUb3AiOjAuMCwiTGVmdCI6MC4wLCJSaWdodCI6MC4wLCJCb3R0b20iOjAuMH0sIlBhZGRpbmciOnsiJGlkIjoiMjE2MSIsIlRvcCI6MC4wLCJMZWZ0IjowLjAsIlJpZ2h0IjowLjAsIkJvdHRvbSI6MC4wfSwiQmFja2dyb3VuZCI6eyIkaWQiOiIyMTYyIiwiQ29sb3IiOnsiJGlkIjoiMjE2MyIsIkEiOjE1MywiUiI6MCwiRyI6MCwiQiI6MH19LCJJc1Zpc2libGUiOnRydWUsIldpZHRoIjowLjAsIkhlaWdodCI6MC4wLCJCb3JkZXJTdHlsZSI6bnVsbCwiUGFyZW50U3R5bGUiOm51bGx9LCJNYXJnaW4iOnsiJGlkIjoiMjE2NCIsIlRvcCI6MC4wLCJMZWZ0IjowLjAsIlJpZ2h0IjowLjAsIkJvdHRvbSI6MC4wfSwiUGFkZGluZyI6eyIkaWQiOiIyMTY1IiwiVG9wIjowLjAsIkxlZnQiOjAuMCwiUmlnaHQiOjAuMCwiQm90dG9tIjowLjB9LCJCYWNrZ3JvdW5kIjpudWxsLCJJc1Zpc2libGUiOnRydWUsIldpZHRoIjowLjAsIkhlaWdodCI6MC4wLCJCb3JkZXJTdHlsZSI6bnVsbCwiUGFyZW50U3R5bGUiOm51bGx9LCJTaGFwZVN0eWxlIjp7IiRpZCI6IjIxNjYiLCJNYXJnaW4iOnsiJGlkIjoiMjE2NyIsIlRvcCI6MC4wLCJMZWZ0Ijo0LjAsIlJpZ2h0Ijo0LjAsIkJvdHRvbSI6MC4wfSwiUGFkZGluZyI6eyIkaWQiOiIyMTY4IiwiVG9wIjowLjAsIkxlZnQiOjAuMCwiUmlnaHQiOjAuMCwiQm90dG9tIjowLjB9LCJCYWNrZ3JvdW5kIjp7IiRpZCI6IjIxNjkiLCJDb2xvciI6eyIkaWQiOiIyMTcwIiwiQSI6MjU1LCJSIjoxMTIsIkciOjE3MywiQiI6NzF9fSwiSXNWaXNpYmxlIjp0cnVlLCJXaWR0aCI6MC4wLCJIZWlnaHQiOjEwLjAsIkJvcmRlclN0eWxlIjp7IiRpZCI6IjIxNzEiLCJMaW5lQ29sb3IiOnsiJGlkIjoiMjE3MiIsIiR0eXBlIjoiTkxSRS5Db21tb24uRG9tLlNvbGlkQ29sb3JCcnVzaCwgTkxSRS5Db21tb24iLCJDb2xvciI6eyIkaWQiOiIyMTczIiwiQSI6MjU1LCJSIjoyMzQsIkciOjIyLCJCIjozMH19LCJMaW5lV2VpZ2h0IjowLjAsIkxpbmVUeXBlIjowLCJQYXJlbnRTdHlsZSI6bnVsbH0sIlBhcmVudFN0eWxlIjpudWxsfSwiVGl0bGVTdHlsZSI6eyIkaWQiOiIyMTc0IiwiRm9udFNldHRpbmdzIjp7IiRpZCI6IjIxNzUiLCJGb250U2l6ZSI6MTEsIkZvbnROYW1lIjoiVGl0aWxsaXVtIFdlYiIsIklzQm9sZCI6ZmFsc2UsIklzSXRhbGljIjpmYWxzZSwiSXNVbmRlcmxpbmVkIjpmYWxzZSwiUGFyZW50U3R5bGUiOm51bGx9LCJBdXRvU2l6ZSI6MCwiRm9yZWdyb3VuZCI6eyIkaWQiOiIyMTc2IiwiQ29sb3IiOnsiJGlkIjoiMjE3Ny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yMTc4IiwiVG9wIjowLjAsIkxlZnQiOjAuMCwiUmlnaHQiOjAuMCwiQm90dG9tIjowLjB9LCJQYWRkaW5nIjp7IiRpZCI6IjIxNzkiLCJUb3AiOjAuMCwiTGVmdCI6MC4wLCJSaWdodCI6MC4wLCJCb3R0b20iOjAuMH0sIkJhY2tncm91bmQiOnsiJGlkIjoiMjE4MCIsIkNvbG9yIjp7IiRpZCI6IjIxODEiLCJBIjowLCJSIjoyNTUsIkciOjI1NSwiQiI6MjU1fX0sIklzVmlzaWJsZSI6dHJ1ZSwiV2lkdGgiOjAuMCwiSGVpZ2h0IjowLjAsIkJvcmRlclN0eWxlIjp7IiRpZCI6IjIxODIiLCJMaW5lQ29sb3IiOm51bGwsIkxpbmVXZWlnaHQiOjAuMCwiTGluZVR5cGUiOjAsIlBhcmVudFN0eWxlIjpudWxsfSwiUGFyZW50U3R5bGUiOm51bGx9LCJEYXRlU3R5bGUiOnsiJGlkIjoiMjE4MyIsIkZvbnRTZXR0aW5ncyI6eyIkaWQiOiIyMTg0IiwiRm9udFNpemUiOjEwLCJGb250TmFtZSI6IlRpdGlsbGl1bSBXZWIiLCJJc0JvbGQiOmZhbHNlLCJJc0l0YWxpYyI6ZmFsc2UsIklzVW5kZXJsaW5lZCI6ZmFsc2UsIlBhcmVudFN0eWxlIjpudWxsfSwiQXV0b1NpemUiOjAsIkZvcmVncm91bmQiOnsiJGlkIjoiMjE4NSIsIkNvbG9yIjp7IiRpZCI6IjIxODY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jE4NyIsIlRvcCI6MC4wLCJMZWZ0IjowLjAsIlJpZ2h0IjowLjAsIkJvdHRvbSI6MC4wfSwiUGFkZGluZyI6eyIkaWQiOiIyMTg4IiwiVG9wIjowLjAsIkxlZnQiOjAuMCwiUmlnaHQiOjAuMCwiQm90dG9tIjowLjB9LCJCYWNrZ3JvdW5kIjp7IiRpZCI6IjIxODkiLCJDb2xvciI6eyIkaWQiOiIyMTkwIiwiQSI6MCwiUiI6MjU1LCJHIjoyNTUsIkIiOjI1NX19LCJJc1Zpc2libGUiOnRydWUsIldpZHRoIjowLjAsIkhlaWdodCI6MC4wLCJCb3JkZXJTdHlsZSI6eyIkaWQiOiIyMTkxIiwiTGluZUNvbG9yIjpudWxsLCJMaW5lV2VpZ2h0IjowLjAsIkxpbmVUeXBlIjowLCJQYXJlbnRTdHlsZSI6bnVsbH0sIlBhcmVudFN0eWxlIjpudWxsfSwiRGF0ZUZvcm1hdCI6eyIkaWQiOiIyMT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OTMiLCJGb3JtYXQiOjAsIklzVmlzaWJsZSI6ZmFsc2UsIkxhc3RLbm93blZpc2liaWxpdHlTdGF0ZSI6ZmFsc2V9LCJJc1Zpc2libGUiOnRydWUsIlZhcmlhbmNlU3R5bGUiOnsiJGlkIjoiMjE5NCIsIlRleHRTdHlsZSI6eyIkaWQiOiIyMTk1IiwiRm9udFNldHRpbmdzIjp7IiRpZCI6IjIxOTYiLCJGb250U2l6ZSI6MTAsIkZvbnROYW1lIjoiQ2FsaWJyaSIsIklzQm9sZCI6ZmFsc2UsIklzSXRhbGljIjpmYWxzZSwiSXNVbmRlcmxpbmVkIjpmYWxzZSwiUGFyZW50U3R5bGUiOm51bGx9LCJBdXRvU2l6ZSI6MCwiRm9yZWdyb3VuZCI6eyIkaWQiOiIyMTk3IiwiQ29sb3IiOnsiJGlkIjoiMjE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Tk5IiwiVG9wIjowLjAsIkxlZnQiOjAuMCwiUmlnaHQiOjAuMCwiQm90dG9tIjowLjB9LCJQYWRkaW5nIjp7IiRpZCI6IjIyMDAiLCJUb3AiOjAuMCwiTGVmdCI6MC4wLCJSaWdodCI6MC4wLCJCb3R0b20iOjAuMH0sIkJhY2tncm91bmQiOnsiJGlkIjoiMjIwMSIsIkNvbG9yIjp7IiRpZCI6IjIyMDIiLCJBIjoyNTUsIlIiOjAsIkciOjAsIkIiOjB9fSwiSXNWaXNpYmxlIjp0cnVlLCJXaWR0aCI6MC4wLCJIZWlnaHQiOjAuMCwiQm9yZGVyU3R5bGUiOnsiJGlkIjoiMjIwMyIsIkxpbmVDb2xvciI6bnVsbCwiTGluZVdlaWdodCI6MC4wLCJMaW5lVHlwZSI6MCwiUGFyZW50U3R5bGUiOm51bGx9LCJQYXJlbnRTdHlsZSI6bnVsbH0sIlBhcmVudFN0eWxlIjpudWxsfSwiUGFyZW50U3R5bGUiOm51bGx9LCJJbmRleCI6MTUsIlNtYXJ0RHVyYXRpb25BY3RpdmF0ZWQiOmZhbHNlLCJEYXRlRm9ybWF0Ijp7IiRyZWYiOiIyMTkyIn0sIldlZWtOdW1iZXJpbmciOnsiJGlkIjoiMjIwNCIsIkZvcm1hdCI6MCwiSXNWaXNpYmxlIjpmYWxzZSwiTGFzdEtub3duVmlzaWJpbGl0eVN0YXRlIjpmYWxzZX0sIkJhc2VsaW5lRGF0YSI6eyIkaWQiOiIyMjA1IiwiU3RhcnREYXRlIjoiMjAyNi0xMi0wMVQwMDowMDowMCIsIkVuZERhdGUiOiIyMDI2LTEyLTMxVDIzOjU5OjAwIn0sIklkIjoiZDg3Y2UwYjktNWY1Mi00MzQ1LWJlYjgtNTZjNDdjN2U5M2UwIiwiSW1wb3J0SWQiOm51bGwsIlRpdGxlIjoiVmVyc2nDs24gbcOtbmltYSB2aWFibGUgKFNwcmludHMgMTUtMTcpIiwiTm90ZSI6bnVsbCwiSHlwZXJsaW5rIjp7IiRpZCI6IjIyMDYiLCJBZGRyZXNzIjoiIiwiU3ViQWRkcmVzcyI6IiJ9LCJJc0NoYW5nZWQiOmZhbHNlLCJJc05ldyI6ZmFsc2V9fV0sIl9taWxlc3RvbmVzIjpbXSwiSWQiOiIwMDAwMDAwMC0wMDAwLTAwMDAtMDAwMC0wMDAwMDAwMDAwMDAiLCJJc1NpbmdsZUl0ZW1Sb3ciOnRydWV9XSwiSW5kZXgiOjE0LCJJZCI6IjY0MmNlOWI3LTY3ZjUtNDQ2NS04YmJiLTQzMzVhNzUyOTE2YSIsIkhlYWRlclRleHQiOm51bGwsIklzRGVmYXVsdCI6dHJ1ZSwiU3R5bGUiOnsiJGlkIjoiMjIwNyIsIkhlYWRlclN0eWxlIjp7IiRpZCI6IjIyMDgiLCJUZXh0U3R5bGUiOnsiJGlkIjoiMjIwOSIsIkZvbnRTZXR0aW5ncyI6eyIkaWQiOiIyMjEwIiwiRm9udFNpemUiOjExLCJGb250TmFtZSI6IkNhbGlicmkiLCJJc0JvbGQiOmZhbHNlLCJJc0l0YWxpYyI6ZmFsc2UsIklzVW5kZXJsaW5lZCI6ZmFsc2UsIlBhcmVudFN0eWxlIjpudWxsfSwiQXV0b1NpemUiOjIsIkZvcmVncm91bmQiOnsiJGlkIjoiMjIxMSIsIkNvbG9yIjp7IiRpZCI6IjIyMTI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MjEzIiwiVG9wIjowLjAsIkxlZnQiOjAuMCwiUmlnaHQiOjAuMCwiQm90dG9tIjowLjB9LCJQYWRkaW5nIjp7IiRpZCI6IjIyMTQiLCJUb3AiOjAuMCwiTGVmdCI6MC4wLCJSaWdodCI6MC4wLCJCb3R0b20iOjAuMH0sIkJhY2tncm91bmQiOnsiJGlkIjoiMjIxNSIsIkNvbG9yIjp7IiRpZCI6IjIyMTYiLCJBIjoyNTUsIlIiOjY0LCJHIjo2NCwiQiI6NjR9fSwiSXNWaXNpYmxlIjp0cnVlLCJXaWR0aCI6MC4wLCJIZWlnaHQiOjAuMCwiQm9yZGVyU3R5bGUiOm51bGwsIlBhcmVudFN0eWxlIjpudWxsfSwiUmVjdGFuZ2xlU3R5bGUiOnsiJGlkIjoiMjIxNyIsIk1hcmdpbiI6eyIkaWQiOiIyMjE4IiwiVG9wIjowLjAsIkxlZnQiOjAuMCwiUmlnaHQiOjAuMCwiQm90dG9tIjowLjB9LCJQYWRkaW5nIjp7IiRpZCI6IjIyMTkiLCJUb3AiOjAuMCwiTGVmdCI6MC4wLCJSaWdodCI6MC4wLCJCb3R0b20iOjAuMH0sIkJhY2tncm91bmQiOnsiJGlkIjoiMjIyMCIsIkNvbG9yIjp7IiRpZCI6IjIyMjEiLCJBIjoxMjcsIlIiOjExMiwiRyI6MTczLCJCIjo3MX19LCJJc1Zpc2libGUiOnRydWUsIldpZHRoIjowLjAsIkhlaWdodCI6MC4wLCJCb3JkZXJTdHlsZSI6eyIkaWQiOiIyMjIyIiwiTGluZUNvbG9yIjp7IiRpZCI6IjIyMjMiLCIkdHlwZSI6Ik5MUkUuQ29tbW9uLkRvbS5Tb2xpZENvbG9yQnJ1c2gsIE5MUkUuQ29tbW9uIiwiQ29sb3IiOnsiJGlkIjoiMjIyNCIsIkEiOjI1NSwiUiI6MjU1LCJHIjoyNTUsIkIiOjI1NX19LCJMaW5lV2VpZ2h0IjowLjAsIkxpbmVUeXBlIjowLCJQYXJlbnRTdHlsZSI6bnVsbH0sIlBhcmVudFN0eWxlIjpudWxsfSwiTWFyZ2luIjp7IiRpZCI6IjIyMjUiLCJUb3AiOjAuMCwiTGVmdCI6MC4wLCJSaWdodCI6MC4wLCJCb3R0b20iOjAuMH0sIlBhZGRpbmciOnsiJGlkIjoiMjIyNiIsIlRvcCI6MC4wLCJMZWZ0IjowLjAsIlJpZ2h0IjowLjAsIkJvdHRvbSI6MC4wfSwiQmFja2dyb3VuZCI6bnVsbCwiSXNWaXNpYmxlIjp0cnVlLCJXaWR0aCI6MC4wLCJIZWlnaHQiOjAuMCwiQm9yZGVyU3R5bGUiOm51bGwsIlBhcmVudFN0eWxlIjpudWxsfSwiQmFja2dyb3VuZFN0eWxlIjp7IiRpZCI6IjIyMjciLCJNYXJnaW4iOnsiJGlkIjoiMjIyOCIsIlRvcCI6MC4wLCJMZWZ0IjowLjAsIlJpZ2h0IjowLjAsIkJvdHRvbSI6MC4wfSwiUGFkZGluZyI6eyIkaWQiOiIyMjI5IiwiVG9wIjowLjAsIkxlZnQiOjAuMCwiUmlnaHQiOjAuMCwiQm90dG9tIjowLjB9LCJCYWNrZ3JvdW5kIjp7IiRpZCI6IjIyMzAiLCJDb2xvciI6eyIkaWQiOiIyMjMxIiwiQSI6NTEsIlIiOjIwMCwiRyI6MjAwLCJCIjoyMDB9fSwiSXNWaXNpYmxlIjp0cnVlLCJXaWR0aCI6MC4wLCJIZWlnaHQiOjAuMCwiQm9yZGVyU3R5bGUiOnsiJGlkIjoiMjIzMiIsIkxpbmVDb2xvciI6eyIkaWQiOiIyMjMzIiwiJHR5cGUiOiJOTFJFLkNvbW1vbi5Eb20uU29saWRDb2xvckJydXNoLCBOTFJFLkNvbW1vbiIsIkNvbG9yIjp7IiRpZCI6IjIyMzQiLCJBIjoyNTUsIlIiOjIzNCwiRyI6MjIsIkIiOjMwfX0sIkxpbmVXZWlnaHQiOjAuMCwiTGluZVR5cGUiOjAsIlBhcmVudFN0eWxlIjpudWxsfSwiUGFyZW50U3R5bGUiOm51bGx9LCJNYXJnaW4iOnsiJGlkIjoiMjIzNSIsIlRvcCI6MC4wLCJMZWZ0IjowLjAsIlJpZ2h0IjowLjAsIkJvdHRvbSI6MC4wfSwiUGFkZGluZyI6eyIkaWQiOiIyMjM2IiwiVG9wIjowLjAsIkxlZnQiOjAuMCwiUmlnaHQiOjAuMCwiQm90dG9tIjowLjB9LCJJc1Zpc2libGUiOnRydWUsIldpZHRoIjowLjAsIkhlaWdodCI6MC4wLCJCb3JkZXJTdHlsZSI6eyIkaWQiOiIyMjM3IiwiTGluZUNvbG9yIjpudWxsLCJMaW5lV2VpZ2h0IjowLjAsIkxpbmVUeXBlIjowLCJQYXJlbnRTdHlsZSI6bnVsbH0sIlBhcmVudFN0eWxlIjpudWxsfX1dLCJJZCI6ImViYjhlZjFkLWU2ZDktNGI1ZS04YWZkLTJhOWY0ZWE0ODNhMSIsIkluZGV4IjoxNCwiSGVhZGVyVGV4dCI6Ik1WUFxyXG4iLCJTdHlsZSI6eyIkaWQiOiIyMjM4IiwiU3R5bGVJZCI6ImIyNGY4MDQ1LWY2OWItNGE0My04MjlmLWE1NjUwM2ZkY2Q2OSIsIkhlYWRlclN0eWxlIjp7IiRpZCI6IjIyMzkiLCJUZXh0SXNWZXJ0aWNhbCI6ZmFsc2UsIlRleHRTdHlsZSI6eyIkaWQiOiIyMjQwIiwiRm9udFNldHRpbmdzIjp7IiRpZCI6IjIyNDEiLCJGb250U2l6ZSI6MTEsIkZvbnROYW1lIjoiVGl0aWxsaXVtIFdlYiIsIklzQm9sZCI6ZmFsc2UsIklzSXRhbGljIjpmYWxzZSwiSXNVbmRlcmxpbmVkIjpmYWxzZSwiUGFyZW50U3R5bGUiOm51bGx9LCJBdXRvU2l6ZSI6MiwiRm9yZWdyb3VuZCI6eyIkaWQiOiIyMjQyIiwiQ29sb3IiOnsiJGlkIjoiMjI0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yNDQiLCJUb3AiOjAuMCwiTGVmdCI6MC4wLCJSaWdodCI6MC4wLCJCb3R0b20iOjAuMH0sIlBhZGRpbmciOnsiJGlkIjoiMjI0NSIsIlRvcCI6MC4wLCJMZWZ0IjowLjAsIlJpZ2h0IjowLjAsIkJvdHRvbSI6MC4wfSwiQmFja2dyb3VuZCI6eyIkaWQiOiIyMjQ2IiwiQ29sb3IiOnsiJGlkIjoiMjI0NyIsIkEiOjI1NSwiUiI6MjU1LCJHIjoyNTUsIkIiOjI1NX19LCJJc1Zpc2libGUiOnRydWUsIldpZHRoIjowLjAsIkhlaWdodCI6MC4wLCJCb3JkZXJTdHlsZSI6bnVsbCwiUGFyZW50U3R5bGUiOm51bGx9LCJSZWN0YW5nbGVTdHlsZSI6eyIkaWQiOiIyMjQ4IiwiTWFyZ2luIjp7IiRpZCI6IjIyNDkiLCJUb3AiOjAuMCwiTGVmdCI6MC4wLCJSaWdodCI6MC4wLCJCb3R0b20iOjAuMH0sIlBhZGRpbmciOnsiJGlkIjoiMjI1MCIsIlRvcCI6MC4wLCJMZWZ0IjowLjAsIlJpZ2h0IjowLjAsIkJvdHRvbSI6MC4wfSwiQmFja2dyb3VuZCI6eyIkaWQiOiIyMjUxIiwiQ29sb3IiOnsiJGlkIjoiMjI1MiIsIkEiOjI1NSwiUiI6MTEyLCJHIjoxNzMsIkIiOjcxfX0sIklzVmlzaWJsZSI6dHJ1ZSwiV2lkdGgiOjAuMCwiSGVpZ2h0IjowLjAsIkJvcmRlclN0eWxlIjp7IiRpZCI6IjIyNTMiLCJMaW5lQ29sb3IiOnsiJGlkIjoiMjI1NCIsIiR0eXBlIjoiTkxSRS5Db21tb24uRG9tLlNvbGlkQ29sb3JCcnVzaCwgTkxSRS5Db21tb24iLCJDb2xvciI6eyIkaWQiOiIyMjU1IiwiQSI6MjU1LCJSIjoyNTUsIkciOjI1NSwiQiI6MjU1fX0sIkxpbmVXZWlnaHQiOjAuMCwiTGluZVR5cGUiOjAsIlBhcmVudFN0eWxlIjpudWxsfSwiUGFyZW50U3R5bGUiOm51bGx9LCJNYXJnaW4iOnsiJGlkIjoiMjI1NiIsIlRvcCI6MC4wLCJMZWZ0IjowLjAsIlJpZ2h0IjowLjAsIkJvdHRvbSI6MC4wfSwiUGFkZGluZyI6eyIkaWQiOiIyMjU3IiwiVG9wIjowLjAsIkxlZnQiOjAuMCwiUmlnaHQiOjAuMCwiQm90dG9tIjowLjB9LCJCYWNrZ3JvdW5kIjpudWxsLCJJc1Zpc2libGUiOnRydWUsIldpZHRoIjowLjAsIkhlaWdodCI6MC4wLCJCb3JkZXJTdHlsZSI6bnVsbCwiUGFyZW50U3R5bGUiOm51bGx9LCJCYWNrZ3JvdW5kU3R5bGUiOnsiJGlkIjoiMjI1OCIsIk1hcmdpbiI6eyIkaWQiOiIyMjU5IiwiVG9wIjowLjAsIkxlZnQiOjAuMCwiUmlnaHQiOjAuMCwiQm90dG9tIjowLjB9LCJQYWRkaW5nIjp7IiRpZCI6IjIyNjAiLCJUb3AiOjAuMCwiTGVmdCI6MC4wLCJSaWdodCI6MC4wLCJCb3R0b20iOjAuMH0sIkJhY2tncm91bmQiOnsiJGlkIjoiMjI2MSIsIkNvbG9yIjp7IiRpZCI6IjIyNjIiLCJBIjo1MSwiUiI6MjAwLCJHIjoyMDAsIkIiOjIwMH19LCJJc1Zpc2libGUiOnRydWUsIldpZHRoIjowLjAsIkhlaWdodCI6MC4wLCJCb3JkZXJTdHlsZSI6eyIkaWQiOiIyMjYzIiwiTGluZUNvbG9yIjp7IiRpZCI6IjIyNjQiLCIkdHlwZSI6Ik5MUkUuQ29tbW9uLkRvbS5Tb2xpZENvbG9yQnJ1c2gsIE5MUkUuQ29tbW9uIiwiQ29sb3IiOnsiJGlkIjoiMjI2NSIsIkEiOjI1NSwiUiI6MjM0LCJHIjoyMiwiQiI6MzB9fSwiTGluZVdlaWdodCI6MC4wLCJMaW5lVHlwZSI6MCwiUGFyZW50U3R5bGUiOm51bGx9LCJQYXJlbnRTdHlsZSI6bnVsbH0sIklzQWJvdmVUaW1lYmFuZCI6ZmFsc2UsIlNwYWNpbmciOjIsIkRlZmF1bHRTd2ltbGFuZVRhc2tTdHlsZSI6eyIkaWQiOiIyMjY2IiwiJHR5cGUiOiJOTFJFLkNvbW1vbi5Eb20uU3R5bGVzLkV4cGxpY2l0U2V0YWJsZVRhc2tTdHlsZSwgTkxSRS5Db21tb24iLCJTaGFwZSI6MSwiU2hhcGVUaGlja25lc3MiOjAsIkR1cmF0aW9uRm9ybWF0IjowLCJJbmNsdWRlTm9uV29ya2luZ0RheXNJbkR1cmF0aW9uIjpmYWxzZSwiUGVyY2VudGFnZUNvbXBsZXRlU3R5bGUiOnsiJGlkIjoiMjI2NyIsIkZvbnRTZXR0aW5ncyI6eyIkaWQiOiIyMjY4IiwiRm9udFNpemUiOjEwLCJGb250TmFtZSI6IkNhbGlicmkiLCJJc0JvbGQiOmZhbHNlLCJJc0l0YWxpYyI6ZmFsc2UsIklzVW5kZXJsaW5lZCI6ZmFsc2UsIlBhcmVudFN0eWxlIjpudWxsfSwiQXV0b1NpemUiOjAsIkZvcmVncm91bmQiOnsiJGlkIjoiMjI2OSIsIkNvbG9yIjp7IiRpZCI6IjIy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I3MSIsIlRvcCI6MC4wLCJMZWZ0IjowLjAsIlJpZ2h0IjowLjAsIkJvdHRvbSI6MC4wfSwiUGFkZGluZyI6eyIkaWQiOiIyMjcyIiwiVG9wIjowLjAsIkxlZnQiOjAuMCwiUmlnaHQiOjAuMCwiQm90dG9tIjowLjB9LCJCYWNrZ3JvdW5kIjp7IiRpZCI6IjIyNzMiLCJDb2xvciI6eyIkaWQiOiIyMjc0IiwiQSI6ODksIlIiOjAsIkciOjAsIkIiOjB9fSwiSXNWaXNpYmxlIjp0cnVlLCJXaWR0aCI6MC4wLCJIZWlnaHQiOjAuMCwiQm9yZGVyU3R5bGUiOnsiJGlkIjoiMjI3NSIsIkxpbmVDb2xvciI6bnVsbCwiTGluZVdlaWdodCI6MC4wLCJMaW5lVHlwZSI6MCwiUGFyZW50U3R5bGUiOm51bGx9LCJQYXJlbnRTdHlsZSI6bnVsbH0sIkR1cmF0aW9uU3R5bGUiOnsiJGlkIjoiMjI3NiIsIkZvbnRTZXR0aW5ncyI6eyIkaWQiOiIyMjc3IiwiRm9udFNpemUiOjEwLCJGb250TmFtZSI6IkNhbGlicmkiLCJJc0JvbGQiOmZhbHNlLCJJc0l0YWxpYyI6ZmFsc2UsIklzVW5kZXJsaW5lZCI6ZmFsc2UsIlBhcmVudFN0eWxlIjpudWxsfSwiQXV0b1NpemUiOjAsIkZvcmVncm91bmQiOnsiJGlkIjoiMjI3OCIsIkNvbG9yIjp7IiRpZCI6IjIy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IyODAiLCJUb3AiOjAuMCwiTGVmdCI6MC4wLCJSaWdodCI6MC4wLCJCb3R0b20iOjAuMH0sIlBhZGRpbmciOnsiJGlkIjoiMjI4MSIsIlRvcCI6MC4wLCJMZWZ0IjowLjAsIlJpZ2h0IjowLjAsIkJvdHRvbSI6MC4wfSwiQmFja2dyb3VuZCI6eyIkaWQiOiIyMjgyIiwiQ29sb3IiOnsiJGlkIjoiMjI4MyIsIkEiOjI1NSwiUiI6NjgsIkciOjg0LCJCIjoxMDZ9fSwiSXNWaXNpYmxlIjp0cnVlLCJXaWR0aCI6MC4wLCJIZWlnaHQiOjAuMCwiQm9yZGVyU3R5bGUiOnsiJGlkIjoiMjI4NCIsIkxpbmVDb2xvciI6bnVsbCwiTGluZVdlaWdodCI6MC4wLCJMaW5lVHlwZSI6MCwiUGFyZW50U3R5bGUiOm51bGx9LCJQYXJlbnRTdHlsZSI6bnVsbH0sIkhvcml6b250YWxDb25uZWN0b3JTdHlsZSI6eyIkaWQiOiIyMjg1IiwiTGluZUNvbG9yIjp7IiRpZCI6IjIyODYiLCIkdHlwZSI6Ik5MUkUuQ29tbW9uLkRvbS5Tb2xpZENvbG9yQnJ1c2gsIE5MUkUuQ29tbW9uIiwiQ29sb3IiOnsiJGlkIjoiMjI4NyIsIkEiOjI1NSwiUiI6MCwiRyI6MCwiQiI6MH19LCJMaW5lV2VpZ2h0IjowLjAsIkxpbmVUeXBlIjowLCJQYXJlbnRTdHlsZSI6bnVsbH0sIlZlcnRpY2FsQ29ubmVjdG9yU3R5bGUiOnsiJGlkIjoiMjI4OCIsIkxpbmVDb2xvciI6eyIkaWQiOiIyMjg5IiwiJHR5cGUiOiJOTFJFLkNvbW1vbi5Eb20uU29saWRDb2xvckJydXNoLCBOTFJFLkNvbW1vbiIsIkNvbG9yIjp7IiRpZCI6IjIyOT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yMjkxIiwiU2hhcGVTdHlsZSI6eyIkaWQiOiIyMjkyIiwiTWFyZ2luIjp7IiRpZCI6IjIyOTMiLCJUb3AiOjAuMCwiTGVmdCI6MC4wLCJSaWdodCI6MC4wLCJCb3R0b20iOjAuMH0sIlBhZGRpbmciOnsiJGlkIjoiMjI5NCIsIlRvcCI6MC4wLCJMZWZ0IjowLjAsIlJpZ2h0IjowLjAsIkJvdHRvbSI6MC4wfSwiQmFja2dyb3VuZCI6eyIkaWQiOiIyMjk1IiwiQ29sb3IiOnsiJGlkIjoiMjI5NiIsIkEiOjE1MywiUiI6MCwiRyI6MCwiQiI6MH19LCJJc1Zpc2libGUiOnRydWUsIldpZHRoIjowLjAsIkhlaWdodCI6MC4wLCJCb3JkZXJTdHlsZSI6eyIkaWQiOiIyMjk3IiwiTGluZUNvbG9yIjp7IiRpZCI6IjIyOTgiLCIkdHlwZSI6Ik5MUkUuQ29tbW9uLkRvbS5Tb2xpZENvbG9yQnJ1c2gsIE5MUkUuQ29tbW9uIiwiQ29sb3IiOnsiJGlkIjoiMjI5OSIsIkEiOjI1NSwiUiI6MjU1LCJHIjowLCJCIjowfX0sIkxpbmVXZWlnaHQiOjAuMCwiTGluZVR5cGUiOjAsIlBhcmVudFN0eWxlIjpudWxsfSwiUGFyZW50U3R5bGUiOm51bGx9LCJNYXJnaW4iOnsiJGlkIjoiMjMwMCIsIlRvcCI6MC4wLCJMZWZ0IjowLjAsIlJpZ2h0IjowLjAsIkJvdHRvbSI6MC4wfSwiUGFkZGluZyI6eyIkaWQiOiIyMzAxIiwiVG9wIjowLjAsIkxlZnQiOjAuMCwiUmlnaHQiOjAuMCwiQm90dG9tIjowLjB9LCJCYWNrZ3JvdW5kIjpudWxsLCJJc1Zpc2libGUiOnRydWUsIldpZHRoIjowLjAsIkhlaWdodCI6MC4wLCJCb3JkZXJTdHlsZSI6bnVsbCwiUGFyZW50U3R5bGUiOm51bGx9LCJTaGFwZVN0eWxlIjp7IiRpZCI6IjIzMDIiLCJNYXJnaW4iOnsiJGlkIjoiMjMwMyIsIlRvcCI6MC4wLCJMZWZ0Ijo0LjAsIlJpZ2h0Ijo0LjAsIkJvdHRvbSI6MC4wfSwiUGFkZGluZyI6eyIkaWQiOiIyMzA0IiwiVG9wIjowLjAsIkxlZnQiOjAuMCwiUmlnaHQiOjAuMCwiQm90dG9tIjowLjB9LCJCYWNrZ3JvdW5kIjp7IiRpZCI6IjIzMDUiLCJDb2xvciI6eyIkaWQiOiIyMzA2IiwiQSI6MjU1LCJSIjoxMTIsIkciOjE3MywiQiI6NzF9fSwiSXNWaXNpYmxlIjp0cnVlLCJXaWR0aCI6MC4wLCJIZWlnaHQiOjEwLjAsIkJvcmRlclN0eWxlIjp7IiRpZCI6IjIzMDciLCJMaW5lQ29sb3IiOnsiJGlkIjoiMjMwOCIsIiR0eXBlIjoiTkxSRS5Db21tb24uRG9tLlNvbGlkQ29sb3JCcnVzaCwgTkxSRS5Db21tb24iLCJDb2xvciI6eyIkaWQiOiIyMzA5IiwiQSI6MjU1LCJSIjoyMzQsIkciOjIyLCJCIjozMH19LCJMaW5lV2VpZ2h0IjowLjAsIkxpbmVUeXBlIjowLCJQYXJlbnRTdHlsZSI6bnVsbH0sIlBhcmVudFN0eWxlIjpudWxsfSwiVGl0bGVTdHlsZSI6eyIkaWQiOiIyMzEwIiwiRm9udFNldHRpbmdzIjp7IiRpZCI6IjIzMTEiLCJGb250U2l6ZSI6MTEsIkZvbnROYW1lIjoiQ2FsaWJyaSIsIklzQm9sZCI6ZmFsc2UsIklzSXRhbGljIjpmYWxzZSwiSXNVbmRlcmxpbmVkIjpmYWxzZSwiUGFyZW50U3R5bGUiOm51bGx9LCJBdXRvU2l6ZSI6MCwiRm9yZWdyb3VuZCI6eyIkaWQiOiIyMzEyIiwiQ29sb3IiOnsiJGlkIjoiMjMx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E0IiwiVG9wIjowLjAsIkxlZnQiOjAuMCwiUmlnaHQiOjAuMCwiQm90dG9tIjowLjB9LCJQYWRkaW5nIjp7IiRpZCI6IjIzMTUiLCJUb3AiOjAuMCwiTGVmdCI6MC4wLCJSaWdodCI6MC4wLCJCb3R0b20iOjAuMH0sIkJhY2tncm91bmQiOnsiJGlkIjoiMjMxNiIsIkNvbG9yIjp7IiRpZCI6IjIzMTciLCJBIjoyNTUsIlIiOjAsIkciOjAsIkIiOjB9fSwiSXNWaXNpYmxlIjp0cnVlLCJXaWR0aCI6MC4wLCJIZWlnaHQiOjAuMCwiQm9yZGVyU3R5bGUiOnsiJGlkIjoiMjMxOCIsIkxpbmVDb2xvciI6bnVsbCwiTGluZVdlaWdodCI6MC4wLCJMaW5lVHlwZSI6MCwiUGFyZW50U3R5bGUiOm51bGx9LCJQYXJlbnRTdHlsZSI6bnVsbH0sIkRhdGVTdHlsZSI6eyIkaWQiOiIyMzE5IiwiRm9udFNldHRpbmdzIjp7IiRpZCI6IjIzMjAiLCJGb250U2l6ZSI6MTAsIkZvbnROYW1lIjoiQ2FsaWJyaSIsIklzQm9sZCI6ZmFsc2UsIklzSXRhbGljIjpmYWxzZSwiSXNVbmRlcmxpbmVkIjpmYWxzZSwiUGFyZW50U3R5bGUiOm51bGx9LCJBdXRvU2l6ZSI6MCwiRm9yZWdyb3VuZCI6eyIkaWQiOiIyMzIxIiwiQ29sb3IiOnsiJGlkIjoiMjMy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jMyMyIsIlRvcCI6MC4wLCJMZWZ0IjowLjAsIlJpZ2h0IjowLjAsIkJvdHRvbSI6MC4wfSwiUGFkZGluZyI6eyIkaWQiOiIyMzI0IiwiVG9wIjowLjAsIkxlZnQiOjAuMCwiUmlnaHQiOjAuMCwiQm90dG9tIjowLjB9LCJCYWNrZ3JvdW5kIjp7IiRpZCI6IjIzMjUiLCJDb2xvciI6eyIkaWQiOiIyMzI2IiwiQSI6MjU1LCJSIjo2OCwiRyI6ODQsIkIiOjEwNn19LCJJc1Zpc2libGUiOnRydWUsIldpZHRoIjowLjAsIkhlaWdodCI6MC4wLCJCb3JkZXJTdHlsZSI6eyIkaWQiOiIyMzI3IiwiTGluZUNvbG9yIjpudWxsLCJMaW5lV2VpZ2h0IjowLjAsIkxpbmVUeXBlIjowLCJQYXJlbnRTdHlsZSI6bnVsbH0sIlBhcmVudFN0eWxlIjpudWxsfSwiRGF0ZUZvcm1hdCI6eyIkaWQiOiIyMzI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jkiLCJGb3JtYXQiOjAsIklzVmlzaWJsZSI6ZmFsc2UsIkxhc3RLbm93blZpc2liaWxpdHlTdGF0ZSI6ZmFsc2V9LCJJc1Zpc2libGUiOnRydWUsIlZhcmlhbmNlU3R5bGUiOnsiJGlkIjoiMjMzMCIsIlRleHRTdHlsZSI6eyIkaWQiOiIyMzMxIiwiRm9udFNldHRpbmdzIjp7IiRpZCI6IjIzMzIiLCJGb250U2l6ZSI6MTAsIkZvbnROYW1lIjoiQ2FsaWJyaSIsIklzQm9sZCI6ZmFsc2UsIklzSXRhbGljIjpmYWxzZSwiSXNVbmRlcmxpbmVkIjpmYWxzZSwiUGFyZW50U3R5bGUiOm51bGx9LCJBdXRvU2l6ZSI6MCwiRm9yZWdyb3VuZCI6eyIkaWQiOiIyMzMzIiwiQ29sb3IiOnsiJGlkIjoiMjM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M1IiwiVG9wIjowLjAsIkxlZnQiOjAuMCwiUmlnaHQiOjAuMCwiQm90dG9tIjowLjB9LCJQYWRkaW5nIjp7IiRpZCI6IjIzMzYiLCJUb3AiOjAuMCwiTGVmdCI6MC4wLCJSaWdodCI6MC4wLCJCb3R0b20iOjAuMH0sIkJhY2tncm91bmQiOnsiJGlkIjoiMjMzNyIsIkNvbG9yIjp7IiRpZCI6IjIzMzgiLCJBIjoyNTUsIlIiOjAsIkciOjAsIkIiOjB9fSwiSXNWaXNpYmxlIjp0cnVlLCJXaWR0aCI6MC4wLCJIZWlnaHQiOjAuMCwiQm9yZGVyU3R5bGUiOnsiJGlkIjoiMjMzOSIsIkxpbmVDb2xvciI6bnVsbCwiTGluZVdlaWdodCI6MC4wLCJMaW5lVHlwZSI6MCwiUGFyZW50U3R5bGUiOm51bGx9LCJQYXJlbnRTdHlsZSI6bnVsbH0sIlBhcmVudFN0eWxlIjpudWxsfSwiUGFyZW50U3R5bGUiOm51bGwsIl9leHBsaWNpdGx5U2V0Ijp7IiRpZCI6IjIzND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yMzQxIiwiU2hhcGUiOjEsIkNvbm5lY3Rvck1hcmdpbiI6eyIkaWQiOiIyMzQyIiwiVG9wIjowLjAsIkxlZnQiOjIuMCwiUmlnaHQiOjIuMCwiQm90dG9tIjowLjB9LCJDb25uZWN0b3JTdHlsZSI6eyIkaWQiOiIyMzQzIiwiTGluZUNvbG9yIjp7IiRpZCI6IjIzNDQiLCIkdHlwZSI6Ik5MUkUuQ29tbW9uLkRvbS5Tb2xpZENvbG9yQnJ1c2gsIE5MUkUuQ29tbW9uIiwiQ29sb3IiOnsiJGlkIjoiMjM0NSIsIkEiOjEyNywiUiI6NTYsIkciOjg2LCJCIjozNX19LCJMaW5lV2VpZ2h0IjoxLjAsIkxpbmVUeXBlIjowLCJQYXJlbnRTdHlsZSI6bnVsbH0sIklzQmVsb3dUaW1lYmFuZCI6ZmFsc2UsIlBvc2l0aW9uT25UYXNrIjoxLCJIaWRlRGF0ZSI6ZmFsc2UsIlNoYXBlU2l6ZSI6MCwiU3BhY2luZyI6MC4wLCJQYWRkaW5nIjp7IiRpZCI6IjIzNDYiLCJUb3AiOjUuMCwiTGVmdCI6My4wLCJSaWdodCI6MC4wLCJCb3R0b20iOjIuMH0sIlNoYXBlU3R5bGUiOnsiJGlkIjoiMjM0NyIsIk1hcmdpbiI6eyIkaWQiOiIyMzQ4IiwiVG9wIjowLjAsIkxlZnQiOjAuMCwiUmlnaHQiOjAuMCwiQm90dG9tIjowLjB9LCJQYWRkaW5nIjp7IiRpZCI6IjIzNDkiLCJUb3AiOjAuMCwiTGVmdCI6MC4wLCJSaWdodCI6MC4wLCJCb3R0b20iOjAuMH0sIkJhY2tncm91bmQiOnsiJGlkIjoiMjM1MCIsIkNvbG9yIjp7IiRpZCI6IjIzNTEiLCJBIjoyNTUsIlIiOjU2LCJHIjo4NiwiQiI6MzV9fSwiSXNWaXNpYmxlIjp0cnVlLCJXaWR0aCI6MTIuMCwiSGVpZ2h0IjoxNC4wLCJCb3JkZXJTdHlsZSI6eyIkaWQiOiIyMzUyIiwiTGluZUNvbG9yIjp7IiRpZCI6IjIzNTMiLCIkdHlwZSI6Ik5MUkUuQ29tbW9uLkRvbS5Tb2xpZENvbG9yQnJ1c2gsIE5MUkUuQ29tbW9uIiwiQ29sb3IiOnsiJGlkIjoiMjM1NCIsIkEiOjI1NSwiUiI6MjU1LCJHIjoyNTUsIkIiOjI1NX19LCJMaW5lV2VpZ2h0IjowLjAsIkxpbmVUeXBlIjowLCJQYXJlbnRTdHlsZSI6bnVsbH0sIlBhcmVudFN0eWxlIjpudWxsfSwiVGl0bGVTdHlsZSI6eyIkaWQiOiIyMzU1IiwiRm9udFNldHRpbmdzIjp7IiRpZCI6IjIzNTYiLCJGb250U2l6ZSI6MTEsIkZvbnROYW1lIjoiQ2FsaWJyaSIsIklzQm9sZCI6ZmFsc2UsIklzSXRhbGljIjpmYWxzZSwiSXNVbmRlcmxpbmVkIjpmYWxzZSwiUGFyZW50U3R5bGUiOm51bGx9LCJBdXRvU2l6ZSI6MCwiRm9yZWdyb3VuZCI6eyIkaWQiOiIyMzU3IiwiQ29sb3IiOnsiJGlkIjoiMjM1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yMzU5IiwiVG9wIjowLjAsIkxlZnQiOjAuMCwiUmlnaHQiOjAuMCwiQm90dG9tIjowLjB9LCJQYWRkaW5nIjp7IiRpZCI6IjIzNjAiLCJUb3AiOjAuMCwiTGVmdCI6MC4wLCJSaWdodCI6MC4wLCJCb3R0b20iOjAuMH0sIkJhY2tncm91bmQiOnsiJGlkIjoiMjM2MSIsIkNvbG9yIjp7IiRpZCI6IjIzNjIiLCJBIjoyNTUsIlIiOjAsIkciOjAsIkIiOjB9fSwiSXNWaXNpYmxlIjp0cnVlLCJXaWR0aCI6MC4wLCJIZWlnaHQiOjAuMCwiQm9yZGVyU3R5bGUiOnsiJGlkIjoiMjM2MyIsIkxpbmVDb2xvciI6bnVsbCwiTGluZVdlaWdodCI6MC4wLCJMaW5lVHlwZSI6MCwiUGFyZW50U3R5bGUiOm51bGx9LCJQYXJlbnRTdHlsZSI6bnVsbH0sIkRhdGVTdHlsZSI6eyIkaWQiOiIyMzY0IiwiRm9udFNldHRpbmdzIjp7IiRpZCI6IjIzNjUiLCJGb250U2l6ZSI6MTAsIkZvbnROYW1lIjoiQ2FsaWJyaSIsIklzQm9sZCI6ZmFsc2UsIklzSXRhbGljIjpmYWxzZSwiSXNVbmRlcmxpbmVkIjpmYWxzZSwiUGFyZW50U3R5bGUiOm51bGx9LCJBdXRvU2l6ZSI6MCwiRm9yZWdyb3VuZCI6eyIkaWQiOiIyMzY2IiwiQ29sb3IiOnsiJGlkIjoiMjM2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jM2OCIsIlRvcCI6MC4wLCJMZWZ0IjowLjAsIlJpZ2h0IjowLjAsIkJvdHRvbSI6MC4wfSwiUGFkZGluZyI6eyIkaWQiOiIyMzY5IiwiVG9wIjowLjAsIkxlZnQiOjAuMCwiUmlnaHQiOjAuMCwiQm90dG9tIjowLjB9LCJCYWNrZ3JvdW5kIjp7IiRpZCI6IjIzNzAiLCJDb2xvciI6eyIkaWQiOiIyMzcxIiwiQSI6MjU1LCJSIjo2OCwiRyI6ODQsIkIiOjEwNn19LCJJc1Zpc2libGUiOnRydWUsIldpZHRoIjowLjAsIkhlaWdodCI6MC4wLCJCb3JkZXJTdHlsZSI6eyIkaWQiOiIyMzcyIiwiTGluZUNvbG9yIjpudWxsLCJMaW5lV2VpZ2h0IjowLjAsIkxpbmVUeXBlIjowLCJQYXJlbnRTdHlsZSI6bnVsbH0sIlBhcmVudFN0eWxlIjpudWxsfSwiRGF0ZUZvcm1hdCI6eyIkaWQiOiIyMzc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c0IiwiRm9ybWF0IjowLCJJc1Zpc2libGUiOmZhbHNlLCJMYXN0S25vd25WaXNpYmlsaXR5U3RhdGUiOmZhbHNlfSwiSXNWaXNpYmxlIjpmYWxzZSwiVmFyaWFuY2VTdHlsZSI6eyIkaWQiOiIyMzc1IiwiVGV4dFN0eWxlIjp7IiRpZCI6IjIzNzYiLCJGb250U2V0dGluZ3MiOnsiJGlkIjoiMjM3NyIsIkZvbnRTaXplIjoxMCwiRm9udE5hbWUiOiJDYWxpYnJpIiwiSXNCb2xkIjpmYWxzZSwiSXNJdGFsaWMiOmZhbHNlLCJJc1VuZGVybGluZWQiOmZhbHNlLCJQYXJlbnRTdHlsZSI6bnVsbH0sIkF1dG9TaXplIjowLCJGb3JlZ3JvdW5kIjp7IiRpZCI6IjIzNzgiLCJDb2xvciI6eyIkaWQiOiIyMz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zODAiLCJUb3AiOjAuMCwiTGVmdCI6MC4wLCJSaWdodCI6MC4wLCJCb3R0b20iOjAuMH0sIlBhZGRpbmciOnsiJGlkIjoiMjM4MSIsIlRvcCI6MC4wLCJMZWZ0IjowLjAsIlJpZ2h0IjowLjAsIkJvdHRvbSI6MC4wfSwiQmFja2dyb3VuZCI6eyIkaWQiOiIyMzgyIiwiQ29sb3IiOnsiJGlkIjoiMjM4MyIsIkEiOjI1NSwiUiI6MCwiRyI6MCwiQiI6MH19LCJJc1Zpc2libGUiOnRydWUsIldpZHRoIjowLjAsIkhlaWdodCI6MC4wLCJCb3JkZXJTdHlsZSI6eyIkaWQiOiIyMzg0IiwiTGluZUNvbG9yIjpudWxsLCJMaW5lV2VpZ2h0IjowLjAsIkxpbmVUeXBlIjowLCJQYXJlbnRTdHlsZSI6bnVsbH0sIlBhcmVudFN0eWxlIjpudWxsfSwiUGFyZW50U3R5bGUiOm51bGx9LCJQYXJlbnRTdHlsZSI6bnVsbH0sIkRlZmF1bHRTd2ltbGFuZU1pbGVzdG9uZVN0eWxlIjp7IiRpZCI6IjIzODUiLCJUaXRsZVBvc2l0aW9uIjoiTGVmdCIsIkRhdGVQb3NpdGlvbiI6IlJpZ2h0IiwiVmFyaWFuY2VQb3NpdGlvbiI6IlJpZ2h0IiwiU2hhcGVUeXBlIjoxLCJTaGFwZVNpemUiOjAsIlNwYWNpbmciOjUsIlNoYXBlU3R5bGUiOnsiJGlkIjoiMjM4NiIsIk1hcmdpbiI6eyIkaWQiOiIyMzg3IiwiVG9wIjowLjAsIkxlZnQiOjAuMCwiUmlnaHQiOjAuMCwiQm90dG9tIjowLjB9LCJQYWRkaW5nIjp7IiRpZCI6IjIzODgiLCJUb3AiOjAuMCwiTGVmdCI6MC4wLCJSaWdodCI6MC4wLCJCb3R0b20iOjAuMH0sIkJhY2tncm91bmQiOnsiJGlkIjoiMjM4OSIsIkNvbG9yIjp7IiRpZCI6IjIzOTAiLCJBIjoyNTUsIlIiOjExMiwiRyI6MTczLCJCIjo3MX19LCJJc1Zpc2libGUiOnRydWUsIldpZHRoIjoxMi4wLCJIZWlnaHQiOjE0LjAsIkJvcmRlclN0eWxlIjp7IiRpZCI6IjIzOTEiLCJMaW5lQ29sb3IiOnsiJGlkIjoiMjM5MiIsIiR0eXBlIjoiTkxSRS5Db21tb24uRG9tLlNvbGlkQ29sb3JCcnVzaCwgTkxSRS5Db21tb24iLCJDb2xvciI6eyIkaWQiOiIyMzkzIiwiQSI6MjU1LCJSIjoyMzQsIkciOjIyLCJCIjozMH19LCJMaW5lV2VpZ2h0IjowLjAsIkxpbmVUeXBlIjowLCJQYXJlbnRTdHlsZSI6bnVsbH0sIlBhcmVudFN0eWxlIjpudWxsfSwiVGl0bGVTdHlsZSI6eyIkaWQiOiIyMzk0IiwiRm9udFNldHRpbmdzIjp7IiRpZCI6IjIzOTUiLCJGb250U2l6ZSI6MTEsIkZvbnROYW1lIjoiQ2FsaWJyaSIsIklzQm9sZCI6ZmFsc2UsIklzSXRhbGljIjpmYWxzZSwiSXNVbmRlcmxpbmVkIjpmYWxzZSwiUGFyZW50U3R5bGUiOm51bGx9LCJBdXRvU2l6ZSI6MCwiRm9yZWdyb3VuZCI6eyIkaWQiOiIyMzk2IiwiQ29sb3IiOnsiJGlkIjoiMjM5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zk4IiwiVG9wIjowLjAsIkxlZnQiOjAuMCwiUmlnaHQiOjAuMCwiQm90dG9tIjowLjB9LCJQYWRkaW5nIjp7IiRpZCI6IjIzOTkiLCJUb3AiOjAuMCwiTGVmdCI6MC4wLCJSaWdodCI6MC4wLCJCb3R0b20iOjAuMH0sIkJhY2tncm91bmQiOnsiJGlkIjoiMjQwMCIsIkNvbG9yIjp7IiRpZCI6IjI0MDEiLCJBIjoyNTUsIlIiOjAsIkciOjAsIkIiOjB9fSwiSXNWaXNpYmxlIjp0cnVlLCJXaWR0aCI6MC4wLCJIZWlnaHQiOjAuMCwiQm9yZGVyU3R5bGUiOnsiJGlkIjoiMjQwMiIsIkxpbmVDb2xvciI6bnVsbCwiTGluZVdlaWdodCI6MC4wLCJMaW5lVHlwZSI6MCwiUGFyZW50U3R5bGUiOm51bGx9LCJQYXJlbnRTdHlsZSI6bnVsbH0sIkRhdGVTdHlsZSI6eyIkaWQiOiIyNDAzIiwiRm9udFNldHRpbmdzIjp7IiRpZCI6IjI0MDQiLCJGb250U2l6ZSI6MTAsIkZvbnROYW1lIjoiQ2FsaWJyaSIsIklzQm9sZCI6ZmFsc2UsIklzSXRhbGljIjpmYWxzZSwiSXNVbmRlcmxpbmVkIjpmYWxzZSwiUGFyZW50U3R5bGUiOm51bGx9LCJBdXRvU2l6ZSI6MCwiRm9yZWdyb3VuZCI6eyIkaWQiOiIyNDA1IiwiQ29sb3IiOnsiJGlkIjoiMjQw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wNyIsIlRvcCI6MC4wLCJMZWZ0IjowLjAsIlJpZ2h0IjowLjAsIkJvdHRvbSI6MC4wfSwiUGFkZGluZyI6eyIkaWQiOiIyNDA4IiwiVG9wIjowLjAsIkxlZnQiOjAuMCwiUmlnaHQiOjAuMCwiQm90dG9tIjowLjB9LCJCYWNrZ3JvdW5kIjp7IiRpZCI6IjI0MDkiLCJDb2xvciI6eyIkaWQiOiIyNDEwIiwiQSI6MjU1LCJSIjo2OCwiRyI6ODQsIkIiOjEwNn19LCJJc1Zpc2libGUiOnRydWUsIldpZHRoIjowLjAsIkhlaWdodCI6MC4wLCJCb3JkZXJTdHlsZSI6eyIkaWQiOiIyNDExIiwiTGluZUNvbG9yIjpudWxsLCJMaW5lV2VpZ2h0IjowLjAsIkxpbmVUeXBlIjowLCJQYXJlbnRTdHlsZSI6bnVsbH0sIlBhcmVudFN0eWxlIjpudWxsfSwiRGF0ZUZvcm1hdCI6eyIkaWQiOiIyNDE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MTMiLCJGb3JtYXQiOjAsIklzVmlzaWJsZSI6ZmFsc2UsIkxhc3RLbm93blZpc2liaWxpdHlTdGF0ZSI6ZmFsc2V9LCJJc1Zpc2libGUiOnRydWUsIlZhcmlhbmNlU3R5bGUiOnsiJGlkIjoiMjQxNCIsIlRleHRTdHlsZSI6eyIkaWQiOiIyNDE1IiwiRm9udFNldHRpbmdzIjp7IiRpZCI6IjI0MTYiLCJGb250U2l6ZSI6MTAsIkZvbnROYW1lIjoiQ2FsaWJyaSIsIklzQm9sZCI6ZmFsc2UsIklzSXRhbGljIjpmYWxzZSwiSXNVbmRlcmxpbmVkIjpmYWxzZSwiUGFyZW50U3R5bGUiOm51bGx9LCJBdXRvU2l6ZSI6MCwiRm9yZWdyb3VuZCI6eyIkaWQiOiIyNDE3IiwiQ29sb3IiOnsiJGlkIjoiMjQ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DE5IiwiVG9wIjowLjAsIkxlZnQiOjAuMCwiUmlnaHQiOjAuMCwiQm90dG9tIjowLjB9LCJQYWRkaW5nIjp7IiRpZCI6IjI0MjAiLCJUb3AiOjAuMCwiTGVmdCI6MC4wLCJSaWdodCI6MC4wLCJCb3R0b20iOjAuMH0sIkJhY2tncm91bmQiOnsiJGlkIjoiMjQyMSIsIkNvbG9yIjp7IiRpZCI6IjI0MjIiLCJBIjoyNTUsIlIiOjAsIkciOjAsIkIiOjB9fSwiSXNWaXNpYmxlIjp0cnVlLCJXaWR0aCI6MC4wLCJIZWlnaHQiOjAuMCwiQm9yZGVyU3R5bGUiOnsiJGlkIjoiMjQyMyIsIkxpbmVDb2xvciI6bnVsbCwiTGluZVdlaWdodCI6MC4wLCJMaW5lVHlwZSI6MCwiUGFyZW50U3R5bGUiOm51bGx9LCJQYXJlbnRTdHlsZSI6bnVsbH0sIlBhcmVudFN0eWxlIjpudWxsfSwiUGFyZW50U3R5bGUiOm51bGx9LCJEZWZhdWx0U3dpbWxhbmVBY3Rpdml0eVN0eWxlIjp7IiRpZCI6IjI0MjQiLCJIZWFkZXJTdHlsZSI6eyIkaWQiOiIyNDI1IiwiVGV4dFN0eWxlIjp7IiRpZCI6IjI0MjYiLCJGb250U2V0dGluZ3MiOnsiJGlkIjoiMjQyNyIsIkZvbnRTaXplIjoxMSwiRm9udE5hbWUiOiJDYWxpYnJpIiwiSXNCb2xkIjpmYWxzZSwiSXNJdGFsaWMiOmZhbHNlLCJJc1VuZGVybGluZWQiOmZhbHNlLCJQYXJlbnRTdHlsZSI6bnVsbH0sIkF1dG9TaXplIjoyLCJGb3JlZ3JvdW5kIjp7IiRpZCI6IjI0MjgiLCJDb2xvciI6eyIkaWQiOiIyND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QzMCIsIlRvcCI6MC4wLCJMZWZ0IjowLjAsIlJpZ2h0IjowLjAsIkJvdHRvbSI6MC4wfSwiUGFkZGluZyI6eyIkaWQiOiIyNDMxIiwiVG9wIjowLjAsIkxlZnQiOjAuMCwiUmlnaHQiOjAuMCwiQm90dG9tIjowLjB9LCJCYWNrZ3JvdW5kIjp7IiRpZCI6IjI0MzIiLCJDb2xvciI6eyIkaWQiOiIyNDMzIiwiQSI6MjU1LCJSIjo2NCwiRyI6NjQsIkIiOjY0fX0sIklzVmlzaWJsZSI6dHJ1ZSwiV2lkdGgiOjAuMCwiSGVpZ2h0IjowLjAsIkJvcmRlclN0eWxlIjpudWxsLCJQYXJlbnRTdHlsZSI6bnVsbH0sIlJlY3RhbmdsZVN0eWxlIjp7IiRpZCI6IjI0MzQiLCJNYXJnaW4iOnsiJGlkIjoiMjQzNSIsIlRvcCI6MC4wLCJMZWZ0IjowLjAsIlJpZ2h0IjowLjAsIkJvdHRvbSI6MC4wfSwiUGFkZGluZyI6eyIkaWQiOiIyNDM2IiwiVG9wIjowLjAsIkxlZnQiOjAuMCwiUmlnaHQiOjAuMCwiQm90dG9tIjowLjB9LCJCYWNrZ3JvdW5kIjp7IiRpZCI6IjI0MzciLCJDb2xvciI6eyIkaWQiOiIyNDM4IiwiQSI6MTI3LCJSIjoxMTIsIkciOjE3MywiQiI6NzF9fSwiSXNWaXNpYmxlIjp0cnVlLCJXaWR0aCI6MC4wLCJIZWlnaHQiOjAuMCwiQm9yZGVyU3R5bGUiOnsiJGlkIjoiMjQzOSIsIkxpbmVDb2xvciI6eyIkaWQiOiIyNDQwIiwiJHR5cGUiOiJOTFJFLkNvbW1vbi5Eb20uU29saWRDb2xvckJydXNoLCBOTFJFLkNvbW1vbiIsIkNvbG9yIjp7IiRpZCI6IjI0NDEiLCJBIjoyNTUsIlIiOjI1NSwiRyI6MjU1LCJCIjoyNTV9fSwiTGluZVdlaWdodCI6MC4wLCJMaW5lVHlwZSI6MCwiUGFyZW50U3R5bGUiOm51bGx9LCJQYXJlbnRTdHlsZSI6bnVsbH0sIk1hcmdpbiI6eyIkaWQiOiIyNDQyIiwiVG9wIjowLjAsIkxlZnQiOjAuMCwiUmlnaHQiOjAuMCwiQm90dG9tIjowLjB9LCJQYWRkaW5nIjp7IiRpZCI6IjI0NDMiLCJUb3AiOjAuMCwiTGVmdCI6MC4wLCJSaWdodCI6MC4wLCJCb3R0b20iOjAuMH0sIkJhY2tncm91bmQiOm51bGwsIklzVmlzaWJsZSI6dHJ1ZSwiV2lkdGgiOjAuMCwiSGVpZ2h0IjowLjAsIkJvcmRlclN0eWxlIjpudWxsLCJQYXJlbnRTdHlsZSI6bnVsbH0sIkJhY2tncm91bmRTdHlsZSI6eyIkaWQiOiIyNDQ0IiwiTWFyZ2luIjp7IiRpZCI6IjI0NDUiLCJUb3AiOjAuMCwiTGVmdCI6MC4wLCJSaWdodCI6MC4wLCJCb3R0b20iOjAuMH0sIlBhZGRpbmciOnsiJGlkIjoiMjQ0NiIsIlRvcCI6MC4wLCJMZWZ0IjowLjAsIlJpZ2h0IjowLjAsIkJvdHRvbSI6MC4wfSwiQmFja2dyb3VuZCI6eyIkaWQiOiIyNDQ3IiwiQ29sb3IiOnsiJGlkIjoiMjQ0OCIsIkEiOjUxLCJSIjoyMDAsIkciOjIwMCwiQiI6MjAwfX0sIklzVmlzaWJsZSI6dHJ1ZSwiV2lkdGgiOjAuMCwiSGVpZ2h0IjowLjAsIkJvcmRlclN0eWxlIjp7IiRpZCI6IjI0NDkiLCJMaW5lQ29sb3IiOnsiJGlkIjoiMjQ1MCIsIiR0eXBlIjoiTkxSRS5Db21tb24uRG9tLlNvbGlkQ29sb3JCcnVzaCwgTkxSRS5Db21tb24iLCJDb2xvciI6eyIkaWQiOiIyNDUxIiwiQSI6MjU1LCJSIjoyMzQsIkciOjIyLCJCIjozMH19LCJMaW5lV2VpZ2h0IjowLjAsIkxpbmVUeXBlIjowLCJQYXJlbnRTdHlsZSI6bnVsbH0sIlBhcmVudFN0eWxlIjpudWxsfSwiTWFyZ2luIjp7IiRpZCI6IjI0NTIiLCJUb3AiOjAuMCwiTGVmdCI6MC4wLCJSaWdodCI6MC4wLCJCb3R0b20iOjAuMH0sIlBhZGRpbmciOnsiJGlkIjoiMjQ1MyIsIlRvcCI6MC4wLCJMZWZ0IjowLjAsIlJpZ2h0IjowLjAsIkJvdHRvbSI6MC4wfSwiSXNWaXNpYmxlIjp0cnVlLCJXaWR0aCI6MC4wLCJIZWlnaHQiOjAuMCwiQm9yZGVyU3R5bGUiOnsiJGlkIjoiMjQ1NCIsIkxpbmVDb2xvciI6bnVsbCwiTGluZVdlaWdodCI6MC4wLCJMaW5lVHlwZSI6MCwiUGFyZW50U3R5bGUiOm51bGx9LCJQYXJlbnRTdHlsZSI6bnVsbH0sIk1hcmdpbiI6eyIkaWQiOiIyNDU1IiwiVG9wIjowLjAsIkxlZnQiOjAuMCwiUmlnaHQiOjAuMCwiQm90dG9tIjowLjB9LCJQYWRkaW5nIjp7IiRpZCI6IjI0NTYiLCJUb3AiOjAuMCwiTGVmdCI6MC4wLCJSaWdodCI6MC4wLCJCb3R0b20iOjAuMH0sIklzVmlzaWJsZSI6ZmFsc2UsIldpZHRoIjowLjAsIkhlaWdodCI6MC4wLCJCb3JkZXJTdHlsZSI6eyIkaWQiOiIyNDU3IiwiTGluZUNvbG9yIjpudWxsLCJMaW5lV2VpZ2h0IjowLjAsIkxpbmVUeXBlIjowLCJQYXJlbnRTdHlsZSI6bnVsbH0sIlBhcmVudFN0eWxlIjpudWxsfX0seyIkaWQiOiIyNDU4IiwiX2FjdGl2aXRpZXMiOlt7IiRpZCI6IjI0NTkiLCJfcm93cyI6W3siJGlkIjoiMjQ2MCIsIl90YXNrcyI6W3siJGlkIjoiMjQ2MSIsIl9hdHRhY2hlZE1pbGVzdG9uZXMiOltdLCJUYXNrRGVmaW5pdGlvbiI6eyIkaWQiOiIyNDYyIiwiR3JvdXBOYW1lIjpudWxsLCJTdGFydERhdGUiOiIyMDI3LTAxLTAxVDAwOjAwOjAwWiIsIkVuZERhdGUiOiIyMDI3LTA0LTMwVDIzOjU5OjAwWiIsIlBlcmNlbnRhZ2VDb21wbGV0ZSI6bnVsbCwiU3R5bGUiOnsiJGlkIjoiMjQ2MyIsIlNoYXBlIjoxLCJTaGFwZVRoaWNrbmVzcyI6MCwiRHVyYXRpb25Gb3JtYXQiOjAsIkluY2x1ZGVOb25Xb3JraW5nRGF5c0luRHVyYXRpb24iOmZhbHNlLCJQZXJjZW50YWdlQ29tcGxldGVTdHlsZSI6eyIkaWQiOiIyNDY0IiwiRm9udFNldHRpbmdzIjp7IiRpZCI6IjI0NjUiLCJGb250U2l6ZSI6MTAsIkZvbnROYW1lIjoiQ2FsaWJyaSIsIklzQm9sZCI6ZmFsc2UsIklzSXRhbGljIjpmYWxzZSwiSXNVbmRlcmxpbmVkIjpmYWxzZSwiUGFyZW50U3R5bGUiOm51bGx9LCJBdXRvU2l6ZSI6MCwiRm9yZWdyb3VuZCI6eyIkaWQiOiIyNDY2IiwiQ29sb3IiOnsiJGlkIjoiMjQ2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NDY4IiwiVG9wIjowLjAsIkxlZnQiOjAuMCwiUmlnaHQiOjAuMCwiQm90dG9tIjowLjB9LCJQYWRkaW5nIjp7IiRpZCI6IjI0NjkiLCJUb3AiOjAuMCwiTGVmdCI6MC4wLCJSaWdodCI6MC4wLCJCb3R0b20iOjAuMH0sIkJhY2tncm91bmQiOnsiJGlkIjoiMjQ3MCIsIkNvbG9yIjp7IiRpZCI6IjI0NzEiLCJBIjo4OSwiUiI6MCwiRyI6MCwiQiI6MH19LCJJc1Zpc2libGUiOnRydWUsIldpZHRoIjowLjAsIkhlaWdodCI6MC4wLCJCb3JkZXJTdHlsZSI6eyIkaWQiOiIyNDcyIiwiTGluZUNvbG9yIjpudWxsLCJMaW5lV2VpZ2h0IjowLjAsIkxpbmVUeXBlIjowLCJQYXJlbnRTdHlsZSI6bnVsbH0sIlBhcmVudFN0eWxlIjpudWxsfSwiRHVyYXRpb25TdHlsZSI6eyIkaWQiOiIyNDczIiwiRm9udFNldHRpbmdzIjp7IiRpZCI6IjI0NzQiLCJGb250U2l6ZSI6MTAsIkZvbnROYW1lIjoiQ2FsaWJyaSIsIklzQm9sZCI6ZmFsc2UsIklzSXRhbGljIjpmYWxzZSwiSXNVbmRlcmxpbmVkIjpmYWxzZSwiUGFyZW50U3R5bGUiOm51bGx9LCJBdXRvU2l6ZSI6MCwiRm9yZWdyb3VuZCI6eyIkaWQiOiIyNDc1IiwiQ29sb3IiOnsiJGlkIjoiMjQ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3NyIsIlRvcCI6MC4wLCJMZWZ0IjowLjAsIlJpZ2h0IjowLjAsIkJvdHRvbSI6MC4wfSwiUGFkZGluZyI6eyIkaWQiOiIyNDc4IiwiVG9wIjowLjAsIkxlZnQiOjAuMCwiUmlnaHQiOjAuMCwiQm90dG9tIjowLjB9LCJCYWNrZ3JvdW5kIjp7IiRpZCI6IjI0NzkiLCJDb2xvciI6eyIkaWQiOiIyNDgwIiwiQSI6MjU1LCJSIjo2OCwiRyI6ODQsIkIiOjEwNn19LCJJc1Zpc2libGUiOnRydWUsIldpZHRoIjowLjAsIkhlaWdodCI6MC4wLCJCb3JkZXJTdHlsZSI6eyIkaWQiOiIyNDgxIiwiTGluZUNvbG9yIjpudWxsLCJMaW5lV2VpZ2h0IjowLjAsIkxpbmVUeXBlIjowLCJQYXJlbnRTdHlsZSI6bnVsbH0sIlBhcmVudFN0eWxlIjpudWxsfSwiSG9yaXpvbnRhbENvbm5lY3RvclN0eWxlIjp7IiRpZCI6IjI0ODIiLCJMaW5lQ29sb3IiOnsiJGlkIjoiMjQ4MyIsIiR0eXBlIjoiTkxSRS5Db21tb24uRG9tLlNvbGlkQ29sb3JCcnVzaCwgTkxSRS5Db21tb24iLCJDb2xvciI6eyIkaWQiOiIyNDg0IiwiQSI6MjU1LCJSIjowLCJHIjowLCJCIjowfX0sIkxpbmVXZWlnaHQiOjAuMCwiTGluZVR5cGUiOjAsIlBhcmVudFN0eWxlIjpudWxsfSwiVmVydGljYWxDb25uZWN0b3JTdHlsZSI6eyIkaWQiOiIyNDg1IiwiTGluZUNvbG9yIjp7IiRpZCI6IjI0ODYiLCIkdHlwZSI6Ik5MUkUuQ29tbW9uLkRvbS5Tb2xpZENvbG9yQnJ1c2gsIE5MUkUuQ29tbW9uIiwiQ29sb3IiOnsiJGlkIjoiMjQ4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jQ4OCIsIlNoYXBlU3R5bGUiOnsiJGlkIjoiMjQ4OSIsIk1hcmdpbiI6eyIkaWQiOiIyNDkwIiwiVG9wIjowLjAsIkxlZnQiOjAuMCwiUmlnaHQiOjAuMCwiQm90dG9tIjowLjB9LCJQYWRkaW5nIjp7IiRpZCI6IjI0OTEiLCJUb3AiOjAuMCwiTGVmdCI6MC4wLCJSaWdodCI6MC4wLCJCb3R0b20iOjAuMH0sIkJhY2tncm91bmQiOnsiJGlkIjoiMjQ5MiIsIkNvbG9yIjp7IiRpZCI6IjI0OTMiLCJBIjoxNTMsIlIiOjAsIkciOjAsIkIiOjB9fSwiSXNWaXNpYmxlIjp0cnVlLCJXaWR0aCI6MC4wLCJIZWlnaHQiOjAuMCwiQm9yZGVyU3R5bGUiOm51bGwsIlBhcmVudFN0eWxlIjpudWxsfSwiTWFyZ2luIjp7IiRpZCI6IjI0OTQiLCJUb3AiOjAuMCwiTGVmdCI6MC4wLCJSaWdodCI6MC4wLCJCb3R0b20iOjAuMH0sIlBhZGRpbmciOnsiJGlkIjoiMjQ5NSIsIlRvcCI6MC4wLCJMZWZ0IjowLjAsIlJpZ2h0IjowLjAsIkJvdHRvbSI6MC4wfSwiQmFja2dyb3VuZCI6bnVsbCwiSXNWaXNpYmxlIjp0cnVlLCJXaWR0aCI6MC4wLCJIZWlnaHQiOjAuMCwiQm9yZGVyU3R5bGUiOm51bGwsIlBhcmVudFN0eWxlIjpudWxsfSwiU2hhcGVTdHlsZSI6eyIkaWQiOiIyNDk2IiwiTWFyZ2luIjp7IiRpZCI6IjI0OTciLCJUb3AiOjAuMCwiTGVmdCI6NC4wLCJSaWdodCI6NC4wLCJCb3R0b20iOjAuMH0sIlBhZGRpbmciOnsiJGlkIjoiMjQ5OCIsIlRvcCI6MC4wLCJMZWZ0IjowLjAsIlJpZ2h0IjowLjAsIkJvdHRvbSI6MC4wfSwiQmFja2dyb3VuZCI6eyIkaWQiOiIyNDk5IiwiQ29sb3IiOnsiJGlkIjoiMjUwMCIsIkEiOjI1NSwiUiI6MTY1LCJHIjoxNjUsIkIiOjE2NX19LCJJc1Zpc2libGUiOnRydWUsIldpZHRoIjowLjAsIkhlaWdodCI6MTAuMCwiQm9yZGVyU3R5bGUiOnsiJGlkIjoiMjUwMSIsIkxpbmVDb2xvciI6eyIkaWQiOiIyNTAyIiwiJHR5cGUiOiJOTFJFLkNvbW1vbi5Eb20uU29saWRDb2xvckJydXNoLCBOTFJFLkNvbW1vbiIsIkNvbG9yIjp7IiRpZCI6IjI1MDMiLCJBIjoyNTUsIlIiOjIzNCwiRyI6MjIsIkIiOjMwfX0sIkxpbmVXZWlnaHQiOjAuMCwiTGluZVR5cGUiOjAsIlBhcmVudFN0eWxlIjpudWxsfSwiUGFyZW50U3R5bGUiOm51bGx9LCJUaXRsZVN0eWxlIjp7IiRpZCI6IjI1MDQiLCJGb250U2V0dGluZ3MiOnsiJGlkIjoiMjUwNSIsIkZvbnRTaXplIjoxMSwiRm9udE5hbWUiOiJUaXRpbGxpdW0gV2ViIiwiSXNCb2xkIjpmYWxzZSwiSXNJdGFsaWMiOmZhbHNlLCJJc1VuZGVybGluZWQiOmZhbHNlLCJQYXJlbnRTdHlsZSI6bnVsbH0sIkF1dG9TaXplIjowLCJGb3JlZ3JvdW5kIjp7IiRpZCI6IjI1MDYiLCJDb2xvciI6eyIkaWQiOiIyNTA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I1MDgiLCJUb3AiOjAuMCwiTGVmdCI6MC4wLCJSaWdodCI6MC4wLCJCb3R0b20iOjAuMH0sIlBhZGRpbmciOnsiJGlkIjoiMjUwOSIsIlRvcCI6MC4wLCJMZWZ0IjowLjAsIlJpZ2h0IjowLjAsIkJvdHRvbSI6MC4wfSwiQmFja2dyb3VuZCI6eyIkaWQiOiIyNTEwIiwiQ29sb3IiOnsiJGlkIjoiMjUxMSIsIkEiOjAsIlIiOjI1NSwiRyI6MjU1LCJCIjoyNTV9fSwiSXNWaXNpYmxlIjp0cnVlLCJXaWR0aCI6MC4wLCJIZWlnaHQiOjAuMCwiQm9yZGVyU3R5bGUiOnsiJGlkIjoiMjUxMiIsIkxpbmVDb2xvciI6bnVsbCwiTGluZVdlaWdodCI6MC4wLCJMaW5lVHlwZSI6MCwiUGFyZW50U3R5bGUiOm51bGx9LCJQYXJlbnRTdHlsZSI6bnVsbH0sIkRhdGVTdHlsZSI6eyIkaWQiOiIyNTEzIiwiRm9udFNldHRpbmdzIjp7IiRpZCI6IjI1MTQiLCJGb250U2l6ZSI6MTAsIkZvbnROYW1lIjoiVGl0aWxsaXVtIFdlYiIsIklzQm9sZCI6ZmFsc2UsIklzSXRhbGljIjpmYWxzZSwiSXNVbmRlcmxpbmVkIjpmYWxzZSwiUGFyZW50U3R5bGUiOm51bGx9LCJBdXRvU2l6ZSI6MCwiRm9yZWdyb3VuZCI6eyIkaWQiOiIyNTE1IiwiQ29sb3IiOnsiJGlkIjoiMjUx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yNTE3IiwiVG9wIjowLjAsIkxlZnQiOjAuMCwiUmlnaHQiOjAuMCwiQm90dG9tIjowLjB9LCJQYWRkaW5nIjp7IiRpZCI6IjI1MTgiLCJUb3AiOjAuMCwiTGVmdCI6MC4wLCJSaWdodCI6MC4wLCJCb3R0b20iOjAuMH0sIkJhY2tncm91bmQiOnsiJGlkIjoiMjUxOSIsIkNvbG9yIjp7IiRpZCI6IjI1MjAiLCJBIjowLCJSIjoyNTUsIkciOjI1NSwiQiI6MjU1fX0sIklzVmlzaWJsZSI6dHJ1ZSwiV2lkdGgiOjAuMCwiSGVpZ2h0IjowLjAsIkJvcmRlclN0eWxlIjp7IiRpZCI6IjI1MjEiLCJMaW5lQ29sb3IiOm51bGwsIkxpbmVXZWlnaHQiOjAuMCwiTGluZVR5cGUiOjAsIlBhcmVudFN0eWxlIjpudWxsfSwiUGFyZW50U3R5bGUiOm51bGx9LCJEYXRlRm9ybWF0Ijp7IiRpZCI6IjI1M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yMyIsIkZvcm1hdCI6MCwiSXNWaXNpYmxlIjpmYWxzZSwiTGFzdEtub3duVmlzaWJpbGl0eVN0YXRlIjpmYWxzZX0sIklzVmlzaWJsZSI6dHJ1ZSwiVmFyaWFuY2VTdHlsZSI6eyIkaWQiOiIyNTI0IiwiVGV4dFN0eWxlIjp7IiRpZCI6IjI1MjUiLCJGb250U2V0dGluZ3MiOnsiJGlkIjoiMjUyNiIsIkZvbnRTaXplIjoxMCwiRm9udE5hbWUiOiJDYWxpYnJpIiwiSXNCb2xkIjpmYWxzZSwiSXNJdGFsaWMiOmZhbHNlLCJJc1VuZGVybGluZWQiOmZhbHNlLCJQYXJlbnRTdHlsZSI6bnVsbH0sIkF1dG9TaXplIjowLCJGb3JlZ3JvdW5kIjp7IiRpZCI6IjI1MjciLCJDb2xvciI6eyIkaWQiOiIyNTI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1MjkiLCJUb3AiOjAuMCwiTGVmdCI6MC4wLCJSaWdodCI6MC4wLCJCb3R0b20iOjAuMH0sIlBhZGRpbmciOnsiJGlkIjoiMjUzMCIsIlRvcCI6MC4wLCJMZWZ0IjowLjAsIlJpZ2h0IjowLjAsIkJvdHRvbSI6MC4wfSwiQmFja2dyb3VuZCI6eyIkaWQiOiIyNTMxIiwiQ29sb3IiOnsiJGlkIjoiMjUzMiIsIkEiOjI1NSwiUiI6MCwiRyI6MCwiQiI6MH19LCJJc1Zpc2libGUiOnRydWUsIldpZHRoIjowLjAsIkhlaWdodCI6MC4wLCJCb3JkZXJTdHlsZSI6eyIkaWQiOiIyNTMzIiwiTGluZUNvbG9yIjpudWxsLCJMaW5lV2VpZ2h0IjowLjAsIkxpbmVUeXBlIjowLCJQYXJlbnRTdHlsZSI6bnVsbH0sIlBhcmVudFN0eWxlIjpudWxsfSwiUGFyZW50U3R5bGUiOm51bGx9LCJQYXJlbnRTdHlsZSI6bnVsbH0sIkluZGV4IjoxNywiU21hcnREdXJhdGlvbkFjdGl2YXRlZCI6ZmFsc2UsIkRhdGVGb3JtYXQiOnsiJHJlZiI6IjI1MjIifSwiV2Vla051bWJlcmluZyI6eyIkaWQiOiIyNTM0IiwiRm9ybWF0IjowLCJJc1Zpc2libGUiOmZhbHNlLCJMYXN0S25vd25WaXNpYmlsaXR5U3RhdGUiOmZhbHNlfSwiQmFzZWxpbmVEYXRhIjp7IiRpZCI6IjI1MzUiLCJTdGFydERhdGUiOiIyMDI3LTAxLTAxVDAwOjAwOjAwIiwiRW5kRGF0ZSI6IjIwMjctMDQtMzBUMjM6NTk6MDAifSwiSWQiOiI1OTA1NjE0NS0yZGUxLTQ3MTMtODdjZi01Yjc3MTVlYTgzNTkiLCJJbXBvcnRJZCI6bnVsbCwiVGl0bGUiOiJQcnVlYmFzIGFtcGxpYXMgKFNwcmludCAxOC0yMykiLCJOb3RlIjpudWxsLCJIeXBlcmxpbmsiOnsiJGlkIjoiMjUzNiIsIkFkZHJlc3MiOiIiLCJTdWJBZGRyZXNzIjoiIn0sIklzQ2hhbmdlZCI6ZmFsc2UsIklzTmV3IjpmYWxzZX19XSwiX21pbGVzdG9uZXMiOltdLCJJZCI6IjAwMDAwMDAwLTAwMDAtMDAwMC0wMDAwLTAwMDAwMDAwMDAwMCIsIklzU2luZ2xlSXRlbVJvdyI6dHJ1ZX1dLCJJbmRleCI6MTYsIklkIjoiYzA3MTU2MDQtNDk4Zi00ZTM4LWIwODYtODRjOGUzYjdiMGViIiwiSGVhZGVyVGV4dCI6bnVsbCwiSXNEZWZhdWx0Ijp0cnVlLCJTdHlsZSI6eyIkaWQiOiIyNTM3IiwiSGVhZGVyU3R5bGUiOnsiJGlkIjoiMjUzOCIsIlRleHRTdHlsZSI6eyIkaWQiOiIyNTM5IiwiRm9udFNldHRpbmdzIjp7IiRpZCI6IjI1NDAiLCJGb250U2l6ZSI6MTEsIkZvbnROYW1lIjoiQ2FsaWJyaSIsIklzQm9sZCI6ZmFsc2UsIklzSXRhbGljIjpmYWxzZSwiSXNVbmRlcmxpbmVkIjpmYWxzZSwiUGFyZW50U3R5bGUiOm51bGx9LCJBdXRvU2l6ZSI6MiwiRm9yZWdyb3VuZCI6eyIkaWQiOiIyNTQxIiwiQ29sb3IiOnsiJGlkIjoiMjU0M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I1NDMiLCJUb3AiOjAuMCwiTGVmdCI6MC4wLCJSaWdodCI6MC4wLCJCb3R0b20iOjAuMH0sIlBhZGRpbmciOnsiJGlkIjoiMjU0NCIsIlRvcCI6MC4wLCJMZWZ0IjowLjAsIlJpZ2h0IjowLjAsIkJvdHRvbSI6MC4wfSwiQmFja2dyb3VuZCI6eyIkaWQiOiIyNTQ1IiwiQ29sb3IiOnsiJGlkIjoiMjU0NiIsIkEiOjI1NSwiUiI6NjQsIkciOjY0LCJCIjo2NH19LCJJc1Zpc2libGUiOnRydWUsIldpZHRoIjowLjAsIkhlaWdodCI6MC4wLCJCb3JkZXJTdHlsZSI6bnVsbCwiUGFyZW50U3R5bGUiOm51bGx9LCJSZWN0YW5nbGVTdHlsZSI6eyIkaWQiOiIyNTQ3IiwiTWFyZ2luIjp7IiRpZCI6IjI1NDgiLCJUb3AiOjAuMCwiTGVmdCI6MC4wLCJSaWdodCI6MC4wLCJCb3R0b20iOjAuMH0sIlBhZGRpbmciOnsiJGlkIjoiMjU0OSIsIlRvcCI6MC4wLCJMZWZ0IjowLjAsIlJpZ2h0IjowLjAsIkJvdHRvbSI6MC4wfSwiQmFja2dyb3VuZCI6eyIkaWQiOiIyNTUwIiwiQ29sb3IiOnsiJGlkIjoiMjU1MSIsIkEiOjEyNywiUiI6MTY1LCJHIjoxNjUsIkIiOjE2NX19LCJJc1Zpc2libGUiOnRydWUsIldpZHRoIjowLjAsIkhlaWdodCI6MC4wLCJCb3JkZXJTdHlsZSI6eyIkaWQiOiIyNTUyIiwiTGluZUNvbG9yIjp7IiRpZCI6IjI1NTMiLCIkdHlwZSI6Ik5MUkUuQ29tbW9uLkRvbS5Tb2xpZENvbG9yQnJ1c2gsIE5MUkUuQ29tbW9uIiwiQ29sb3IiOnsiJGlkIjoiMjU1NCIsIkEiOjI1NSwiUiI6MjU1LCJHIjowLCJCIjowfX0sIkxpbmVXZWlnaHQiOjAuMCwiTGluZVR5cGUiOjAsIlBhcmVudFN0eWxlIjpudWxsfSwiUGFyZW50U3R5bGUiOm51bGx9LCJNYXJnaW4iOnsiJGlkIjoiMjU1NSIsIlRvcCI6MC4wLCJMZWZ0IjowLjAsIlJpZ2h0IjowLjAsIkJvdHRvbSI6MC4wfSwiUGFkZGluZyI6eyIkaWQiOiIyNTU2IiwiVG9wIjowLjAsIkxlZnQiOjAuMCwiUmlnaHQiOjAuMCwiQm90dG9tIjowLjB9LCJCYWNrZ3JvdW5kIjpudWxsLCJJc1Zpc2libGUiOnRydWUsIldpZHRoIjowLjAsIkhlaWdodCI6MC4wLCJCb3JkZXJTdHlsZSI6bnVsbCwiUGFyZW50U3R5bGUiOm51bGx9LCJCYWNrZ3JvdW5kU3R5bGUiOnsiJGlkIjoiMjU1NyIsIk1hcmdpbiI6eyIkaWQiOiIyNTU4IiwiVG9wIjowLjAsIkxlZnQiOjAuMCwiUmlnaHQiOjAuMCwiQm90dG9tIjowLjB9LCJQYWRkaW5nIjp7IiRpZCI6IjI1NTkiLCJUb3AiOjAuMCwiTGVmdCI6MC4wLCJSaWdodCI6MC4wLCJCb3R0b20iOjAuMH0sIkJhY2tncm91bmQiOnsiJGlkIjoiMjU2MCIsIkNvbG9yIjp7IiRpZCI6IjI1NjEiLCJBIjo1MSwiUiI6MjAwLCJHIjoyMDAsIkIiOjIwMH19LCJJc1Zpc2libGUiOnRydWUsIldpZHRoIjowLjAsIkhlaWdodCI6MC4wLCJCb3JkZXJTdHlsZSI6eyIkaWQiOiIyNTYyIiwiTGluZUNvbG9yIjp7IiRpZCI6IjI1NjMiLCIkdHlwZSI6Ik5MUkUuQ29tbW9uLkRvbS5Tb2xpZENvbG9yQnJ1c2gsIE5MUkUuQ29tbW9uIiwiQ29sb3IiOnsiJGlkIjoiMjU2NCIsIkEiOjI1NSwiUiI6MjM0LCJHIjoyMiwiQiI6MzB9fSwiTGluZVdlaWdodCI6MC4wLCJMaW5lVHlwZSI6MCwiUGFyZW50U3R5bGUiOm51bGx9LCJQYXJlbnRTdHlsZSI6bnVsbH0sIk1hcmdpbiI6eyIkaWQiOiIyNTY1IiwiVG9wIjowLjAsIkxlZnQiOjAuMCwiUmlnaHQiOjAuMCwiQm90dG9tIjowLjB9LCJQYWRkaW5nIjp7IiRpZCI6IjI1NjYiLCJUb3AiOjAuMCwiTGVmdCI6MC4wLCJSaWdodCI6MC4wLCJCb3R0b20iOjAuMH0sIklzVmlzaWJsZSI6dHJ1ZSwiV2lkdGgiOjAuMCwiSGVpZ2h0IjowLjAsIkJvcmRlclN0eWxlIjp7IiRpZCI6IjI1NjciLCJMaW5lQ29sb3IiOm51bGwsIkxpbmVXZWlnaHQiOjAuMCwiTGluZVR5cGUiOjAsIlBhcmVudFN0eWxlIjpudWxsfSwiUGFyZW50U3R5bGUiOm51bGx9fV0sIklkIjoiZmEwMWFhYTEtZGRkNy00N2I0LTgxNWMtZTIzMGJkMzUyZTA1IiwiSW5kZXgiOjE2LCJIZWFkZXJUZXh0IjoiQmV0YVxyXG4iLCJTdHlsZSI6eyIkaWQiOiIyNTY4IiwiU3R5bGVJZCI6IjA3MDJkZWE4LWMxMTQtNGQ3MS1iZTQwLWNkMzA2MmM0Njk3MCIsIkhlYWRlclN0eWxlIjp7IiRpZCI6IjI1NjkiLCJUZXh0SXNWZXJ0aWNhbCI6ZmFsc2UsIlRleHRTdHlsZSI6eyIkaWQiOiIyNTcwIiwiRm9udFNldHRpbmdzIjp7IiRpZCI6IjI1NzEiLCJGb250U2l6ZSI6MTEsIkZvbnROYW1lIjoiVGl0aWxsaXVtIFdlYiIsIklzQm9sZCI6ZmFsc2UsIklzSXRhbGljIjpmYWxzZSwiSXNVbmRlcmxpbmVkIjpmYWxzZSwiUGFyZW50U3R5bGUiOm51bGx9LCJBdXRvU2l6ZSI6MiwiRm9yZWdyb3VuZCI6eyIkaWQiOiIyNTcyIiwiQ29sb3IiOnsiJGlkIjoiMjU3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1NzQiLCJUb3AiOjAuMCwiTGVmdCI6MC4wLCJSaWdodCI6MC4wLCJCb3R0b20iOjAuMH0sIlBhZGRpbmciOnsiJGlkIjoiMjU3NSIsIlRvcCI6MC4wLCJMZWZ0IjowLjAsIlJpZ2h0IjowLjAsIkJvdHRvbSI6MC4wfSwiQmFja2dyb3VuZCI6eyIkaWQiOiIyNTc2IiwiQ29sb3IiOnsiJGlkIjoiMjU3NyIsIkEiOjI1NSwiUiI6MjU1LCJHIjoyNTUsIkIiOjI1NX19LCJJc1Zpc2libGUiOnRydWUsIldpZHRoIjowLjAsIkhlaWdodCI6MC4wLCJCb3JkZXJTdHlsZSI6bnVsbCwiUGFyZW50U3R5bGUiOm51bGx9LCJSZWN0YW5nbGVTdHlsZSI6eyIkaWQiOiIyNTc4IiwiTWFyZ2luIjp7IiRpZCI6IjI1NzkiLCJUb3AiOjAuMCwiTGVmdCI6MC4wLCJSaWdodCI6MC4wLCJCb3R0b20iOjAuMH0sIlBhZGRpbmciOnsiJGlkIjoiMjU4MCIsIlRvcCI6MC4wLCJMZWZ0IjowLjAsIlJpZ2h0IjowLjAsIkJvdHRvbSI6MC4wfSwiQmFja2dyb3VuZCI6eyIkaWQiOiIyNTgxIiwiQ29sb3IiOnsiJGlkIjoiMjU4MiIsIkEiOjI1NSwiUiI6MTY1LCJHIjoxNjUsIkIiOjE2NX19LCJJc1Zpc2libGUiOnRydWUsIldpZHRoIjowLjAsIkhlaWdodCI6MC4wLCJCb3JkZXJTdHlsZSI6eyIkaWQiOiIyNTgzIiwiTGluZUNvbG9yIjp7IiRpZCI6IjI1ODQiLCIkdHlwZSI6Ik5MUkUuQ29tbW9uLkRvbS5Tb2xpZENvbG9yQnJ1c2gsIE5MUkUuQ29tbW9uIiwiQ29sb3IiOnsiJGlkIjoiMjU4NSIsIkEiOjI1NSwiUiI6MjU1LCJHIjoyNTUsIkIiOjI1NX19LCJMaW5lV2VpZ2h0IjowLjAsIkxpbmVUeXBlIjowLCJQYXJlbnRTdHlsZSI6bnVsbH0sIlBhcmVudFN0eWxlIjpudWxsfSwiTWFyZ2luIjp7IiRpZCI6IjI1ODYiLCJUb3AiOjAuMCwiTGVmdCI6MC4wLCJSaWdodCI6MC4wLCJCb3R0b20iOjAuMH0sIlBhZGRpbmciOnsiJGlkIjoiMjU4NyIsIlRvcCI6MC4wLCJMZWZ0IjowLjAsIlJpZ2h0IjowLjAsIkJvdHRvbSI6MC4wfSwiQmFja2dyb3VuZCI6bnVsbCwiSXNWaXNpYmxlIjp0cnVlLCJXaWR0aCI6MC4wLCJIZWlnaHQiOjAuMCwiQm9yZGVyU3R5bGUiOm51bGwsIlBhcmVudFN0eWxlIjpudWxsfSwiQmFja2dyb3VuZFN0eWxlIjp7IiRpZCI6IjI1ODgiLCJNYXJnaW4iOnsiJGlkIjoiMjU4OSIsIlRvcCI6MC4wLCJMZWZ0IjowLjAsIlJpZ2h0IjowLjAsIkJvdHRvbSI6MC4wfSwiUGFkZGluZyI6eyIkaWQiOiIyNTkwIiwiVG9wIjowLjAsIkxlZnQiOjAuMCwiUmlnaHQiOjAuMCwiQm90dG9tIjowLjB9LCJCYWNrZ3JvdW5kIjp7IiRpZCI6IjI1OTEiLCJDb2xvciI6eyIkaWQiOiIyNTkyIiwiQSI6NTEsIlIiOjIwMCwiRyI6MjAwLCJCIjoyMDB9fSwiSXNWaXNpYmxlIjp0cnVlLCJXaWR0aCI6MC4wLCJIZWlnaHQiOjAuMCwiQm9yZGVyU3R5bGUiOnsiJGlkIjoiMjU5MyIsIkxpbmVDb2xvciI6eyIkaWQiOiIyNTk0IiwiJHR5cGUiOiJOTFJFLkNvbW1vbi5Eb20uU29saWRDb2xvckJydXNoLCBOTFJFLkNvbW1vbiIsIkNvbG9yIjp7IiRpZCI6IjI1OTUiLCJBIjoyNTUsIlIiOjIzNCwiRyI6MjIsIkIiOjMwfX0sIkxpbmVXZWlnaHQiOjAuMCwiTGluZVR5cGUiOjAsIlBhcmVudFN0eWxlIjpudWxsfSwiUGFyZW50U3R5bGUiOm51bGx9LCJJc0Fib3ZlVGltZWJhbmQiOmZhbHNlLCJTcGFjaW5nIjoyLCJEZWZhdWx0U3dpbWxhbmVUYXNrU3R5bGUiOnsiJGlkIjoiMjU5NiIsIiR0eXBlIjoiTkxSRS5Db21tb24uRG9tLlN0eWxlcy5FeHBsaWNpdFNldGFibGVUYXNrU3R5bGUsIE5MUkUuQ29tbW9uIiwiU2hhcGUiOjEsIlNoYXBlVGhpY2tuZXNzIjowLCJEdXJhdGlvbkZvcm1hdCI6MCwiSW5jbHVkZU5vbldvcmtpbmdEYXlzSW5EdXJhdGlvbiI6ZmFsc2UsIlBlcmNlbnRhZ2VDb21wbGV0ZVN0eWxlIjp7IiRpZCI6IjI1OTciLCJGb250U2V0dGluZ3MiOnsiJGlkIjoiMjU5OCIsIkZvbnRTaXplIjoxMCwiRm9udE5hbWUiOiJDYWxpYnJpIiwiSXNCb2xkIjpmYWxzZSwiSXNJdGFsaWMiOmZhbHNlLCJJc1VuZGVybGluZWQiOmZhbHNlLCJQYXJlbnRTdHlsZSI6bnVsbH0sIkF1dG9TaXplIjowLCJGb3JlZ3JvdW5kIjp7IiRpZCI6IjI1OTkiLCJDb2xvciI6eyIkaWQiOiIyNjAw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2MDEiLCJUb3AiOjAuMCwiTGVmdCI6MC4wLCJSaWdodCI6MC4wLCJCb3R0b20iOjAuMH0sIlBhZGRpbmciOnsiJGlkIjoiMjYwMiIsIlRvcCI6MC4wLCJMZWZ0IjowLjAsIlJpZ2h0IjowLjAsIkJvdHRvbSI6MC4wfSwiQmFja2dyb3VuZCI6eyIkaWQiOiIyNjAzIiwiQ29sb3IiOnsiJGlkIjoiMjYwNCIsIkEiOjg5LCJSIjowLCJHIjowLCJCIjowfX0sIklzVmlzaWJsZSI6dHJ1ZSwiV2lkdGgiOjAuMCwiSGVpZ2h0IjowLjAsIkJvcmRlclN0eWxlIjp7IiRpZCI6IjI2MDUiLCJMaW5lQ29sb3IiOm51bGwsIkxpbmVXZWlnaHQiOjAuMCwiTGluZVR5cGUiOjAsIlBhcmVudFN0eWxlIjpudWxsfSwiUGFyZW50U3R5bGUiOm51bGx9LCJEdXJhdGlvblN0eWxlIjp7IiRpZCI6IjI2MDYiLCJGb250U2V0dGluZ3MiOnsiJGlkIjoiMjYwNyIsIkZvbnRTaXplIjoxMCwiRm9udE5hbWUiOiJDYWxpYnJpIiwiSXNCb2xkIjpmYWxzZSwiSXNJdGFsaWMiOmZhbHNlLCJJc1VuZGVybGluZWQiOmZhbHNlLCJQYXJlbnRTdHlsZSI6bnVsbH0sIkF1dG9TaXplIjowLCJGb3JlZ3JvdW5kIjp7IiRpZCI6IjI2MDgiLCJDb2xvciI6eyIkaWQiOiIyNjA5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jEwIiwiVG9wIjowLjAsIkxlZnQiOjAuMCwiUmlnaHQiOjAuMCwiQm90dG9tIjowLjB9LCJQYWRkaW5nIjp7IiRpZCI6IjI2MTEiLCJUb3AiOjAuMCwiTGVmdCI6MC4wLCJSaWdodCI6MC4wLCJCb3R0b20iOjAuMH0sIkJhY2tncm91bmQiOnsiJGlkIjoiMjYxMiIsIkNvbG9yIjp7IiRpZCI6IjI2MTMiLCJBIjoyNTUsIlIiOjY4LCJHIjo4NCwiQiI6MTA2fX0sIklzVmlzaWJsZSI6dHJ1ZSwiV2lkdGgiOjAuMCwiSGVpZ2h0IjowLjAsIkJvcmRlclN0eWxlIjp7IiRpZCI6IjI2MTQiLCJMaW5lQ29sb3IiOm51bGwsIkxpbmVXZWlnaHQiOjAuMCwiTGluZVR5cGUiOjAsIlBhcmVudFN0eWxlIjpudWxsfSwiUGFyZW50U3R5bGUiOm51bGx9LCJIb3Jpem9udGFsQ29ubmVjdG9yU3R5bGUiOnsiJGlkIjoiMjYxNSIsIkxpbmVDb2xvciI6eyIkaWQiOiIyNjE2IiwiJHR5cGUiOiJOTFJFLkNvbW1vbi5Eb20uU29saWRDb2xvckJydXNoLCBOTFJFLkNvbW1vbiIsIkNvbG9yIjp7IiRpZCI6IjI2MTciLCJBIjoyNTUsIlIiOjAsIkciOjAsIkIiOjB9fSwiTGluZVdlaWdodCI6MC4wLCJMaW5lVHlwZSI6MCwiUGFyZW50U3R5bGUiOm51bGx9LCJWZXJ0aWNhbENvbm5lY3RvclN0eWxlIjp7IiRpZCI6IjI2MTgiLCJMaW5lQ29sb3IiOnsiJGlkIjoiMjYxOSIsIiR0eXBlIjoiTkxSRS5Db21tb24uRG9tLlNvbGlkQ29sb3JCcnVzaCwgTkxSRS5Db21tb24iLCJDb2xvciI6eyIkaWQiOiIyNjI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jYyMSIsIlNoYXBlU3R5bGUiOnsiJGlkIjoiMjYyMiIsIk1hcmdpbiI6eyIkaWQiOiIyNjIzIiwiVG9wIjowLjAsIkxlZnQiOjAuMCwiUmlnaHQiOjAuMCwiQm90dG9tIjowLjB9LCJQYWRkaW5nIjp7IiRpZCI6IjI2MjQiLCJUb3AiOjAuMCwiTGVmdCI6MC4wLCJSaWdodCI6MC4wLCJCb3R0b20iOjAuMH0sIkJhY2tncm91bmQiOnsiJGlkIjoiMjYyNSIsIkNvbG9yIjp7IiRpZCI6IjI2MjYiLCJBIjoxNTMsIlIiOjAsIkciOjAsIkIiOjB9fSwiSXNWaXNpYmxlIjp0cnVlLCJXaWR0aCI6MC4wLCJIZWlnaHQiOjAuMCwiQm9yZGVyU3R5bGUiOnsiJGlkIjoiMjYyNyIsIkxpbmVDb2xvciI6eyIkaWQiOiIyNjI4IiwiJHR5cGUiOiJOTFJFLkNvbW1vbi5Eb20uU29saWRDb2xvckJydXNoLCBOTFJFLkNvbW1vbiIsIkNvbG9yIjp7IiRpZCI6IjI2MjkiLCJBIjoyNTUsIlIiOjI1NSwiRyI6MCwiQiI6MH19LCJMaW5lV2VpZ2h0IjowLjAsIkxpbmVUeXBlIjowLCJQYXJlbnRTdHlsZSI6bnVsbH0sIlBhcmVudFN0eWxlIjpudWxsfSwiTWFyZ2luIjp7IiRpZCI6IjI2MzAiLCJUb3AiOjAuMCwiTGVmdCI6MC4wLCJSaWdodCI6MC4wLCJCb3R0b20iOjAuMH0sIlBhZGRpbmciOnsiJGlkIjoiMjYzMSIsIlRvcCI6MC4wLCJMZWZ0IjowLjAsIlJpZ2h0IjowLjAsIkJvdHRvbSI6MC4wfSwiQmFja2dyb3VuZCI6bnVsbCwiSXNWaXNpYmxlIjp0cnVlLCJXaWR0aCI6MC4wLCJIZWlnaHQiOjAuMCwiQm9yZGVyU3R5bGUiOm51bGwsIlBhcmVudFN0eWxlIjpudWxsfSwiU2hhcGVTdHlsZSI6eyIkaWQiOiIyNjMyIiwiTWFyZ2luIjp7IiRpZCI6IjI2MzMiLCJUb3AiOjAuMCwiTGVmdCI6NC4wLCJSaWdodCI6NC4wLCJCb3R0b20iOjAuMH0sIlBhZGRpbmciOnsiJGlkIjoiMjYzNCIsIlRvcCI6MC4wLCJMZWZ0IjowLjAsIlJpZ2h0IjowLjAsIkJvdHRvbSI6MC4wfSwiQmFja2dyb3VuZCI6eyIkaWQiOiIyNjM1IiwiQ29sb3IiOnsiJGlkIjoiMjYzNiIsIkEiOjI1NSwiUiI6MTY1LCJHIjoxNjUsIkIiOjE2NX19LCJJc1Zpc2libGUiOnRydWUsIldpZHRoIjowLjAsIkhlaWdodCI6MTAuMCwiQm9yZGVyU3R5bGUiOnsiJGlkIjoiMjYzNyIsIkxpbmVDb2xvciI6eyIkaWQiOiIyNjM4IiwiJHR5cGUiOiJOTFJFLkNvbW1vbi5Eb20uU29saWRDb2xvckJydXNoLCBOTFJFLkNvbW1vbiIsIkNvbG9yIjp7IiRpZCI6IjI2MzkiLCJBIjoyNTUsIlIiOjIzNCwiRyI6MjIsIkIiOjMwfX0sIkxpbmVXZWlnaHQiOjAuMCwiTGluZVR5cGUiOjAsIlBhcmVudFN0eWxlIjpudWxsfSwiUGFyZW50U3R5bGUiOm51bGx9LCJUaXRsZVN0eWxlIjp7IiRpZCI6IjI2NDAiLCJGb250U2V0dGluZ3MiOnsiJGlkIjoiMjY0MSIsIkZvbnRTaXplIjoxMSwiRm9udE5hbWUiOiJDYWxpYnJpIiwiSXNCb2xkIjpmYWxzZSwiSXNJdGFsaWMiOmZhbHNlLCJJc1VuZGVybGluZWQiOmZhbHNlLCJQYXJlbnRTdHlsZSI6bnVsbH0sIkF1dG9TaXplIjowLCJGb3JlZ3JvdW5kIjp7IiRpZCI6IjI2NDIiLCJDb2xvciI6eyIkaWQiOiIyNjQ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DQiLCJUb3AiOjAuMCwiTGVmdCI6MC4wLCJSaWdodCI6MC4wLCJCb3R0b20iOjAuMH0sIlBhZGRpbmciOnsiJGlkIjoiMjY0NSIsIlRvcCI6MC4wLCJMZWZ0IjowLjAsIlJpZ2h0IjowLjAsIkJvdHRvbSI6MC4wfSwiQmFja2dyb3VuZCI6eyIkaWQiOiIyNjQ2IiwiQ29sb3IiOnsiJGlkIjoiMjY0NyIsIkEiOjI1NSwiUiI6MCwiRyI6MCwiQiI6MH19LCJJc1Zpc2libGUiOnRydWUsIldpZHRoIjowLjAsIkhlaWdodCI6MC4wLCJCb3JkZXJTdHlsZSI6eyIkaWQiOiIyNjQ4IiwiTGluZUNvbG9yIjpudWxsLCJMaW5lV2VpZ2h0IjowLjAsIkxpbmVUeXBlIjowLCJQYXJlbnRTdHlsZSI6bnVsbH0sIlBhcmVudFN0eWxlIjpudWxsfSwiRGF0ZVN0eWxlIjp7IiRpZCI6IjI2NDkiLCJGb250U2V0dGluZ3MiOnsiJGlkIjoiMjY1MCIsIkZvbnRTaXplIjoxMCwiRm9udE5hbWUiOiJDYWxpYnJpIiwiSXNCb2xkIjpmYWxzZSwiSXNJdGFsaWMiOmZhbHNlLCJJc1VuZGVybGluZWQiOmZhbHNlLCJQYXJlbnRTdHlsZSI6bnVsbH0sIkF1dG9TaXplIjowLCJGb3JlZ3JvdW5kIjp7IiRpZCI6IjI2NTEiLCJDb2xvciI6eyIkaWQiOiIyNjU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yNjUzIiwiVG9wIjowLjAsIkxlZnQiOjAuMCwiUmlnaHQiOjAuMCwiQm90dG9tIjowLjB9LCJQYWRkaW5nIjp7IiRpZCI6IjI2NTQiLCJUb3AiOjAuMCwiTGVmdCI6MC4wLCJSaWdodCI6MC4wLCJCb3R0b20iOjAuMH0sIkJhY2tncm91bmQiOnsiJGlkIjoiMjY1NSIsIkNvbG9yIjp7IiRpZCI6IjI2NTYiLCJBIjoyNTUsIlIiOjY4LCJHIjo4NCwiQiI6MTA2fX0sIklzVmlzaWJsZSI6dHJ1ZSwiV2lkdGgiOjAuMCwiSGVpZ2h0IjowLjAsIkJvcmRlclN0eWxlIjp7IiRpZCI6IjI2NTciLCJMaW5lQ29sb3IiOm51bGwsIkxpbmVXZWlnaHQiOjAuMCwiTGluZVR5cGUiOjAsIlBhcmVudFN0eWxlIjpudWxsfSwiUGFyZW50U3R5bGUiOm51bGx9LCJEYXRlRm9ybWF0Ijp7IiRpZCI6IjI2N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1OSIsIkZvcm1hdCI6MCwiSXNWaXNpYmxlIjpmYWxzZSwiTGFzdEtub3duVmlzaWJpbGl0eVN0YXRlIjpmYWxzZX0sIklzVmlzaWJsZSI6dHJ1ZSwiVmFyaWFuY2VTdHlsZSI6eyIkaWQiOiIyNjYwIiwiVGV4dFN0eWxlIjp7IiRpZCI6IjI2NjEiLCJGb250U2V0dGluZ3MiOnsiJGlkIjoiMjY2MiIsIkZvbnRTaXplIjoxMCwiRm9udE5hbWUiOiJDYWxpYnJpIiwiSXNCb2xkIjpmYWxzZSwiSXNJdGFsaWMiOmZhbHNlLCJJc1VuZGVybGluZWQiOmZhbHNlLCJQYXJlbnRTdHlsZSI6bnVsbH0sIkF1dG9TaXplIjowLCJGb3JlZ3JvdW5kIjp7IiRpZCI6IjI2NjMiLCJDb2xvciI6eyIkaWQiOiIyNjY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jUiLCJUb3AiOjAuMCwiTGVmdCI6MC4wLCJSaWdodCI6MC4wLCJCb3R0b20iOjAuMH0sIlBhZGRpbmciOnsiJGlkIjoiMjY2NiIsIlRvcCI6MC4wLCJMZWZ0IjowLjAsIlJpZ2h0IjowLjAsIkJvdHRvbSI6MC4wfSwiQmFja2dyb3VuZCI6eyIkaWQiOiIyNjY3IiwiQ29sb3IiOnsiJGlkIjoiMjY2OCIsIkEiOjI1NSwiUiI6MCwiRyI6MCwiQiI6MH19LCJJc1Zpc2libGUiOnRydWUsIldpZHRoIjowLjAsIkhlaWdodCI6MC4wLCJCb3JkZXJTdHlsZSI6eyIkaWQiOiIyNjY5IiwiTGluZUNvbG9yIjpudWxsLCJMaW5lV2VpZ2h0IjowLjAsIkxpbmVUeXBlIjowLCJQYXJlbnRTdHlsZSI6bnVsbH0sIlBhcmVudFN0eWxlIjpudWxsfSwiUGFyZW50U3R5bGUiOm51bGx9LCJQYXJlbnRTdHlsZSI6bnVsbCwiX2V4cGxpY2l0bHlTZXQiOnsiJGlkIjoiMjY3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2NzEiLCJTaGFwZSI6MSwiQ29ubmVjdG9yTWFyZ2luIjp7IiRpZCI6IjI2NzIiLCJUb3AiOjAuMCwiTGVmdCI6Mi4wLCJSaWdodCI6Mi4wLCJCb3R0b20iOjAuMH0sIkNvbm5lY3RvclN0eWxlIjp7IiRpZCI6IjI2NzMiLCJMaW5lQ29sb3IiOnsiJGlkIjoiMjY3NCIsIiR0eXBlIjoiTkxSRS5Db21tb24uRG9tLlNvbGlkQ29sb3JCcnVzaCwgTkxSRS5Db21tb24iLCJDb2xvciI6eyIkaWQiOiIyNjc1IiwiQSI6MTI3LCJSIjo1NywiRyI6NTcsIkIiOjU3fX0sIkxpbmVXZWlnaHQiOjEuMCwiTGluZVR5cGUiOjAsIlBhcmVudFN0eWxlIjpudWxsfSwiSXNCZWxvd1RpbWViYW5kIjpmYWxzZSwiUG9zaXRpb25PblRhc2siOjEsIkhpZGVEYXRlIjpmYWxzZSwiU2hhcGVTaXplIjowLCJTcGFjaW5nIjowLjAsIlBhZGRpbmciOnsiJGlkIjoiMjY3NiIsIlRvcCI6NS4wLCJMZWZ0IjozLjAsIlJpZ2h0IjowLjAsIkJvdHRvbSI6Mi4wfSwiU2hhcGVTdHlsZSI6eyIkaWQiOiIyNjc3IiwiTWFyZ2luIjp7IiRpZCI6IjI2NzgiLCJUb3AiOjAuMCwiTGVmdCI6MC4wLCJSaWdodCI6MC4wLCJCb3R0b20iOjAuMH0sIlBhZGRpbmciOnsiJGlkIjoiMjY3OSIsIlRvcCI6MC4wLCJMZWZ0IjowLjAsIlJpZ2h0IjowLjAsIkJvdHRvbSI6MC4wfSwiQmFja2dyb3VuZCI6eyIkaWQiOiIyNjgwIiwiQ29sb3IiOnsiJGlkIjoiMjY4MSIsIkEiOjI1NSwiUiI6NTcsIkciOjU3LCJCIjo1N319LCJJc1Zpc2libGUiOnRydWUsIldpZHRoIjoxMi4wLCJIZWlnaHQiOjE0LjAsIkJvcmRlclN0eWxlIjp7IiRpZCI6IjI2ODIiLCJMaW5lQ29sb3IiOnsiJGlkIjoiMjY4MyIsIiR0eXBlIjoiTkxSRS5Db21tb24uRG9tLlNvbGlkQ29sb3JCcnVzaCwgTkxSRS5Db21tb24iLCJDb2xvciI6eyIkaWQiOiIyNjg0IiwiQSI6MjU1LCJSIjoyNTUsIkciOjAsIkIiOjB9fSwiTGluZVdlaWdodCI6MC4wLCJMaW5lVHlwZSI6MCwiUGFyZW50U3R5bGUiOm51bGx9LCJQYXJlbnRTdHlsZSI6bnVsbH0sIlRpdGxlU3R5bGUiOnsiJGlkIjoiMjY4NSIsIkZvbnRTZXR0aW5ncyI6eyIkaWQiOiIyNjg2IiwiRm9udFNpemUiOjExLCJGb250TmFtZSI6IkNhbGlicmkiLCJJc0JvbGQiOmZhbHNlLCJJc0l0YWxpYyI6ZmFsc2UsIklzVW5kZXJsaW5lZCI6ZmFsc2UsIlBhcmVudFN0eWxlIjpudWxsfSwiQXV0b1NpemUiOjAsIkZvcmVncm91bmQiOnsiJGlkIjoiMjY4NyIsIkNvbG9yIjp7IiRpZCI6IjI2OD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jY4OSIsIlRvcCI6MC4wLCJMZWZ0IjowLjAsIlJpZ2h0IjowLjAsIkJvdHRvbSI6MC4wfSwiUGFkZGluZyI6eyIkaWQiOiIyNjkwIiwiVG9wIjowLjAsIkxlZnQiOjAuMCwiUmlnaHQiOjAuMCwiQm90dG9tIjowLjB9LCJCYWNrZ3JvdW5kIjp7IiRpZCI6IjI2OTEiLCJDb2xvciI6eyIkaWQiOiIyNjkyIiwiQSI6MjU1LCJSIjowLCJHIjowLCJCIjowfX0sIklzVmlzaWJsZSI6dHJ1ZSwiV2lkdGgiOjAuMCwiSGVpZ2h0IjowLjAsIkJvcmRlclN0eWxlIjp7IiRpZCI6IjI2OTMiLCJMaW5lQ29sb3IiOm51bGwsIkxpbmVXZWlnaHQiOjAuMCwiTGluZVR5cGUiOjAsIlBhcmVudFN0eWxlIjpudWxsfSwiUGFyZW50U3R5bGUiOm51bGx9LCJEYXRlU3R5bGUiOnsiJGlkIjoiMjY5NCIsIkZvbnRTZXR0aW5ncyI6eyIkaWQiOiIyNjk1IiwiRm9udFNpemUiOjEwLCJGb250TmFtZSI6IkNhbGlicmkiLCJJc0JvbGQiOmZhbHNlLCJJc0l0YWxpYyI6ZmFsc2UsIklzVW5kZXJsaW5lZCI6ZmFsc2UsIlBhcmVudFN0eWxlIjpudWxsfSwiQXV0b1NpemUiOjAsIkZvcmVncm91bmQiOnsiJGlkIjoiMjY5NiIsIkNvbG9yIjp7IiRpZCI6IjI2OT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I2OTgiLCJUb3AiOjAuMCwiTGVmdCI6MC4wLCJSaWdodCI6MC4wLCJCb3R0b20iOjAuMH0sIlBhZGRpbmciOnsiJGlkIjoiMjY5OSIsIlRvcCI6MC4wLCJMZWZ0IjowLjAsIlJpZ2h0IjowLjAsIkJvdHRvbSI6MC4wfSwiQmFja2dyb3VuZCI6eyIkaWQiOiIyNzAwIiwiQ29sb3IiOnsiJGlkIjoiMjcwMSIsIkEiOjI1NSwiUiI6NjgsIkciOjg0LCJCIjoxMDZ9fSwiSXNWaXNpYmxlIjp0cnVlLCJXaWR0aCI6MC4wLCJIZWlnaHQiOjAuMCwiQm9yZGVyU3R5bGUiOnsiJGlkIjoiMjcwMiIsIkxpbmVDb2xvciI6bnVsbCwiTGluZVdlaWdodCI6MC4wLCJMaW5lVHlwZSI6MCwiUGFyZW50U3R5bGUiOm51bGx9LCJQYXJlbnRTdHlsZSI6bnVsbH0sIkRhdGVGb3JtYXQiOnsiJGlkIjoiMjcwMyIsIkZvcm1hdFN0cmluZyI6Ik1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wNCIsIkZvcm1hdCI6MCwiSXNWaXNpYmxlIjpmYWxzZSwiTGFzdEtub3duVmlzaWJpbGl0eVN0YXRlIjpmYWxzZX0sIklzVmlzaWJsZSI6ZmFsc2UsIlZhcmlhbmNlU3R5bGUiOnsiJGlkIjoiMjcwNSIsIlRleHRTdHlsZSI6eyIkaWQiOiIyNzA2IiwiRm9udFNldHRpbmdzIjp7IiRpZCI6IjI3MDciLCJGb250U2l6ZSI6MTAsIkZvbnROYW1lIjoiQ2FsaWJyaSIsIklzQm9sZCI6ZmFsc2UsIklzSXRhbGljIjpmYWxzZSwiSXNVbmRlcmxpbmVkIjpmYWxzZSwiUGFyZW50U3R5bGUiOm51bGx9LCJBdXRvU2l6ZSI6MCwiRm9yZWdyb3VuZCI6eyIkaWQiOiIyNzA4IiwiQ29sb3IiOnsiJGlkIjoiMjcw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zEwIiwiVG9wIjowLjAsIkxlZnQiOjAuMCwiUmlnaHQiOjAuMCwiQm90dG9tIjowLjB9LCJQYWRkaW5nIjp7IiRpZCI6IjI3MTEiLCJUb3AiOjAuMCwiTGVmdCI6MC4wLCJSaWdodCI6MC4wLCJCb3R0b20iOjAuMH0sIkJhY2tncm91bmQiOnsiJGlkIjoiMjcxMiIsIkNvbG9yIjp7IiRpZCI6IjI3MTMiLCJBIjoyNTUsIlIiOjAsIkciOjAsIkIiOjB9fSwiSXNWaXNpYmxlIjp0cnVlLCJXaWR0aCI6MC4wLCJIZWlnaHQiOjAuMCwiQm9yZGVyU3R5bGUiOnsiJGlkIjoiMjcxNCIsIkxpbmVDb2xvciI6bnVsbCwiTGluZVdlaWdodCI6MC4wLCJMaW5lVHlwZSI6MCwiUGFyZW50U3R5bGUiOm51bGx9LCJQYXJlbnRTdHlsZSI6bnVsbH0sIlBhcmVudFN0eWxlIjpudWxsfSwiUGFyZW50U3R5bGUiOm51bGx9LCJEZWZhdWx0U3dpbWxhbmVNaWxlc3RvbmVTdHlsZSI6eyIkaWQiOiIyNzE1IiwiVGl0bGVQb3NpdGlvbiI6IkxlZnQiLCJEYXRlUG9zaXRpb24iOiJSaWdodCIsIlZhcmlhbmNlUG9zaXRpb24iOiJSaWdodCIsIlNoYXBlVHlwZSI6MSwiU2hhcGVTaXplIjowLCJTcGFjaW5nIjo1LCJTaGFwZVN0eWxlIjp7IiRpZCI6IjI3MTYiLCJNYXJnaW4iOnsiJGlkIjoiMjcxNyIsIlRvcCI6MC4wLCJMZWZ0IjowLjAsIlJpZ2h0IjowLjAsIkJvdHRvbSI6MC4wfSwiUGFkZGluZyI6eyIkaWQiOiIyNzE4IiwiVG9wIjowLjAsIkxlZnQiOjAuMCwiUmlnaHQiOjAuMCwiQm90dG9tIjowLjB9LCJCYWNrZ3JvdW5kIjp7IiRpZCI6IjI3MTkiLCJDb2xvciI6eyIkaWQiOiIyNzIwIiwiQSI6MjU1LCJSIjoxNjUsIkciOjE2NSwiQiI6MTY1fX0sIklzVmlzaWJsZSI6dHJ1ZSwiV2lkdGgiOjEyLjAsIkhlaWdodCI6MTQuMCwiQm9yZGVyU3R5bGUiOnsiJGlkIjoiMjcyMSIsIkxpbmVDb2xvciI6eyIkaWQiOiIyNzIyIiwiJHR5cGUiOiJOTFJFLkNvbW1vbi5Eb20uU29saWRDb2xvckJydXNoLCBOTFJFLkNvbW1vbiIsIkNvbG9yIjp7IiRpZCI6IjI3MjMiLCJBIjoyNTUsIlIiOjIzNCwiRyI6MjIsIkIiOjMwfX0sIkxpbmVXZWlnaHQiOjAuMCwiTGluZVR5cGUiOjAsIlBhcmVudFN0eWxlIjpudWxsfSwiUGFyZW50U3R5bGUiOm51bGx9LCJUaXRsZVN0eWxlIjp7IiRpZCI6IjI3MjQiLCJGb250U2V0dGluZ3MiOnsiJGlkIjoiMjcyNSIsIkZvbnRTaXplIjoxMSwiRm9udE5hbWUiOiJDYWxpYnJpIiwiSXNCb2xkIjpmYWxzZSwiSXNJdGFsaWMiOmZhbHNlLCJJc1VuZGVybGluZWQiOmZhbHNlLCJQYXJlbnRTdHlsZSI6bnVsbH0sIkF1dG9TaXplIjowLCJGb3JlZ3JvdW5kIjp7IiRpZCI6IjI3MjYiLCJDb2xvciI6eyIkaWQiOiIyNzI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I3MjgiLCJUb3AiOjAuMCwiTGVmdCI6MC4wLCJSaWdodCI6MC4wLCJCb3R0b20iOjAuMH0sIlBhZGRpbmciOnsiJGlkIjoiMjcyOSIsIlRvcCI6MC4wLCJMZWZ0IjowLjAsIlJpZ2h0IjowLjAsIkJvdHRvbSI6MC4wfSwiQmFja2dyb3VuZCI6eyIkaWQiOiIyNzMwIiwiQ29sb3IiOnsiJGlkIjoiMjczMSIsIkEiOjI1NSwiUiI6MCwiRyI6MCwiQiI6MH19LCJJc1Zpc2libGUiOnRydWUsIldpZHRoIjowLjAsIkhlaWdodCI6MC4wLCJCb3JkZXJTdHlsZSI6eyIkaWQiOiIyNzMyIiwiTGluZUNvbG9yIjpudWxsLCJMaW5lV2VpZ2h0IjowLjAsIkxpbmVUeXBlIjowLCJQYXJlbnRTdHlsZSI6bnVsbH0sIlBhcmVudFN0eWxlIjpudWxsfSwiRGF0ZVN0eWxlIjp7IiRpZCI6IjI3MzMiLCJGb250U2V0dGluZ3MiOnsiJGlkIjoiMjczNCIsIkZvbnRTaXplIjoxMCwiRm9udE5hbWUiOiJDYWxpYnJpIiwiSXNCb2xkIjpmYWxzZSwiSXNJdGFsaWMiOmZhbHNlLCJJc1VuZGVybGluZWQiOmZhbHNlLCJQYXJlbnRTdHlsZSI6bnVsbH0sIkF1dG9TaXplIjowLCJGb3JlZ3JvdW5kIjp7IiRpZCI6IjI3MzUiLCJDb2xvciI6eyIkaWQiOiIyNzM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zM3IiwiVG9wIjowLjAsIkxlZnQiOjAuMCwiUmlnaHQiOjAuMCwiQm90dG9tIjowLjB9LCJQYWRkaW5nIjp7IiRpZCI6IjI3MzgiLCJUb3AiOjAuMCwiTGVmdCI6MC4wLCJSaWdodCI6MC4wLCJCb3R0b20iOjAuMH0sIkJhY2tncm91bmQiOnsiJGlkIjoiMjczOSIsIkNvbG9yIjp7IiRpZCI6IjI3NDAiLCJBIjoyNTUsIlIiOjY4LCJHIjo4NCwiQiI6MTA2fX0sIklzVmlzaWJsZSI6dHJ1ZSwiV2lkdGgiOjAuMCwiSGVpZ2h0IjowLjAsIkJvcmRlclN0eWxlIjp7IiRpZCI6IjI3NDEiLCJMaW5lQ29sb3IiOm51bGwsIkxpbmVXZWlnaHQiOjAuMCwiTGluZVR5cGUiOjAsIlBhcmVudFN0eWxlIjpudWxsfSwiUGFyZW50U3R5bGUiOm51bGx9LCJEYXRlRm9ybWF0Ijp7IiRpZCI6IjI3ND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0MyIsIkZvcm1hdCI6MCwiSXNWaXNpYmxlIjpmYWxzZSwiTGFzdEtub3duVmlzaWJpbGl0eVN0YXRlIjpmYWxzZX0sIklzVmlzaWJsZSI6dHJ1ZSwiVmFyaWFuY2VTdHlsZSI6eyIkaWQiOiIyNzQ0IiwiVGV4dFN0eWxlIjp7IiRpZCI6IjI3NDUiLCJGb250U2V0dGluZ3MiOnsiJGlkIjoiMjc0NiIsIkZvbnRTaXplIjoxMCwiRm9udE5hbWUiOiJDYWxpYnJpIiwiSXNCb2xkIjpmYWxzZSwiSXNJdGFsaWMiOmZhbHNlLCJJc1VuZGVybGluZWQiOmZhbHNlLCJQYXJlbnRTdHlsZSI6bnVsbH0sIkF1dG9TaXplIjowLCJGb3JlZ3JvdW5kIjp7IiRpZCI6IjI3NDciLCJDb2xvciI6eyIkaWQiOiIyNzQ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3NDkiLCJUb3AiOjAuMCwiTGVmdCI6MC4wLCJSaWdodCI6MC4wLCJCb3R0b20iOjAuMH0sIlBhZGRpbmciOnsiJGlkIjoiMjc1MCIsIlRvcCI6MC4wLCJMZWZ0IjowLjAsIlJpZ2h0IjowLjAsIkJvdHRvbSI6MC4wfSwiQmFja2dyb3VuZCI6eyIkaWQiOiIyNzUxIiwiQ29sb3IiOnsiJGlkIjoiMjc1MiIsIkEiOjI1NSwiUiI6MCwiRyI6MCwiQiI6MH19LCJJc1Zpc2libGUiOnRydWUsIldpZHRoIjowLjAsIkhlaWdodCI6MC4wLCJCb3JkZXJTdHlsZSI6eyIkaWQiOiIyNzUzIiwiTGluZUNvbG9yIjpudWxsLCJMaW5lV2VpZ2h0IjowLjAsIkxpbmVUeXBlIjowLCJQYXJlbnRTdHlsZSI6bnVsbH0sIlBhcmVudFN0eWxlIjpudWxsfSwiUGFyZW50U3R5bGUiOm51bGx9LCJQYXJlbnRTdHlsZSI6bnVsbH0sIkRlZmF1bHRTd2ltbGFuZUFjdGl2aXR5U3R5bGUiOnsiJGlkIjoiMjc1NCIsIkhlYWRlclN0eWxlIjp7IiRpZCI6IjI3NTUiLCJUZXh0U3R5bGUiOnsiJGlkIjoiMjc1NiIsIkZvbnRTZXR0aW5ncyI6eyIkaWQiOiIyNzU3IiwiRm9udFNpemUiOjExLCJGb250TmFtZSI6IkNhbGlicmkiLCJJc0JvbGQiOmZhbHNlLCJJc0l0YWxpYyI6ZmFsc2UsIklzVW5kZXJsaW5lZCI6ZmFsc2UsIlBhcmVudFN0eWxlIjpudWxsfSwiQXV0b1NpemUiOjIsIkZvcmVncm91bmQiOnsiJGlkIjoiMjc1OCIsIkNvbG9yIjp7IiRpZCI6IjI3NTk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NzYwIiwiVG9wIjowLjAsIkxlZnQiOjAuMCwiUmlnaHQiOjAuMCwiQm90dG9tIjowLjB9LCJQYWRkaW5nIjp7IiRpZCI6IjI3NjEiLCJUb3AiOjAuMCwiTGVmdCI6MC4wLCJSaWdodCI6MC4wLCJCb3R0b20iOjAuMH0sIkJhY2tncm91bmQiOnsiJGlkIjoiMjc2MiIsIkNvbG9yIjp7IiRpZCI6IjI3NjMiLCJBIjoyNTUsIlIiOjY0LCJHIjo2NCwiQiI6NjR9fSwiSXNWaXNpYmxlIjp0cnVlLCJXaWR0aCI6MC4wLCJIZWlnaHQiOjAuMCwiQm9yZGVyU3R5bGUiOm51bGwsIlBhcmVudFN0eWxlIjpudWxsfSwiUmVjdGFuZ2xlU3R5bGUiOnsiJGlkIjoiMjc2NCIsIk1hcmdpbiI6eyIkaWQiOiIyNzY1IiwiVG9wIjowLjAsIkxlZnQiOjAuMCwiUmlnaHQiOjAuMCwiQm90dG9tIjowLjB9LCJQYWRkaW5nIjp7IiRpZCI6IjI3NjYiLCJUb3AiOjAuMCwiTGVmdCI6MC4wLCJSaWdodCI6MC4wLCJCb3R0b20iOjAuMH0sIkJhY2tncm91bmQiOnsiJGlkIjoiMjc2NyIsIkNvbG9yIjp7IiRpZCI6IjI3NjgiLCJBIjoxMjcsIlIiOjE2NSwiRyI6MTY1LCJCIjoxNjV9fSwiSXNWaXNpYmxlIjp0cnVlLCJXaWR0aCI6MC4wLCJIZWlnaHQiOjAuMCwiQm9yZGVyU3R5bGUiOnsiJGlkIjoiMjc2OSIsIkxpbmVDb2xvciI6eyIkaWQiOiIyNzcwIiwiJHR5cGUiOiJOTFJFLkNvbW1vbi5Eb20uU29saWRDb2xvckJydXNoLCBOTFJFLkNvbW1vbiIsIkNvbG9yIjp7IiRpZCI6IjI3NzEiLCJBIjoyNTUsIlIiOjI1NSwiRyI6MCwiQiI6MH19LCJMaW5lV2VpZ2h0IjowLjAsIkxpbmVUeXBlIjowLCJQYXJlbnRTdHlsZSI6bnVsbH0sIlBhcmVudFN0eWxlIjpudWxsfSwiTWFyZ2luIjp7IiRpZCI6IjI3NzIiLCJUb3AiOjAuMCwiTGVmdCI6MC4wLCJSaWdodCI6MC4wLCJCb3R0b20iOjAuMH0sIlBhZGRpbmciOnsiJGlkIjoiMjc3MyIsIlRvcCI6MC4wLCJMZWZ0IjowLjAsIlJpZ2h0IjowLjAsIkJvdHRvbSI6MC4wfSwiQmFja2dyb3VuZCI6bnVsbCwiSXNWaXNpYmxlIjp0cnVlLCJXaWR0aCI6MC4wLCJIZWlnaHQiOjAuMCwiQm9yZGVyU3R5bGUiOm51bGwsIlBhcmVudFN0eWxlIjpudWxsfSwiQmFja2dyb3VuZFN0eWxlIjp7IiRpZCI6IjI3NzQiLCJNYXJnaW4iOnsiJGlkIjoiMjc3NSIsIlRvcCI6MC4wLCJMZWZ0IjowLjAsIlJpZ2h0IjowLjAsIkJvdHRvbSI6MC4wfSwiUGFkZGluZyI6eyIkaWQiOiIyNzc2IiwiVG9wIjowLjAsIkxlZnQiOjAuMCwiUmlnaHQiOjAuMCwiQm90dG9tIjowLjB9LCJCYWNrZ3JvdW5kIjp7IiRpZCI6IjI3NzciLCJDb2xvciI6eyIkaWQiOiIyNzc4IiwiQSI6NTEsIlIiOjIwMCwiRyI6MjAwLCJCIjoyMDB9fSwiSXNWaXNpYmxlIjp0cnVlLCJXaWR0aCI6MC4wLCJIZWlnaHQiOjAuMCwiQm9yZGVyU3R5bGUiOnsiJGlkIjoiMjc3OSIsIkxpbmVDb2xvciI6eyIkaWQiOiIyNzgwIiwiJHR5cGUiOiJOTFJFLkNvbW1vbi5Eb20uU29saWRDb2xvckJydXNoLCBOTFJFLkNvbW1vbiIsIkNvbG9yIjp7IiRpZCI6IjI3ODEiLCJBIjoyNTUsIlIiOjIzNCwiRyI6MjIsIkIiOjMwfX0sIkxpbmVXZWlnaHQiOjAuMCwiTGluZVR5cGUiOjAsIlBhcmVudFN0eWxlIjpudWxsfSwiUGFyZW50U3R5bGUiOm51bGx9LCJNYXJnaW4iOnsiJGlkIjoiMjc4MiIsIlRvcCI6MC4wLCJMZWZ0IjowLjAsIlJpZ2h0IjowLjAsIkJvdHRvbSI6MC4wfSwiUGFkZGluZyI6eyIkaWQiOiIyNzgzIiwiVG9wIjowLjAsIkxlZnQiOjAuMCwiUmlnaHQiOjAuMCwiQm90dG9tIjowLjB9LCJJc1Zpc2libGUiOnRydWUsIldpZHRoIjowLjAsIkhlaWdodCI6MC4wLCJCb3JkZXJTdHlsZSI6eyIkaWQiOiIyNzg0IiwiTGluZUNvbG9yIjpudWxsLCJMaW5lV2VpZ2h0IjowLjAsIkxpbmVUeXBlIjowLCJQYXJlbnRTdHlsZSI6bnVsbH0sIlBhcmVudFN0eWxlIjpudWxsfSwiTWFyZ2luIjp7IiRpZCI6IjI3ODUiLCJUb3AiOjAuMCwiTGVmdCI6MC4wLCJSaWdodCI6MC4wLCJCb3R0b20iOjAuMH0sIlBhZGRpbmciOnsiJGlkIjoiMjc4NiIsIlRvcCI6MC4wLCJMZWZ0IjowLjAsIlJpZ2h0IjowLjAsIkJvdHRvbSI6MC4wfSwiSXNWaXNpYmxlIjpmYWxzZSwiV2lkdGgiOjAuMCwiSGVpZ2h0IjowLjAsIkJvcmRlclN0eWxlIjp7IiRpZCI6IjI3ODciLCJMaW5lQ29sb3IiOm51bGwsIkxpbmVXZWlnaHQiOjAuMCwiTGluZVR5cGUiOjAsIlBhcmVudFN0eWxlIjpudWxsfSwiUGFyZW50U3R5bGUiOm51bGx9fSx7IiRpZCI6IjI3ODgiLCJfYWN0aXZpdGllcyI6W3siJGlkIjoiMjc4OSIsIl9yb3dzIjpbeyIkaWQiOiIyNzkwIiwiX3Rhc2tzIjpbeyIkaWQiOiIyNzkxIiwiX2F0dGFjaGVkTWlsZXN0b25lcyI6W10sIlRhc2tEZWZpbml0aW9uIjp7IiRpZCI6IjI3OTIiLCJHcm91cE5hbWUiOm51bGwsIlN0YXJ0RGF0ZSI6IjIwMjctMDQtMDFUMDA6MDA6MDBaIiwiRW5kRGF0ZSI6IjIwMjctMDUtMzFUMjM6NTk6MDBaIiwiUGVyY2VudGFnZUNvbXBsZXRlIjpudWxsLCJTdHlsZSI6eyIkaWQiOiIyNzkzIiwiU2hhcGUiOjEsIlNoYXBlVGhpY2tuZXNzIjowLCJEdXJhdGlvbkZvcm1hdCI6MCwiSW5jbHVkZU5vbldvcmtpbmdEYXlzSW5EdXJhdGlvbiI6ZmFsc2UsIlBlcmNlbnRhZ2VDb21wbGV0ZVN0eWxlIjp7IiRpZCI6IjI3OTQiLCJGb250U2V0dGluZ3MiOnsiJGlkIjoiMjc5NSIsIkZvbnRTaXplIjoxMCwiRm9udE5hbWUiOiJDYWxpYnJpIiwiSXNCb2xkIjpmYWxzZSwiSXNJdGFsaWMiOmZhbHNlLCJJc1VuZGVybGluZWQiOmZhbHNlLCJQYXJlbnRTdHlsZSI6bnVsbH0sIkF1dG9TaXplIjowLCJGb3JlZ3JvdW5kIjp7IiRpZCI6IjI3OTYiLCJDb2xvciI6eyIkaWQiOiIyNzk3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3OTgiLCJUb3AiOjAuMCwiTGVmdCI6MC4wLCJSaWdodCI6MC4wLCJCb3R0b20iOjAuMH0sIlBhZGRpbmciOnsiJGlkIjoiMjc5OSIsIlRvcCI6MC4wLCJMZWZ0IjowLjAsIlJpZ2h0IjowLjAsIkJvdHRvbSI6MC4wfSwiQmFja2dyb3VuZCI6eyIkaWQiOiIyODAwIiwiQ29sb3IiOnsiJGlkIjoiMjgwMSIsIkEiOjg5LCJSIjowLCJHIjowLCJCIjowfX0sIklzVmlzaWJsZSI6dHJ1ZSwiV2lkdGgiOjAuMCwiSGVpZ2h0IjowLjAsIkJvcmRlclN0eWxlIjp7IiRpZCI6IjI4MDIiLCJMaW5lQ29sb3IiOm51bGwsIkxpbmVXZWlnaHQiOjAuMCwiTGluZVR5cGUiOjAsIlBhcmVudFN0eWxlIjpudWxsfSwiUGFyZW50U3R5bGUiOm51bGx9LCJEdXJhdGlvblN0eWxlIjp7IiRpZCI6IjI4MDMiLCJGb250U2V0dGluZ3MiOnsiJGlkIjoiMjgwNCIsIkZvbnRTaXplIjoxMCwiRm9udE5hbWUiOiJDYWxpYnJpIiwiSXNCb2xkIjpmYWxzZSwiSXNJdGFsaWMiOmZhbHNlLCJJc1VuZGVybGluZWQiOmZhbHNlLCJQYXJlbnRTdHlsZSI6bnVsbH0sIkF1dG9TaXplIjowLCJGb3JlZ3JvdW5kIjp7IiRpZCI6IjI4MDUiLCJDb2xvciI6eyIkaWQiOiIyODA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DA3IiwiVG9wIjowLjAsIkxlZnQiOjAuMCwiUmlnaHQiOjAuMCwiQm90dG9tIjowLjB9LCJQYWRkaW5nIjp7IiRpZCI6IjI4MDgiLCJUb3AiOjAuMCwiTGVmdCI6MC4wLCJSaWdodCI6MC4wLCJCb3R0b20iOjAuMH0sIkJhY2tncm91bmQiOnsiJGlkIjoiMjgwOSIsIkNvbG9yIjp7IiRpZCI6IjI4MTAiLCJBIjoyNTUsIlIiOjY4LCJHIjo4NCwiQiI6MTA2fX0sIklzVmlzaWJsZSI6dHJ1ZSwiV2lkdGgiOjAuMCwiSGVpZ2h0IjowLjAsIkJvcmRlclN0eWxlIjp7IiRpZCI6IjI4MTEiLCJMaW5lQ29sb3IiOm51bGwsIkxpbmVXZWlnaHQiOjAuMCwiTGluZVR5cGUiOjAsIlBhcmVudFN0eWxlIjpudWxsfSwiUGFyZW50U3R5bGUiOm51bGx9LCJIb3Jpem9udGFsQ29ubmVjdG9yU3R5bGUiOnsiJGlkIjoiMjgxMiIsIkxpbmVDb2xvciI6eyIkaWQiOiIyODEzIiwiJHR5cGUiOiJOTFJFLkNvbW1vbi5Eb20uU29saWRDb2xvckJydXNoLCBOTFJFLkNvbW1vbiIsIkNvbG9yIjp7IiRpZCI6IjI4MTQiLCJBIjoyNTUsIlIiOjAsIkciOjAsIkIiOjB9fSwiTGluZVdlaWdodCI6MC4wLCJMaW5lVHlwZSI6MCwiUGFyZW50U3R5bGUiOm51bGx9LCJWZXJ0aWNhbENvbm5lY3RvclN0eWxlIjp7IiRpZCI6IjI4MTUiLCJMaW5lQ29sb3IiOnsiJGlkIjoiMjgxNiIsIiR0eXBlIjoiTkxSRS5Db21tb24uRG9tLlNvbGlkQ29sb3JCcnVzaCwgTkxSRS5Db21tb24iLCJDb2xvciI6eyIkaWQiOiIyODE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ODE4IiwiU2hhcGVTdHlsZSI6eyIkaWQiOiIyODE5IiwiTWFyZ2luIjp7IiRpZCI6IjI4MjAiLCJUb3AiOjAuMCwiTGVmdCI6MC4wLCJSaWdodCI6MC4wLCJCb3R0b20iOjAuMH0sIlBhZGRpbmciOnsiJGlkIjoiMjgyMSIsIlRvcCI6MC4wLCJMZWZ0IjowLjAsIlJpZ2h0IjowLjAsIkJvdHRvbSI6MC4wfSwiQmFja2dyb3VuZCI6eyIkaWQiOiIyODIyIiwiQ29sb3IiOnsiJGlkIjoiMjgyMyIsIkEiOjE1MywiUiI6MCwiRyI6MCwiQiI6MH19LCJJc1Zpc2libGUiOnRydWUsIldpZHRoIjowLjAsIkhlaWdodCI6MC4wLCJCb3JkZXJTdHlsZSI6bnVsbCwiUGFyZW50U3R5bGUiOm51bGx9LCJNYXJnaW4iOnsiJGlkIjoiMjgyNCIsIlRvcCI6MC4wLCJMZWZ0IjowLjAsIlJpZ2h0IjowLjAsIkJvdHRvbSI6MC4wfSwiUGFkZGluZyI6eyIkaWQiOiIyODI1IiwiVG9wIjowLjAsIkxlZnQiOjAuMCwiUmlnaHQiOjAuMCwiQm90dG9tIjowLjB9LCJCYWNrZ3JvdW5kIjpudWxsLCJJc1Zpc2libGUiOnRydWUsIldpZHRoIjowLjAsIkhlaWdodCI6MC4wLCJCb3JkZXJTdHlsZSI6bnVsbCwiUGFyZW50U3R5bGUiOm51bGx9LCJTaGFwZVN0eWxlIjp7IiRpZCI6IjI4MjYiLCJNYXJnaW4iOnsiJGlkIjoiMjgyNyIsIlRvcCI6MC4wLCJMZWZ0Ijo0LjAsIlJpZ2h0Ijo0LjAsIkJvdHRvbSI6MC4wfSwiUGFkZGluZyI6eyIkaWQiOiIyODI4IiwiVG9wIjowLjAsIkxlZnQiOjAuMCwiUmlnaHQiOjAuMCwiQm90dG9tIjowLjB9LCJCYWNrZ3JvdW5kIjp7IiRpZCI6IjI4MjkiLCJDb2xvciI6eyIkaWQiOiIyODMwIiwiQSI6MjU1LCJSIjo2OCwiRyI6MTE0LCJCIjoxOTZ9fSwiSXNWaXNpYmxlIjp0cnVlLCJXaWR0aCI6MC4wLCJIZWlnaHQiOjEwLjAsIkJvcmRlclN0eWxlIjp7IiRpZCI6IjI4MzEiLCJMaW5lQ29sb3IiOnsiJGlkIjoiMjgzMiIsIiR0eXBlIjoiTkxSRS5Db21tb24uRG9tLlNvbGlkQ29sb3JCcnVzaCwgTkxSRS5Db21tb24iLCJDb2xvciI6eyIkaWQiOiIyODMzIiwiQSI6MjU1LCJSIjoyMzQsIkciOjIyLCJCIjozMH19LCJMaW5lV2VpZ2h0IjowLjAsIkxpbmVUeXBlIjowLCJQYXJlbnRTdHlsZSI6bnVsbH0sIlBhcmVudFN0eWxlIjpudWxsfSwiVGl0bGVTdHlsZSI6eyIkaWQiOiIyODM0IiwiRm9udFNldHRpbmdzIjp7IiRpZCI6IjI4MzUiLCJGb250U2l6ZSI6MTEsIkZvbnROYW1lIjoiVGl0aWxsaXVtIFdlYiIsIklzQm9sZCI6ZmFsc2UsIklzSXRhbGljIjpmYWxzZSwiSXNVbmRlcmxpbmVkIjpmYWxzZSwiUGFyZW50U3R5bGUiOm51bGx9LCJBdXRvU2l6ZSI6MCwiRm9yZWdyb3VuZCI6eyIkaWQiOiIyODM2IiwiQ29sb3IiOnsiJGlkIjoiMjgzN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yODM4IiwiVG9wIjowLjAsIkxlZnQiOjAuMCwiUmlnaHQiOjAuMCwiQm90dG9tIjowLjB9LCJQYWRkaW5nIjp7IiRpZCI6IjI4MzkiLCJUb3AiOjAuMCwiTGVmdCI6MC4wLCJSaWdodCI6MC4wLCJCb3R0b20iOjAuMH0sIkJhY2tncm91bmQiOnsiJGlkIjoiMjg0MCIsIkNvbG9yIjp7IiRpZCI6IjI4NDEiLCJBIjowLCJSIjoyNTUsIkciOjI1NSwiQiI6MjU1fX0sIklzVmlzaWJsZSI6dHJ1ZSwiV2lkdGgiOjAuMCwiSGVpZ2h0IjowLjAsIkJvcmRlclN0eWxlIjp7IiRpZCI6IjI4NDIiLCJMaW5lQ29sb3IiOm51bGwsIkxpbmVXZWlnaHQiOjAuMCwiTGluZVR5cGUiOjAsIlBhcmVudFN0eWxlIjpudWxsfSwiUGFyZW50U3R5bGUiOm51bGx9LCJEYXRlU3R5bGUiOnsiJGlkIjoiMjg0MyIsIkZvbnRTZXR0aW5ncyI6eyIkaWQiOiIyODQ0IiwiRm9udFNpemUiOjEwLCJGb250TmFtZSI6IlRpdGlsbGl1bSBXZWIiLCJJc0JvbGQiOmZhbHNlLCJJc0l0YWxpYyI6ZmFsc2UsIklzVW5kZXJsaW5lZCI6ZmFsc2UsIlBhcmVudFN0eWxlIjpudWxsfSwiQXV0b1NpemUiOjAsIkZvcmVncm91bmQiOnsiJGlkIjoiMjg0NSIsIkNvbG9yIjp7IiRpZCI6IjI4ND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GlkIjoiMjg0NyIsIlRvcCI6MC4wLCJMZWZ0IjowLjAsIlJpZ2h0IjowLjAsIkJvdHRvbSI6MC4wfSwiUGFkZGluZyI6eyIkaWQiOiIyODQ4IiwiVG9wIjowLjAsIkxlZnQiOjAuMCwiUmlnaHQiOjAuMCwiQm90dG9tIjowLjB9LCJCYWNrZ3JvdW5kIjp7IiRpZCI6IjI4NDkiLCJDb2xvciI6eyIkaWQiOiIyODUwIiwiQSI6MCwiUiI6MjU1LCJHIjoyNTUsIkIiOjI1NX19LCJJc1Zpc2libGUiOnRydWUsIldpZHRoIjowLjAsIkhlaWdodCI6MC4wLCJCb3JkZXJTdHlsZSI6eyIkaWQiOiIyODUxIiwiTGluZUNvbG9yIjpudWxsLCJMaW5lV2VpZ2h0IjowLjAsIkxpbmVUeXBlIjowLCJQYXJlbnRTdHlsZSI6bnVsbH0sIlBhcmVudFN0eWxlIjpudWxsfSwiRGF0ZUZvcm1hdCI6eyIkaWQiOiIyODU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TMiLCJGb3JtYXQiOjAsIklzVmlzaWJsZSI6ZmFsc2UsIkxhc3RLbm93blZpc2liaWxpdHlTdGF0ZSI6ZmFsc2V9LCJJc1Zpc2libGUiOnRydWUsIlZhcmlhbmNlU3R5bGUiOnsiJGlkIjoiMjg1NCIsIlRleHRTdHlsZSI6eyIkaWQiOiIyODU1IiwiRm9udFNldHRpbmdzIjp7IiRpZCI6IjI4NTYiLCJGb250U2l6ZSI6MTAsIkZvbnROYW1lIjoiQ2FsaWJyaSIsIklzQm9sZCI6ZmFsc2UsIklzSXRhbGljIjpmYWxzZSwiSXNVbmRlcmxpbmVkIjpmYWxzZSwiUGFyZW50U3R5bGUiOm51bGx9LCJBdXRvU2l6ZSI6MCwiRm9yZWdyb3VuZCI6eyIkaWQiOiIyODU3IiwiQ29sb3IiOnsiJGlkIjoiMjg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DU5IiwiVG9wIjowLjAsIkxlZnQiOjAuMCwiUmlnaHQiOjAuMCwiQm90dG9tIjowLjB9LCJQYWRkaW5nIjp7IiRpZCI6IjI4NjAiLCJUb3AiOjAuMCwiTGVmdCI6MC4wLCJSaWdodCI6MC4wLCJCb3R0b20iOjAuMH0sIkJhY2tncm91bmQiOnsiJGlkIjoiMjg2MSIsIkNvbG9yIjp7IiRpZCI6IjI4NjIiLCJBIjoyNTUsIlIiOjAsIkciOjAsIkIiOjB9fSwiSXNWaXNpYmxlIjp0cnVlLCJXaWR0aCI6MC4wLCJIZWlnaHQiOjAuMCwiQm9yZGVyU3R5bGUiOm51bGwsIlBhcmVudFN0eWxlIjpudWxsfSwiUGFyZW50U3R5bGUiOm51bGx9LCJQYXJlbnRTdHlsZSI6bnVsbH0sIkluZGV4IjoxOSwiU21hcnREdXJhdGlvbkFjdGl2YXRlZCI6ZmFsc2UsIkRhdGVGb3JtYXQiOnsiJHJlZiI6IjI4NTIifSwiV2Vla051bWJlcmluZyI6eyIkaWQiOiIyODYzIiwiRm9ybWF0IjowLCJJc1Zpc2libGUiOmZhbHNlLCJMYXN0S25vd25WaXNpYmlsaXR5U3RhdGUiOmZhbHNlfSwiQmFzZWxpbmVEYXRhIjp7IiRpZCI6IjI4NjQiLCJTdGFydERhdGUiOiIyMDI3LTA0LTAxVDAwOjAwOjAwIiwiRW5kRGF0ZSI6IjIwMjctMDUtMzFUMjM6NTk6MDAifSwiSWQiOiI1NDRjMGNjOC0zZmI4LTRkZTMtYWY3ZS05MWQ0MzU0ODI1YzQiLCJJbXBvcnRJZCI6bnVsbCwiVGl0bGUiOiJWZXJzacOzbiBjYW5kaWRhdGEgKFNwcmludHMgMjQtMjcpIiwiTm90ZSI6bnVsbCwiSHlwZXJsaW5rIjp7IiRpZCI6IjI4NjUiLCJBZGRyZXNzIjoiIiwiU3ViQWRkcmVzcyI6IiJ9LCJJc0NoYW5nZWQiOmZhbHNlLCJJc05ldyI6ZmFsc2V9fV0sIl9taWxlc3RvbmVzIjpbXSwiSWQiOiIwMDAwMDAwMC0wMDAwLTAwMDAtMDAwMC0wMDAwMDAwMDAwMDAiLCJJc1NpbmdsZUl0ZW1Sb3ciOnRydWV9XSwiSW5kZXgiOjE4LCJJZCI6ImM5YWMwOTk1LWQ3YzUtNDdjYy04MDY4LTQ2NzMwYWI0YTdjZiIsIkhlYWRlclRleHQiOm51bGwsIklzRGVmYXVsdCI6dHJ1ZSwiU3R5bGUiOnsiJGlkIjoiMjg2NiIsIkhlYWRlclN0eWxlIjp7IiRpZCI6IjI4NjciLCJUZXh0U3R5bGUiOnsiJGlkIjoiMjg2OCIsIkZvbnRTZXR0aW5ncyI6eyIkaWQiOiIyODY5IiwiRm9udFNpemUiOjExLCJGb250TmFtZSI6IkNhbGlicmkiLCJJc0JvbGQiOmZhbHNlLCJJc0l0YWxpYyI6ZmFsc2UsIklzVW5kZXJsaW5lZCI6ZmFsc2UsIlBhcmVudFN0eWxlIjpudWxsfSwiQXV0b1NpemUiOjAsIkZvcmVncm91bmQiOnsiJGlkIjoiMjg3MCIsIkNvbG9yIjp7IiRpZCI6IjI4NzEiLCJBIjoyNTUsIlIiOjY0LCJHIjo2NCwiQiI6NjR9fSwiTWF4V2lkdGgiOjAuMCwiTWF4SGVpZ2h0IjowLjAsIlNtYXJ0Rm9yZWdyb3VuZElzQWN0aXZlIjpmYWxzZSwiSG9yaXpvbnRhbEFsaWdubWVudCI6MCwiVmVydGljYWxBbGlnbm1lbnQiOjAsIlNtYXJ0Rm9yZWdyb3VuZCI6bnVsbCwiQmFja2dyb3VuZEZpbGxUeXBlIjowLCJNYXJnaW4iOnsiJGlkIjoiMjg3MiIsIlRvcCI6MC4wLCJMZWZ0IjowLjAsIlJpZ2h0IjowLjAsIkJvdHRvbSI6MC4wfSwiUGFkZGluZyI6eyIkaWQiOiIyODczIiwiVG9wIjowLjAsIkxlZnQiOjAuMCwiUmlnaHQiOjAuMCwiQm90dG9tIjowLjB9LCJCYWNrZ3JvdW5kIjp7IiRpZCI6IjI4NzQiLCJDb2xvciI6eyIkaWQiOiIyODc1IiwiQSI6MjU1LCJSIjo2NCwiRyI6NjQsIkIiOjY0fX0sIklzVmlzaWJsZSI6ZmFsc2UsIldpZHRoIjowLjAsIkhlaWdodCI6MC4wLCJCb3JkZXJTdHlsZSI6bnVsbCwiUGFyZW50U3R5bGUiOm51bGx9LCJSZWN0YW5nbGVTdHlsZSI6eyIkaWQiOiIyODc2IiwiTWFyZ2luIjp7IiRpZCI6IjI4NzciLCJUb3AiOjAuMCwiTGVmdCI6MC4wLCJSaWdodCI6MC4wLCJCb3R0b20iOjAuMH0sIlBhZGRpbmciOnsiJGlkIjoiMjg3OCIsIlRvcCI6MC4wLCJMZWZ0IjowLjAsIlJpZ2h0IjowLjAsIkJvdHRvbSI6MC4wfSwiQmFja2dyb3VuZCI6eyIkaWQiOiIyODc5IiwiQ29sb3IiOnsiJGlkIjoiMjg4MCIsIkEiOjEyNywiUiI6NjgsIkciOjExNCwiQiI6MTk2fX0sIklzVmlzaWJsZSI6ZmFsc2UsIldpZHRoIjowLjAsIkhlaWdodCI6MC4wLCJCb3JkZXJTdHlsZSI6eyIkaWQiOiIyODgxIiwiTGluZUNvbG9yIjp7IiRpZCI6IjI4ODIiLCIkdHlwZSI6Ik5MUkUuQ29tbW9uLkRvbS5Tb2xpZENvbG9yQnJ1c2gsIE5MUkUuQ29tbW9uIiwiQ29sb3IiOnsiJGlkIjoiMjg4MyIsIkEiOjI1NSwiUiI6MjU1LCJHIjowLCJCIjowfX0sIkxpbmVXZWlnaHQiOjAuMCwiTGluZVR5cGUiOjAsIlBhcmVudFN0eWxlIjpudWxsfSwiUGFyZW50U3R5bGUiOm51bGx9LCJNYXJnaW4iOnsiJGlkIjoiMjg4NCIsIlRvcCI6MC4wLCJMZWZ0IjowLjAsIlJpZ2h0IjowLjAsIkJvdHRvbSI6MC4wfSwiUGFkZGluZyI6eyIkaWQiOiIyODg1IiwiVG9wIjowLjAsIkxlZnQiOjAuMCwiUmlnaHQiOjAuMCwiQm90dG9tIjowLjB9LCJCYWNrZ3JvdW5kIjpudWxsLCJJc1Zpc2libGUiOnRydWUsIldpZHRoIjowLjAsIkhlaWdodCI6MC4wLCJCb3JkZXJTdHlsZSI6bnVsbCwiUGFyZW50U3R5bGUiOm51bGx9LCJCYWNrZ3JvdW5kU3R5bGUiOnsiJGlkIjoiMjg4NiIsIk1hcmdpbiI6eyIkaWQiOiIyODg3IiwiVG9wIjowLjAsIkxlZnQiOjAuMCwiUmlnaHQiOjAuMCwiQm90dG9tIjowLjB9LCJQYWRkaW5nIjp7IiRpZCI6IjI4ODgiLCJUb3AiOjAuMCwiTGVmdCI6MC4wLCJSaWdodCI6MC4wLCJCb3R0b20iOjAuMH0sIkJhY2tncm91bmQiOnsiJGlkIjoiMjg4OSIsIkNvbG9yIjp7IiRpZCI6IjI4OTAiLCJBIjo1MSwiUiI6MjAwLCJHIjoyMDAsIkIiOjIwMH19LCJJc1Zpc2libGUiOnRydWUsIldpZHRoIjowLjAsIkhlaWdodCI6MC4wLCJCb3JkZXJTdHlsZSI6eyIkaWQiOiIyODkxIiwiTGluZUNvbG9yIjp7IiRpZCI6IjI4OTIiLCIkdHlwZSI6Ik5MUkUuQ29tbW9uLkRvbS5Tb2xpZENvbG9yQnJ1c2gsIE5MUkUuQ29tbW9uIiwiQ29sb3IiOnsiJGlkIjoiMjg5MyIsIkEiOjI1NSwiUiI6MjM0LCJHIjoyMiwiQiI6MzB9fSwiTGluZVdlaWdodCI6MC4wLCJMaW5lVHlwZSI6MCwiUGFyZW50U3R5bGUiOm51bGx9LCJQYXJlbnRTdHlsZSI6bnVsbH0sIk1hcmdpbiI6eyIkaWQiOiIyODk0IiwiVG9wIjowLjAsIkxlZnQiOjAuMCwiUmlnaHQiOjAuMCwiQm90dG9tIjowLjB9LCJQYWRkaW5nIjp7IiRpZCI6IjI4OTUiLCJUb3AiOjAuMCwiTGVmdCI6MC4wLCJSaWdodCI6MC4wLCJCb3R0b20iOjAuMH0sIklzVmlzaWJsZSI6dHJ1ZSwiV2lkdGgiOjAuMCwiSGVpZ2h0IjowLjAsIkJvcmRlclN0eWxlIjp7IiRpZCI6IjI4OTYiLCJMaW5lQ29sb3IiOm51bGwsIkxpbmVXZWlnaHQiOjAuMCwiTGluZVR5cGUiOjAsIlBhcmVudFN0eWxlIjpudWxsfSwiUGFyZW50U3R5bGUiOm51bGx9fV0sIklkIjoiYjJjZGVkNDQtMjc5MS00ZTBkLThkNTMtOTMzYmVjZTE5NzFmIiwiSW5kZXgiOjE4LCJIZWFkZXJUZXh0IjoiUkMiLCJTdHlsZSI6eyIkaWQiOiIyODk3IiwiU3R5bGVJZCI6IjMzMmNmYjEzLWI0MDEtNGVjMy1iNjU1LTczOTY4ZDA0ZDc0OSIsIkhlYWRlclN0eWxlIjp7IiRpZCI6IjI4OTgiLCJUZXh0SXNWZXJ0aWNhbCI6ZmFsc2UsIlRleHRTdHlsZSI6eyIkaWQiOiIyODk5IiwiRm9udFNldHRpbmdzIjp7IiRpZCI6IjI5MDAiLCJGb250U2l6ZSI6MTEsIkZvbnROYW1lIjoiQ2FsaWJyaSIsIklzQm9sZCI6ZmFsc2UsIklzSXRhbGljIjpmYWxzZSwiSXNVbmRlcmxpbmVkIjpmYWxzZSwiUGFyZW50U3R5bGUiOm51bGx9LCJBdXRvU2l6ZSI6MiwiRm9yZWdyb3VuZCI6eyIkaWQiOiIyOTAxIiwiQ29sb3IiOnsiJGlkIjoiMjkwM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5MDMiLCJUb3AiOjAuMCwiTGVmdCI6MC4wLCJSaWdodCI6MC4wLCJCb3R0b20iOjAuMH0sIlBhZGRpbmciOnsiJGlkIjoiMjkwNCIsIlRvcCI6MC4wLCJMZWZ0IjowLjAsIlJpZ2h0IjowLjAsIkJvdHRvbSI6MC4wfSwiQmFja2dyb3VuZCI6eyIkaWQiOiIyOTA1IiwiQ29sb3IiOnsiJGlkIjoiMjkwNiIsIkEiOjI1NSwiUiI6MjU1LCJHIjoyNTUsIkIiOjI1NX19LCJJc1Zpc2libGUiOmZhbHNlLCJXaWR0aCI6MC4wLCJIZWlnaHQiOjAuMCwiQm9yZGVyU3R5bGUiOm51bGwsIlBhcmVudFN0eWxlIjpudWxsfSwiUmVjdGFuZ2xlU3R5bGUiOnsiJGlkIjoiMjkwNyIsIk1hcmdpbiI6eyIkaWQiOiIyOTA4IiwiVG9wIjowLjAsIkxlZnQiOjAuMCwiUmlnaHQiOjAuMCwiQm90dG9tIjowLjB9LCJQYWRkaW5nIjp7IiRpZCI6IjI5MDkiLCJUb3AiOjAuMCwiTGVmdCI6MC4wLCJSaWdodCI6MC4wLCJCb3R0b20iOjAuMH0sIkJhY2tncm91bmQiOnsiJGlkIjoiMjkxMCIsIkNvbG9yIjp7IiRpZCI6IjI5MTEiLCJBIjoyNTUsIlIiOjY4LCJHIjoxMTQsIkIiOjE5Nn19LCJJc1Zpc2libGUiOnRydWUsIldpZHRoIjowLjAsIkhlaWdodCI6MC4wLCJCb3JkZXJTdHlsZSI6eyIkaWQiOiIyOTEyIiwiTGluZUNvbG9yIjp7IiRpZCI6IjI5MTMiLCIkdHlwZSI6Ik5MUkUuQ29tbW9uLkRvbS5Tb2xpZENvbG9yQnJ1c2gsIE5MUkUuQ29tbW9uIiwiQ29sb3IiOnsiJGlkIjoiMjkxNCIsIkEiOjI1NSwiUiI6MjU1LCJHIjoyNTUsIkIiOjI1NX19LCJMaW5lV2VpZ2h0IjowLjAsIkxpbmVUeXBlIjowLCJQYXJlbnRTdHlsZSI6bnVsbH0sIlBhcmVudFN0eWxlIjpudWxsfSwiTWFyZ2luIjp7IiRpZCI6IjI5MTUiLCJUb3AiOjAuMCwiTGVmdCI6MC4wLCJSaWdodCI6MC4wLCJCb3R0b20iOjAuMH0sIlBhZGRpbmciOnsiJGlkIjoiMjkxNiIsIlRvcCI6MC4wLCJMZWZ0IjowLjAsIlJpZ2h0IjowLjAsIkJvdHRvbSI6MC4wfSwiQmFja2dyb3VuZCI6bnVsbCwiSXNWaXNpYmxlIjp0cnVlLCJXaWR0aCI6MC4wLCJIZWlnaHQiOjAuMCwiQm9yZGVyU3R5bGUiOm51bGwsIlBhcmVudFN0eWxlIjpudWxsfSwiQmFja2dyb3VuZFN0eWxlIjp7IiRpZCI6IjI5MTciLCJNYXJnaW4iOnsiJGlkIjoiMjkxOCIsIlRvcCI6MC4wLCJMZWZ0IjowLjAsIlJpZ2h0IjowLjAsIkJvdHRvbSI6MC4wfSwiUGFkZGluZyI6eyIkaWQiOiIyOTE5IiwiVG9wIjowLjAsIkxlZnQiOjAuMCwiUmlnaHQiOjAuMCwiQm90dG9tIjowLjB9LCJCYWNrZ3JvdW5kIjp7IiRpZCI6IjI5MjAiLCJDb2xvciI6eyIkaWQiOiIyOTIxIiwiQSI6NTEsIlIiOjIwMCwiRyI6MjAwLCJCIjoyMDB9fSwiSXNWaXNpYmxlIjp0cnVlLCJXaWR0aCI6MC4wLCJIZWlnaHQiOjAuMCwiQm9yZGVyU3R5bGUiOnsiJGlkIjoiMjkyMiIsIkxpbmVDb2xvciI6eyIkaWQiOiIyOTIzIiwiJHR5cGUiOiJOTFJFLkNvbW1vbi5Eb20uU29saWRDb2xvckJydXNoLCBOTFJFLkNvbW1vbiIsIkNvbG9yIjp7IiRpZCI6IjI5MjQiLCJBIjoyNTUsIlIiOjIzNCwiRyI6MjIsIkIiOjMwfX0sIkxpbmVXZWlnaHQiOjAuMCwiTGluZVR5cGUiOjAsIlBhcmVudFN0eWxlIjpudWxsfSwiUGFyZW50U3R5bGUiOm51bGx9LCJJc0Fib3ZlVGltZWJhbmQiOmZhbHNlLCJTcGFjaW5nIjoyLCJEZWZhdWx0U3dpbWxhbmVUYXNrU3R5bGUiOnsiJGlkIjoiMjkyNSIsIiR0eXBlIjoiTkxSRS5Db21tb24uRG9tLlN0eWxlcy5FeHBsaWNpdFNldGFibGVUYXNrU3R5bGUsIE5MUkUuQ29tbW9uIiwiU2hhcGUiOjEsIlNoYXBlVGhpY2tuZXNzIjowLCJEdXJhdGlvbkZvcm1hdCI6MCwiSW5jbHVkZU5vbldvcmtpbmdEYXlzSW5EdXJhdGlvbiI6ZmFsc2UsIlBlcmNlbnRhZ2VDb21wbGV0ZVN0eWxlIjp7IiRpZCI6IjI5MjYiLCJGb250U2V0dGluZ3MiOnsiJGlkIjoiMjkyNyIsIkZvbnRTaXplIjoxMCwiRm9udE5hbWUiOiJDYWxpYnJpIiwiSXNCb2xkIjpmYWxzZSwiSXNJdGFsaWMiOmZhbHNlLCJJc1VuZGVybGluZWQiOmZhbHNlLCJQYXJlbnRTdHlsZSI6bnVsbH0sIkF1dG9TaXplIjowLCJGb3JlZ3JvdW5kIjp7IiRpZCI6IjI5MjgiLCJDb2xvciI6eyIkaWQiOiIyOTI5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5MzAiLCJUb3AiOjAuMCwiTGVmdCI6MC4wLCJSaWdodCI6MC4wLCJCb3R0b20iOjAuMH0sIlBhZGRpbmciOnsiJGlkIjoiMjkzMSIsIlRvcCI6MC4wLCJMZWZ0IjowLjAsIlJpZ2h0IjowLjAsIkJvdHRvbSI6MC4wfSwiQmFja2dyb3VuZCI6eyIkaWQiOiIyOTMyIiwiQ29sb3IiOnsiJGlkIjoiMjkzMyIsIkEiOjg5LCJSIjowLCJHIjowLCJCIjowfX0sIklzVmlzaWJsZSI6dHJ1ZSwiV2lkdGgiOjAuMCwiSGVpZ2h0IjowLjAsIkJvcmRlclN0eWxlIjp7IiRpZCI6IjI5MzQiLCJMaW5lQ29sb3IiOm51bGwsIkxpbmVXZWlnaHQiOjAuMCwiTGluZVR5cGUiOjAsIlBhcmVudFN0eWxlIjpudWxsfSwiUGFyZW50U3R5bGUiOm51bGx9LCJEdXJhdGlvblN0eWxlIjp7IiRpZCI6IjI5MzUiLCJGb250U2V0dGluZ3MiOnsiJGlkIjoiMjkzNiIsIkZvbnRTaXplIjoxMCwiRm9udE5hbWUiOiJDYWxpYnJpIiwiSXNCb2xkIjpmYWxzZSwiSXNJdGFsaWMiOmZhbHNlLCJJc1VuZGVybGluZWQiOmZhbHNlLCJQYXJlbnRTdHlsZSI6bnVsbH0sIkF1dG9TaXplIjowLCJGb3JlZ3JvdW5kIjp7IiRpZCI6IjI5MzciLCJDb2xvciI6eyIkaWQiOiIyOTM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TM5IiwiVG9wIjowLjAsIkxlZnQiOjAuMCwiUmlnaHQiOjAuMCwiQm90dG9tIjowLjB9LCJQYWRkaW5nIjp7IiRpZCI6IjI5NDAiLCJUb3AiOjAuMCwiTGVmdCI6MC4wLCJSaWdodCI6MC4wLCJCb3R0b20iOjAuMH0sIkJhY2tncm91bmQiOnsiJGlkIjoiMjk0MSIsIkNvbG9yIjp7IiRpZCI6IjI5NDIiLCJBIjoyNTUsIlIiOjY4LCJHIjo4NCwiQiI6MTA2fX0sIklzVmlzaWJsZSI6dHJ1ZSwiV2lkdGgiOjAuMCwiSGVpZ2h0IjowLjAsIkJvcmRlclN0eWxlIjp7IiRpZCI6IjI5NDMiLCJMaW5lQ29sb3IiOm51bGwsIkxpbmVXZWlnaHQiOjAuMCwiTGluZVR5cGUiOjAsIlBhcmVudFN0eWxlIjpudWxsfSwiUGFyZW50U3R5bGUiOm51bGx9LCJIb3Jpem9udGFsQ29ubmVjdG9yU3R5bGUiOnsiJGlkIjoiMjk0NCIsIkxpbmVDb2xvciI6eyIkaWQiOiIyOTQ1IiwiJHR5cGUiOiJOTFJFLkNvbW1vbi5Eb20uU29saWRDb2xvckJydXNoLCBOTFJFLkNvbW1vbiIsIkNvbG9yIjp7IiRpZCI6IjI5NDYiLCJBIjoyNTUsIlIiOjAsIkciOjAsIkIiOjB9fSwiTGluZVdlaWdodCI6MC4wLCJMaW5lVHlwZSI6MCwiUGFyZW50U3R5bGUiOm51bGx9LCJWZXJ0aWNhbENvbm5lY3RvclN0eWxlIjp7IiRpZCI6IjI5NDciLCJMaW5lQ29sb3IiOnsiJGlkIjoiMjk0OCIsIiR0eXBlIjoiTkxSRS5Db21tb24uRG9tLlNvbGlkQ29sb3JCcnVzaCwgTkxSRS5Db21tb24iLCJDb2xvciI6eyIkaWQiOiIyOTQ5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yOTUwIiwiU2hhcGVTdHlsZSI6eyIkaWQiOiIyOTUxIiwiTWFyZ2luIjp7IiRpZCI6IjI5NTIiLCJUb3AiOjAuMCwiTGVmdCI6MC4wLCJSaWdodCI6MC4wLCJCb3R0b20iOjAuMH0sIlBhZGRpbmciOnsiJGlkIjoiMjk1MyIsIlRvcCI6MC4wLCJMZWZ0IjowLjAsIlJpZ2h0IjowLjAsIkJvdHRvbSI6MC4wfSwiQmFja2dyb3VuZCI6eyIkaWQiOiIyOTU0IiwiQ29sb3IiOnsiJGlkIjoiMjk1NSIsIkEiOjE1MywiUiI6MCwiRyI6MCwiQiI6MH19LCJJc1Zpc2libGUiOnRydWUsIldpZHRoIjowLjAsIkhlaWdodCI6MC4wLCJCb3JkZXJTdHlsZSI6eyIkaWQiOiIyOTU2IiwiTGluZUNvbG9yIjp7IiRpZCI6IjI5NTciLCIkdHlwZSI6Ik5MUkUuQ29tbW9uLkRvbS5Tb2xpZENvbG9yQnJ1c2gsIE5MUkUuQ29tbW9uIiwiQ29sb3IiOnsiJGlkIjoiMjk1OCIsIkEiOjI1NSwiUiI6MjU1LCJHIjowLCJCIjowfX0sIkxpbmVXZWlnaHQiOjAuMCwiTGluZVR5cGUiOjAsIlBhcmVudFN0eWxlIjpudWxsfSwiUGFyZW50U3R5bGUiOm51bGx9LCJNYXJnaW4iOnsiJGlkIjoiMjk1OSIsIlRvcCI6MC4wLCJMZWZ0IjowLjAsIlJpZ2h0IjowLjAsIkJvdHRvbSI6MC4wfSwiUGFkZGluZyI6eyIkaWQiOiIyOTYwIiwiVG9wIjowLjAsIkxlZnQiOjAuMCwiUmlnaHQiOjAuMCwiQm90dG9tIjowLjB9LCJCYWNrZ3JvdW5kIjpudWxsLCJJc1Zpc2libGUiOnRydWUsIldpZHRoIjowLjAsIkhlaWdodCI6MC4wLCJCb3JkZXJTdHlsZSI6bnVsbCwiUGFyZW50U3R5bGUiOm51bGx9LCJTaGFwZVN0eWxlIjp7IiRpZCI6IjI5NjEiLCJNYXJnaW4iOnsiJGlkIjoiMjk2MiIsIlRvcCI6MC4wLCJMZWZ0Ijo0LjAsIlJpZ2h0Ijo0LjAsIkJvdHRvbSI6MC4wfSwiUGFkZGluZyI6eyIkaWQiOiIyOTYzIiwiVG9wIjowLjAsIkxlZnQiOjAuMCwiUmlnaHQiOjAuMCwiQm90dG9tIjowLjB9LCJCYWNrZ3JvdW5kIjp7IiRpZCI6IjI5NjQiLCJDb2xvciI6eyIkaWQiOiIyOTY1IiwiQSI6MjU1LCJSIjo2OCwiRyI6MTE0LCJCIjoxOTZ9fSwiSXNWaXNpYmxlIjp0cnVlLCJXaWR0aCI6MC4wLCJIZWlnaHQiOjEwLjAsIkJvcmRlclN0eWxlIjp7IiRpZCI6IjI5NjYiLCJMaW5lQ29sb3IiOnsiJGlkIjoiMjk2NyIsIiR0eXBlIjoiTkxSRS5Db21tb24uRG9tLlNvbGlkQ29sb3JCcnVzaCwgTkxSRS5Db21tb24iLCJDb2xvciI6eyIkaWQiOiIyOTY4IiwiQSI6MjU1LCJSIjoyMzQsIkciOjIyLCJCIjozMH19LCJMaW5lV2VpZ2h0IjowLjAsIkxpbmVUeXBlIjowLCJQYXJlbnRTdHlsZSI6bnVsbH0sIlBhcmVudFN0eWxlIjpudWxsfSwiVGl0bGVTdHlsZSI6eyIkaWQiOiIyOTY5IiwiRm9udFNldHRpbmdzIjp7IiRpZCI6IjI5NzAiLCJGb250U2l6ZSI6MTEsIkZvbnROYW1lIjoiQ2FsaWJyaSIsIklzQm9sZCI6ZmFsc2UsIklzSXRhbGljIjpmYWxzZSwiSXNVbmRlcmxpbmVkIjpmYWxzZSwiUGFyZW50U3R5bGUiOm51bGx9LCJBdXRvU2l6ZSI6MCwiRm9yZWdyb3VuZCI6eyIkaWQiOiIyOTcxIiwiQ29sb3IiOnsiJGlkIjoiMjk3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OTczIiwiVG9wIjowLjAsIkxlZnQiOjAuMCwiUmlnaHQiOjAuMCwiQm90dG9tIjowLjB9LCJQYWRkaW5nIjp7IiRpZCI6IjI5NzQiLCJUb3AiOjAuMCwiTGVmdCI6MC4wLCJSaWdodCI6MC4wLCJCb3R0b20iOjAuMH0sIkJhY2tncm91bmQiOnsiJGlkIjoiMjk3NSIsIkNvbG9yIjp7IiRpZCI6IjI5NzYiLCJBIjoyNTUsIlIiOjAsIkciOjAsIkIiOjB9fSwiSXNWaXNpYmxlIjp0cnVlLCJXaWR0aCI6MC4wLCJIZWlnaHQiOjAuMCwiQm9yZGVyU3R5bGUiOnsiJGlkIjoiMjk3NyIsIkxpbmVDb2xvciI6bnVsbCwiTGluZVdlaWdodCI6MC4wLCJMaW5lVHlwZSI6MCwiUGFyZW50U3R5bGUiOm51bGx9LCJQYXJlbnRTdHlsZSI6bnVsbH0sIkRhdGVTdHlsZSI6eyIkaWQiOiIyOTc4IiwiRm9udFNldHRpbmdzIjp7IiRpZCI6IjI5NzkiLCJGb250U2l6ZSI6MTAsIkZvbnROYW1lIjoiQ2FsaWJyaSIsIklzQm9sZCI6ZmFsc2UsIklzSXRhbGljIjpmYWxzZSwiSXNVbmRlcmxpbmVkIjpmYWxzZSwiUGFyZW50U3R5bGUiOm51bGx9LCJBdXRvU2l6ZSI6MCwiRm9yZWdyb3VuZCI6eyIkaWQiOiIyOTgwIiwiQ29sb3IiOnsiJGlkIjoiMjk4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4MiIsIlRvcCI6MC4wLCJMZWZ0IjowLjAsIlJpZ2h0IjowLjAsIkJvdHRvbSI6MC4wfSwiUGFkZGluZyI6eyIkaWQiOiIyOTgzIiwiVG9wIjowLjAsIkxlZnQiOjAuMCwiUmlnaHQiOjAuMCwiQm90dG9tIjowLjB9LCJCYWNrZ3JvdW5kIjp7IiRpZCI6IjI5ODQiLCJDb2xvciI6eyIkaWQiOiIyOTg1IiwiQSI6MjU1LCJSIjo2OCwiRyI6ODQsIkIiOjEwNn19LCJJc1Zpc2libGUiOnRydWUsIldpZHRoIjowLjAsIkhlaWdodCI6MC4wLCJCb3JkZXJTdHlsZSI6eyIkaWQiOiIyOTg2IiwiTGluZUNvbG9yIjpudWxsLCJMaW5lV2VpZ2h0IjowLjAsIkxpbmVUeXBlIjowLCJQYXJlbnRTdHlsZSI6bnVsbH0sIlBhcmVudFN0eWxlIjpudWxsfSwiRGF0ZUZvcm1hdCI6eyIkaWQiOiIyOT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DgiLCJGb3JtYXQiOjAsIklzVmlzaWJsZSI6ZmFsc2UsIkxhc3RLbm93blZpc2liaWxpdHlTdGF0ZSI6ZmFsc2V9LCJJc1Zpc2libGUiOnRydWUsIlZhcmlhbmNlU3R5bGUiOnsiJGlkIjoiMjk4OSIsIlRleHRTdHlsZSI6eyIkaWQiOiIyOTkwIiwiRm9udFNldHRpbmdzIjp7IiRpZCI6IjI5OTEiLCJGb250U2l6ZSI6MTAsIkZvbnROYW1lIjoiQ2FsaWJyaSIsIklzQm9sZCI6ZmFsc2UsIklzSXRhbGljIjpmYWxzZSwiSXNVbmRlcmxpbmVkIjpmYWxzZSwiUGFyZW50U3R5bGUiOm51bGx9LCJBdXRvU2l6ZSI6MCwiRm9yZWdyb3VuZCI6eyIkaWQiOiIyOTkyIiwiQ29sb3IiOnsiJGlkIjoiMjk5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Tk0IiwiVG9wIjowLjAsIkxlZnQiOjAuMCwiUmlnaHQiOjAuMCwiQm90dG9tIjowLjB9LCJQYWRkaW5nIjp7IiRpZCI6IjI5OTUiLCJUb3AiOjAuMCwiTGVmdCI6MC4wLCJSaWdodCI6MC4wLCJCb3R0b20iOjAuMH0sIkJhY2tncm91bmQiOnsiJGlkIjoiMjk5NiIsIkNvbG9yIjp7IiRpZCI6IjI5OTciLCJBIjoyNTUsIlIiOjAsIkciOjAsIkIiOjB9fSwiSXNWaXNpYmxlIjp0cnVlLCJXaWR0aCI6MC4wLCJIZWlnaHQiOjAuMCwiQm9yZGVyU3R5bGUiOm51bGwsIlBhcmVudFN0eWxlIjpudWxsfSwiUGFyZW50U3R5bGUiOm51bGx9LCJQYXJlbnRTdHlsZSI6bnVsbCwiX2V4cGxpY2l0bHlTZXQiOnsiJGlkIjoiMjk5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5OTkiLCJTaGFwZSI6MSwiQ29ubmVjdG9yTWFyZ2luIjp7IiRpZCI6IjMwMDAiLCJUb3AiOjAuMCwiTGVmdCI6Mi4wLCJSaWdodCI6Mi4wLCJCb3R0b20iOjAuMH0sIkNvbm5lY3RvclN0eWxlIjp7IiRpZCI6IjMwMDEiLCJMaW5lQ29sb3IiOnsiJGlkIjoiMzAwMiIsIiR0eXBlIjoiTkxSRS5Db21tb24uRG9tLlNvbGlkQ29sb3JCcnVzaCwgTkxSRS5Db21tb24iLCJDb2xvciI6eyIkaWQiOiIzMDAzIiwiQSI6MTI3LCJSIjozNCwiRyI6NTcsIkIiOjk4fX0sIkxpbmVXZWlnaHQiOjEuMCwiTGluZVR5cGUiOjAsIlBhcmVudFN0eWxlIjpudWxsfSwiSXNCZWxvd1RpbWViYW5kIjpmYWxzZSwiUG9zaXRpb25PblRhc2siOjEsIkhpZGVEYXRlIjpmYWxzZSwiU2hhcGVTaXplIjowLCJTcGFjaW5nIjowLjAsIlBhZGRpbmciOnsiJGlkIjoiMzAwNCIsIlRvcCI6NS4wLCJMZWZ0IjozLjAsIlJpZ2h0IjowLjAsIkJvdHRvbSI6Mi4wfSwiU2hhcGVTdHlsZSI6eyIkaWQiOiIzMDA1IiwiTWFyZ2luIjp7IiRpZCI6IjMwMDYiLCJUb3AiOjAuMCwiTGVmdCI6MC4wLCJSaWdodCI6MC4wLCJCb3R0b20iOjAuMH0sIlBhZGRpbmciOnsiJGlkIjoiMzAwNyIsIlRvcCI6MC4wLCJMZWZ0IjowLjAsIlJpZ2h0IjowLjAsIkJvdHRvbSI6MC4wfSwiQmFja2dyb3VuZCI6eyIkaWQiOiIzMDA4IiwiQ29sb3IiOnsiJGlkIjoiMzAwOSIsIkEiOjI1NSwiUiI6MzQsIkciOjU3LCJCIjo5OH19LCJJc1Zpc2libGUiOnRydWUsIldpZHRoIjoxMi4wLCJIZWlnaHQiOjE0LjAsIkJvcmRlclN0eWxlIjp7IiRpZCI6IjMwMTAiLCJMaW5lQ29sb3IiOnsiJGlkIjoiMzAxMSIsIiR0eXBlIjoiTkxSRS5Db21tb24uRG9tLlNvbGlkQ29sb3JCcnVzaCwgTkxSRS5Db21tb24iLCJDb2xvciI6eyIkaWQiOiIzMDEyIiwiQSI6MjU1LCJSIjoyNTUsIkciOjAsIkIiOjB9fSwiTGluZVdlaWdodCI6MC4wLCJMaW5lVHlwZSI6MCwiUGFyZW50U3R5bGUiOm51bGx9LCJQYXJlbnRTdHlsZSI6bnVsbH0sIlRpdGxlU3R5bGUiOnsiJGlkIjoiMzAxMyIsIkZvbnRTZXR0aW5ncyI6eyIkaWQiOiIzMDE0IiwiRm9udFNpemUiOjExLCJGb250TmFtZSI6IkNhbGlicmkiLCJJc0JvbGQiOmZhbHNlLCJJc0l0YWxpYyI6ZmFsc2UsIklzVW5kZXJsaW5lZCI6ZmFsc2UsIlBhcmVudFN0eWxlIjpudWxsfSwiQXV0b1NpemUiOjAsIkZvcmVncm91bmQiOnsiJGlkIjoiMzAxNSIsIkNvbG9yIjp7IiRpZCI6IjMwMTY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xNyIsIlRvcCI6MC4wLCJMZWZ0IjowLjAsIlJpZ2h0IjowLjAsIkJvdHRvbSI6MC4wfSwiUGFkZGluZyI6eyIkaWQiOiIzMDE4IiwiVG9wIjowLjAsIkxlZnQiOjAuMCwiUmlnaHQiOjAuMCwiQm90dG9tIjowLjB9LCJCYWNrZ3JvdW5kIjp7IiRpZCI6IjMwMTkiLCJDb2xvciI6eyIkaWQiOiIzMDIwIiwiQSI6MjU1LCJSIjowLCJHIjowLCJCIjowfX0sIklzVmlzaWJsZSI6dHJ1ZSwiV2lkdGgiOjAuMCwiSGVpZ2h0IjowLjAsIkJvcmRlclN0eWxlIjp7IiRpZCI6IjMwMjEiLCJMaW5lQ29sb3IiOm51bGwsIkxpbmVXZWlnaHQiOjAuMCwiTGluZVR5cGUiOjAsIlBhcmVudFN0eWxlIjpudWxsfSwiUGFyZW50U3R5bGUiOm51bGx9LCJEYXRlU3R5bGUiOnsiJGlkIjoiMzAyMiIsIkZvbnRTZXR0aW5ncyI6eyIkaWQiOiIzMDIzIiwiRm9udFNpemUiOjEwLCJGb250TmFtZSI6IkNhbGlicmkiLCJJc0JvbGQiOmZhbHNlLCJJc0l0YWxpYyI6ZmFsc2UsIklzVW5kZXJsaW5lZCI6ZmFsc2UsIlBhcmVudFN0eWxlIjpudWxsfSwiQXV0b1NpemUiOjAsIkZvcmVncm91bmQiOnsiJGlkIjoiMzAyNCIsIkNvbG9yIjp7IiRpZCI6IjMwMjU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wMjYiLCJUb3AiOjAuMCwiTGVmdCI6MC4wLCJSaWdodCI6MC4wLCJCb3R0b20iOjAuMH0sIlBhZGRpbmciOnsiJGlkIjoiMzAyNyIsIlRvcCI6MC4wLCJMZWZ0IjowLjAsIlJpZ2h0IjowLjAsIkJvdHRvbSI6MC4wfSwiQmFja2dyb3VuZCI6eyIkaWQiOiIzMDI4IiwiQ29sb3IiOnsiJGlkIjoiMzAyOSIsIkEiOjI1NSwiUiI6NjgsIkciOjg0LCJCIjoxMDZ9fSwiSXNWaXNpYmxlIjp0cnVlLCJXaWR0aCI6MC4wLCJIZWlnaHQiOjAuMCwiQm9yZGVyU3R5bGUiOnsiJGlkIjoiMzAzMCIsIkxpbmVDb2xvciI6bnVsbCwiTGluZVdlaWdodCI6MC4wLCJMaW5lVHlwZSI6MCwiUGFyZW50U3R5bGUiOm51bGx9LCJQYXJlbnRTdHlsZSI6bnVsbH0sIkRhdGVGb3JtYXQiOnsiJGlkIjoiMzAzM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MyIiwiRm9ybWF0IjowLCJJc1Zpc2libGUiOmZhbHNlLCJMYXN0S25vd25WaXNpYmlsaXR5U3RhdGUiOmZhbHNlfSwiSXNWaXNpYmxlIjp0cnVlLCJWYXJpYW5jZVN0eWxlIjp7IiRpZCI6IjMwMzMiLCJUZXh0U3R5bGUiOnsiJGlkIjoiMzAzNCIsIkZvbnRTZXR0aW5ncyI6eyIkaWQiOiIzMDM1IiwiRm9udFNpemUiOjEwLCJGb250TmFtZSI6IkNhbGlicmkiLCJJc0JvbGQiOmZhbHNlLCJJc0l0YWxpYyI6ZmFsc2UsIklzVW5kZXJsaW5lZCI6ZmFsc2UsIlBhcmVudFN0eWxlIjpudWxsfSwiQXV0b1NpemUiOjAsIkZvcmVncm91bmQiOnsiJGlkIjoiMzAzNiIsIkNvbG9yIjp7IiRpZCI6IjM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zOCIsIlRvcCI6MC4wLCJMZWZ0IjowLjAsIlJpZ2h0IjowLjAsIkJvdHRvbSI6MC4wfSwiUGFkZGluZyI6eyIkaWQiOiIzMDM5IiwiVG9wIjowLjAsIkxlZnQiOjAuMCwiUmlnaHQiOjAuMCwiQm90dG9tIjowLjB9LCJCYWNrZ3JvdW5kIjp7IiRpZCI6IjMwNDAiLCJDb2xvciI6eyIkaWQiOiIzMDQxIiwiQSI6MjU1LCJSIjowLCJHIjowLCJCIjowfX0sIklzVmlzaWJsZSI6dHJ1ZSwiV2lkdGgiOjAuMCwiSGVpZ2h0IjowLjAsIkJvcmRlclN0eWxlIjpudWxsLCJQYXJlbnRTdHlsZSI6bnVsbH0sIlBhcmVudFN0eWxlIjpudWxsfSwiUGFyZW50U3R5bGUiOm51bGx9LCJEZWZhdWx0U3dpbWxhbmVNaWxlc3RvbmVTdHlsZSI6eyIkaWQiOiIzMDQyIiwiVGl0bGVQb3NpdGlvbiI6IkxlZnQiLCJEYXRlUG9zaXRpb24iOiJSaWdodCIsIlZhcmlhbmNlUG9zaXRpb24iOiJSaWdodCIsIlNoYXBlVHlwZSI6MSwiU2hhcGVTaXplIjowLCJTcGFjaW5nIjo1LCJTaGFwZVN0eWxlIjp7IiRpZCI6IjMwNDMiLCJNYXJnaW4iOnsiJGlkIjoiMzA0NCIsIlRvcCI6MC4wLCJMZWZ0IjowLjAsIlJpZ2h0IjowLjAsIkJvdHRvbSI6MC4wfSwiUGFkZGluZyI6eyIkaWQiOiIzMDQ1IiwiVG9wIjowLjAsIkxlZnQiOjAuMCwiUmlnaHQiOjAuMCwiQm90dG9tIjowLjB9LCJCYWNrZ3JvdW5kIjp7IiRpZCI6IjMwNDYiLCJDb2xvciI6eyIkaWQiOiIzMDQ3IiwiQSI6MjU1LCJSIjo2OCwiRyI6MTE0LCJCIjoxOTZ9fSwiSXNWaXNpYmxlIjp0cnVlLCJXaWR0aCI6MTIuMCwiSGVpZ2h0IjoxNC4wLCJCb3JkZXJTdHlsZSI6eyIkaWQiOiIzMDQ4IiwiTGluZUNvbG9yIjp7IiRpZCI6IjMwNDkiLCIkdHlwZSI6Ik5MUkUuQ29tbW9uLkRvbS5Tb2xpZENvbG9yQnJ1c2gsIE5MUkUuQ29tbW9uIiwiQ29sb3IiOnsiJGlkIjoiMzA1MCIsIkEiOjI1NSwiUiI6MjM0LCJHIjoyMiwiQiI6MzB9fSwiTGluZVdlaWdodCI6MC4wLCJMaW5lVHlwZSI6MCwiUGFyZW50U3R5bGUiOm51bGx9LCJQYXJlbnRTdHlsZSI6bnVsbH0sIlRpdGxlU3R5bGUiOnsiJGlkIjoiMzA1MSIsIkZvbnRTZXR0aW5ncyI6eyIkaWQiOiIzMDUyIiwiRm9udFNpemUiOjExLCJGb250TmFtZSI6IkNhbGlicmkiLCJJc0JvbGQiOmZhbHNlLCJJc0l0YWxpYyI6ZmFsc2UsIklzVW5kZXJsaW5lZCI6ZmFsc2UsIlBhcmVudFN0eWxlIjpudWxsfSwiQXV0b1NpemUiOjAsIkZvcmVncm91bmQiOnsiJGlkIjoiMzA1MyIsIkNvbG9yIjp7IiRpZCI6IjMwNTQ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zA1NSIsIlRvcCI6MC4wLCJMZWZ0IjowLjAsIlJpZ2h0IjowLjAsIkJvdHRvbSI6MC4wfSwiUGFkZGluZyI6eyIkaWQiOiIzMDU2IiwiVG9wIjowLjAsIkxlZnQiOjAuMCwiUmlnaHQiOjAuMCwiQm90dG9tIjowLjB9LCJCYWNrZ3JvdW5kIjp7IiRpZCI6IjMwNTciLCJDb2xvciI6eyIkaWQiOiIzMDU4IiwiQSI6MjU1LCJSIjowLCJHIjowLCJCIjowfX0sIklzVmlzaWJsZSI6dHJ1ZSwiV2lkdGgiOjAuMCwiSGVpZ2h0IjowLjAsIkJvcmRlclN0eWxlIjp7IiRpZCI6IjMwNTkiLCJMaW5lQ29sb3IiOm51bGwsIkxpbmVXZWlnaHQiOjAuMCwiTGluZVR5cGUiOjAsIlBhcmVudFN0eWxlIjpudWxsfSwiUGFyZW50U3R5bGUiOm51bGx9LCJEYXRlU3R5bGUiOnsiJGlkIjoiMzA2MCIsIkZvbnRTZXR0aW5ncyI6eyIkaWQiOiIzMDYxIiwiRm9udFNpemUiOjEwLCJGb250TmFtZSI6IkNhbGlicmkiLCJJc0JvbGQiOmZhbHNlLCJJc0l0YWxpYyI6ZmFsc2UsIklzVW5kZXJsaW5lZCI6ZmFsc2UsIlBhcmVudFN0eWxlIjpudWxsfSwiQXV0b1NpemUiOjAsIkZvcmVncm91bmQiOnsiJGlkIjoiMzA2MiIsIkNvbG9yIjp7IiRpZCI6IjMwN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wNjQiLCJUb3AiOjAuMCwiTGVmdCI6MC4wLCJSaWdodCI6MC4wLCJCb3R0b20iOjAuMH0sIlBhZGRpbmciOnsiJGlkIjoiMzA2NSIsIlRvcCI6MC4wLCJMZWZ0IjowLjAsIlJpZ2h0IjowLjAsIkJvdHRvbSI6MC4wfSwiQmFja2dyb3VuZCI6eyIkaWQiOiIzMDY2IiwiQ29sb3IiOnsiJGlkIjoiMzA2NyIsIkEiOjI1NSwiUiI6NjgsIkciOjg0LCJCIjoxMDZ9fSwiSXNWaXNpYmxlIjp0cnVlLCJXaWR0aCI6MC4wLCJIZWlnaHQiOjAuMCwiQm9yZGVyU3R5bGUiOnsiJGlkIjoiMzA2OCIsIkxpbmVDb2xvciI6bnVsbCwiTGluZVdlaWdodCI6MC4wLCJMaW5lVHlwZSI6MCwiUGFyZW50U3R5bGUiOm51bGx9LCJQYXJlbnRTdHlsZSI6bnVsbH0sIkRhdGVGb3JtYXQiOnsiJGlkIjoiMzA2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cwIiwiRm9ybWF0IjowLCJJc1Zpc2libGUiOmZhbHNlLCJMYXN0S25vd25WaXNpYmlsaXR5U3RhdGUiOmZhbHNlfSwiSXNWaXNpYmxlIjp0cnVlLCJWYXJpYW5jZVN0eWxlIjp7IiRpZCI6IjMwNzEiLCJUZXh0U3R5bGUiOnsiJGlkIjoiMzA3MiIsIkZvbnRTZXR0aW5ncyI6eyIkaWQiOiIzMDczIiwiRm9udFNpemUiOjEwLCJGb250TmFtZSI6IkNhbGlicmkiLCJJc0JvbGQiOmZhbHNlLCJJc0l0YWxpYyI6ZmFsc2UsIklzVW5kZXJsaW5lZCI6ZmFsc2UsIlBhcmVudFN0eWxlIjpudWxsfSwiQXV0b1NpemUiOjAsIkZvcmVncm91bmQiOnsiJGlkIjoiMzA3NCIsIkNvbG9yIjp7IiRpZCI6IjMwN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3NiIsIlRvcCI6MC4wLCJMZWZ0IjowLjAsIlJpZ2h0IjowLjAsIkJvdHRvbSI6MC4wfSwiUGFkZGluZyI6eyIkaWQiOiIzMDc3IiwiVG9wIjowLjAsIkxlZnQiOjAuMCwiUmlnaHQiOjAuMCwiQm90dG9tIjowLjB9LCJCYWNrZ3JvdW5kIjp7IiRpZCI6IjMwNzgiLCJDb2xvciI6eyIkaWQiOiIzMDc5IiwiQSI6MjU1LCJSIjowLCJHIjowLCJCIjowfX0sIklzVmlzaWJsZSI6dHJ1ZSwiV2lkdGgiOjAuMCwiSGVpZ2h0IjowLjAsIkJvcmRlclN0eWxlIjpudWxsLCJQYXJlbnRTdHlsZSI6bnVsbH0sIlBhcmVudFN0eWxlIjpudWxsfSwiUGFyZW50U3R5bGUiOm51bGx9LCJEZWZhdWx0U3dpbWxhbmVBY3Rpdml0eVN0eWxlIjp7IiRpZCI6IjMwODAiLCJIZWFkZXJTdHlsZSI6eyIkaWQiOiIzMDgxIiwiVGV4dFN0eWxlIjp7IiRpZCI6IjMwODIiLCJGb250U2V0dGluZ3MiOnsiJGlkIjoiMzA4MyIsIkZvbnRTaXplIjoxMSwiRm9udE5hbWUiOiJDYWxpYnJpIiwiSXNCb2xkIjpmYWxzZSwiSXNJdGFsaWMiOmZhbHNlLCJJc1VuZGVybGluZWQiOmZhbHNlLCJQYXJlbnRTdHlsZSI6bnVsbH0sIkF1dG9TaXplIjowLCJGb3JlZ3JvdW5kIjp7IiRpZCI6IjMwODQiLCJDb2xvciI6eyIkaWQiOiIzMDg1IiwiQSI6MjU1LCJSIjo2NCwiRyI6NjQsIkIiOjY0fX0sIk1heFdpZHRoIjowLjAsIk1heEhlaWdodCI6MC4wLCJTbWFydEZvcmVncm91bmRJc0FjdGl2ZSI6ZmFsc2UsIkhvcml6b250YWxBbGlnbm1lbnQiOjAsIlZlcnRpY2FsQWxpZ25tZW50IjowLCJTbWFydEZvcmVncm91bmQiOm51bGwsIkJhY2tncm91bmRGaWxsVHlwZSI6MCwiTWFyZ2luIjp7IiRpZCI6IjMwODYiLCJUb3AiOjAuMCwiTGVmdCI6MC4wLCJSaWdodCI6MC4wLCJCb3R0b20iOjAuMH0sIlBhZGRpbmciOnsiJGlkIjoiMzA4NyIsIlRvcCI6MC4wLCJMZWZ0IjowLjAsIlJpZ2h0IjowLjAsIkJvdHRvbSI6MC4wfSwiQmFja2dyb3VuZCI6eyIkaWQiOiIzMDg4IiwiQ29sb3IiOnsiJGlkIjoiMzA4OSIsIkEiOjI1NSwiUiI6NjQsIkciOjY0LCJCIjo2NH19LCJJc1Zpc2libGUiOmZhbHNlLCJXaWR0aCI6MC4wLCJIZWlnaHQiOjAuMCwiQm9yZGVyU3R5bGUiOm51bGwsIlBhcmVudFN0eWxlIjpudWxsfSwiUmVjdGFuZ2xlU3R5bGUiOnsiJGlkIjoiMzA5MCIsIk1hcmdpbiI6eyIkaWQiOiIzMDkxIiwiVG9wIjowLjAsIkxlZnQiOjAuMCwiUmlnaHQiOjAuMCwiQm90dG9tIjowLjB9LCJQYWRkaW5nIjp7IiRpZCI6IjMwOTIiLCJUb3AiOjAuMCwiTGVmdCI6MC4wLCJSaWdodCI6MC4wLCJCb3R0b20iOjAuMH0sIkJhY2tncm91bmQiOnsiJGlkIjoiMzA5MyIsIkNvbG9yIjp7IiRpZCI6IjMwOTQiLCJBIjoxMjcsIlIiOjY4LCJHIjoxMTQsIkIiOjE5Nn19LCJJc1Zpc2libGUiOmZhbHNlLCJXaWR0aCI6MC4wLCJIZWlnaHQiOjAuMCwiQm9yZGVyU3R5bGUiOnsiJGlkIjoiMzA5NSIsIkxpbmVDb2xvciI6eyIkaWQiOiIzMDk2IiwiJHR5cGUiOiJOTFJFLkNvbW1vbi5Eb20uU29saWRDb2xvckJydXNoLCBOTFJFLkNvbW1vbiIsIkNvbG9yIjp7IiRpZCI6IjMwOTciLCJBIjoyNTUsIlIiOjI1NSwiRyI6MCwiQiI6MH19LCJMaW5lV2VpZ2h0IjowLjAsIkxpbmVUeXBlIjowLCJQYXJlbnRTdHlsZSI6bnVsbH0sIlBhcmVudFN0eWxlIjpudWxsfSwiTWFyZ2luIjp7IiRpZCI6IjMwOTgiLCJUb3AiOjAuMCwiTGVmdCI6MC4wLCJSaWdodCI6MC4wLCJCb3R0b20iOjAuMH0sIlBhZGRpbmciOnsiJGlkIjoiMzA5OSIsIlRvcCI6MC4wLCJMZWZ0IjowLjAsIlJpZ2h0IjowLjAsIkJvdHRvbSI6MC4wfSwiQmFja2dyb3VuZCI6bnVsbCwiSXNWaXNpYmxlIjp0cnVlLCJXaWR0aCI6MC4wLCJIZWlnaHQiOjAuMCwiQm9yZGVyU3R5bGUiOm51bGwsIlBhcmVudFN0eWxlIjpudWxsfSwiQmFja2dyb3VuZFN0eWxlIjp7IiRpZCI6IjMxMDAiLCJNYXJnaW4iOnsiJGlkIjoiMzEwMSIsIlRvcCI6MC4wLCJMZWZ0IjowLjAsIlJpZ2h0IjowLjAsIkJvdHRvbSI6MC4wfSwiUGFkZGluZyI6eyIkaWQiOiIzMTAyIiwiVG9wIjowLjAsIkxlZnQiOjAuMCwiUmlnaHQiOjAuMCwiQm90dG9tIjowLjB9LCJCYWNrZ3JvdW5kIjp7IiRpZCI6IjMxMDMiLCJDb2xvciI6eyIkaWQiOiIzMTA0IiwiQSI6NTEsIlIiOjIwMCwiRyI6MjAwLCJCIjoyMDB9fSwiSXNWaXNpYmxlIjp0cnVlLCJXaWR0aCI6MC4wLCJIZWlnaHQiOjAuMCwiQm9yZGVyU3R5bGUiOnsiJGlkIjoiMzEwNSIsIkxpbmVDb2xvciI6eyIkaWQiOiIzMTA2IiwiJHR5cGUiOiJOTFJFLkNvbW1vbi5Eb20uU29saWRDb2xvckJydXNoLCBOTFJFLkNvbW1vbiIsIkNvbG9yIjp7IiRpZCI6IjMxMDciLCJBIjoyNTUsIlIiOjIzNCwiRyI6MjIsIkIiOjMwfX0sIkxpbmVXZWlnaHQiOjAuMCwiTGluZVR5cGUiOjAsIlBhcmVudFN0eWxlIjpudWxsfSwiUGFyZW50U3R5bGUiOm51bGx9LCJNYXJnaW4iOnsiJGlkIjoiMzEwOCIsIlRvcCI6MC4wLCJMZWZ0IjowLjAsIlJpZ2h0IjowLjAsIkJvdHRvbSI6MC4wfSwiUGFkZGluZyI6eyIkaWQiOiIzMTA5IiwiVG9wIjowLjAsIkxlZnQiOjAuMCwiUmlnaHQiOjAuMCwiQm90dG9tIjowLjB9LCJJc1Zpc2libGUiOnRydWUsIldpZHRoIjowLjAsIkhlaWdodCI6MC4wLCJCb3JkZXJTdHlsZSI6eyIkaWQiOiIzMTEwIiwiTGluZUNvbG9yIjpudWxsLCJMaW5lV2VpZ2h0IjowLjAsIkxpbmVUeXBlIjowLCJQYXJlbnRTdHlsZSI6bnVsbH0sIlBhcmVudFN0eWxlIjpudWxsfSwiTWFyZ2luIjp7IiRpZCI6IjMxMTEiLCJUb3AiOjAuMCwiTGVmdCI6MC4wLCJSaWdodCI6MC4wLCJCb3R0b20iOjAuMH0sIlBhZGRpbmciOnsiJGlkIjoiMzExMiIsIlRvcCI6MC4wLCJMZWZ0IjowLjAsIlJpZ2h0IjowLjAsIkJvdHRvbSI6MC4wfSwiSXNWaXNpYmxlIjpmYWxzZSwiV2lkdGgiOjAuMCwiSGVpZ2h0IjowLjAsIkJvcmRlclN0eWxlIjp7IiRpZCI6IjMxMTMiLCJMaW5lQ29sb3IiOm51bGwsIkxpbmVXZWlnaHQiOjAuMCwiTGluZVR5cGUiOjAsIlBhcmVudFN0eWxlIjpudWxsfSwiUGFyZW50U3R5bGUiOm51bGx9fSx7IiRpZCI6IjMxMTQiLCJfYWN0aXZpdGllcyI6W3siJGlkIjoiMzExNSIsIl9yb3dzIjpbeyIkaWQiOiIzMTE2IiwiX3Rhc2tzIjpbeyIkaWQiOiIzMTE3IiwiX2F0dGFjaGVkTWlsZXN0b25lcyI6W10sIlRhc2tEZWZpbml0aW9uIjp7IiRpZCI6IjMxMTgiLCJHcm91cE5hbWUiOm51bGwsIlN0YXJ0RGF0ZSI6IjIwMjctMDQtMTZUMDA6MDA6MDBaIiwiRW5kRGF0ZSI6IjIwMjctMTAtMzFUMjM6NTk6MDBaIiwiUGVyY2VudGFnZUNvbXBsZXRlIjpudWxsLCJTdHlsZSI6eyIkaWQiOiIzMTE5IiwiU2hhcGUiOjEsIlNoYXBlVGhpY2tuZXNzIjowLCJEdXJhdGlvbkZvcm1hdCI6MCwiSW5jbHVkZU5vbldvcmtpbmdEYXlzSW5EdXJhdGlvbiI6ZmFsc2UsIlBlcmNlbnRhZ2VDb21wbGV0ZVN0eWxlIjp7IiRpZCI6IjMxMjAiLCJGb250U2V0dGluZ3MiOnsiJGlkIjoiMzEyMSIsIkZvbnRTaXplIjoxMCwiRm9udE5hbWUiOiJDYWxpYnJpIiwiSXNCb2xkIjpmYWxzZSwiSXNJdGFsaWMiOmZhbHNlLCJJc1VuZGVybGluZWQiOmZhbHNlLCJQYXJlbnRTdHlsZSI6bnVsbH0sIkF1dG9TaXplIjowLCJGb3JlZ3JvdW5kIjp7IiRpZCI6IjMxMjIiLCJDb2xvciI6eyIkaWQiOiIzMTIz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xMjQiLCJUb3AiOjAuMCwiTGVmdCI6MC4wLCJSaWdodCI6MC4wLCJCb3R0b20iOjAuMH0sIlBhZGRpbmciOnsiJGlkIjoiMzEyNSIsIlRvcCI6MC4wLCJMZWZ0IjowLjAsIlJpZ2h0IjowLjAsIkJvdHRvbSI6MC4wfSwiQmFja2dyb3VuZCI6eyIkaWQiOiIzMTI2IiwiQ29sb3IiOnsiJGlkIjoiMzEyNyIsIkEiOjg5LCJSIjowLCJHIjowLCJCIjowfX0sIklzVmlzaWJsZSI6dHJ1ZSwiV2lkdGgiOjAuMCwiSGVpZ2h0IjowLjAsIkJvcmRlclN0eWxlIjp7IiRpZCI6IjMxMjgiLCJMaW5lQ29sb3IiOm51bGwsIkxpbmVXZWlnaHQiOjAuMCwiTGluZVR5cGUiOjAsIlBhcmVudFN0eWxlIjpudWxsfSwiUGFyZW50U3R5bGUiOm51bGx9LCJEdXJhdGlvblN0eWxlIjp7IiRpZCI6IjMxMjkiLCJGb250U2V0dGluZ3MiOnsiJGlkIjoiMzEzMCIsIkZvbnRTaXplIjoxMCwiRm9udE5hbWUiOiJDYWxpYnJpIiwiSXNCb2xkIjpmYWxzZSwiSXNJdGFsaWMiOmZhbHNlLCJJc1VuZGVybGluZWQiOmZhbHNlLCJQYXJlbnRTdHlsZSI6bnVsbH0sIkF1dG9TaXplIjowLCJGb3JlZ3JvdW5kIjp7IiRpZCI6IjMxMzEiLCJDb2xvciI6eyIkaWQiOiIzMTM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TMzIiwiVG9wIjowLjAsIkxlZnQiOjAuMCwiUmlnaHQiOjAuMCwiQm90dG9tIjowLjB9LCJQYWRkaW5nIjp7IiRpZCI6IjMxMzQiLCJUb3AiOjAuMCwiTGVmdCI6MC4wLCJSaWdodCI6MC4wLCJCb3R0b20iOjAuMH0sIkJhY2tncm91bmQiOnsiJGlkIjoiMzEzNSIsIkNvbG9yIjp7IiRpZCI6IjMxMzYiLCJBIjoyNTUsIlIiOjY4LCJHIjo4NCwiQiI6MTA2fX0sIklzVmlzaWJsZSI6dHJ1ZSwiV2lkdGgiOjAuMCwiSGVpZ2h0IjowLjAsIkJvcmRlclN0eWxlIjp7IiRpZCI6IjMxMzciLCJMaW5lQ29sb3IiOm51bGwsIkxpbmVXZWlnaHQiOjAuMCwiTGluZVR5cGUiOjAsIlBhcmVudFN0eWxlIjpudWxsfSwiUGFyZW50U3R5bGUiOm51bGx9LCJIb3Jpem9udGFsQ29ubmVjdG9yU3R5bGUiOnsiJGlkIjoiMzEzOCIsIkxpbmVDb2xvciI6eyIkaWQiOiIzMTM5IiwiJHR5cGUiOiJOTFJFLkNvbW1vbi5Eb20uU29saWRDb2xvckJydXNoLCBOTFJFLkNvbW1vbiIsIkNvbG9yIjp7IiRpZCI6IjMxNDAiLCJBIjoyNTUsIlIiOjAsIkciOjAsIkIiOjB9fSwiTGluZVdlaWdodCI6MC4wLCJMaW5lVHlwZSI6MCwiUGFyZW50U3R5bGUiOm51bGx9LCJWZXJ0aWNhbENvbm5lY3RvclN0eWxlIjp7IiRpZCI6IjMxNDEiLCJMaW5lQ29sb3IiOnsiJGlkIjoiMzE0MiIsIiR0eXBlIjoiTkxSRS5Db21tb24uRG9tLlNvbGlkQ29sb3JCcnVzaCwgTkxSRS5Db21tb24iLCJDb2xvciI6eyIkaWQiOiIzMTQ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zMTQ0IiwiU2hhcGVTdHlsZSI6eyIkaWQiOiIzMTQ1IiwiTWFyZ2luIjp7IiRpZCI6IjMxNDYiLCJUb3AiOjAuMCwiTGVmdCI6MC4wLCJSaWdodCI6MC4wLCJCb3R0b20iOjAuMH0sIlBhZGRpbmciOnsiJGlkIjoiMzE0NyIsIlRvcCI6MC4wLCJMZWZ0IjowLjAsIlJpZ2h0IjowLjAsIkJvdHRvbSI6MC4wfSwiQmFja2dyb3VuZCI6eyIkaWQiOiIzMTQ4IiwiQ29sb3IiOnsiJGlkIjoiMzE0OSIsIkEiOjE1MywiUiI6MCwiRyI6MCwiQiI6MH19LCJJc1Zpc2libGUiOnRydWUsIldpZHRoIjowLjAsIkhlaWdodCI6MC4wLCJCb3JkZXJTdHlsZSI6bnVsbCwiUGFyZW50U3R5bGUiOm51bGx9LCJNYXJnaW4iOnsiJGlkIjoiMzE1MCIsIlRvcCI6MC4wLCJMZWZ0IjowLjAsIlJpZ2h0IjowLjAsIkJvdHRvbSI6MC4wfSwiUGFkZGluZyI6eyIkaWQiOiIzMTUxIiwiVG9wIjowLjAsIkxlZnQiOjAuMCwiUmlnaHQiOjAuMCwiQm90dG9tIjowLjB9LCJCYWNrZ3JvdW5kIjpudWxsLCJJc1Zpc2libGUiOnRydWUsIldpZHRoIjowLjAsIkhlaWdodCI6MC4wLCJCb3JkZXJTdHlsZSI6bnVsbCwiUGFyZW50U3R5bGUiOm51bGx9LCJTaGFwZVN0eWxlIjp7IiRpZCI6IjMxNTIiLCJNYXJnaW4iOnsiJGlkIjoiMzE1MyIsIlRvcCI6MC4wLCJMZWZ0Ijo0LjAsIlJpZ2h0Ijo0LjAsIkJvdHRvbSI6MC4wfSwiUGFkZGluZyI6eyIkaWQiOiIzMTU0IiwiVG9wIjowLjAsIkxlZnQiOjAuMCwiUmlnaHQiOjAuMCwiQm90dG9tIjowLjB9LCJCYWNrZ3JvdW5kIjp7IiRpZCI6IjMxNTUiLCJDb2xvciI6eyIkaWQiOiIzMTU2IiwiQSI6MjU1LCJSIjoyNTUsIkciOjE5MiwiQiI6MH19LCJJc1Zpc2libGUiOnRydWUsIldpZHRoIjowLjAsIkhlaWdodCI6MTAuMCwiQm9yZGVyU3R5bGUiOnsiJGlkIjoiMzE1NyIsIkxpbmVDb2xvciI6eyIkaWQiOiIzMTU4IiwiJHR5cGUiOiJOTFJFLkNvbW1vbi5Eb20uU29saWRDb2xvckJydXNoLCBOTFJFLkNvbW1vbiIsIkNvbG9yIjp7IiRpZCI6IjMxNTkiLCJBIjoyNTUsIlIiOjIzNCwiRyI6MjIsIkIiOjMwfX0sIkxpbmVXZWlnaHQiOjAuMCwiTGluZVR5cGUiOjAsIlBhcmVudFN0eWxlIjpudWxsfSwiUGFyZW50U3R5bGUiOm51bGx9LCJUaXRsZVN0eWxlIjp7IiRpZCI6IjMxNjAiLCJGb250U2V0dGluZ3MiOnsiJGlkIjoiMzE2MSIsIkZvbnRTaXplIjoxMSwiRm9udE5hbWUiOiJUaXRpbGxpdW0gV2ViIiwiSXNCb2xkIjpmYWxzZSwiSXNJdGFsaWMiOmZhbHNlLCJJc1VuZGVybGluZWQiOmZhbHNlLCJQYXJlbnRTdHlsZSI6bnVsbH0sIkF1dG9TaXplIjowLCJGb3JlZ3JvdW5kIjp7IiRpZCI6IjMxNjIiLCJDb2xvciI6eyIkaWQiOiIzMTY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xNjQiLCJUb3AiOjAuMCwiTGVmdCI6MC4wLCJSaWdodCI6MC4wLCJCb3R0b20iOjAuMH0sIlBhZGRpbmciOnsiJGlkIjoiMzE2NSIsIlRvcCI6MC4wLCJMZWZ0IjowLjAsIlJpZ2h0IjowLjAsIkJvdHRvbSI6MC4wfSwiQmFja2dyb3VuZCI6eyIkaWQiOiIzMTY2IiwiQ29sb3IiOnsiJGlkIjoiMzE2NyIsIkEiOjAsIlIiOjI1NSwiRyI6MjU1LCJCIjoyNTV9fSwiSXNWaXNpYmxlIjp0cnVlLCJXaWR0aCI6MC4wLCJIZWlnaHQiOjAuMCwiQm9yZGVyU3R5bGUiOnsiJGlkIjoiMzE2OCIsIkxpbmVDb2xvciI6bnVsbCwiTGluZVdlaWdodCI6MC4wLCJMaW5lVHlwZSI6MCwiUGFyZW50U3R5bGUiOm51bGx9LCJQYXJlbnRTdHlsZSI6bnVsbH0sIkRhdGVTdHlsZSI6eyIkaWQiOiIzMTY5IiwiRm9udFNldHRpbmdzIjp7IiRpZCI6IjMxNzAiLCJGb250U2l6ZSI6MTAsIkZvbnROYW1lIjoiVGl0aWxsaXVtIFdlYiIsIklzQm9sZCI6ZmFsc2UsIklzSXRhbGljIjpmYWxzZSwiSXNVbmRlcmxpbmVkIjpmYWxzZSwiUGFyZW50U3R5bGUiOm51bGx9LCJBdXRvU2l6ZSI6MCwiRm9yZWdyb3VuZCI6eyIkaWQiOiIzMTcxIiwiQ29sb3IiOnsiJGlkIjoiMzE3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MTczIiwiVG9wIjowLjAsIkxlZnQiOjAuMCwiUmlnaHQiOjAuMCwiQm90dG9tIjowLjB9LCJQYWRkaW5nIjp7IiRpZCI6IjMxNzQiLCJUb3AiOjAuMCwiTGVmdCI6MC4wLCJSaWdodCI6MC4wLCJCb3R0b20iOjAuMH0sIkJhY2tncm91bmQiOnsiJGlkIjoiMzE3NSIsIkNvbG9yIjp7IiRpZCI6IjMxNzYiLCJBIjowLCJSIjoyNTUsIkciOjI1NSwiQiI6MjU1fX0sIklzVmlzaWJsZSI6dHJ1ZSwiV2lkdGgiOjAuMCwiSGVpZ2h0IjowLjAsIkJvcmRlclN0eWxlIjp7IiRpZCI6IjMxNzciLCJMaW5lQ29sb3IiOm51bGwsIkxpbmVXZWlnaHQiOjAuMCwiTGluZVR5cGUiOjAsIlBhcmVudFN0eWxlIjpudWxsfSwiUGFyZW50U3R5bGUiOm51bGx9LCJEYXRlRm9ybWF0Ijp7IiRpZCI6IjMx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3OSIsIkZvcm1hdCI6MCwiSXNWaXNpYmxlIjpmYWxzZSwiTGFzdEtub3duVmlzaWJpbGl0eVN0YXRlIjpmYWxzZX0sIklzVmlzaWJsZSI6dHJ1ZSwiVmFyaWFuY2VTdHlsZSI6eyIkaWQiOiIzMTgwIiwiVGV4dFN0eWxlIjp7IiRpZCI6IjMxODEiLCJGb250U2V0dGluZ3MiOnsiJGlkIjoiMzE4MiIsIkZvbnRTaXplIjoxMCwiRm9udE5hbWUiOiJDYWxpYnJpIiwiSXNCb2xkIjpmYWxzZSwiSXNJdGFsaWMiOmZhbHNlLCJJc1VuZGVybGluZWQiOmZhbHNlLCJQYXJlbnRTdHlsZSI6bnVsbH0sIkF1dG9TaXplIjowLCJGb3JlZ3JvdW5kIjp7IiRpZCI6IjMxODMiLCJDb2xvciI6eyIkaWQiOiIzMT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xODUiLCJUb3AiOjAuMCwiTGVmdCI6MC4wLCJSaWdodCI6MC4wLCJCb3R0b20iOjAuMH0sIlBhZGRpbmciOnsiJGlkIjoiMzE4NiIsIlRvcCI6MC4wLCJMZWZ0IjowLjAsIlJpZ2h0IjowLjAsIkJvdHRvbSI6MC4wfSwiQmFja2dyb3VuZCI6eyIkaWQiOiIzMTg3IiwiQ29sb3IiOnsiJGlkIjoiMzE4OCIsIkEiOjI1NSwiUiI6MCwiRyI6MCwiQiI6MH19LCJJc1Zpc2libGUiOnRydWUsIldpZHRoIjowLjAsIkhlaWdodCI6MC4wLCJCb3JkZXJTdHlsZSI6eyIkaWQiOiIzMTg5IiwiTGluZUNvbG9yIjpudWxsLCJMaW5lV2VpZ2h0IjowLjAsIkxpbmVUeXBlIjowLCJQYXJlbnRTdHlsZSI6bnVsbH0sIlBhcmVudFN0eWxlIjpudWxsfSwiUGFyZW50U3R5bGUiOm51bGx9LCJQYXJlbnRTdHlsZSI6bnVsbH0sIkluZGV4IjoyMSwiU21hcnREdXJhdGlvbkFjdGl2YXRlZCI6ZmFsc2UsIkRhdGVGb3JtYXQiOnsiJHJlZiI6IjMxNzgifSwiV2Vla051bWJlcmluZyI6eyIkaWQiOiIzMTkwIiwiRm9ybWF0IjowLCJJc1Zpc2libGUiOmZhbHNlLCJMYXN0S25vd25WaXNpYmlsaXR5U3RhdGUiOmZhbHNlfSwiQmFzZWxpbmVEYXRhIjp7IiRpZCI6IjMxOTEiLCJTdGFydERhdGUiOiIyMDI3LTA0LTE2VDAwOjAwOjAwIiwiRW5kRGF0ZSI6IjIwMjctMTAtMzFUMjM6NTk6MDAifSwiSWQiOiIyMjY2N2IxZi01MTY0LTRhZTItOWIyMi0yNDExMTNhMTdlYjEiLCJJbXBvcnRJZCI6bnVsbCwiVGl0bGUiOiJWZXJzacOzbiBmaW5hbCAoU3ByaW50cyAyOC0zMCkiLCJOb3RlIjpudWxsLCJIeXBlcmxpbmsiOnsiJGlkIjoiMzE5MiIsIkFkZHJlc3MiOiIiLCJTdWJBZGRyZXNzIjoiIn0sIklzQ2hhbmdlZCI6ZmFsc2UsIklzTmV3IjpmYWxzZX19XSwiX21pbGVzdG9uZXMiOltdLCJJZCI6IjAwMDAwMDAwLTAwMDAtMDAwMC0wMDAwLTAwMDAwMDAwMDAwMCIsIklzU2luZ2xlSXRlbVJvdyI6dHJ1ZX1dLCJJbmRleCI6MjAsIklkIjoiNDU1Y2ZkMjAtNWNhOC00MGI3LTkxOTgtYmYxMGUwMDM1NWY2IiwiSGVhZGVyVGV4dCI6bnVsbCwiSXNEZWZhdWx0Ijp0cnVlLCJTdHlsZSI6eyIkaWQiOiIzMTkzIiwiSGVhZGVyU3R5bGUiOnsiJGlkIjoiMzE5NCIsIlRleHRTdHlsZSI6eyIkaWQiOiIzMTk1IiwiRm9udFNldHRpbmdzIjp7IiRpZCI6IjMxOTYiLCJGb250U2l6ZSI6MTEsIkZvbnROYW1lIjoiQ2FsaWJyaSIsIklzQm9sZCI6ZmFsc2UsIklzSXRhbGljIjpmYWxzZSwiSXNVbmRlcmxpbmVkIjpmYWxzZSwiUGFyZW50U3R5bGUiOm51bGx9LCJBdXRvU2l6ZSI6MiwiRm9yZWdyb3VuZCI6eyIkaWQiOiIzMTk3IiwiQ29sb3IiOnsiJGlkIjoiMzE5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xOTkiLCJUb3AiOjAuMCwiTGVmdCI6MC4wLCJSaWdodCI6MC4wLCJCb3R0b20iOjAuMH0sIlBhZGRpbmciOnsiJGlkIjoiMzIwMCIsIlRvcCI6MC4wLCJMZWZ0IjowLjAsIlJpZ2h0IjowLjAsIkJvdHRvbSI6MC4wfSwiQmFja2dyb3VuZCI6eyIkaWQiOiIzMjAxIiwiQ29sb3IiOnsiJGlkIjoiMzIwMiIsIkEiOjI1NSwiUiI6NjQsIkciOjY0LCJCIjo2NH19LCJJc1Zpc2libGUiOnRydWUsIldpZHRoIjowLjAsIkhlaWdodCI6MC4wLCJCb3JkZXJTdHlsZSI6bnVsbCwiUGFyZW50U3R5bGUiOm51bGx9LCJSZWN0YW5nbGVTdHlsZSI6eyIkaWQiOiIzMjAzIiwiTWFyZ2luIjp7IiRpZCI6IjMyMDQiLCJUb3AiOjAuMCwiTGVmdCI6MC4wLCJSaWdodCI6MC4wLCJCb3R0b20iOjAuMH0sIlBhZGRpbmciOnsiJGlkIjoiMzIwNSIsIlRvcCI6MC4wLCJMZWZ0IjowLjAsIlJpZ2h0IjowLjAsIkJvdHRvbSI6MC4wfSwiQmFja2dyb3VuZCI6eyIkaWQiOiIzMjA2IiwiQ29sb3IiOnsiJGlkIjoiMzIwNyIsIkEiOjEyNywiUiI6MjU1LCJHIjoxOTIsIkIiOjB9fSwiSXNWaXNpYmxlIjp0cnVlLCJXaWR0aCI6MC4wLCJIZWlnaHQiOjAuMCwiQm9yZGVyU3R5bGUiOnsiJGlkIjoiMzIwOCIsIkxpbmVDb2xvciI6eyIkaWQiOiIzMjA5IiwiJHR5cGUiOiJOTFJFLkNvbW1vbi5Eb20uU29saWRDb2xvckJydXNoLCBOTFJFLkNvbW1vbiIsIkNvbG9yIjp7IiRpZCI6IjMyMTAiLCJBIjoyNTUsIlIiOjI1NSwiRyI6MjU1LCJCIjoyNTV9fSwiTGluZVdlaWdodCI6MC4wLCJMaW5lVHlwZSI6MCwiUGFyZW50U3R5bGUiOm51bGx9LCJQYXJlbnRTdHlsZSI6bnVsbH0sIk1hcmdpbiI6eyIkaWQiOiIzMjExIiwiVG9wIjowLjAsIkxlZnQiOjAuMCwiUmlnaHQiOjAuMCwiQm90dG9tIjowLjB9LCJQYWRkaW5nIjp7IiRpZCI6IjMyMTIiLCJUb3AiOjAuMCwiTGVmdCI6MC4wLCJSaWdodCI6MC4wLCJCb3R0b20iOjAuMH0sIkJhY2tncm91bmQiOm51bGwsIklzVmlzaWJsZSI6dHJ1ZSwiV2lkdGgiOjAuMCwiSGVpZ2h0IjowLjAsIkJvcmRlclN0eWxlIjpudWxsLCJQYXJlbnRTdHlsZSI6bnVsbH0sIkJhY2tncm91bmRTdHlsZSI6eyIkaWQiOiIzMjEzIiwiTWFyZ2luIjp7IiRpZCI6IjMyMTQiLCJUb3AiOjAuMCwiTGVmdCI6MC4wLCJSaWdodCI6MC4wLCJCb3R0b20iOjAuMH0sIlBhZGRpbmciOnsiJGlkIjoiMzIxNSIsIlRvcCI6MC4wLCJMZWZ0IjowLjAsIlJpZ2h0IjowLjAsIkJvdHRvbSI6MC4wfSwiQmFja2dyb3VuZCI6eyIkaWQiOiIzMjE2IiwiQ29sb3IiOnsiJGlkIjoiMzIxNyIsIkEiOjUxLCJSIjoyMDAsIkciOjIwMCwiQiI6MjAwfX0sIklzVmlzaWJsZSI6dHJ1ZSwiV2lkdGgiOjAuMCwiSGVpZ2h0IjowLjAsIkJvcmRlclN0eWxlIjp7IiRpZCI6IjMyMTgiLCJMaW5lQ29sb3IiOnsiJGlkIjoiMzIxOSIsIiR0eXBlIjoiTkxSRS5Db21tb24uRG9tLlNvbGlkQ29sb3JCcnVzaCwgTkxSRS5Db21tb24iLCJDb2xvciI6eyIkaWQiOiIzMjIwIiwiQSI6MjU1LCJSIjoyMzQsIkciOjIyLCJCIjozMH19LCJMaW5lV2VpZ2h0IjowLjAsIkxpbmVUeXBlIjowLCJQYXJlbnRTdHlsZSI6bnVsbH0sIlBhcmVudFN0eWxlIjpudWxsfSwiTWFyZ2luIjp7IiRpZCI6IjMyMjEiLCJUb3AiOjAuMCwiTGVmdCI6MC4wLCJSaWdodCI6MC4wLCJCb3R0b20iOjAuMH0sIlBhZGRpbmciOnsiJGlkIjoiMzIyMiIsIlRvcCI6MC4wLCJMZWZ0IjowLjAsIlJpZ2h0IjowLjAsIkJvdHRvbSI6MC4wfSwiSXNWaXNpYmxlIjp0cnVlLCJXaWR0aCI6MC4wLCJIZWlnaHQiOjAuMCwiQm9yZGVyU3R5bGUiOnsiJGlkIjoiMzIyMyIsIkxpbmVDb2xvciI6bnVsbCwiTGluZVdlaWdodCI6MC4wLCJMaW5lVHlwZSI6MCwiUGFyZW50U3R5bGUiOm51bGx9LCJQYXJlbnRTdHlsZSI6bnVsbH19XSwiSWQiOiI4ODZiNzcwZi1mYjRjLTRmYTMtYTFkMy1jNzE4OTZhMTEyN2YiLCJJbmRleCI6MjAsIkhlYWRlclRleHQiOiJSVE0iLCJTdHlsZSI6eyIkaWQiOiIzMjI0IiwiU3R5bGVJZCI6Ijk4NTEzZTEwLTU1MWMtNGYzMC1hYzExLWEwNjkwZTkwMzEzNCIsIkhlYWRlclN0eWxlIjp7IiRpZCI6IjMyMjUiLCJUZXh0SXNWZXJ0aWNhbCI6ZmFsc2UsIlRleHRTdHlsZSI6eyIkaWQiOiIzMjI2IiwiRm9udFNldHRpbmdzIjp7IiRpZCI6IjMyMjciLCJGb250U2l6ZSI6MTEsIkZvbnROYW1lIjoiVGl0aWxsaXVtIFdlYiIsIklzQm9sZCI6ZmFsc2UsIklzSXRhbGljIjpmYWxzZSwiSXNVbmRlcmxpbmVkIjpmYWxzZSwiUGFyZW50U3R5bGUiOm51bGx9LCJBdXRvU2l6ZSI6MiwiRm9yZWdyb3VuZCI6eyIkaWQiOiIzMjI4IiwiQ29sb3IiOnsiJGlkIjoiMzIy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yMzAiLCJUb3AiOjAuMCwiTGVmdCI6MC4wLCJSaWdodCI6MC4wLCJCb3R0b20iOjAuMH0sIlBhZGRpbmciOnsiJGlkIjoiMzIzMSIsIlRvcCI6MC4wLCJMZWZ0IjowLjAsIlJpZ2h0IjowLjAsIkJvdHRvbSI6MC4wfSwiQmFja2dyb3VuZCI6eyIkaWQiOiIzMjMyIiwiQ29sb3IiOnsiJGlkIjoiMzIzMyIsIkEiOjI1NSwiUiI6MzgsIkciOjM4LCJCIjozOH19LCJJc1Zpc2libGUiOnRydWUsIldpZHRoIjowLjAsIkhlaWdodCI6MC4wLCJCb3JkZXJTdHlsZSI6bnVsbCwiUGFyZW50U3R5bGUiOm51bGx9LCJSZWN0YW5nbGVTdHlsZSI6eyIkaWQiOiIzMjM0IiwiTWFyZ2luIjp7IiRpZCI6IjMyMzUiLCJUb3AiOjAuMCwiTGVmdCI6MC4wLCJSaWdodCI6MC4wLCJCb3R0b20iOjAuMH0sIlBhZGRpbmciOnsiJGlkIjoiMzIzNiIsIlRvcCI6MC4wLCJMZWZ0IjowLjAsIlJpZ2h0IjowLjAsIkJvdHRvbSI6MC4wfSwiQmFja2dyb3VuZCI6eyIkaWQiOiIzMjM3IiwiQ29sb3IiOnsiJGlkIjoiMzIzOCIsIkEiOjI1NSwiUiI6MjU1LCJHIjoxOTIsIkIiOjB9fSwiSXNWaXNpYmxlIjp0cnVlLCJXaWR0aCI6MC4wLCJIZWlnaHQiOjAuMCwiQm9yZGVyU3R5bGUiOnsiJGlkIjoiMzIzOSIsIkxpbmVDb2xvciI6eyIkaWQiOiIzMjQwIiwiJHR5cGUiOiJOTFJFLkNvbW1vbi5Eb20uU29saWRDb2xvckJydXNoLCBOTFJFLkNvbW1vbiIsIkNvbG9yIjp7IiRpZCI6IjMyNDEiLCJBIjoyNTUsIlIiOjI1NSwiRyI6MjU1LCJCIjoyNTV9fSwiTGluZVdlaWdodCI6MC4wLCJMaW5lVHlwZSI6MCwiUGFyZW50U3R5bGUiOm51bGx9LCJQYXJlbnRTdHlsZSI6bnVsbH0sIk1hcmdpbiI6eyIkaWQiOiIzMjQyIiwiVG9wIjowLjAsIkxlZnQiOjAuMCwiUmlnaHQiOjAuMCwiQm90dG9tIjowLjB9LCJQYWRkaW5nIjp7IiRpZCI6IjMyNDMiLCJUb3AiOjAuMCwiTGVmdCI6MC4wLCJSaWdodCI6MC4wLCJCb3R0b20iOjAuMH0sIkJhY2tncm91bmQiOm51bGwsIklzVmlzaWJsZSI6dHJ1ZSwiV2lkdGgiOjAuMCwiSGVpZ2h0IjowLjAsIkJvcmRlclN0eWxlIjpudWxsLCJQYXJlbnRTdHlsZSI6bnVsbH0sIkJhY2tncm91bmRTdHlsZSI6eyIkaWQiOiIzMjQ0IiwiTWFyZ2luIjp7IiRpZCI6IjMyNDUiLCJUb3AiOjAuMCwiTGVmdCI6MC4wLCJSaWdodCI6MC4wLCJCb3R0b20iOjAuMH0sIlBhZGRpbmciOnsiJGlkIjoiMzI0NiIsIlRvcCI6MC4wLCJMZWZ0IjowLjAsIlJpZ2h0IjowLjAsIkJvdHRvbSI6MC4wfSwiQmFja2dyb3VuZCI6eyIkaWQiOiIzMjQ3IiwiQ29sb3IiOnsiJGlkIjoiMzI0OCIsIkEiOjUxLCJSIjoyMDAsIkciOjIwMCwiQiI6MjAwfX0sIklzVmlzaWJsZSI6dHJ1ZSwiV2lkdGgiOjAuMCwiSGVpZ2h0IjowLjAsIkJvcmRlclN0eWxlIjp7IiRpZCI6IjMyNDkiLCJMaW5lQ29sb3IiOnsiJGlkIjoiMzI1MCIsIiR0eXBlIjoiTkxSRS5Db21tb24uRG9tLlNvbGlkQ29sb3JCcnVzaCwgTkxSRS5Db21tb24iLCJDb2xvciI6eyIkaWQiOiIzMjUxIiwiQSI6MjU1LCJSIjoyMzQsIkciOjIyLCJCIjozMH19LCJMaW5lV2VpZ2h0IjowLjAsIkxpbmVUeXBlIjowLCJQYXJlbnRTdHlsZSI6bnVsbH0sIlBhcmVudFN0eWxlIjpudWxsfSwiSXNBYm92ZVRpbWViYW5kIjpmYWxzZSwiU3BhY2luZyI6MiwiRGVmYXVsdFN3aW1sYW5lVGFza1N0eWxlIjp7IiRpZCI6IjMyNTIiLCIkdHlwZSI6Ik5MUkUuQ29tbW9uLkRvbS5TdHlsZXMuRXhwbGljaXRTZXRhYmxlVGFza1N0eWxlLCBOTFJFLkNvbW1vbiIsIlNoYXBlIjoxLCJTaGFwZVRoaWNrbmVzcyI6MCwiRHVyYXRpb25Gb3JtYXQiOjAsIkluY2x1ZGVOb25Xb3JraW5nRGF5c0luRHVyYXRpb24iOmZhbHNlLCJQZXJjZW50YWdlQ29tcGxldGVTdHlsZSI6eyIkaWQiOiIzMjUzIiwiRm9udFNldHRpbmdzIjp7IiRpZCI6IjMyNTQiLCJGb250U2l6ZSI6MTAsIkZvbnROYW1lIjoiQ2FsaWJyaSIsIklzQm9sZCI6ZmFsc2UsIklzSXRhbGljIjpmYWxzZSwiSXNVbmRlcmxpbmVkIjpmYWxzZSwiUGFyZW50U3R5bGUiOm51bGx9LCJBdXRvU2l6ZSI6MCwiRm9yZWdyb3VuZCI6eyIkaWQiOiIzMjU1IiwiQ29sb3IiOnsiJGlkIjoiMzI1N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jU3IiwiVG9wIjowLjAsIkxlZnQiOjAuMCwiUmlnaHQiOjAuMCwiQm90dG9tIjowLjB9LCJQYWRkaW5nIjp7IiRpZCI6IjMyNTgiLCJUb3AiOjAuMCwiTGVmdCI6MC4wLCJSaWdodCI6MC4wLCJCb3R0b20iOjAuMH0sIkJhY2tncm91bmQiOnsiJGlkIjoiMzI1OSIsIkNvbG9yIjp7IiRpZCI6IjMyNjAiLCJBIjo4OSwiUiI6MCwiRyI6MCwiQiI6MH19LCJJc1Zpc2libGUiOnRydWUsIldpZHRoIjowLjAsIkhlaWdodCI6MC4wLCJCb3JkZXJTdHlsZSI6eyIkaWQiOiIzMjYxIiwiTGluZUNvbG9yIjpudWxsLCJMaW5lV2VpZ2h0IjowLjAsIkxpbmVUeXBlIjowLCJQYXJlbnRTdHlsZSI6bnVsbH0sIlBhcmVudFN0eWxlIjpudWxsfSwiRHVyYXRpb25TdHlsZSI6eyIkaWQiOiIzMjYyIiwiRm9udFNldHRpbmdzIjp7IiRpZCI6IjMyNjMiLCJGb250U2l6ZSI6MTAsIkZvbnROYW1lIjoiQ2FsaWJyaSIsIklzQm9sZCI6ZmFsc2UsIklzSXRhbGljIjpmYWxzZSwiSXNVbmRlcmxpbmVkIjpmYWxzZSwiUGFyZW50U3R5bGUiOm51bGx9LCJBdXRvU2l6ZSI6MCwiRm9yZWdyb3VuZCI6eyIkaWQiOiIzMjY0IiwiQ29sb3IiOnsiJGlkIjoiMzI2N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I2NiIsIlRvcCI6MC4wLCJMZWZ0IjowLjAsIlJpZ2h0IjowLjAsIkJvdHRvbSI6MC4wfSwiUGFkZGluZyI6eyIkaWQiOiIzMjY3IiwiVG9wIjowLjAsIkxlZnQiOjAuMCwiUmlnaHQiOjAuMCwiQm90dG9tIjowLjB9LCJCYWNrZ3JvdW5kIjp7IiRpZCI6IjMyNjgiLCJDb2xvciI6eyIkaWQiOiIzMjY5IiwiQSI6MjU1LCJSIjo2OCwiRyI6ODQsIkIiOjEwNn19LCJJc1Zpc2libGUiOnRydWUsIldpZHRoIjowLjAsIkhlaWdodCI6MC4wLCJCb3JkZXJTdHlsZSI6eyIkaWQiOiIzMjcwIiwiTGluZUNvbG9yIjpudWxsLCJMaW5lV2VpZ2h0IjowLjAsIkxpbmVUeXBlIjowLCJQYXJlbnRTdHlsZSI6bnVsbH0sIlBhcmVudFN0eWxlIjpudWxsfSwiSG9yaXpvbnRhbENvbm5lY3RvclN0eWxlIjp7IiRpZCI6IjMyNzEiLCJMaW5lQ29sb3IiOnsiJGlkIjoiMzI3MiIsIiR0eXBlIjoiTkxSRS5Db21tb24uRG9tLlNvbGlkQ29sb3JCcnVzaCwgTkxSRS5Db21tb24iLCJDb2xvciI6eyIkaWQiOiIzMjczIiwiQSI6MjU1LCJSIjowLCJHIjowLCJCIjowfX0sIkxpbmVXZWlnaHQiOjAuMCwiTGluZVR5cGUiOjAsIlBhcmVudFN0eWxlIjpudWxsfSwiVmVydGljYWxDb25uZWN0b3JTdHlsZSI6eyIkaWQiOiIzMjc0IiwiTGluZUNvbG9yIjp7IiRpZCI6IjMyNzUiLCIkdHlwZSI6Ik5MUkUuQ29tbW9uLkRvbS5Tb2xpZENvbG9yQnJ1c2gsIE5MUkUuQ29tbW9uIiwiQ29sb3IiOnsiJGlkIjoiMzI3Ni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yNzciLCJTaGFwZVN0eWxlIjp7IiRpZCI6IjMyNzgiLCJNYXJnaW4iOnsiJGlkIjoiMzI3OSIsIlRvcCI6MC4wLCJMZWZ0IjowLjAsIlJpZ2h0IjowLjAsIkJvdHRvbSI6MC4wfSwiUGFkZGluZyI6eyIkaWQiOiIzMjgwIiwiVG9wIjowLjAsIkxlZnQiOjAuMCwiUmlnaHQiOjAuMCwiQm90dG9tIjowLjB9LCJCYWNrZ3JvdW5kIjp7IiRpZCI6IjMyODEiLCJDb2xvciI6eyIkaWQiOiIzMjgyIiwiQSI6MTUzLCJSIjowLCJHIjowLCJCIjowfX0sIklzVmlzaWJsZSI6dHJ1ZSwiV2lkdGgiOjAuMCwiSGVpZ2h0IjowLjAsIkJvcmRlclN0eWxlIjp7IiRpZCI6IjMyODMiLCJMaW5lQ29sb3IiOnsiJGlkIjoiMzI4NCIsIiR0eXBlIjoiTkxSRS5Db21tb24uRG9tLlNvbGlkQ29sb3JCcnVzaCwgTkxSRS5Db21tb24iLCJDb2xvciI6eyIkaWQiOiIzMjg1IiwiQSI6MjU1LCJSIjoyNTUsIkciOjAsIkIiOjB9fSwiTGluZVdlaWdodCI6MC4wLCJMaW5lVHlwZSI6MCwiUGFyZW50U3R5bGUiOm51bGx9LCJQYXJlbnRTdHlsZSI6bnVsbH0sIk1hcmdpbiI6eyIkaWQiOiIzMjg2IiwiVG9wIjowLjAsIkxlZnQiOjAuMCwiUmlnaHQiOjAuMCwiQm90dG9tIjowLjB9LCJQYWRkaW5nIjp7IiRpZCI6IjMyODciLCJUb3AiOjAuMCwiTGVmdCI6MC4wLCJSaWdodCI6MC4wLCJCb3R0b20iOjAuMH0sIkJhY2tncm91bmQiOm51bGwsIklzVmlzaWJsZSI6dHJ1ZSwiV2lkdGgiOjAuMCwiSGVpZ2h0IjowLjAsIkJvcmRlclN0eWxlIjpudWxsLCJQYXJlbnRTdHlsZSI6bnVsbH0sIlNoYXBlU3R5bGUiOnsiJGlkIjoiMzI4OCIsIk1hcmdpbiI6eyIkaWQiOiIzMjg5IiwiVG9wIjowLjAsIkxlZnQiOjQuMCwiUmlnaHQiOjQuMCwiQm90dG9tIjowLjB9LCJQYWRkaW5nIjp7IiRpZCI6IjMyOTAiLCJUb3AiOjAuMCwiTGVmdCI6MC4wLCJSaWdodCI6MC4wLCJCb3R0b20iOjAuMH0sIkJhY2tncm91bmQiOnsiJGlkIjoiMzI5MSIsIkNvbG9yIjp7IiRpZCI6IjMyOTIiLCJBIjoyNTUsIlIiOjI1NSwiRyI6MTkyLCJCIjowfX0sIklzVmlzaWJsZSI6dHJ1ZSwiV2lkdGgiOjAuMCwiSGVpZ2h0IjoxMC4wLCJCb3JkZXJTdHlsZSI6eyIkaWQiOiIzMjkzIiwiTGluZUNvbG9yIjp7IiRpZCI6IjMyOTQiLCIkdHlwZSI6Ik5MUkUuQ29tbW9uLkRvbS5Tb2xpZENvbG9yQnJ1c2gsIE5MUkUuQ29tbW9uIiwiQ29sb3IiOnsiJGlkIjoiMzI5NSIsIkEiOjI1NSwiUiI6MjM0LCJHIjoyMiwiQiI6MzB9fSwiTGluZVdlaWdodCI6MC4wLCJMaW5lVHlwZSI6MCwiUGFyZW50U3R5bGUiOm51bGx9LCJQYXJlbnRTdHlsZSI6bnVsbH0sIlRpdGxlU3R5bGUiOnsiJGlkIjoiMzI5NiIsIkZvbnRTZXR0aW5ncyI6eyIkaWQiOiIzMjk3IiwiRm9udFNpemUiOjExLCJGb250TmFtZSI6IkNhbGlicmkiLCJJc0JvbGQiOmZhbHNlLCJJc0l0YWxpYyI6ZmFsc2UsIklzVW5kZXJsaW5lZCI6ZmFsc2UsIlBhcmVudFN0eWxlIjpudWxsfSwiQXV0b1NpemUiOjAsIkZvcmVncm91bmQiOnsiJGlkIjoiMzI5OCIsIkNvbG9yIjp7IiRpZCI6IjMy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wMCIsIlRvcCI6MC4wLCJMZWZ0IjowLjAsIlJpZ2h0IjowLjAsIkJvdHRvbSI6MC4wfSwiUGFkZGluZyI6eyIkaWQiOiIzMzAxIiwiVG9wIjowLjAsIkxlZnQiOjAuMCwiUmlnaHQiOjAuMCwiQm90dG9tIjowLjB9LCJCYWNrZ3JvdW5kIjp7IiRpZCI6IjMzMDIiLCJDb2xvciI6eyIkaWQiOiIzMzAzIiwiQSI6MjU1LCJSIjowLCJHIjowLCJCIjowfX0sIklzVmlzaWJsZSI6dHJ1ZSwiV2lkdGgiOjAuMCwiSGVpZ2h0IjowLjAsIkJvcmRlclN0eWxlIjp7IiRpZCI6IjMzMDQiLCJMaW5lQ29sb3IiOm51bGwsIkxpbmVXZWlnaHQiOjAuMCwiTGluZVR5cGUiOjAsIlBhcmVudFN0eWxlIjpudWxsfSwiUGFyZW50U3R5bGUiOm51bGx9LCJEYXRlU3R5bGUiOnsiJGlkIjoiMzMwNSIsIkZvbnRTZXR0aW5ncyI6eyIkaWQiOiIzMzA2IiwiRm9udFNpemUiOjEwLCJGb250TmFtZSI6IkNhbGlicmkiLCJJc0JvbGQiOmZhbHNlLCJJc0l0YWxpYyI6ZmFsc2UsIklzVW5kZXJsaW5lZCI6ZmFsc2UsIlBhcmVudFN0eWxlIjpudWxsfSwiQXV0b1NpemUiOjAsIkZvcmVncm91bmQiOnsiJGlkIjoiMzMwNyIsIkNvbG9yIjp7IiRpZCI6IjMzMDg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MzMDkiLCJUb3AiOjAuMCwiTGVmdCI6MC4wLCJSaWdodCI6MC4wLCJCb3R0b20iOjAuMH0sIlBhZGRpbmciOnsiJGlkIjoiMzMxMCIsIlRvcCI6MC4wLCJMZWZ0IjowLjAsIlJpZ2h0IjowLjAsIkJvdHRvbSI6MC4wfSwiQmFja2dyb3VuZCI6eyIkaWQiOiIzMzExIiwiQ29sb3IiOnsiJGlkIjoiMzMxMiIsIkEiOjI1NSwiUiI6NjgsIkciOjg0LCJCIjoxMDZ9fSwiSXNWaXNpYmxlIjp0cnVlLCJXaWR0aCI6MC4wLCJIZWlnaHQiOjAuMCwiQm9yZGVyU3R5bGUiOnsiJGlkIjoiMzMxMyIsIkxpbmVDb2xvciI6bnVsbCwiTGluZVdlaWdodCI6MC4wLCJMaW5lVHlwZSI6MCwiUGFyZW50U3R5bGUiOm51bGx9LCJQYXJlbnRTdHlsZSI6bnVsbH0sIkRhdGVGb3JtYXQiOnsiJGlkIjoiMzMx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E1IiwiRm9ybWF0IjowLCJJc1Zpc2libGUiOmZhbHNlLCJMYXN0S25vd25WaXNpYmlsaXR5U3RhdGUiOmZhbHNlfSwiSXNWaXNpYmxlIjp0cnVlLCJWYXJpYW5jZVN0eWxlIjp7IiRpZCI6IjMzMTYiLCJUZXh0U3R5bGUiOnsiJGlkIjoiMzMxNyIsIkZvbnRTZXR0aW5ncyI6eyIkaWQiOiIzMzE4IiwiRm9udFNpemUiOjEwLCJGb250TmFtZSI6IkNhbGlicmkiLCJJc0JvbGQiOmZhbHNlLCJJc0l0YWxpYyI6ZmFsc2UsIklzVW5kZXJsaW5lZCI6ZmFsc2UsIlBhcmVudFN0eWxlIjpudWxsfSwiQXV0b1NpemUiOjAsIkZvcmVncm91bmQiOnsiJGlkIjoiMzMxOSIsIkNvbG9yIjp7IiRpZCI6IjMzM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yMSIsIlRvcCI6MC4wLCJMZWZ0IjowLjAsIlJpZ2h0IjowLjAsIkJvdHRvbSI6MC4wfSwiUGFkZGluZyI6eyIkaWQiOiIzMzIyIiwiVG9wIjowLjAsIkxlZnQiOjAuMCwiUmlnaHQiOjAuMCwiQm90dG9tIjowLjB9LCJCYWNrZ3JvdW5kIjp7IiRpZCI6IjMzMjMiLCJDb2xvciI6eyIkaWQiOiIzMzI0IiwiQSI6MjU1LCJSIjowLCJHIjowLCJCIjowfX0sIklzVmlzaWJsZSI6dHJ1ZSwiV2lkdGgiOjAuMCwiSGVpZ2h0IjowLjAsIkJvcmRlclN0eWxlIjp7IiRpZCI6IjMzMjUiLCJMaW5lQ29sb3IiOm51bGwsIkxpbmVXZWlnaHQiOjAuMCwiTGluZVR5cGUiOjAsIlBhcmVudFN0eWxlIjpudWxsfSwiUGFyZW50U3R5bGUiOm51bGx9LCJQYXJlbnRTdHlsZSI6bnVsbH0sIlBhcmVudFN0eWxlIjpudWxsLCJfZXhwbGljaXRseVNldCI6eyIkaWQiOiIzMzI2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zMyNyIsIlNoYXBlIjoxLCJDb25uZWN0b3JNYXJnaW4iOnsiJGlkIjoiMzMyOCIsIlRvcCI6MC4wLCJMZWZ0IjoyLjAsIlJpZ2h0IjoyLjAsIkJvdHRvbSI6MC4wfSwiQ29ubmVjdG9yU3R5bGUiOnsiJGlkIjoiMzMyOSIsIkxpbmVDb2xvciI6eyIkaWQiOiIzMzMwIiwiJHR5cGUiOiJOTFJFLkNvbW1vbi5Eb20uU29saWRDb2xvckJydXNoLCBOTFJFLkNvbW1vbiIsIkNvbG9yIjp7IiRpZCI6IjMzMzEiLCJBIjoxMjcsIlIiOjEyNywiRyI6OTYsIkIiOjB9fSwiTGluZVdlaWdodCI6MS4wLCJMaW5lVHlwZSI6MCwiUGFyZW50U3R5bGUiOm51bGx9LCJJc0JlbG93VGltZWJhbmQiOmZhbHNlLCJQb3NpdGlvbk9uVGFzayI6MSwiSGlkZURhdGUiOmZhbHNlLCJTaGFwZVNpemUiOjAsIlNwYWNpbmciOjAuMCwiUGFkZGluZyI6eyIkaWQiOiIzMzMyIiwiVG9wIjo1LjAsIkxlZnQiOjMuMCwiUmlnaHQiOjAuMCwiQm90dG9tIjoyLjB9LCJTaGFwZVN0eWxlIjp7IiRpZCI6IjMzMzMiLCJNYXJnaW4iOnsiJGlkIjoiMzMzNCIsIlRvcCI6MC4wLCJMZWZ0IjowLjAsIlJpZ2h0IjowLjAsIkJvdHRvbSI6MC4wfSwiUGFkZGluZyI6eyIkaWQiOiIzMzM1IiwiVG9wIjowLjAsIkxlZnQiOjAuMCwiUmlnaHQiOjAuMCwiQm90dG9tIjowLjB9LCJCYWNrZ3JvdW5kIjp7IiRpZCI6IjMzMzYiLCJDb2xvciI6eyIkaWQiOiIzMzM3IiwiQSI6MjU1LCJSIjoxMjcsIkciOjk2LCJCIjowfX0sIklzVmlzaWJsZSI6dHJ1ZSwiV2lkdGgiOjEyLjAsIkhlaWdodCI6MTQuMCwiQm9yZGVyU3R5bGUiOnsiJGlkIjoiMzMzOCIsIkxpbmVDb2xvciI6eyIkaWQiOiIzMzM5IiwiJHR5cGUiOiJOTFJFLkNvbW1vbi5Eb20uU29saWRDb2xvckJydXNoLCBOTFJFLkNvbW1vbiIsIkNvbG9yIjp7IiRpZCI6IjMzNDAiLCJBIjoyNTUsIlIiOjI1NSwiRyI6MjU1LCJCIjoyNTV9fSwiTGluZVdlaWdodCI6MC4wLCJMaW5lVHlwZSI6MCwiUGFyZW50U3R5bGUiOm51bGx9LCJQYXJlbnRTdHlsZSI6bnVsbH0sIlRpdGxlU3R5bGUiOnsiJGlkIjoiMzM0MSIsIkZvbnRTZXR0aW5ncyI6eyIkaWQiOiIzMzQyIiwiRm9udFNpemUiOjExLCJGb250TmFtZSI6IkNhbGlicmkiLCJJc0JvbGQiOmZhbHNlLCJJc0l0YWxpYyI6ZmFsc2UsIklzVW5kZXJsaW5lZCI6ZmFsc2UsIlBhcmVudFN0eWxlIjpudWxsfSwiQXV0b1NpemUiOjAsIkZvcmVncm91bmQiOnsiJGlkIjoiMzM0MyIsIkNvbG9yIjp7IiRpZCI6IjMzND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zM0NSIsIlRvcCI6MC4wLCJMZWZ0IjowLjAsIlJpZ2h0IjowLjAsIkJvdHRvbSI6MC4wfSwiUGFkZGluZyI6eyIkaWQiOiIzMzQ2IiwiVG9wIjowLjAsIkxlZnQiOjAuMCwiUmlnaHQiOjAuMCwiQm90dG9tIjowLjB9LCJCYWNrZ3JvdW5kIjp7IiRpZCI6IjMzNDciLCJDb2xvciI6eyIkaWQiOiIzMzQ4IiwiQSI6MjU1LCJSIjowLCJHIjowLCJCIjowfX0sIklzVmlzaWJsZSI6dHJ1ZSwiV2lkdGgiOjAuMCwiSGVpZ2h0IjowLjAsIkJvcmRlclN0eWxlIjp7IiRpZCI6IjMzNDkiLCJMaW5lQ29sb3IiOm51bGwsIkxpbmVXZWlnaHQiOjAuMCwiTGluZVR5cGUiOjAsIlBhcmVudFN0eWxlIjpudWxsfSwiUGFyZW50U3R5bGUiOm51bGx9LCJEYXRlU3R5bGUiOnsiJGlkIjoiMzM1MCIsIkZvbnRTZXR0aW5ncyI6eyIkaWQiOiIzMzUxIiwiRm9udFNpemUiOjEwLCJGb250TmFtZSI6IkNhbGlicmkiLCJJc0JvbGQiOmZhbHNlLCJJc0l0YWxpYyI6ZmFsc2UsIklzVW5kZXJsaW5lZCI6ZmFsc2UsIlBhcmVudFN0eWxlIjpudWxsfSwiQXV0b1NpemUiOjAsIkZvcmVncm91bmQiOnsiJGlkIjoiMzM1MiIsIkNvbG9yIjp7IiRpZCI6IjMzNTM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MzNTQiLCJUb3AiOjAuMCwiTGVmdCI6MC4wLCJSaWdodCI6MC4wLCJCb3R0b20iOjAuMH0sIlBhZGRpbmciOnsiJGlkIjoiMzM1NSIsIlRvcCI6MC4wLCJMZWZ0IjowLjAsIlJpZ2h0IjowLjAsIkJvdHRvbSI6MC4wfSwiQmFja2dyb3VuZCI6eyIkaWQiOiIzMzU2IiwiQ29sb3IiOnsiJGlkIjoiMzM1NyIsIkEiOjI1NSwiUiI6NjgsIkciOjg0LCJCIjoxMDZ9fSwiSXNWaXNpYmxlIjp0cnVlLCJXaWR0aCI6MC4wLCJIZWlnaHQiOjAuMCwiQm9yZGVyU3R5bGUiOnsiJGlkIjoiMzM1OCIsIkxpbmVDb2xvciI6bnVsbCwiTGluZVdlaWdodCI6MC4wLCJMaW5lVHlwZSI6MCwiUGFyZW50U3R5bGUiOm51bGx9LCJQYXJlbnRTdHlsZSI6bnVsbH0sIkRhdGVGb3JtYXQiOnsiJGlkIjoiMzM1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YwIiwiRm9ybWF0IjowLCJJc1Zpc2libGUiOmZhbHNlLCJMYXN0S25vd25WaXNpYmlsaXR5U3RhdGUiOmZhbHNlfSwiSXNWaXNpYmxlIjpmYWxzZSwiVmFyaWFuY2VTdHlsZSI6eyIkaWQiOiIzMzYxIiwiVGV4dFN0eWxlIjp7IiRpZCI6IjMzNjIiLCJGb250U2V0dGluZ3MiOnsiJGlkIjoiMzM2MyIsIkZvbnRTaXplIjoxMCwiRm9udE5hbWUiOiJDYWxpYnJpIiwiSXNCb2xkIjpmYWxzZSwiSXNJdGFsaWMiOmZhbHNlLCJJc1VuZGVybGluZWQiOmZhbHNlLCJQYXJlbnRTdHlsZSI6bnVsbH0sIkF1dG9TaXplIjowLCJGb3JlZ3JvdW5kIjp7IiRpZCI6IjMzNjQiLCJDb2xvciI6eyIkaWQiOiIzMz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zNjYiLCJUb3AiOjAuMCwiTGVmdCI6MC4wLCJSaWdodCI6MC4wLCJCb3R0b20iOjAuMH0sIlBhZGRpbmciOnsiJGlkIjoiMzM2NyIsIlRvcCI6MC4wLCJMZWZ0IjowLjAsIlJpZ2h0IjowLjAsIkJvdHRvbSI6MC4wfSwiQmFja2dyb3VuZCI6eyIkaWQiOiIzMzY4IiwiQ29sb3IiOnsiJGlkIjoiMzM2OSIsIkEiOjI1NSwiUiI6MCwiRyI6MCwiQiI6MH19LCJJc1Zpc2libGUiOnRydWUsIldpZHRoIjowLjAsIkhlaWdodCI6MC4wLCJCb3JkZXJTdHlsZSI6eyIkaWQiOiIzMzcwIiwiTGluZUNvbG9yIjpudWxsLCJMaW5lV2VpZ2h0IjowLjAsIkxpbmVUeXBlIjowLCJQYXJlbnRTdHlsZSI6bnVsbH0sIlBhcmVudFN0eWxlIjpudWxsfSwiUGFyZW50U3R5bGUiOm51bGx9LCJQYXJlbnRTdHlsZSI6bnVsbH0sIkRlZmF1bHRTd2ltbGFuZU1pbGVzdG9uZVN0eWxlIjp7IiRpZCI6IjMzNzEiLCJUaXRsZVBvc2l0aW9uIjoiTGVmdCIsIkRhdGVQb3NpdGlvbiI6IlJpZ2h0IiwiVmFyaWFuY2VQb3NpdGlvbiI6IlJpZ2h0IiwiU2hhcGVUeXBlIjoxLCJTaGFwZVNpemUiOjAsIlNwYWNpbmciOjUsIlNoYXBlU3R5bGUiOnsiJGlkIjoiMzM3MiIsIk1hcmdpbiI6eyIkaWQiOiIzMzczIiwiVG9wIjowLjAsIkxlZnQiOjAuMCwiUmlnaHQiOjAuMCwiQm90dG9tIjowLjB9LCJQYWRkaW5nIjp7IiRpZCI6IjMzNzQiLCJUb3AiOjAuMCwiTGVmdCI6MC4wLCJSaWdodCI6MC4wLCJCb3R0b20iOjAuMH0sIkJhY2tncm91bmQiOnsiJGlkIjoiMzM3NSIsIkNvbG9yIjp7IiRpZCI6IjMzNzYiLCJBIjoyNTUsIlIiOjI1NSwiRyI6MTkyLCJCIjowfX0sIklzVmlzaWJsZSI6dHJ1ZSwiV2lkdGgiOjEyLjAsIkhlaWdodCI6MTQuMCwiQm9yZGVyU3R5bGUiOnsiJGlkIjoiMzM3NyIsIkxpbmVDb2xvciI6eyIkaWQiOiIzMzc4IiwiJHR5cGUiOiJOTFJFLkNvbW1vbi5Eb20uU29saWRDb2xvckJydXNoLCBOTFJFLkNvbW1vbiIsIkNvbG9yIjp7IiRpZCI6IjMzNzkiLCJBIjoyNTUsIlIiOjIzNCwiRyI6MjIsIkIiOjMwfX0sIkxpbmVXZWlnaHQiOjAuMCwiTGluZVR5cGUiOjAsIlBhcmVudFN0eWxlIjpudWxsfSwiUGFyZW50U3R5bGUiOm51bGx9LCJUaXRsZVN0eWxlIjp7IiRpZCI6IjMzODAiLCJGb250U2V0dGluZ3MiOnsiJGlkIjoiMzM4MSIsIkZvbnRTaXplIjoxMSwiRm9udE5hbWUiOiJDYWxpYnJpIiwiSXNCb2xkIjpmYWxzZSwiSXNJdGFsaWMiOmZhbHNlLCJJc1VuZGVybGluZWQiOmZhbHNlLCJQYXJlbnRTdHlsZSI6bnVsbH0sIkF1dG9TaXplIjowLCJGb3JlZ3JvdW5kIjp7IiRpZCI6IjMzODIiLCJDb2xvciI6eyIkaWQiOiIzMz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MzODQiLCJUb3AiOjAuMCwiTGVmdCI6MC4wLCJSaWdodCI6MC4wLCJCb3R0b20iOjAuMH0sIlBhZGRpbmciOnsiJGlkIjoiMzM4NSIsIlRvcCI6MC4wLCJMZWZ0IjowLjAsIlJpZ2h0IjowLjAsIkJvdHRvbSI6MC4wfSwiQmFja2dyb3VuZCI6eyIkaWQiOiIzMzg2IiwiQ29sb3IiOnsiJGlkIjoiMzM4NyIsIkEiOjI1NSwiUiI6MCwiRyI6MCwiQiI6MH19LCJJc1Zpc2libGUiOnRydWUsIldpZHRoIjowLjAsIkhlaWdodCI6MC4wLCJCb3JkZXJTdHlsZSI6eyIkaWQiOiIzMzg4IiwiTGluZUNvbG9yIjpudWxsLCJMaW5lV2VpZ2h0IjowLjAsIkxpbmVUeXBlIjowLCJQYXJlbnRTdHlsZSI6bnVsbH0sIlBhcmVudFN0eWxlIjpudWxsfSwiRGF0ZVN0eWxlIjp7IiRpZCI6IjMzODkiLCJGb250U2V0dGluZ3MiOnsiJGlkIjoiMzM5MCIsIkZvbnRTaXplIjoxMCwiRm9udE5hbWUiOiJDYWxpYnJpIiwiSXNCb2xkIjpmYWxzZSwiSXNJdGFsaWMiOmZhbHNlLCJJc1VuZGVybGluZWQiOmZhbHNlLCJQYXJlbnRTdHlsZSI6bnVsbH0sIkF1dG9TaXplIjowLCJGb3JlZ3JvdW5kIjp7IiRpZCI6IjMzOTEiLCJDb2xvciI6eyIkaWQiOiIzMzk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zkzIiwiVG9wIjowLjAsIkxlZnQiOjAuMCwiUmlnaHQiOjAuMCwiQm90dG9tIjowLjB9LCJQYWRkaW5nIjp7IiRpZCI6IjMzOTQiLCJUb3AiOjAuMCwiTGVmdCI6MC4wLCJSaWdodCI6MC4wLCJCb3R0b20iOjAuMH0sIkJhY2tncm91bmQiOnsiJGlkIjoiMzM5NSIsIkNvbG9yIjp7IiRpZCI6IjMzOTYiLCJBIjoyNTUsIlIiOjY4LCJHIjo4NCwiQiI6MTA2fX0sIklzVmlzaWJsZSI6dHJ1ZSwiV2lkdGgiOjAuMCwiSGVpZ2h0IjowLjAsIkJvcmRlclN0eWxlIjp7IiRpZCI6IjMzOTciLCJMaW5lQ29sb3IiOm51bGwsIkxpbmVXZWlnaHQiOjAuMCwiTGluZVR5cGUiOjAsIlBhcmVudFN0eWxlIjpudWxsfSwiUGFyZW50U3R5bGUiOm51bGx9LCJEYXRlRm9ybWF0Ijp7IiRpZCI6IjMzOTg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M5OSIsIkZvcm1hdCI6MCwiSXNWaXNpYmxlIjpmYWxzZSwiTGFzdEtub3duVmlzaWJpbGl0eVN0YXRlIjpmYWxzZX0sIklzVmlzaWJsZSI6dHJ1ZSwiVmFyaWFuY2VTdHlsZSI6eyIkaWQiOiIzNDAwIiwiVGV4dFN0eWxlIjp7IiRpZCI6IjM0MDEiLCJGb250U2V0dGluZ3MiOnsiJGlkIjoiMzQwMiIsIkZvbnRTaXplIjoxMCwiRm9udE5hbWUiOiJDYWxpYnJpIiwiSXNCb2xkIjpmYWxzZSwiSXNJdGFsaWMiOmZhbHNlLCJJc1VuZGVybGluZWQiOmZhbHNlLCJQYXJlbnRTdHlsZSI6bnVsbH0sIkF1dG9TaXplIjowLCJGb3JlZ3JvdW5kIjp7IiRpZCI6IjM0MDMiLCJDb2xvciI6eyIkaWQiOiIzN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0MDUiLCJUb3AiOjAuMCwiTGVmdCI6MC4wLCJSaWdodCI6MC4wLCJCb3R0b20iOjAuMH0sIlBhZGRpbmciOnsiJGlkIjoiMzQwNiIsIlRvcCI6MC4wLCJMZWZ0IjowLjAsIlJpZ2h0IjowLjAsIkJvdHRvbSI6MC4wfSwiQmFja2dyb3VuZCI6eyIkaWQiOiIzNDA3IiwiQ29sb3IiOnsiJGlkIjoiMzQwOCIsIkEiOjI1NSwiUiI6MCwiRyI6MCwiQiI6MH19LCJJc1Zpc2libGUiOnRydWUsIldpZHRoIjowLjAsIkhlaWdodCI6MC4wLCJCb3JkZXJTdHlsZSI6eyIkaWQiOiIzNDA5IiwiTGluZUNvbG9yIjpudWxsLCJMaW5lV2VpZ2h0IjowLjAsIkxpbmVUeXBlIjowLCJQYXJlbnRTdHlsZSI6bnVsbH0sIlBhcmVudFN0eWxlIjpudWxsfSwiUGFyZW50U3R5bGUiOm51bGx9LCJQYXJlbnRTdHlsZSI6bnVsbH0sIkRlZmF1bHRTd2ltbGFuZUFjdGl2aXR5U3R5bGUiOnsiJGlkIjoiMzQxMCIsIkhlYWRlclN0eWxlIjp7IiRpZCI6IjM0MTEiLCJUZXh0U3R5bGUiOnsiJGlkIjoiMzQxMiIsIkZvbnRTZXR0aW5ncyI6eyIkaWQiOiIzNDEzIiwiRm9udFNpemUiOjExLCJGb250TmFtZSI6IkNhbGlicmkiLCJJc0JvbGQiOmZhbHNlLCJJc0l0YWxpYyI6ZmFsc2UsIklzVW5kZXJsaW5lZCI6ZmFsc2UsIlBhcmVudFN0eWxlIjpudWxsfSwiQXV0b1NpemUiOjIsIkZvcmVncm91bmQiOnsiJGlkIjoiMzQxNCIsIkNvbG9yIjp7IiRpZCI6IjM0MTU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zNDE2IiwiVG9wIjowLjAsIkxlZnQiOjAuMCwiUmlnaHQiOjAuMCwiQm90dG9tIjowLjB9LCJQYWRkaW5nIjp7IiRpZCI6IjM0MTciLCJUb3AiOjAuMCwiTGVmdCI6MC4wLCJSaWdodCI6MC4wLCJCb3R0b20iOjAuMH0sIkJhY2tncm91bmQiOnsiJGlkIjoiMzQxOCIsIkNvbG9yIjp7IiRpZCI6IjM0MTkiLCJBIjoyNTUsIlIiOjY0LCJHIjo2NCwiQiI6NjR9fSwiSXNWaXNpYmxlIjp0cnVlLCJXaWR0aCI6MC4wLCJIZWlnaHQiOjAuMCwiQm9yZGVyU3R5bGUiOm51bGwsIlBhcmVudFN0eWxlIjpudWxsfSwiUmVjdGFuZ2xlU3R5bGUiOnsiJGlkIjoiMzQyMCIsIk1hcmdpbiI6eyIkaWQiOiIzNDIxIiwiVG9wIjowLjAsIkxlZnQiOjAuMCwiUmlnaHQiOjAuMCwiQm90dG9tIjowLjB9LCJQYWRkaW5nIjp7IiRpZCI6IjM0MjIiLCJUb3AiOjAuMCwiTGVmdCI6MC4wLCJSaWdodCI6MC4wLCJCb3R0b20iOjAuMH0sIkJhY2tncm91bmQiOnsiJGlkIjoiMzQyMyIsIkNvbG9yIjp7IiRpZCI6IjM0MjQiLCJBIjoxMjcsIlIiOjI1NSwiRyI6MTkyLCJCIjowfX0sIklzVmlzaWJsZSI6dHJ1ZSwiV2lkdGgiOjAuMCwiSGVpZ2h0IjowLjAsIkJvcmRlclN0eWxlIjp7IiRpZCI6IjM0MjUiLCJMaW5lQ29sb3IiOnsiJGlkIjoiMzQyNiIsIiR0eXBlIjoiTkxSRS5Db21tb24uRG9tLlNvbGlkQ29sb3JCcnVzaCwgTkxSRS5Db21tb24iLCJDb2xvciI6eyIkaWQiOiIzNDI3IiwiQSI6MjU1LCJSIjoyNTUsIkciOjI1NSwiQiI6MjU1fX0sIkxpbmVXZWlnaHQiOjAuMCwiTGluZVR5cGUiOjAsIlBhcmVudFN0eWxlIjpudWxsfSwiUGFyZW50U3R5bGUiOm51bGx9LCJNYXJnaW4iOnsiJGlkIjoiMzQyOCIsIlRvcCI6MC4wLCJMZWZ0IjowLjAsIlJpZ2h0IjowLjAsIkJvdHRvbSI6MC4wfSwiUGFkZGluZyI6eyIkaWQiOiIzNDI5IiwiVG9wIjowLjAsIkxlZnQiOjAuMCwiUmlnaHQiOjAuMCwiQm90dG9tIjowLjB9LCJCYWNrZ3JvdW5kIjpudWxsLCJJc1Zpc2libGUiOnRydWUsIldpZHRoIjowLjAsIkhlaWdodCI6MC4wLCJCb3JkZXJTdHlsZSI6bnVsbCwiUGFyZW50U3R5bGUiOm51bGx9LCJCYWNrZ3JvdW5kU3R5bGUiOnsiJGlkIjoiMzQzMCIsIk1hcmdpbiI6eyIkaWQiOiIzNDMxIiwiVG9wIjowLjAsIkxlZnQiOjAuMCwiUmlnaHQiOjAuMCwiQm90dG9tIjowLjB9LCJQYWRkaW5nIjp7IiRpZCI6IjM0MzIiLCJUb3AiOjAuMCwiTGVmdCI6MC4wLCJSaWdodCI6MC4wLCJCb3R0b20iOjAuMH0sIkJhY2tncm91bmQiOnsiJGlkIjoiMzQzMyIsIkNvbG9yIjp7IiRpZCI6IjM0MzQiLCJBIjo1MSwiUiI6MjAwLCJHIjoyMDAsIkIiOjIwMH19LCJJc1Zpc2libGUiOnRydWUsIldpZHRoIjowLjAsIkhlaWdodCI6MC4wLCJCb3JkZXJTdHlsZSI6eyIkaWQiOiIzNDM1IiwiTGluZUNvbG9yIjp7IiRpZCI6IjM0MzYiLCIkdHlwZSI6Ik5MUkUuQ29tbW9uLkRvbS5Tb2xpZENvbG9yQnJ1c2gsIE5MUkUuQ29tbW9uIiwiQ29sb3IiOnsiJGlkIjoiMzQzNyIsIkEiOjI1NSwiUiI6MjM0LCJHIjoyMiwiQiI6MzB9fSwiTGluZVdlaWdodCI6MC4wLCJMaW5lVHlwZSI6MCwiUGFyZW50U3R5bGUiOm51bGx9LCJQYXJlbnRTdHlsZSI6bnVsbH0sIk1hcmdpbiI6eyIkaWQiOiIzNDM4IiwiVG9wIjowLjAsIkxlZnQiOjAuMCwiUmlnaHQiOjAuMCwiQm90dG9tIjowLjB9LCJQYWRkaW5nIjp7IiRpZCI6IjM0MzkiLCJUb3AiOjAuMCwiTGVmdCI6MC4wLCJSaWdodCI6MC4wLCJCb3R0b20iOjAuMH0sIklzVmlzaWJsZSI6dHJ1ZSwiV2lkdGgiOjAuMCwiSGVpZ2h0IjowLjAsIkJvcmRlclN0eWxlIjp7IiRpZCI6IjM0NDAiLCJMaW5lQ29sb3IiOm51bGwsIkxpbmVXZWlnaHQiOjAuMCwiTGluZVR5cGUiOjAsIlBhcmVudFN0eWxlIjpudWxsfSwiUGFyZW50U3R5bGUiOm51bGx9LCJNYXJnaW4iOnsiJGlkIjoiMzQ0MSIsIlRvcCI6MC4wLCJMZWZ0IjowLjAsIlJpZ2h0IjowLjAsIkJvdHRvbSI6MC4wfSwiUGFkZGluZyI6eyIkaWQiOiIzNDQyIiwiVG9wIjowLjAsIkxlZnQiOjAuMCwiUmlnaHQiOjAuMCwiQm90dG9tIjowLjB9LCJJc1Zpc2libGUiOmZhbHNlLCJXaWR0aCI6MC4wLCJIZWlnaHQiOjAuMCwiQm9yZGVyU3R5bGUiOnsiJGlkIjoiMzQ0MyIsIkxpbmVDb2xvciI6bnVsbCwiTGluZVdlaWdodCI6MC4wLCJMaW5lVHlwZSI6MCwiUGFyZW50U3R5bGUiOm51bGx9LCJQYXJlbnRTdHlsZSI6bnVsbH19LHsiJGlkIjoiMzQ0NCIsIl9hY3Rpdml0aWVzIjpbeyIkaWQiOiIzNDQ1IiwiX3Jvd3MiOlt7IiRpZCI6IjM0NDYiLCJfdGFza3MiOlt7IiRpZCI6IjM0NDciLCJfYXR0YWNoZWRNaWxlc3RvbmVzIjpbXSwiVGFza0RlZmluaXRpb24iOnsiJGlkIjoiMzQ0OCIsIkdyb3VwTmFtZSI6bnVsbCwiU3RhcnREYXRlIjoiMjAyNy0xMC0yNVQwMDowMDowMFoiLCJFbmREYXRlIjoiMjAyNy0xMi0zMVQyMzo1OTowMFoiLCJQZXJjZW50YWdlQ29tcGxldGUiOm51bGwsIlN0eWxlIjp7IiRpZCI6IjM0NDkiLCJTaGFwZSI6MSwiU2hhcGVUaGlja25lc3MiOjAsIkR1cmF0aW9uRm9ybWF0IjowLCJJbmNsdWRlTm9uV29ya2luZ0RheXNJbkR1cmF0aW9uIjpmYWxzZSwiUGVyY2VudGFnZUNvbXBsZXRlU3R5bGUiOnsiJGlkIjoiMzQ1MCIsIkZvbnRTZXR0aW5ncyI6eyIkaWQiOiIzNDUxIiwiRm9udFNpemUiOjEwLCJGb250TmFtZSI6IkNhbGlicmkiLCJJc0JvbGQiOmZhbHNlLCJJc0l0YWxpYyI6ZmFsc2UsIklzVW5kZXJsaW5lZCI6ZmFsc2UsIlBhcmVudFN0eWxlIjpudWxsfSwiQXV0b1NpemUiOjAsIkZvcmVncm91bmQiOnsiJGlkIjoiMzQ1MiIsIkNvbG9yIjp7IiRpZCI6IjM0NTM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Q1NCIsIlRvcCI6MC4wLCJMZWZ0IjowLjAsIlJpZ2h0IjowLjAsIkJvdHRvbSI6MC4wfSwiUGFkZGluZyI6eyIkaWQiOiIzNDU1IiwiVG9wIjowLjAsIkxlZnQiOjAuMCwiUmlnaHQiOjAuMCwiQm90dG9tIjowLjB9LCJCYWNrZ3JvdW5kIjp7IiRpZCI6IjM0NTYiLCJDb2xvciI6eyIkaWQiOiIzNDU3IiwiQSI6ODksIlIiOjAsIkciOjAsIkIiOjB9fSwiSXNWaXNpYmxlIjp0cnVlLCJXaWR0aCI6MC4wLCJIZWlnaHQiOjAuMCwiQm9yZGVyU3R5bGUiOnsiJGlkIjoiMzQ1OCIsIkxpbmVDb2xvciI6bnVsbCwiTGluZVdlaWdodCI6MC4wLCJMaW5lVHlwZSI6MCwiUGFyZW50U3R5bGUiOm51bGx9LCJQYXJlbnRTdHlsZSI6bnVsbH0sIkR1cmF0aW9uU3R5bGUiOnsiJGlkIjoiMzQ1OSIsIkZvbnRTZXR0aW5ncyI6eyIkaWQiOiIzNDYwIiwiRm9udFNpemUiOjEwLCJGb250TmFtZSI6IkNhbGlicmkiLCJJc0JvbGQiOmZhbHNlLCJJc0l0YWxpYyI6ZmFsc2UsIklzVW5kZXJsaW5lZCI6ZmFsc2UsIlBhcmVudFN0eWxlIjpudWxsfSwiQXV0b1NpemUiOjAsIkZvcmVncm91bmQiOnsiJGlkIjoiMzQ2MSIsIkNvbG9yIjp7IiRpZCI6IjM0NjI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0NjMiLCJUb3AiOjAuMCwiTGVmdCI6MC4wLCJSaWdodCI6MC4wLCJCb3R0b20iOjAuMH0sIlBhZGRpbmciOnsiJGlkIjoiMzQ2NCIsIlRvcCI6MC4wLCJMZWZ0IjowLjAsIlJpZ2h0IjowLjAsIkJvdHRvbSI6MC4wfSwiQmFja2dyb3VuZCI6eyIkaWQiOiIzNDY1IiwiQ29sb3IiOnsiJGlkIjoiMzQ2NiIsIkEiOjI1NSwiUiI6NjgsIkciOjg0LCJCIjoxMDZ9fSwiSXNWaXNpYmxlIjp0cnVlLCJXaWR0aCI6MC4wLCJIZWlnaHQiOjAuMCwiQm9yZGVyU3R5bGUiOnsiJGlkIjoiMzQ2NyIsIkxpbmVDb2xvciI6bnVsbCwiTGluZVdlaWdodCI6MC4wLCJMaW5lVHlwZSI6MCwiUGFyZW50U3R5bGUiOm51bGx9LCJQYXJlbnRTdHlsZSI6bnVsbH0sIkhvcml6b250YWxDb25uZWN0b3JTdHlsZSI6eyIkaWQiOiIzNDY4IiwiTGluZUNvbG9yIjp7IiRpZCI6IjM0NjkiLCIkdHlwZSI6Ik5MUkUuQ29tbW9uLkRvbS5Tb2xpZENvbG9yQnJ1c2gsIE5MUkUuQ29tbW9uIiwiQ29sb3IiOnsiJGlkIjoiMzQ3MCIsIkEiOjI1NSwiUiI6MCwiRyI6MCwiQiI6MH19LCJMaW5lV2VpZ2h0IjowLjAsIkxpbmVUeXBlIjowLCJQYXJlbnRTdHlsZSI6bnVsbH0sIlZlcnRpY2FsQ29ubmVjdG9yU3R5bGUiOnsiJGlkIjoiMzQ3MSIsIkxpbmVDb2xvciI6eyIkaWQiOiIzNDcyIiwiJHR5cGUiOiJOTFJFLkNvbW1vbi5Eb20uU29saWRDb2xvckJydXNoLCBOTFJFLkNvbW1vbiIsIkNvbG9yIjp7IiRpZCI6IjM0NzM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0NzQiLCJTaGFwZVN0eWxlIjp7IiRpZCI6IjM0NzUiLCJNYXJnaW4iOnsiJGlkIjoiMzQ3NiIsIlRvcCI6MC4wLCJMZWZ0IjowLjAsIlJpZ2h0IjowLjAsIkJvdHRvbSI6MC4wfSwiUGFkZGluZyI6eyIkaWQiOiIzNDc3IiwiVG9wIjowLjAsIkxlZnQiOjAuMCwiUmlnaHQiOjAuMCwiQm90dG9tIjowLjB9LCJCYWNrZ3JvdW5kIjp7IiRpZCI6IjM0NzgiLCJDb2xvciI6eyIkaWQiOiIzNDc5IiwiQSI6MTUzLCJSIjowLCJHIjowLCJCIjowfX0sIklzVmlzaWJsZSI6dHJ1ZSwiV2lkdGgiOjAuMCwiSGVpZ2h0IjowLjAsIkJvcmRlclN0eWxlIjpudWxsLCJQYXJlbnRTdHlsZSI6bnVsbH0sIk1hcmdpbiI6eyIkaWQiOiIzNDgwIiwiVG9wIjowLjAsIkxlZnQiOjAuMCwiUmlnaHQiOjAuMCwiQm90dG9tIjowLjB9LCJQYWRkaW5nIjp7IiRpZCI6IjM0ODEiLCJUb3AiOjAuMCwiTGVmdCI6MC4wLCJSaWdodCI6MC4wLCJCb3R0b20iOjAuMH0sIkJhY2tncm91bmQiOm51bGwsIklzVmlzaWJsZSI6dHJ1ZSwiV2lkdGgiOjAuMCwiSGVpZ2h0IjowLjAsIkJvcmRlclN0eWxlIjpudWxsLCJQYXJlbnRTdHlsZSI6bnVsbH0sIlNoYXBlU3R5bGUiOnsiJGlkIjoiMzQ4MiIsIk1hcmdpbiI6eyIkaWQiOiIzNDgzIiwiVG9wIjowLjAsIkxlZnQiOjQuMCwiUmlnaHQiOjQuMCwiQm90dG9tIjowLjB9LCJQYWRkaW5nIjp7IiRpZCI6IjM0ODQiLCJUb3AiOjAuMCwiTGVmdCI6MC4wLCJSaWdodCI6MC4wLCJCb3R0b20iOjAuMH0sIkJhY2tncm91bmQiOnsiJGlkIjoiMzQ4NSIsIkNvbG9yIjp7IiRpZCI6IjM0ODYiLCJBIjoyNTUsIlIiOjExMiwiRyI6MTczLCJCIjo3MX19LCJJc1Zpc2libGUiOnRydWUsIldpZHRoIjowLjAsIkhlaWdodCI6MTAuMCwiQm9yZGVyU3R5bGUiOnsiJGlkIjoiMzQ4NyIsIkxpbmVDb2xvciI6eyIkaWQiOiIzNDg4IiwiJHR5cGUiOiJOTFJFLkNvbW1vbi5Eb20uU29saWRDb2xvckJydXNoLCBOTFJFLkNvbW1vbiIsIkNvbG9yIjp7IiRpZCI6IjM0ODkiLCJBIjoyNTUsIlIiOjIzNCwiRyI6MjIsIkIiOjMwfX0sIkxpbmVXZWlnaHQiOjAuMCwiTGluZVR5cGUiOjAsIlBhcmVudFN0eWxlIjpudWxsfSwiUGFyZW50U3R5bGUiOm51bGx9LCJUaXRsZVN0eWxlIjp7IiRpZCI6IjM0OTAiLCJGb250U2V0dGluZ3MiOnsiJGlkIjoiMzQ5MSIsIkZvbnRTaXplIjoxMSwiRm9udE5hbWUiOiJUaXRpbGxpdW0gV2ViIiwiSXNCb2xkIjpmYWxzZSwiSXNJdGFsaWMiOmZhbHNlLCJJc1VuZGVybGluZWQiOmZhbHNlLCJQYXJlbnRTdHlsZSI6bnVsbH0sIkF1dG9TaXplIjowLCJGb3JlZ3JvdW5kIjp7IiRpZCI6IjM0OTIiLCJDb2xvciI6eyIkaWQiOiIzNDk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0OTQiLCJUb3AiOjAuMCwiTGVmdCI6MC4wLCJSaWdodCI6MC4wLCJCb3R0b20iOjAuMH0sIlBhZGRpbmciOnsiJGlkIjoiMzQ5NSIsIlRvcCI6MC4wLCJMZWZ0IjowLjAsIlJpZ2h0IjowLjAsIkJvdHRvbSI6MC4wfSwiQmFja2dyb3VuZCI6eyIkaWQiOiIzNDk2IiwiQ29sb3IiOnsiJGlkIjoiMzQ5NyIsIkEiOjAsIlIiOjI1NSwiRyI6MjU1LCJCIjoyNTV9fSwiSXNWaXNpYmxlIjp0cnVlLCJXaWR0aCI6MC4wLCJIZWlnaHQiOjAuMCwiQm9yZGVyU3R5bGUiOnsiJGlkIjoiMzQ5OCIsIkxpbmVDb2xvciI6bnVsbCwiTGluZVdlaWdodCI6MC4wLCJMaW5lVHlwZSI6MCwiUGFyZW50U3R5bGUiOm51bGx9LCJQYXJlbnRTdHlsZSI6bnVsbH0sIkRhdGVTdHlsZSI6eyIkaWQiOiIzNDk5IiwiRm9udFNldHRpbmdzIjp7IiRpZCI6IjM1MDAiLCJGb250U2l6ZSI6MTAsIkZvbnROYW1lIjoiVGl0aWxsaXVtIFdlYiIsIklzQm9sZCI6ZmFsc2UsIklzSXRhbGljIjpmYWxzZSwiSXNVbmRlcmxpbmVkIjpmYWxzZSwiUGFyZW50U3R5bGUiOm51bGx9LCJBdXRvU2l6ZSI6MCwiRm9yZWdyb3VuZCI6eyIkaWQiOiIzNTAxIiwiQ29sb3IiOnsiJGlkIjoiMzUw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NTAzIiwiVG9wIjowLjAsIkxlZnQiOjAuMCwiUmlnaHQiOjAuMCwiQm90dG9tIjowLjB9LCJQYWRkaW5nIjp7IiRpZCI6IjM1MDQiLCJUb3AiOjAuMCwiTGVmdCI6MC4wLCJSaWdodCI6MC4wLCJCb3R0b20iOjAuMH0sIkJhY2tncm91bmQiOnsiJGlkIjoiMzUwNSIsIkNvbG9yIjp7IiRpZCI6IjM1MDYiLCJBIjowLCJSIjoyNTUsIkciOjI1NSwiQiI6MjU1fX0sIklzVmlzaWJsZSI6dHJ1ZSwiV2lkdGgiOjAuMCwiSGVpZ2h0IjowLjAsIkJvcmRlclN0eWxlIjp7IiRpZCI6IjM1MDciLCJMaW5lQ29sb3IiOm51bGwsIkxpbmVXZWlnaHQiOjAuMCwiTGluZVR5cGUiOjAsIlBhcmVudFN0eWxlIjpudWxsfSwiUGFyZW50U3R5bGUiOm51bGx9LCJEYXRlRm9ybWF0Ijp7IiRpZCI6IjM1M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UwOSIsIkZvcm1hdCI6MCwiSXNWaXNpYmxlIjpmYWxzZSwiTGFzdEtub3duVmlzaWJpbGl0eVN0YXRlIjpmYWxzZX0sIklzVmlzaWJsZSI6dHJ1ZSwiVmFyaWFuY2VTdHlsZSI6eyIkaWQiOiIzNTEwIiwiVGV4dFN0eWxlIjp7IiRpZCI6IjM1MTEiLCJGb250U2V0dGluZ3MiOnsiJGlkIjoiMzUxMiIsIkZvbnRTaXplIjoxMCwiRm9udE5hbWUiOiJDYWxpYnJpIiwiSXNCb2xkIjpmYWxzZSwiSXNJdGFsaWMiOmZhbHNlLCJJc1VuZGVybGluZWQiOmZhbHNlLCJQYXJlbnRTdHlsZSI6bnVsbH0sIkF1dG9TaXplIjowLCJGb3JlZ3JvdW5kIjp7IiRpZCI6IjM1MTMiLCJDb2xvciI6eyIkaWQiOiIzNTE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1MTUiLCJUb3AiOjAuMCwiTGVmdCI6MC4wLCJSaWdodCI6MC4wLCJCb3R0b20iOjAuMH0sIlBhZGRpbmciOnsiJGlkIjoiMzUxNiIsIlRvcCI6MC4wLCJMZWZ0IjowLjAsIlJpZ2h0IjowLjAsIkJvdHRvbSI6MC4wfSwiQmFja2dyb3VuZCI6eyIkaWQiOiIzNTE3IiwiQ29sb3IiOnsiJGlkIjoiMzUxOCIsIkEiOjI1NSwiUiI6MCwiRyI6MCwiQiI6MH19LCJJc1Zpc2libGUiOnRydWUsIldpZHRoIjowLjAsIkhlaWdodCI6MC4wLCJCb3JkZXJTdHlsZSI6eyIkaWQiOiIzNTE5IiwiTGluZUNvbG9yIjpudWxsLCJMaW5lV2VpZ2h0IjowLjAsIkxpbmVUeXBlIjowLCJQYXJlbnRTdHlsZSI6bnVsbH0sIlBhcmVudFN0eWxlIjpudWxsfSwiUGFyZW50U3R5bGUiOm51bGx9LCJQYXJlbnRTdHlsZSI6bnVsbH0sIkluZGV4IjoyMywiU21hcnREdXJhdGlvbkFjdGl2YXRlZCI6ZmFsc2UsIkRhdGVGb3JtYXQiOnsiJHJlZiI6IjM1MDgifSwiV2Vla051bWJlcmluZyI6eyIkaWQiOiIzNTIwIiwiRm9ybWF0IjowLCJJc1Zpc2libGUiOmZhbHNlLCJMYXN0S25vd25WaXNpYmlsaXR5U3RhdGUiOmZhbHNlfSwiQmFzZWxpbmVEYXRhIjp7IiRpZCI6IjM1MjEiLCJTdGFydERhdGUiOiIyMDI3LTEwLTI1VDAwOjAwOjAwIiwiRW5kRGF0ZSI6IjIwMjctMTItMzFUMjM6NTk6MDAifSwiSWQiOiI5YzEyZjhlMi03OGU4LTRhODgtYjFiNi1mZDUwNzdiOTY1ODUiLCJJbXBvcnRJZCI6bnVsbCwiVGl0bGUiOiJQcm9kdWNjacOzbiAoUTMgMjAyNykiLCJOb3RlIjpudWxsLCJIeXBlcmxpbmsiOnsiJGlkIjoiMzUyMiIsIkFkZHJlc3MiOiIiLCJTdWJBZGRyZXNzIjoiIn0sIklzQ2hhbmdlZCI6ZmFsc2UsIklzTmV3IjpmYWxzZX19XSwiX21pbGVzdG9uZXMiOltdLCJJZCI6IjAwMDAwMDAwLTAwMDAtMDAwMC0wMDAwLTAwMDAwMDAwMDAwMCIsIklzU2luZ2xlSXRlbVJvdyI6dHJ1ZX1dLCJJbmRleCI6MjIsIklkIjoiYjBkODIwNjQtM2Y5Yi00ODg4LWJmNjgtZGY4NTg2NDkxODI4IiwiSGVhZGVyVGV4dCI6bnVsbCwiSXNEZWZhdWx0Ijp0cnVlLCJTdHlsZSI6eyIkaWQiOiIzNTIzIiwiSGVhZGVyU3R5bGUiOnsiJGlkIjoiMzUyNCIsIlRleHRTdHlsZSI6eyIkaWQiOiIzNTI1IiwiRm9udFNldHRpbmdzIjp7IiRpZCI6IjM1MjYiLCJGb250U2l6ZSI6MTEsIkZvbnROYW1lIjoiQ2FsaWJyaSIsIklzQm9sZCI6ZmFsc2UsIklzSXRhbGljIjpmYWxzZSwiSXNVbmRlcmxpbmVkIjpmYWxzZSwiUGFyZW50U3R5bGUiOm51bGx9LCJBdXRvU2l6ZSI6MiwiRm9yZWdyb3VuZCI6eyIkaWQiOiIzNTI3IiwiQ29sb3IiOnsiJGlkIjoiMzUy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1MjkiLCJUb3AiOjAuMCwiTGVmdCI6MC4wLCJSaWdodCI6MC4wLCJCb3R0b20iOjAuMH0sIlBhZGRpbmciOnsiJGlkIjoiMzUzMCIsIlRvcCI6MC4wLCJMZWZ0IjowLjAsIlJpZ2h0IjowLjAsIkJvdHRvbSI6MC4wfSwiQmFja2dyb3VuZCI6eyIkaWQiOiIzNTMxIiwiQ29sb3IiOnsiJGlkIjoiMzUzMiIsIkEiOjI1NSwiUiI6NjQsIkciOjY0LCJCIjo2NH19LCJJc1Zpc2libGUiOnRydWUsIldpZHRoIjowLjAsIkhlaWdodCI6MC4wLCJCb3JkZXJTdHlsZSI6bnVsbCwiUGFyZW50U3R5bGUiOm51bGx9LCJSZWN0YW5nbGVTdHlsZSI6eyIkaWQiOiIzNTMzIiwiTWFyZ2luIjp7IiRpZCI6IjM1MzQiLCJUb3AiOjAuMCwiTGVmdCI6MC4wLCJSaWdodCI6MC4wLCJCb3R0b20iOjAuMH0sIlBhZGRpbmciOnsiJGlkIjoiMzUzNSIsIlRvcCI6MC4wLCJMZWZ0IjowLjAsIlJpZ2h0IjowLjAsIkJvdHRvbSI6MC4wfSwiQmFja2dyb3VuZCI6eyIkaWQiOiIzNTM2IiwiQ29sb3IiOnsiJGlkIjoiMzUzNyIsIkEiOjEyNywiUiI6MTEyLCJHIjoxNzMsIkIiOjcxfX0sIklzVmlzaWJsZSI6dHJ1ZSwiV2lkdGgiOjAuMCwiSGVpZ2h0IjowLjAsIkJvcmRlclN0eWxlIjp7IiRpZCI6IjM1MzgiLCJMaW5lQ29sb3IiOnsiJGlkIjoiMzUzOSIsIiR0eXBlIjoiTkxSRS5Db21tb24uRG9tLlNvbGlkQ29sb3JCcnVzaCwgTkxSRS5Db21tb24iLCJDb2xvciI6eyIkaWQiOiIzNTQwIiwiQSI6MjU1LCJSIjoyNTUsIkciOjI1NSwiQiI6MjU1fX0sIkxpbmVXZWlnaHQiOjAuMCwiTGluZVR5cGUiOjAsIlBhcmVudFN0eWxlIjpudWxsfSwiUGFyZW50U3R5bGUiOm51bGx9LCJNYXJnaW4iOnsiJGlkIjoiMzU0MSIsIlRvcCI6MC4wLCJMZWZ0IjowLjAsIlJpZ2h0IjowLjAsIkJvdHRvbSI6MC4wfSwiUGFkZGluZyI6eyIkaWQiOiIzNTQyIiwiVG9wIjowLjAsIkxlZnQiOjAuMCwiUmlnaHQiOjAuMCwiQm90dG9tIjowLjB9LCJCYWNrZ3JvdW5kIjpudWxsLCJJc1Zpc2libGUiOnRydWUsIldpZHRoIjowLjAsIkhlaWdodCI6MC4wLCJCb3JkZXJTdHlsZSI6bnVsbCwiUGFyZW50U3R5bGUiOm51bGx9LCJCYWNrZ3JvdW5kU3R5bGUiOnsiJGlkIjoiMzU0MyIsIk1hcmdpbiI6eyIkaWQiOiIzNTQ0IiwiVG9wIjowLjAsIkxlZnQiOjAuMCwiUmlnaHQiOjAuMCwiQm90dG9tIjowLjB9LCJQYWRkaW5nIjp7IiRpZCI6IjM1NDUiLCJUb3AiOjAuMCwiTGVmdCI6MC4wLCJSaWdodCI6MC4wLCJCb3R0b20iOjAuMH0sIkJhY2tncm91bmQiOnsiJGlkIjoiMzU0NiIsIkNvbG9yIjp7IiRpZCI6IjM1NDciLCJBIjo1MSwiUiI6MjAwLCJHIjoyMDAsIkIiOjIwMH19LCJJc1Zpc2libGUiOnRydWUsIldpZHRoIjowLjAsIkhlaWdodCI6MC4wLCJCb3JkZXJTdHlsZSI6eyIkaWQiOiIzNTQ4IiwiTGluZUNvbG9yIjp7IiRpZCI6IjM1NDkiLCIkdHlwZSI6Ik5MUkUuQ29tbW9uLkRvbS5Tb2xpZENvbG9yQnJ1c2gsIE5MUkUuQ29tbW9uIiwiQ29sb3IiOnsiJGlkIjoiMzU1MCIsIkEiOjI1NSwiUiI6MjM0LCJHIjoyMiwiQiI6MzB9fSwiTGluZVdlaWdodCI6MC4wLCJMaW5lVHlwZSI6MCwiUGFyZW50U3R5bGUiOm51bGx9LCJQYXJlbnRTdHlsZSI6bnVsbH0sIk1hcmdpbiI6eyIkaWQiOiIzNTUxIiwiVG9wIjowLjAsIkxlZnQiOjAuMCwiUmlnaHQiOjAuMCwiQm90dG9tIjowLjB9LCJQYWRkaW5nIjp7IiRpZCI6IjM1NTIiLCJUb3AiOjAuMCwiTGVmdCI6MC4wLCJSaWdodCI6MC4wLCJCb3R0b20iOjAuMH0sIklzVmlzaWJsZSI6dHJ1ZSwiV2lkdGgiOjAuMCwiSGVpZ2h0IjowLjAsIkJvcmRlclN0eWxlIjp7IiRpZCI6IjM1NTMiLCJMaW5lQ29sb3IiOm51bGwsIkxpbmVXZWlnaHQiOjAuMCwiTGluZVR5cGUiOjAsIlBhcmVudFN0eWxlIjpudWxsfSwiUGFyZW50U3R5bGUiOm51bGx9fV0sIklkIjoiNjg4MzE2ODgtNjZjZi00Nzk4LWFjNGEtMzdlN2Y4ZjlhODliIiwiSW5kZXgiOjIyLCJIZWFkZXJUZXh0IjoiR0EiLCJTdHlsZSI6eyIkaWQiOiIzNTU0IiwiU3R5bGVJZCI6ImIyNGY4MDQ1LWY2OWItNGE0My04MjlmLWE1NjUwM2ZkY2Q2OSIsIkhlYWRlclN0eWxlIjp7IiRpZCI6IjM1NTUiLCJUZXh0SXNWZXJ0aWNhbCI6ZmFsc2UsIlRleHRTdHlsZSI6eyIkaWQiOiIzNTU2IiwiRm9udFNldHRpbmdzIjp7IiRpZCI6IjM1NTciLCJGb250U2l6ZSI6MTEsIkZvbnROYW1lIjoiVGl0aWxsaXVtIFdlYiIsIklzQm9sZCI6ZmFsc2UsIklzSXRhbGljIjpmYWxzZSwiSXNVbmRlcmxpbmVkIjpmYWxzZSwiUGFyZW50U3R5bGUiOm51bGx9LCJBdXRvU2l6ZSI6MiwiRm9yZWdyb3VuZCI6eyIkaWQiOiIzNTU4IiwiQ29sb3IiOnsiJGlkIjoiMzU1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1NjAiLCJUb3AiOjAuMCwiTGVmdCI6MC4wLCJSaWdodCI6MC4wLCJCb3R0b20iOjAuMH0sIlBhZGRpbmciOnsiJGlkIjoiMzU2MSIsIlRvcCI6MC4wLCJMZWZ0IjowLjAsIlJpZ2h0IjowLjAsIkJvdHRvbSI6MC4wfSwiQmFja2dyb3VuZCI6eyIkaWQiOiIzNTYyIiwiQ29sb3IiOnsiJGlkIjoiMzU2MyIsIkEiOjI1NSwiUiI6MjU1LCJHIjoyNTUsIkIiOjI1NX19LCJJc1Zpc2libGUiOnRydWUsIldpZHRoIjowLjAsIkhlaWdodCI6MC4wLCJCb3JkZXJTdHlsZSI6bnVsbCwiUGFyZW50U3R5bGUiOm51bGx9LCJSZWN0YW5nbGVTdHlsZSI6eyIkaWQiOiIzNTY0IiwiTWFyZ2luIjp7IiRpZCI6IjM1NjUiLCJUb3AiOjAuMCwiTGVmdCI6MC4wLCJSaWdodCI6MC4wLCJCb3R0b20iOjAuMH0sIlBhZGRpbmciOnsiJGlkIjoiMzU2NiIsIlRvcCI6MC4wLCJMZWZ0IjowLjAsIlJpZ2h0IjowLjAsIkJvdHRvbSI6MC4wfSwiQmFja2dyb3VuZCI6eyIkaWQiOiIzNTY3IiwiQ29sb3IiOnsiJGlkIjoiMzU2OCIsIkEiOjI1NSwiUiI6MTEyLCJHIjoxNzMsIkIiOjcxfX0sIklzVmlzaWJsZSI6dHJ1ZSwiV2lkdGgiOjAuMCwiSGVpZ2h0IjowLjAsIkJvcmRlclN0eWxlIjp7IiRpZCI6IjM1NjkiLCJMaW5lQ29sb3IiOnsiJGlkIjoiMzU3MCIsIiR0eXBlIjoiTkxSRS5Db21tb24uRG9tLlNvbGlkQ29sb3JCcnVzaCwgTkxSRS5Db21tb24iLCJDb2xvciI6eyIkaWQiOiIzNTcxIiwiQSI6MjU1LCJSIjoyNTUsIkciOjI1NSwiQiI6MjU1fX0sIkxpbmVXZWlnaHQiOjAuMCwiTGluZVR5cGUiOjAsIlBhcmVudFN0eWxlIjpudWxsfSwiUGFyZW50U3R5bGUiOm51bGx9LCJNYXJnaW4iOnsiJGlkIjoiMzU3MiIsIlRvcCI6MC4wLCJMZWZ0IjowLjAsIlJpZ2h0IjowLjAsIkJvdHRvbSI6MC4wfSwiUGFkZGluZyI6eyIkaWQiOiIzNTczIiwiVG9wIjowLjAsIkxlZnQiOjAuMCwiUmlnaHQiOjAuMCwiQm90dG9tIjowLjB9LCJCYWNrZ3JvdW5kIjpudWxsLCJJc1Zpc2libGUiOnRydWUsIldpZHRoIjowLjAsIkhlaWdodCI6MC4wLCJCb3JkZXJTdHlsZSI6bnVsbCwiUGFyZW50U3R5bGUiOm51bGx9LCJCYWNrZ3JvdW5kU3R5bGUiOnsiJGlkIjoiMzU3NCIsIk1hcmdpbiI6eyIkaWQiOiIzNTc1IiwiVG9wIjowLjAsIkxlZnQiOjAuMCwiUmlnaHQiOjAuMCwiQm90dG9tIjowLjB9LCJQYWRkaW5nIjp7IiRpZCI6IjM1NzYiLCJUb3AiOjAuMCwiTGVmdCI6MC4wLCJSaWdodCI6MC4wLCJCb3R0b20iOjAuMH0sIkJhY2tncm91bmQiOnsiJGlkIjoiMzU3NyIsIkNvbG9yIjp7IiRpZCI6IjM1NzgiLCJBIjo1MSwiUiI6MjAwLCJHIjoyMDAsIkIiOjIwMH19LCJJc1Zpc2libGUiOnRydWUsIldpZHRoIjowLjAsIkhlaWdodCI6MC4wLCJCb3JkZXJTdHlsZSI6eyIkaWQiOiIzNTc5IiwiTGluZUNvbG9yIjp7IiRpZCI6IjM1ODAiLCIkdHlwZSI6Ik5MUkUuQ29tbW9uLkRvbS5Tb2xpZENvbG9yQnJ1c2gsIE5MUkUuQ29tbW9uIiwiQ29sb3IiOnsiJGlkIjoiMzU4MSIsIkEiOjI1NSwiUiI6MjM0LCJHIjoyMiwiQiI6MzB9fSwiTGluZVdlaWdodCI6MC4wLCJMaW5lVHlwZSI6MCwiUGFyZW50U3R5bGUiOm51bGx9LCJQYXJlbnRTdHlsZSI6bnVsbH0sIklzQWJvdmVUaW1lYmFuZCI6ZmFsc2UsIlNwYWNpbmciOjIsIkRlZmF1bHRTd2ltbGFuZVRhc2tTdHlsZSI6eyIkaWQiOiIzNTgyIiwiJHR5cGUiOiJOTFJFLkNvbW1vbi5Eb20uU3R5bGVzLkV4cGxpY2l0U2V0YWJsZVRhc2tTdHlsZSwgTkxSRS5Db21tb24iLCJTaGFwZSI6MSwiU2hhcGVUaGlja25lc3MiOjAsIkR1cmF0aW9uRm9ybWF0IjowLCJJbmNsdWRlTm9uV29ya2luZ0RheXNJbkR1cmF0aW9uIjpmYWxzZSwiUGVyY2VudGFnZUNvbXBsZXRlU3R5bGUiOnsiJGlkIjoiMzU4MyIsIkZvbnRTZXR0aW5ncyI6eyIkaWQiOiIzNTg0IiwiRm9udFNpemUiOjEwLCJGb250TmFtZSI6IkNhbGlicmkiLCJJc0JvbGQiOmZhbHNlLCJJc0l0YWxpYyI6ZmFsc2UsIklzVW5kZXJsaW5lZCI6ZmFsc2UsIlBhcmVudFN0eWxlIjpudWxsfSwiQXV0b1NpemUiOjAsIkZvcmVncm91bmQiOnsiJGlkIjoiMzU4NSIsIkNvbG9yIjp7IiRpZCI6IjM1ODY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U4NyIsIlRvcCI6MC4wLCJMZWZ0IjowLjAsIlJpZ2h0IjowLjAsIkJvdHRvbSI6MC4wfSwiUGFkZGluZyI6eyIkaWQiOiIzNTg4IiwiVG9wIjowLjAsIkxlZnQiOjAuMCwiUmlnaHQiOjAuMCwiQm90dG9tIjowLjB9LCJCYWNrZ3JvdW5kIjp7IiRpZCI6IjM1ODkiLCJDb2xvciI6eyIkaWQiOiIzNTkwIiwiQSI6ODksIlIiOjAsIkciOjAsIkIiOjB9fSwiSXNWaXNpYmxlIjp0cnVlLCJXaWR0aCI6MC4wLCJIZWlnaHQiOjAuMCwiQm9yZGVyU3R5bGUiOnsiJGlkIjoiMzU5MSIsIkxpbmVDb2xvciI6bnVsbCwiTGluZVdlaWdodCI6MC4wLCJMaW5lVHlwZSI6MCwiUGFyZW50U3R5bGUiOm51bGx9LCJQYXJlbnRTdHlsZSI6bnVsbH0sIkR1cmF0aW9uU3R5bGUiOnsiJGlkIjoiMzU5MiIsIkZvbnRTZXR0aW5ncyI6eyIkaWQiOiIzNTkzIiwiRm9udFNpemUiOjEwLCJGb250TmFtZSI6IkNhbGlicmkiLCJJc0JvbGQiOmZhbHNlLCJJc0l0YWxpYyI6ZmFsc2UsIklzVW5kZXJsaW5lZCI6ZmFsc2UsIlBhcmVudFN0eWxlIjpudWxsfSwiQXV0b1NpemUiOjAsIkZvcmVncm91bmQiOnsiJGlkIjoiMzU5NCIsIkNvbG9yIjp7IiRpZCI6IjM1OTU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1OTYiLCJUb3AiOjAuMCwiTGVmdCI6MC4wLCJSaWdodCI6MC4wLCJCb3R0b20iOjAuMH0sIlBhZGRpbmciOnsiJGlkIjoiMzU5NyIsIlRvcCI6MC4wLCJMZWZ0IjowLjAsIlJpZ2h0IjowLjAsIkJvdHRvbSI6MC4wfSwiQmFja2dyb3VuZCI6eyIkaWQiOiIzNTk4IiwiQ29sb3IiOnsiJGlkIjoiMzU5OSIsIkEiOjI1NSwiUiI6NjgsIkciOjg0LCJCIjoxMDZ9fSwiSXNWaXNpYmxlIjp0cnVlLCJXaWR0aCI6MC4wLCJIZWlnaHQiOjAuMCwiQm9yZGVyU3R5bGUiOnsiJGlkIjoiMzYwMCIsIkxpbmVDb2xvciI6bnVsbCwiTGluZVdlaWdodCI6MC4wLCJMaW5lVHlwZSI6MCwiUGFyZW50U3R5bGUiOm51bGx9LCJQYXJlbnRTdHlsZSI6bnVsbH0sIkhvcml6b250YWxDb25uZWN0b3JTdHlsZSI6eyIkaWQiOiIzNjAxIiwiTGluZUNvbG9yIjp7IiRpZCI6IjM2MDIiLCIkdHlwZSI6Ik5MUkUuQ29tbW9uLkRvbS5Tb2xpZENvbG9yQnJ1c2gsIE5MUkUuQ29tbW9uIiwiQ29sb3IiOnsiJGlkIjoiMzYwMyIsIkEiOjI1NSwiUiI6MCwiRyI6MCwiQiI6MH19LCJMaW5lV2VpZ2h0IjowLjAsIkxpbmVUeXBlIjowLCJQYXJlbnRTdHlsZSI6bnVsbH0sIlZlcnRpY2FsQ29ubmVjdG9yU3R5bGUiOnsiJGlkIjoiMzYwNCIsIkxpbmVDb2xvciI6eyIkaWQiOiIzNjA1IiwiJHR5cGUiOiJOTFJFLkNvbW1vbi5Eb20uU29saWRDb2xvckJydXNoLCBOTFJFLkNvbW1vbiIsIkNvbG9yIjp7IiRpZCI6IjM2MDY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zNjA3IiwiU2hhcGVTdHlsZSI6eyIkaWQiOiIzNjA4IiwiTWFyZ2luIjp7IiRpZCI6IjM2MDkiLCJUb3AiOjAuMCwiTGVmdCI6MC4wLCJSaWdodCI6MC4wLCJCb3R0b20iOjAuMH0sIlBhZGRpbmciOnsiJGlkIjoiMzYxMCIsIlRvcCI6MC4wLCJMZWZ0IjowLjAsIlJpZ2h0IjowLjAsIkJvdHRvbSI6MC4wfSwiQmFja2dyb3VuZCI6eyIkaWQiOiIzNjExIiwiQ29sb3IiOnsiJGlkIjoiMzYxMiIsIkEiOjE1MywiUiI6MCwiRyI6MCwiQiI6MH19LCJJc1Zpc2libGUiOnRydWUsIldpZHRoIjowLjAsIkhlaWdodCI6MC4wLCJCb3JkZXJTdHlsZSI6eyIkaWQiOiIzNjEzIiwiTGluZUNvbG9yIjp7IiRpZCI6IjM2MTQiLCIkdHlwZSI6Ik5MUkUuQ29tbW9uLkRvbS5Tb2xpZENvbG9yQnJ1c2gsIE5MUkUuQ29tbW9uIiwiQ29sb3IiOnsiJGlkIjoiMzYxNSIsIkEiOjI1NSwiUiI6MjU1LCJHIjowLCJCIjowfX0sIkxpbmVXZWlnaHQiOjAuMCwiTGluZVR5cGUiOjAsIlBhcmVudFN0eWxlIjpudWxsfSwiUGFyZW50U3R5bGUiOm51bGx9LCJNYXJnaW4iOnsiJGlkIjoiMzYxNiIsIlRvcCI6MC4wLCJMZWZ0IjowLjAsIlJpZ2h0IjowLjAsIkJvdHRvbSI6MC4wfSwiUGFkZGluZyI6eyIkaWQiOiIzNjE3IiwiVG9wIjowLjAsIkxlZnQiOjAuMCwiUmlnaHQiOjAuMCwiQm90dG9tIjowLjB9LCJCYWNrZ3JvdW5kIjpudWxsLCJJc1Zpc2libGUiOnRydWUsIldpZHRoIjowLjAsIkhlaWdodCI6MC4wLCJCb3JkZXJTdHlsZSI6bnVsbCwiUGFyZW50U3R5bGUiOm51bGx9LCJTaGFwZVN0eWxlIjp7IiRpZCI6IjM2MTgiLCJNYXJnaW4iOnsiJGlkIjoiMzYxOSIsIlRvcCI6MC4wLCJMZWZ0Ijo0LjAsIlJpZ2h0Ijo0LjAsIkJvdHRvbSI6MC4wfSwiUGFkZGluZyI6eyIkaWQiOiIzNjIwIiwiVG9wIjowLjAsIkxlZnQiOjAuMCwiUmlnaHQiOjAuMCwiQm90dG9tIjowLjB9LCJCYWNrZ3JvdW5kIjp7IiRpZCI6IjM2MjEiLCJDb2xvciI6eyIkaWQiOiIzNjIyIiwiQSI6MjU1LCJSIjoxMTIsIkciOjE3MywiQiI6NzF9fSwiSXNWaXNpYmxlIjp0cnVlLCJXaWR0aCI6MC4wLCJIZWlnaHQiOjEwLjAsIkJvcmRlclN0eWxlIjp7IiRpZCI6IjM2MjMiLCJMaW5lQ29sb3IiOnsiJGlkIjoiMzYyNCIsIiR0eXBlIjoiTkxSRS5Db21tb24uRG9tLlNvbGlkQ29sb3JCcnVzaCwgTkxSRS5Db21tb24iLCJDb2xvciI6eyIkaWQiOiIzNjI1IiwiQSI6MjU1LCJSIjoyMzQsIkciOjIyLCJCIjozMH19LCJMaW5lV2VpZ2h0IjowLjAsIkxpbmVUeXBlIjowLCJQYXJlbnRTdHlsZSI6bnVsbH0sIlBhcmVudFN0eWxlIjpudWxsfSwiVGl0bGVTdHlsZSI6eyIkaWQiOiIzNjI2IiwiRm9udFNldHRpbmdzIjp7IiRpZCI6IjM2MjciLCJGb250U2l6ZSI6MTEsIkZvbnROYW1lIjoiQ2FsaWJyaSIsIklzQm9sZCI6ZmFsc2UsIklzSXRhbGljIjpmYWxzZSwiSXNVbmRlcmxpbmVkIjpmYWxzZSwiUGFyZW50U3R5bGUiOm51bGx9LCJBdXRvU2l6ZSI6MCwiRm9yZWdyb3VuZCI6eyIkaWQiOiIzNjI4IiwiQ29sb3IiOnsiJGlkIjoiMzY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MwIiwiVG9wIjowLjAsIkxlZnQiOjAuMCwiUmlnaHQiOjAuMCwiQm90dG9tIjowLjB9LCJQYWRkaW5nIjp7IiRpZCI6IjM2MzEiLCJUb3AiOjAuMCwiTGVmdCI6MC4wLCJSaWdodCI6MC4wLCJCb3R0b20iOjAuMH0sIkJhY2tncm91bmQiOnsiJGlkIjoiMzYzMiIsIkNvbG9yIjp7IiRpZCI6IjM2MzMiLCJBIjoyNTUsIlIiOjAsIkciOjAsIkIiOjB9fSwiSXNWaXNpYmxlIjp0cnVlLCJXaWR0aCI6MC4wLCJIZWlnaHQiOjAuMCwiQm9yZGVyU3R5bGUiOnsiJGlkIjoiMzYzNCIsIkxpbmVDb2xvciI6bnVsbCwiTGluZVdlaWdodCI6MC4wLCJMaW5lVHlwZSI6MCwiUGFyZW50U3R5bGUiOm51bGx9LCJQYXJlbnRTdHlsZSI6bnVsbH0sIkRhdGVTdHlsZSI6eyIkaWQiOiIzNjM1IiwiRm9udFNldHRpbmdzIjp7IiRpZCI6IjM2MzYiLCJGb250U2l6ZSI6MTAsIkZvbnROYW1lIjoiQ2FsaWJyaSIsIklzQm9sZCI6ZmFsc2UsIklzSXRhbGljIjpmYWxzZSwiSXNVbmRlcmxpbmVkIjpmYWxzZSwiUGFyZW50U3R5bGUiOm51bGx9LCJBdXRvU2l6ZSI6MCwiRm9yZWdyb3VuZCI6eyIkaWQiOiIzNjM3IiwiQ29sb3IiOnsiJGlkIjoiMzYzOC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zYzOSIsIlRvcCI6MC4wLCJMZWZ0IjowLjAsIlJpZ2h0IjowLjAsIkJvdHRvbSI6MC4wfSwiUGFkZGluZyI6eyIkaWQiOiIzNjQwIiwiVG9wIjowLjAsIkxlZnQiOjAuMCwiUmlnaHQiOjAuMCwiQm90dG9tIjowLjB9LCJCYWNrZ3JvdW5kIjp7IiRpZCI6IjM2NDEiLCJDb2xvciI6eyIkaWQiOiIzNjQyIiwiQSI6MjU1LCJSIjo2OCwiRyI6ODQsIkIiOjEwNn19LCJJc1Zpc2libGUiOnRydWUsIldpZHRoIjowLjAsIkhlaWdodCI6MC4wLCJCb3JkZXJTdHlsZSI6eyIkaWQiOiIzNjQzIiwiTGluZUNvbG9yIjpudWxsLCJMaW5lV2VpZ2h0IjowLjAsIkxpbmVUeXBlIjowLCJQYXJlbnRTdHlsZSI6bnVsbH0sIlBhcmVudFN0eWxlIjpudWxsfSwiRGF0ZUZvcm1hdCI6eyIkaWQiOiIzNjQ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2NDUiLCJGb3JtYXQiOjAsIklzVmlzaWJsZSI6ZmFsc2UsIkxhc3RLbm93blZpc2liaWxpdHlTdGF0ZSI6ZmFsc2V9LCJJc1Zpc2libGUiOnRydWUsIlZhcmlhbmNlU3R5bGUiOnsiJGlkIjoiMzY0NiIsIlRleHRTdHlsZSI6eyIkaWQiOiIzNjQ3IiwiRm9udFNldHRpbmdzIjp7IiRpZCI6IjM2NDgiLCJGb250U2l6ZSI6MTAsIkZvbnROYW1lIjoiQ2FsaWJyaSIsIklzQm9sZCI6ZmFsc2UsIklzSXRhbGljIjpmYWxzZSwiSXNVbmRlcmxpbmVkIjpmYWxzZSwiUGFyZW50U3R5bGUiOm51bGx9LCJBdXRvU2l6ZSI6MCwiRm9yZWdyb3VuZCI6eyIkaWQiOiIzNjQ5IiwiQ29sb3IiOnsiJGlkIjoiMzY1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UxIiwiVG9wIjowLjAsIkxlZnQiOjAuMCwiUmlnaHQiOjAuMCwiQm90dG9tIjowLjB9LCJQYWRkaW5nIjp7IiRpZCI6IjM2NTIiLCJUb3AiOjAuMCwiTGVmdCI6MC4wLCJSaWdodCI6MC4wLCJCb3R0b20iOjAuMH0sIkJhY2tncm91bmQiOnsiJGlkIjoiMzY1MyIsIkNvbG9yIjp7IiRpZCI6IjM2NTQiLCJBIjoyNTUsIlIiOjAsIkciOjAsIkIiOjB9fSwiSXNWaXNpYmxlIjp0cnVlLCJXaWR0aCI6MC4wLCJIZWlnaHQiOjAuMCwiQm9yZGVyU3R5bGUiOnsiJGlkIjoiMzY1NSIsIkxpbmVDb2xvciI6bnVsbCwiTGluZVdlaWdodCI6MC4wLCJMaW5lVHlwZSI6MCwiUGFyZW50U3R5bGUiOm51bGx9LCJQYXJlbnRTdHlsZSI6bnVsbH0sIlBhcmVudFN0eWxlIjpudWxsfSwiUGFyZW50U3R5bGUiOm51bGwsIl9leHBsaWNpdGx5U2V0Ijp7IiRpZCI6IjM2NT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zNjU3IiwiU2hhcGUiOjEsIkNvbm5lY3Rvck1hcmdpbiI6eyIkaWQiOiIzNjU4IiwiVG9wIjowLjAsIkxlZnQiOjIuMCwiUmlnaHQiOjIuMCwiQm90dG9tIjowLjB9LCJDb25uZWN0b3JTdHlsZSI6eyIkaWQiOiIzNjU5IiwiTGluZUNvbG9yIjp7IiRpZCI6IjM2NjAiLCIkdHlwZSI6Ik5MUkUuQ29tbW9uLkRvbS5Tb2xpZENvbG9yQnJ1c2gsIE5MUkUuQ29tbW9uIiwiQ29sb3IiOnsiJGlkIjoiMzY2MSIsIkEiOjEyNywiUiI6NTYsIkciOjg2LCJCIjozNX19LCJMaW5lV2VpZ2h0IjoxLjAsIkxpbmVUeXBlIjowLCJQYXJlbnRTdHlsZSI6bnVsbH0sIklzQmVsb3dUaW1lYmFuZCI6ZmFsc2UsIlBvc2l0aW9uT25UYXNrIjoxLCJIaWRlRGF0ZSI6ZmFsc2UsIlNoYXBlU2l6ZSI6MCwiU3BhY2luZyI6MC4wLCJQYWRkaW5nIjp7IiRpZCI6IjM2NjIiLCJUb3AiOjUuMCwiTGVmdCI6My4wLCJSaWdodCI6MC4wLCJCb3R0b20iOjIuMH0sIlNoYXBlU3R5bGUiOnsiJGlkIjoiMzY2MyIsIk1hcmdpbiI6eyIkaWQiOiIzNjY0IiwiVG9wIjowLjAsIkxlZnQiOjAuMCwiUmlnaHQiOjAuMCwiQm90dG9tIjowLjB9LCJQYWRkaW5nIjp7IiRpZCI6IjM2NjUiLCJUb3AiOjAuMCwiTGVmdCI6MC4wLCJSaWdodCI6MC4wLCJCb3R0b20iOjAuMH0sIkJhY2tncm91bmQiOnsiJGlkIjoiMzY2NiIsIkNvbG9yIjp7IiRpZCI6IjM2NjciLCJBIjoyNTUsIlIiOjU2LCJHIjo4NiwiQiI6MzV9fSwiSXNWaXNpYmxlIjp0cnVlLCJXaWR0aCI6MTIuMCwiSGVpZ2h0IjoxNC4wLCJCb3JkZXJTdHlsZSI6eyIkaWQiOiIzNjY4IiwiTGluZUNvbG9yIjp7IiRpZCI6IjM2NjkiLCIkdHlwZSI6Ik5MUkUuQ29tbW9uLkRvbS5Tb2xpZENvbG9yQnJ1c2gsIE5MUkUuQ29tbW9uIiwiQ29sb3IiOnsiJGlkIjoiMzY3MCIsIkEiOjI1NSwiUiI6MjU1LCJHIjoyNTUsIkIiOjI1NX19LCJMaW5lV2VpZ2h0IjowLjAsIkxpbmVUeXBlIjowLCJQYXJlbnRTdHlsZSI6bnVsbH0sIlBhcmVudFN0eWxlIjpudWxsfSwiVGl0bGVTdHlsZSI6eyIkaWQiOiIzNjcxIiwiRm9udFNldHRpbmdzIjp7IiRpZCI6IjM2NzIiLCJGb250U2l6ZSI6MTEsIkZvbnROYW1lIjoiQ2FsaWJyaSIsIklzQm9sZCI6ZmFsc2UsIklzSXRhbGljIjpmYWxzZSwiSXNVbmRlcmxpbmVkIjpmYWxzZSwiUGFyZW50U3R5bGUiOm51bGx9LCJBdXRvU2l6ZSI6MCwiRm9yZWdyb3VuZCI6eyIkaWQiOiIzNjczIiwiQ29sb3IiOnsiJGlkIjoiMzY3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zNjc1IiwiVG9wIjowLjAsIkxlZnQiOjAuMCwiUmlnaHQiOjAuMCwiQm90dG9tIjowLjB9LCJQYWRkaW5nIjp7IiRpZCI6IjM2NzYiLCJUb3AiOjAuMCwiTGVmdCI6MC4wLCJSaWdodCI6MC4wLCJCb3R0b20iOjAuMH0sIkJhY2tncm91bmQiOnsiJGlkIjoiMzY3NyIsIkNvbG9yIjp7IiRpZCI6IjM2NzgiLCJBIjoyNTUsIlIiOjAsIkciOjAsIkIiOjB9fSwiSXNWaXNpYmxlIjp0cnVlLCJXaWR0aCI6MC4wLCJIZWlnaHQiOjAuMCwiQm9yZGVyU3R5bGUiOnsiJGlkIjoiMzY3OSIsIkxpbmVDb2xvciI6bnVsbCwiTGluZVdlaWdodCI6MC4wLCJMaW5lVHlwZSI6MCwiUGFyZW50U3R5bGUiOm51bGx9LCJQYXJlbnRTdHlsZSI6bnVsbH0sIkRhdGVTdHlsZSI6eyIkaWQiOiIzNjgwIiwiRm9udFNldHRpbmdzIjp7IiRpZCI6IjM2ODEiLCJGb250U2l6ZSI6MTAsIkZvbnROYW1lIjoiQ2FsaWJyaSIsIklzQm9sZCI6ZmFsc2UsIklzSXRhbGljIjpmYWxzZSwiSXNVbmRlcmxpbmVkIjpmYWxzZSwiUGFyZW50U3R5bGUiOm51bGx9LCJBdXRvU2l6ZSI6MCwiRm9yZWdyb3VuZCI6eyIkaWQiOiIzNjgyIiwiQ29sb3IiOnsiJGlkIjoiMzY4M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zY4NCIsIlRvcCI6MC4wLCJMZWZ0IjowLjAsIlJpZ2h0IjowLjAsIkJvdHRvbSI6MC4wfSwiUGFkZGluZyI6eyIkaWQiOiIzNjg1IiwiVG9wIjowLjAsIkxlZnQiOjAuMCwiUmlnaHQiOjAuMCwiQm90dG9tIjowLjB9LCJCYWNrZ3JvdW5kIjp7IiRpZCI6IjM2ODYiLCJDb2xvciI6eyIkaWQiOiIzNjg3IiwiQSI6MjU1LCJSIjo2OCwiRyI6ODQsIkIiOjEwNn19LCJJc1Zpc2libGUiOnRydWUsIldpZHRoIjowLjAsIkhlaWdodCI6MC4wLCJCb3JkZXJTdHlsZSI6eyIkaWQiOiIzNjg4IiwiTGluZUNvbG9yIjpudWxsLCJMaW5lV2VpZ2h0IjowLjAsIkxpbmVUeXBlIjowLCJQYXJlbnRTdHlsZSI6bnVsbH0sIlBhcmVudFN0eWxlIjpudWxsfSwiRGF0ZUZvcm1hdCI6eyIkaWQiOiIzNjg5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kwIiwiRm9ybWF0IjowLCJJc1Zpc2libGUiOmZhbHNlLCJMYXN0S25vd25WaXNpYmlsaXR5U3RhdGUiOmZhbHNlfSwiSXNWaXNpYmxlIjpmYWxzZSwiVmFyaWFuY2VTdHlsZSI6eyIkaWQiOiIzNjkxIiwiVGV4dFN0eWxlIjp7IiRpZCI6IjM2OTIiLCJGb250U2V0dGluZ3MiOnsiJGlkIjoiMzY5MyIsIkZvbnRTaXplIjoxMCwiRm9udE5hbWUiOiJDYWxpYnJpIiwiSXNCb2xkIjpmYWxzZSwiSXNJdGFsaWMiOmZhbHNlLCJJc1VuZGVybGluZWQiOmZhbHNlLCJQYXJlbnRTdHlsZSI6bnVsbH0sIkF1dG9TaXplIjowLCJGb3JlZ3JvdW5kIjp7IiRpZCI6IjM2OTQiLCJDb2xvciI6eyIkaWQiOiIzNjk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2OTYiLCJUb3AiOjAuMCwiTGVmdCI6MC4wLCJSaWdodCI6MC4wLCJCb3R0b20iOjAuMH0sIlBhZGRpbmciOnsiJGlkIjoiMzY5NyIsIlRvcCI6MC4wLCJMZWZ0IjowLjAsIlJpZ2h0IjowLjAsIkJvdHRvbSI6MC4wfSwiQmFja2dyb3VuZCI6eyIkaWQiOiIzNjk4IiwiQ29sb3IiOnsiJGlkIjoiMzY5OSIsIkEiOjI1NSwiUiI6MCwiRyI6MCwiQiI6MH19LCJJc1Zpc2libGUiOnRydWUsIldpZHRoIjowLjAsIkhlaWdodCI6MC4wLCJCb3JkZXJTdHlsZSI6eyIkaWQiOiIzNzAwIiwiTGluZUNvbG9yIjpudWxsLCJMaW5lV2VpZ2h0IjowLjAsIkxpbmVUeXBlIjowLCJQYXJlbnRTdHlsZSI6bnVsbH0sIlBhcmVudFN0eWxlIjpudWxsfSwiUGFyZW50U3R5bGUiOm51bGx9LCJQYXJlbnRTdHlsZSI6bnVsbH0sIkRlZmF1bHRTd2ltbGFuZU1pbGVzdG9uZVN0eWxlIjp7IiRpZCI6IjM3MDEiLCJUaXRsZVBvc2l0aW9uIjoiTGVmdCIsIkRhdGVQb3NpdGlvbiI6IlJpZ2h0IiwiVmFyaWFuY2VQb3NpdGlvbiI6IlJpZ2h0IiwiU2hhcGVUeXBlIjoxLCJTaGFwZVNpemUiOjAsIlNwYWNpbmciOjUsIlNoYXBlU3R5bGUiOnsiJGlkIjoiMzcwMiIsIk1hcmdpbiI6eyIkaWQiOiIzNzAzIiwiVG9wIjowLjAsIkxlZnQiOjAuMCwiUmlnaHQiOjAuMCwiQm90dG9tIjowLjB9LCJQYWRkaW5nIjp7IiRpZCI6IjM3MDQiLCJUb3AiOjAuMCwiTGVmdCI6MC4wLCJSaWdodCI6MC4wLCJCb3R0b20iOjAuMH0sIkJhY2tncm91bmQiOnsiJGlkIjoiMzcwNSIsIkNvbG9yIjp7IiRpZCI6IjM3MDYiLCJBIjoyNTUsIlIiOjExMiwiRyI6MTczLCJCIjo3MX19LCJJc1Zpc2libGUiOnRydWUsIldpZHRoIjoxMi4wLCJIZWlnaHQiOjE0LjAsIkJvcmRlclN0eWxlIjp7IiRpZCI6IjM3MDciLCJMaW5lQ29sb3IiOnsiJGlkIjoiMzcwOCIsIiR0eXBlIjoiTkxSRS5Db21tb24uRG9tLlNvbGlkQ29sb3JCcnVzaCwgTkxSRS5Db21tb24iLCJDb2xvciI6eyIkaWQiOiIzNzA5IiwiQSI6MjU1LCJSIjoyMzQsIkciOjIyLCJCIjozMH19LCJMaW5lV2VpZ2h0IjowLjAsIkxpbmVUeXBlIjowLCJQYXJlbnRTdHlsZSI6bnVsbH0sIlBhcmVudFN0eWxlIjpudWxsfSwiVGl0bGVTdHlsZSI6eyIkaWQiOiIzNzEwIiwiRm9udFNldHRpbmdzIjp7IiRpZCI6IjM3MTEiLCJGb250U2l6ZSI6MTEsIkZvbnROYW1lIjoiQ2FsaWJyaSIsIklzQm9sZCI6ZmFsc2UsIklzSXRhbGljIjpmYWxzZSwiSXNVbmRlcmxpbmVkIjpmYWxzZSwiUGFyZW50U3R5bGUiOm51bGx9LCJBdXRvU2l6ZSI6MCwiRm9yZWdyb3VuZCI6eyIkaWQiOiIzNzEyIiwiQ29sb3IiOnsiJGlkIjoiMzcx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zNzE0IiwiVG9wIjowLjAsIkxlZnQiOjAuMCwiUmlnaHQiOjAuMCwiQm90dG9tIjowLjB9LCJQYWRkaW5nIjp7IiRpZCI6IjM3MTUiLCJUb3AiOjAuMCwiTGVmdCI6MC4wLCJSaWdodCI6MC4wLCJCb3R0b20iOjAuMH0sIkJhY2tncm91bmQiOnsiJGlkIjoiMzcxNiIsIkNvbG9yIjp7IiRpZCI6IjM3MTciLCJBIjoyNTUsIlIiOjAsIkciOjAsIkIiOjB9fSwiSXNWaXNpYmxlIjp0cnVlLCJXaWR0aCI6MC4wLCJIZWlnaHQiOjAuMCwiQm9yZGVyU3R5bGUiOnsiJGlkIjoiMzcxOCIsIkxpbmVDb2xvciI6bnVsbCwiTGluZVdlaWdodCI6MC4wLCJMaW5lVHlwZSI6MCwiUGFyZW50U3R5bGUiOm51bGx9LCJQYXJlbnRTdHlsZSI6bnVsbH0sIkRhdGVTdHlsZSI6eyIkaWQiOiIzNzE5IiwiRm9udFNldHRpbmdzIjp7IiRpZCI6IjM3MjAiLCJGb250U2l6ZSI6MTAsIkZvbnROYW1lIjoiQ2FsaWJyaSIsIklzQm9sZCI6ZmFsc2UsIklzSXRhbGljIjpmYWxzZSwiSXNVbmRlcmxpbmVkIjpmYWxzZSwiUGFyZW50U3R5bGUiOm51bGx9LCJBdXRvU2l6ZSI6MCwiRm9yZWdyb3VuZCI6eyIkaWQiOiIzNzIxIiwiQ29sb3IiOnsiJGlkIjoiMzcyM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cyMyIsIlRvcCI6MC4wLCJMZWZ0IjowLjAsIlJpZ2h0IjowLjAsIkJvdHRvbSI6MC4wfSwiUGFkZGluZyI6eyIkaWQiOiIzNzI0IiwiVG9wIjowLjAsIkxlZnQiOjAuMCwiUmlnaHQiOjAuMCwiQm90dG9tIjowLjB9LCJCYWNrZ3JvdW5kIjp7IiRpZCI6IjM3MjUiLCJDb2xvciI6eyIkaWQiOiIzNzI2IiwiQSI6MjU1LCJSIjo2OCwiRyI6ODQsIkIiOjEwNn19LCJJc1Zpc2libGUiOnRydWUsIldpZHRoIjowLjAsIkhlaWdodCI6MC4wLCJCb3JkZXJTdHlsZSI6eyIkaWQiOiIzNzI3IiwiTGluZUNvbG9yIjpudWxsLCJMaW5lV2VpZ2h0IjowLjAsIkxpbmVUeXBlIjowLCJQYXJlbnRTdHlsZSI6bnVsbH0sIlBhcmVudFN0eWxlIjpudWxsfSwiRGF0ZUZvcm1hdCI6eyIkaWQiOiIzNzI4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jkiLCJGb3JtYXQiOjAsIklzVmlzaWJsZSI6ZmFsc2UsIkxhc3RLbm93blZpc2liaWxpdHlTdGF0ZSI6ZmFsc2V9LCJJc1Zpc2libGUiOnRydWUsIlZhcmlhbmNlU3R5bGUiOnsiJGlkIjoiMzczMCIsIlRleHRTdHlsZSI6eyIkaWQiOiIzNzMxIiwiRm9udFNldHRpbmdzIjp7IiRpZCI6IjM3MzIiLCJGb250U2l6ZSI6MTAsIkZvbnROYW1lIjoiQ2FsaWJyaSIsIklzQm9sZCI6ZmFsc2UsIklzSXRhbGljIjpmYWxzZSwiSXNVbmRlcmxpbmVkIjpmYWxzZSwiUGFyZW50U3R5bGUiOm51bGx9LCJBdXRvU2l6ZSI6MCwiRm9yZWdyb3VuZCI6eyIkaWQiOiIzNzMzIiwiQ29sb3IiOnsiJGlkIjoiMzc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zM1IiwiVG9wIjowLjAsIkxlZnQiOjAuMCwiUmlnaHQiOjAuMCwiQm90dG9tIjowLjB9LCJQYWRkaW5nIjp7IiRpZCI6IjM3MzYiLCJUb3AiOjAuMCwiTGVmdCI6MC4wLCJSaWdodCI6MC4wLCJCb3R0b20iOjAuMH0sIkJhY2tncm91bmQiOnsiJGlkIjoiMzczNyIsIkNvbG9yIjp7IiRpZCI6IjM3MzgiLCJBIjoyNTUsIlIiOjAsIkciOjAsIkIiOjB9fSwiSXNWaXNpYmxlIjp0cnVlLCJXaWR0aCI6MC4wLCJIZWlnaHQiOjAuMCwiQm9yZGVyU3R5bGUiOnsiJGlkIjoiMzczOSIsIkxpbmVDb2xvciI6bnVsbCwiTGluZVdlaWdodCI6MC4wLCJMaW5lVHlwZSI6MCwiUGFyZW50U3R5bGUiOm51bGx9LCJQYXJlbnRTdHlsZSI6bnVsbH0sIlBhcmVudFN0eWxlIjpudWxsfSwiUGFyZW50U3R5bGUiOm51bGx9LCJEZWZhdWx0U3dpbWxhbmVBY3Rpdml0eVN0eWxlIjp7IiRpZCI6IjM3NDAiLCJIZWFkZXJTdHlsZSI6eyIkaWQiOiIzNzQxIiwiVGV4dFN0eWxlIjp7IiRpZCI6IjM3NDIiLCJGb250U2V0dGluZ3MiOnsiJGlkIjoiMzc0MyIsIkZvbnRTaXplIjoxMSwiRm9udE5hbWUiOiJDYWxpYnJpIiwiSXNCb2xkIjpmYWxzZSwiSXNJdGFsaWMiOmZhbHNlLCJJc1VuZGVybGluZWQiOmZhbHNlLCJQYXJlbnRTdHlsZSI6bnVsbH0sIkF1dG9TaXplIjoyLCJGb3JlZ3JvdW5kIjp7IiRpZCI6IjM3NDQiLCJDb2xvciI6eyIkaWQiOiIzNzQ1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zc0NiIsIlRvcCI6MC4wLCJMZWZ0IjowLjAsIlJpZ2h0IjowLjAsIkJvdHRvbSI6MC4wfSwiUGFkZGluZyI6eyIkaWQiOiIzNzQ3IiwiVG9wIjowLjAsIkxlZnQiOjAuMCwiUmlnaHQiOjAuMCwiQm90dG9tIjowLjB9LCJCYWNrZ3JvdW5kIjp7IiRpZCI6IjM3NDgiLCJDb2xvciI6eyIkaWQiOiIzNzQ5IiwiQSI6MjU1LCJSIjo2NCwiRyI6NjQsIkIiOjY0fX0sIklzVmlzaWJsZSI6dHJ1ZSwiV2lkdGgiOjAuMCwiSGVpZ2h0IjowLjAsIkJvcmRlclN0eWxlIjpudWxsLCJQYXJlbnRTdHlsZSI6bnVsbH0sIlJlY3RhbmdsZVN0eWxlIjp7IiRpZCI6IjM3NTAiLCJNYXJnaW4iOnsiJGlkIjoiMzc1MSIsIlRvcCI6MC4wLCJMZWZ0IjowLjAsIlJpZ2h0IjowLjAsIkJvdHRvbSI6MC4wfSwiUGFkZGluZyI6eyIkaWQiOiIzNzUyIiwiVG9wIjowLjAsIkxlZnQiOjAuMCwiUmlnaHQiOjAuMCwiQm90dG9tIjowLjB9LCJCYWNrZ3JvdW5kIjp7IiRpZCI6IjM3NTMiLCJDb2xvciI6eyIkaWQiOiIzNzU0IiwiQSI6MTI3LCJSIjoxMTIsIkciOjE3MywiQiI6NzF9fSwiSXNWaXNpYmxlIjp0cnVlLCJXaWR0aCI6MC4wLCJIZWlnaHQiOjAuMCwiQm9yZGVyU3R5bGUiOnsiJGlkIjoiMzc1NSIsIkxpbmVDb2xvciI6eyIkaWQiOiIzNzU2IiwiJHR5cGUiOiJOTFJFLkNvbW1vbi5Eb20uU29saWRDb2xvckJydXNoLCBOTFJFLkNvbW1vbiIsIkNvbG9yIjp7IiRpZCI6IjM3NTciLCJBIjoyNTUsIlIiOjI1NSwiRyI6MjU1LCJCIjoyNTV9fSwiTGluZVdlaWdodCI6MC4wLCJMaW5lVHlwZSI6MCwiUGFyZW50U3R5bGUiOm51bGx9LCJQYXJlbnRTdHlsZSI6bnVsbH0sIk1hcmdpbiI6eyIkaWQiOiIzNzU4IiwiVG9wIjowLjAsIkxlZnQiOjAuMCwiUmlnaHQiOjAuMCwiQm90dG9tIjowLjB9LCJQYWRkaW5nIjp7IiRpZCI6IjM3NTkiLCJUb3AiOjAuMCwiTGVmdCI6MC4wLCJSaWdodCI6MC4wLCJCb3R0b20iOjAuMH0sIkJhY2tncm91bmQiOm51bGwsIklzVmlzaWJsZSI6dHJ1ZSwiV2lkdGgiOjAuMCwiSGVpZ2h0IjowLjAsIkJvcmRlclN0eWxlIjpudWxsLCJQYXJlbnRTdHlsZSI6bnVsbH0sIkJhY2tncm91bmRTdHlsZSI6eyIkaWQiOiIzNzYwIiwiTWFyZ2luIjp7IiRpZCI6IjM3NjEiLCJUb3AiOjAuMCwiTGVmdCI6MC4wLCJSaWdodCI6MC4wLCJCb3R0b20iOjAuMH0sIlBhZGRpbmciOnsiJGlkIjoiMzc2MiIsIlRvcCI6MC4wLCJMZWZ0IjowLjAsIlJpZ2h0IjowLjAsIkJvdHRvbSI6MC4wfSwiQmFja2dyb3VuZCI6eyIkaWQiOiIzNzYzIiwiQ29sb3IiOnsiJGlkIjoiMzc2NCIsIkEiOjUxLCJSIjoyMDAsIkciOjIwMCwiQiI6MjAwfX0sIklzVmlzaWJsZSI6dHJ1ZSwiV2lkdGgiOjAuMCwiSGVpZ2h0IjowLjAsIkJvcmRlclN0eWxlIjp7IiRpZCI6IjM3NjUiLCJMaW5lQ29sb3IiOnsiJGlkIjoiMzc2NiIsIiR0eXBlIjoiTkxSRS5Db21tb24uRG9tLlNvbGlkQ29sb3JCcnVzaCwgTkxSRS5Db21tb24iLCJDb2xvciI6eyIkaWQiOiIzNzY3IiwiQSI6MjU1LCJSIjoyMzQsIkciOjIyLCJCIjozMH19LCJMaW5lV2VpZ2h0IjowLjAsIkxpbmVUeXBlIjowLCJQYXJlbnRTdHlsZSI6bnVsbH0sIlBhcmVudFN0eWxlIjpudWxsfSwiTWFyZ2luIjp7IiRpZCI6IjM3NjgiLCJUb3AiOjAuMCwiTGVmdCI6MC4wLCJSaWdodCI6MC4wLCJCb3R0b20iOjAuMH0sIlBhZGRpbmciOnsiJGlkIjoiMzc2OSIsIlRvcCI6MC4wLCJMZWZ0IjowLjAsIlJpZ2h0IjowLjAsIkJvdHRvbSI6MC4wfSwiSXNWaXNpYmxlIjp0cnVlLCJXaWR0aCI6MC4wLCJIZWlnaHQiOjAuMCwiQm9yZGVyU3R5bGUiOnsiJGlkIjoiMzc3MCIsIkxpbmVDb2xvciI6bnVsbCwiTGluZVdlaWdodCI6MC4wLCJMaW5lVHlwZSI6MCwiUGFyZW50U3R5bGUiOm51bGx9LCJQYXJlbnRTdHlsZSI6bnVsbH0sIk1hcmdpbiI6eyIkaWQiOiIzNzcxIiwiVG9wIjowLjAsIkxlZnQiOjAuMCwiUmlnaHQiOjAuMCwiQm90dG9tIjowLjB9LCJQYWRkaW5nIjp7IiRpZCI6IjM3NzIiLCJUb3AiOjAuMCwiTGVmdCI6MC4wLCJSaWdodCI6MC4wLCJCb3R0b20iOjAuMH0sIklzVmlzaWJsZSI6ZmFsc2UsIldpZHRoIjowLjAsIkhlaWdodCI6MC4wLCJCb3JkZXJTdHlsZSI6eyIkaWQiOiIzNzczIiwiTGluZUNvbG9yIjpudWxsLCJMaW5lV2VpZ2h0IjowLjAsIkxpbmVUeXBlIjowLCJQYXJlbnRTdHlsZSI6bnVsbH0sIlBhcmVudFN0eWxlIjpudWxsfX1dLCJIYXNCYXNlbGluZXMiOmZhbHNlLCJDdWx0dXJlSW5mb05hbWUiOiJlbi1VUyIsIlN0eWxlTmFtZSI6bnVsbCwiVmVyc2lvbiI6eyIkaWQiOiIzNzc0IiwiVmVyc2lvbiI6IjUuNi4wIiwiT3JpZ2luYWxBc3NlbWJseVZlcnNpb24iOiIxMy4xNy4wMC4wMCIsIkVkaXRpb24iOm51bGwsIkxhc3RTYXZlZEVkaXRpb24iOjMsIklzUGx1c0VkaXRpb24iOmZhbHNlLCJJc1Byb0VkaXRpb24iOmZhbHNlfSwiRWZmZWN0IjowLCJTdHlsZSI6eyIkaWQiOiIzNzc1IiwiRGVmYXVsdERlcGVuZGVuY3lTdHlsZSI6eyIkaWQiOiIzNzc2IiwiTGluZVN0eWxlIjp7IiRpZCI6IjM3NzciLCJMaW5lQ29sb3IiOnsiJGlkIjoiMzc3OCIsIiR0eXBlIjoiTkxSRS5Db21tb24uRG9tLlNvbGlkQ29sb3JCcnVzaCwgTkxSRS5Db21tb24iLCJDb2xvciI6eyIkaWQiOiIzNzc5IiwiQSI6MjU1LCJSIjo2OCwiRyI6ODQsIkIiOjEwNn19LCJMaW5lV2VpZ2h0IjoxLjAsIkxpbmVUeXBlIjowLCJQYXJlbnRTdHlsZSI6bnVsbH0sIkVuZEFycm93aGVhZExpbmVTdHlsZSI6eyIkaWQiOiIzNzgwIiwiS2luZCI6MSwiV2lkdGgiOjEsIkxlbmd0aCI6MCwiUGFyZW50U3R5bGUiOm51bGx9LCJCcmluZ1RvRnJvbnQiOnRydWUsIkVsYm93UmFkaXVzIjozLjAsIk1hcmdpbiI6eyIkaWQiOiIzNzgxIiwiVG9wIjowLjAsIkxlZnQiOjAuMCwiUmlnaHQiOjAuMCwiQm90dG9tIjowLjB9LCJQYWRkaW5nIjp7IiRpZCI6IjM3ODIiLCJUb3AiOjAuMCwiTGVmdCI6MC4wLCJSaWdodCI6MC4wLCJCb3R0b20iOjAuMH0sIkJhY2tncm91bmQiOm51bGwsIklzVmlzaWJsZSI6dHJ1ZSwiV2lkdGgiOjAuMCwiSGVpZ2h0IjowLjAsIkJvcmRlclN0eWxlIjpudWxsLCJQYXJlbnRTdHlsZSI6bnVsbH0sIkNyaXRpY2FsUGF0aFN0eWxlIjp7IiRpZCI6IjM3ODMiLCJDcml0aWNhbFBhdGhTdHlsZU9wdGlvbnMiOjMwLCJMaW5lU3R5bGUiOnsiJGlkIjoiMzc4NCIsIkxpbmVDb2xvciI6eyIkaWQiOiIzNzg1IiwiJHR5cGUiOiJOTFJFLkNvbW1vbi5Eb20uU29saWRDb2xvckJydXNoLCBOTFJFLkNvbW1vbiIsIkNvbG9yIjp7IiRpZCI6IjM3ODYiLCJBIjoyNTUsIlIiOjIyMiwiRyI6NTAsIkIiOjUwfX0sIkxpbmVXZWlnaHQiOjEuMCwiTGluZVR5cGUiOjAsIlBhcmVudFN0eWxlIjpudWxsfSwiVGl0bGVGb3JlZ3JvdW5kIjp7IiRpZCI6IjM3ODciLCJDb2xvciI6eyIkaWQiOiIzNzg4IiwiQSI6MjU1LCJSIjoxNzYsIkciOjE5LCJCIjoyNX19LCJTaGFwZXNCYWNrZ3JvdW5kIjp7IiRpZCI6IjM3ODkiLCJDb2xvciI6eyIkaWQiOiIzNzkwIiwiQSI6MjU1LCJSIjoyNTMsIkciOjIwMywiQiI6MjA4fX0sIlNoYXBlc0JvcmRlclN0eWxlIjp7IiRpZCI6IjM3OTEiLCJMaW5lQ29sb3IiOnsiJGlkIjoiMzc5MiIsIiR0eXBlIjoiTkxSRS5Db21tb24uRG9tLlNvbGlkQ29sb3JCcnVzaCwgTkxSRS5Db21tb24iLCJDb2xvciI6eyIkaWQiOiIzNzkzIiwiQSI6MjU1LCJSIjoyMzQsIkciOjIyLCJCIjozMH19LCJMaW5lV2VpZ2h0IjoyLjAsIkxpbmVUeXBlIjowLCJQYXJlbnRTdHlsZSI6bnVsbH0sIk1hcmdpbiI6eyIkaWQiOiIzNzk0IiwiVG9wIjowLjAsIkxlZnQiOjAuMCwiUmlnaHQiOjAuMCwiQm90dG9tIjowLjB9LCJQYWRkaW5nIjp7IiRpZCI6IjM3OTUiLCJUb3AiOjAuMCwiTGVmdCI6MC4wLCJSaWdodCI6MC4wLCJCb3R0b20iOjAuMH0sIkJhY2tncm91bmQiOm51bGwsIklzVmlzaWJsZSI6dHJ1ZSwiV2lkdGgiOjAuMCwiSGVpZ2h0IjowLjAsIkJvcmRlclN0eWxlIjp7IiRpZCI6IjM3OTYiLCJMaW5lQ29sb3IiOm51bGwsIkxpbmVXZWlnaHQiOjAuMCwiTGluZVR5cGUiOjAsIlBhcmVudFN0eWxlIjpudWxsfSwiUGFyZW50U3R5bGUiOm51bGx9LCJQYW5lbHNTcGFjaW5nRGVmaW5pdGlvbiI6eyIkaWQiOiIzNzk3IiwiU3BhY2luZ0Fib3ZlVGltZWJhbmQiOjMsIlNwYWNpbmdCZWxvd1RpbWViYW5kIjozLCJTcGFjaW5nQWJvdmVCZXR3ZWVuU3dpbWxhbmVzQW5kVGFza3MiOjUsIlNwYWNpbmdCZWxvd0JldHdlZW5Td2ltbGFuZXNBbmRUYXNrcyI6NX0sIlRpbWViYW5kU3R5bGUiOnsiJGlkIjoiMzc5OCIsIlNjYWxlTWFya2luZyI6MCwiU2hhcGUiOjAsIlNoYXBlU3R5bGUiOnsiJGlkIjoiMzc5OSIsIk1hcmdpbiI6eyIkaWQiOiIzODAwIiwiVG9wIjowLjAsIkxlZnQiOjEwLjAsIlJpZ2h0IjoxMC4wLCJCb3R0b20iOjAuMH0sIlBhZGRpbmciOnsiJGlkIjoiMzgwMSIsIlRvcCI6MC4wLCJMZWZ0IjowLjAsIlJpZ2h0IjowLjAsIkJvdHRvbSI6MC4wfSwiQmFja2dyb3VuZCI6eyIkaWQiOiIzODAyIiwiQ29sb3IiOnsiJGlkIjoiMzgwMyIsIkEiOjI1NSwiUiI6NjgsIkciOjg0LCJCIjoxMDZ9fSwiSXNWaXNpYmxlIjp0cnVlLCJXaWR0aCI6ODU4LjAsIkhlaWdodCI6MjAuMCwiQm9yZGVyU3R5bGUiOnsiJGlkIjoiMzgwNCIsIkxpbmVDb2xvciI6eyIkaWQiOiIzODA1IiwiJHR5cGUiOiJOTFJFLkNvbW1vbi5Eb20uU29saWRDb2xvckJydXNoLCBOTFJFLkNvbW1vbiIsIkNvbG9yIjp7IiRpZCI6IjM4MDYiLCJBIjoyNTUsIlIiOjI1NSwiRyI6MCwiQiI6MH19LCJMaW5lV2VpZ2h0IjowLjAsIkxpbmVUeXBlIjowLCJQYXJlbnRTdHlsZSI6bnVsbH0sIlBhcmVudFN0eWxlIjpudWxsfSwiTWlkZGxlVGllclNoYXBlU3R5bGUiOnsiJGlkIjoiMzgwNyIsIk1hcmdpbiI6eyIkaWQiOiIzODA4IiwiVG9wIjowLjAsIkxlZnQiOjEwLjAsIlJpZ2h0IjoxMC4wLCJCb3R0b20iOjAuMH0sIlBhZGRpbmciOnsiJGlkIjoiMzgwOSIsIlRvcCI6MC4wLCJMZWZ0IjowLjAsIlJpZ2h0IjowLjAsIkJvdHRvbSI6MC4wfSwiQmFja2dyb3VuZCI6eyIkaWQiOiIzODEwIiwiQ29sb3IiOnsiJGlkIjoiMzgxMSIsIkEiOjI1NSwiUiI6NjgsIkciOjg0LCJCIjoxMDZ9fSwiSXNWaXNpYmxlIjp0cnVlLCJXaWR0aCI6ODU4LjAsIkhlaWdodCI6MjAuMCwiQm9yZGVyU3R5bGUiOnsiJGlkIjoiMzgxMiIsIkxpbmVDb2xvciI6eyIkcmVmIjoiMzgwNSJ9LCJMaW5lV2VpZ2h0IjowLjAsIkxpbmVUeXBlIjowLCJQYXJlbnRTdHlsZSI6bnVsbH0sIlBhcmVudFN0eWxlIjpudWxsfSwiQm90dG9tVGllclNoYXBlU3R5bGUiOnsiJGlkIjoiMzgxMyIsIk1hcmdpbiI6eyIkaWQiOiIzODE0IiwiVG9wIjowLjAsIkxlZnQiOjEwLjAsIlJpZ2h0IjoxMC4wLCJCb3R0b20iOjAuMH0sIlBhZGRpbmciOnsiJGlkIjoiMzgxNSIsIlRvcCI6MC4wLCJMZWZ0IjowLjAsIlJpZ2h0IjowLjAsIkJvdHRvbSI6MC4wfSwiQmFja2dyb3VuZCI6eyIkaWQiOiIzODE2IiwiQ29sb3IiOnsiJGlkIjoiMzgxNyIsIkEiOjI1NSwiUiI6NjgsIkciOjg0LCJCIjoxMDZ9fSwiSXNWaXNpYmxlIjp0cnVlLCJXaWR0aCI6ODU4LjAsIkhlaWdodCI6MjAuMCwiQm9yZGVyU3R5bGUiOnsiJGlkIjoiMzgxOCIsIkxpbmVDb2xvciI6eyIkcmVmIjoiMzgwNSJ9LCJMaW5lV2VpZ2h0IjowLjAsIkxpbmVUeXBlIjowLCJQYXJlbnRTdHlsZSI6bnVsbH0sIlBhcmVudFN0eWxlIjpudWxsfSwiUmlnaHRFbmRDYXBzU3R5bGUiOnsiJGlkIjoiMzgxOSIsIkZvbnRTZXR0aW5ncyI6eyIkaWQiOiIzODIwIiwiRm9udFNpemUiOjE4LCJGb250TmFtZSI6IlRpdGlsbGl1bSBXZWIiLCJJc0JvbGQiOnRydWUsIklzSXRhbGljIjpmYWxzZSwiSXNVbmRlcmxpbmVkIjpmYWxzZSwiUGFyZW50U3R5bGUiOm51bGx9LCJBdXRvU2l6ZSI6MCwiRm9yZWdyb3VuZCI6eyIkaWQiOiIzODIxIiwiQ29sb3IiOnsiJGlkIjoiMzgyMiIsIkEiOjI1NSwiUiI6MCwiRyI6MjYsIkIiOjY3fX0sIk1heFdpZHRoIjoiSW5maW5pdHkiLCJNYXhIZWlnaHQiOiJJbmZpbml0eSIsIlNtYXJ0Rm9yZWdyb3VuZElzQWN0aXZlIjpmYWxzZSwiSG9yaXpvbnRhbEFsaWdubWVudCI6MCwiVmVydGljYWxBbGlnbm1lbnQiOjAsIlNtYXJ0Rm9yZWdyb3VuZCI6bnVsbCwiQmFja2dyb3VuZEZpbGxUeXBlIjowLCJNYXJnaW4iOnsiJGlkIjoiMzgyMyIsIlRvcCI6MC4wLCJMZWZ0IjowLjAsIlJpZ2h0IjoyMC4wLCJCb3R0b20iOjAuMH0sIlBhZGRpbmciOnsiJGlkIjoiMzgyNCIsIlRvcCI6MC4wLCJMZWZ0IjowLjAsIlJpZ2h0IjowLjAsIkJvdHRvbSI6MC4wfSwiQmFja2dyb3VuZCI6eyIkaWQiOiIzODI1IiwiQ29sb3IiOnsiJGlkIjoiMzgyNiIsIkEiOjI1NSwiUiI6NjgsIkciOjg0LCJCIjoxMDZ9fSwiSXNWaXNpYmxlIjpmYWxzZSwiV2lkdGgiOjAuMCwiSGVpZ2h0IjowLjAsIkJvcmRlclN0eWxlIjp7IiRpZCI6IjM4MjciLCJMaW5lQ29sb3IiOm51bGwsIkxpbmVXZWlnaHQiOjAuMCwiTGluZVR5cGUiOjAsIlBhcmVudFN0eWxlIjpudWxsfSwiUGFyZW50U3R5bGUiOm51bGx9LCJMZWZ0RW5kQ2Fwc1N0eWxlIjp7IiRpZCI6IjM4MjgiLCJGb250U2V0dGluZ3MiOnsiJGlkIjoiMzgyOSIsIkZvbnRTaXplIjoxOCwiRm9udE5hbWUiOiJDYWxpYnJpIiwiSXNCb2xkIjp0cnVlLCJJc0l0YWxpYyI6ZmFsc2UsIklzVW5kZXJsaW5lZCI6ZmFsc2UsIlBhcmVudFN0eWxlIjpudWxsfSwiQXV0b1NpemUiOjAsIkZvcmVncm91bmQiOnsiJGlkIjoiMzgzMCIsIkNvbG9yIjp7IiRpZCI6IjM4MzEiLCJBIjoyNTUsIlIiOjI1NSwiRyI6MTkyLCJCIjowfX0sIk1heFdpZHRoIjoiSW5maW5pdHkiLCJNYXhIZWlnaHQiOiJJbmZpbml0eSIsIlNtYXJ0Rm9yZWdyb3VuZElzQWN0aXZlIjpmYWxzZSwiSG9yaXpvbnRhbEFsaWdubWVudCI6MCwiVmVydGljYWxBbGlnbm1lbnQiOjAsIlNtYXJ0Rm9yZWdyb3VuZCI6bnVsbCwiQmFja2dyb3VuZEZpbGxUeXBlIjowLCJNYXJnaW4iOnsiJGlkIjoiMzgzMiIsIlRvcCI6MC4wLCJMZWZ0IjozOS41MDY2NjY2NjY2NjY2NjEsIlJpZ2h0IjowLjAsIkJvdHRvbSI6MC4wfSwiUGFkZGluZyI6eyIkaWQiOiIzODMzIiwiVG9wIjowLjAsIkxlZnQiOjAuMCwiUmlnaHQiOjAuMCwiQm90dG9tIjowLjB9LCJCYWNrZ3JvdW5kIjp7IiRpZCI6IjM4MzQiLCJDb2xvciI6eyIkaWQiOiIzODM1IiwiQSI6MjU1LCJSIjoyNTUsIkciOjE5MiwiQiI6MH19LCJJc1Zpc2libGUiOmZhbHNlLCJXaWR0aCI6MC4wLCJIZWlnaHQiOjAuMCwiQm9yZGVyU3R5bGUiOnsiJGlkIjoiMzgzNiIsIkxpbmVDb2xvciI6bnVsbCwiTGluZVdlaWdodCI6MC4wLCJMaW5lVHlwZSI6MCwiUGFyZW50U3R5bGUiOm51bGx9LCJQYXJlbnRTdHlsZSI6bnVsbH0sIlRvZGF5VGV4dFN0eWxlIjp7IiRpZCI6IjM4MzciLCJGb250U2V0dGluZ3MiOnsiJGlkIjoiMzgzOCIsIkZvbnRTaXplIjoxMiwiRm9udE5hbWUiOiJUaXRpbGxpdW0gV2ViIiwiSXNCb2xkIjpmYWxzZSwiSXNJdGFsaWMiOmZhbHNlLCJJc1VuZGVybGluZWQiOmZhbHNlLCJQYXJlbnRTdHlsZSI6bnVsbH0sIkF1dG9TaXplIjowLCJGb3JlZ3JvdW5kIjp7IiRpZCI6IjM4MzkiLCJDb2xvciI6eyIkaWQiOiIzODQw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M4NDEiLCJUb3AiOjAuMCwiTGVmdCI6MC4wLCJSaWdodCI6MC4wLCJCb3R0b20iOjAuMH0sIlBhZGRpbmciOnsiJGlkIjoiMzg0MiIsIlRvcCI6MC4wLCJMZWZ0IjowLjAsIlJpZ2h0IjowLjAsIkJvdHRvbSI6MC4wfSwiQmFja2dyb3VuZCI6eyIkaWQiOiIzODQzIiwiQ29sb3IiOnsiJGlkIjoiMzg0NCIsIkEiOjI1NSwiUiI6MCwiRyI6MCwiQiI6MH19LCJJc1Zpc2libGUiOmZhbHNlLCJXaWR0aCI6MC4wLCJIZWlnaHQiOjAuMCwiQm9yZGVyU3R5bGUiOnsiJGlkIjoiMzg0NSIsIkxpbmVDb2xvciI6bnVsbCwiTGluZVdlaWdodCI6MC4wLCJMaW5lVHlwZSI6MCwiUGFyZW50U3R5bGUiOm51bGx9LCJQYXJlbnRTdHlsZSI6bnVsbH0sIlRvZGF5TWFya2VyU3R5bGUiOnsiJGlkIjoiMzg0NiIsIk1hcmdpbiI6eyIkaWQiOiIzODQ3IiwiVG9wIjowLjAsIkxlZnQiOjAuMCwiUmlnaHQiOjAuMCwiQm90dG9tIjowLjB9LCJQYWRkaW5nIjp7IiRpZCI6IjM4NDgiLCJUb3AiOjAuMCwiTGVmdCI6MC4wLCJSaWdodCI6MC4wLCJCb3R0b20iOjAuMH0sIkJhY2tncm91bmQiOnsiJGlkIjoiMzg0OSIsIkNvbG9yIjp7IiRpZCI6IjM4NTAiLCJBIjoyNTUsIlIiOjI1NSwiRyI6MCwiQiI6MH19LCJJc1Zpc2libGUiOnRydWUsIldpZHRoIjowLjAsIkhlaWdodCI6MC4wLCJCb3JkZXJTdHlsZSI6bnVsbCwiUGFyZW50U3R5bGUiOm51bGx9LCJTY2FsZVN0eWxlIjp7IiRpZCI6IjM4NTEiLCJTaGFwZSI6MywiU2hvd1NlZ21lbnRTZXBhcmF0b3JzIjp0cnVlLCJTZWdtZW50U2VwYXJhdG9yT3BhY2l0eSI6MzAsIkhhc0JlZW5WaXNpYmxlQmVmb3JlIjp0cnVlLCJGb250U2V0dGluZ3MiOnsiJGlkIjoiMzg1MiIsIkZvbnRTaXplIjoxMiwiRm9udE5hbWUiOiJUaXRpbGxpdW0gV2ViIiwiSXNCb2xkIjpmYWxzZSwiSXNJdGFsaWMiOmZhbHNlLCJJc1VuZGVybGluZWQiOmZhbHNlLCJQYXJlbnRTdHlsZSI6bnVsbH0sIkF1dG9TaXplIjowLCJGb3JlZ3JvdW5kIjp7IiRpZCI6IjM4NTMiLCJDb2xvciI6eyIkaWQiOiIzODU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M4NTUiLCJUb3AiOjAuMCwiTGVmdCI6NC4wLCJSaWdodCI6NC4wLCJCb3R0b20iOjAuMH0sIlBhZGRpbmciOnsiJGlkIjoiMzg1NiIsIlRvcCI6MC4wLCJMZWZ0IjowLjAsIlJpZ2h0IjowLjAsIkJvdHRvbSI6MC4wfSwiQmFja2dyb3VuZCI6eyIkaWQiOiIzODU3IiwiQ29sb3IiOnsiJGlkIjoiMzg1OCIsIkEiOjI1NSwiUiI6NjgsIkciOjg0LCJCIjoxMDZ9fSwiSXNWaXNpYmxlIjp0cnVlLCJXaWR0aCI6MC4wLCJIZWlnaHQiOjAuMCwiQm9yZGVyU3R5bGUiOnsiJGlkIjoiMzg1OSIsIkxpbmVDb2xvciI6bnVsbCwiTGluZVdlaWdodCI6MC4wLCJMaW5lVHlwZSI6MCwiUGFyZW50U3R5bGUiOm51bGx9LCJQYXJlbnRTdHlsZSI6bnVsbH0sIlNpbmdsZVNjYWxlU2hhcGVTdHlsZSI6eyIkaWQiOiIzODYwIiwiU2hhcGUiOjAsIkhlaWdodCI6MC4wfSwiTWlkZGxlVGllclNjYWxlU3R5bGUiOnsiJGlkIjoiMzg2MSIsIlNoYXBlIjozLCJTaG93U2VnbWVudFNlcGFyYXRvcnMiOnRydWUsIlNlZ21lbnRTZXBhcmF0b3JPcGFjaXR5IjozMCwiSGFzQmVlblZpc2libGVCZWZvcmUiOmZhbHNlLCJGb250U2V0dGluZ3MiOnsiJGlkIjoiMzg2MiIsIkZvbnRTaXplIjoxMiwiRm9udE5hbWUiOiJDYWxpYnJpIiwiSXNCb2xkIjpmYWxzZSwiSXNJdGFsaWMiOmZhbHNlLCJJc1VuZGVybGluZWQiOmZhbHNlLCJQYXJlbnRTdHlsZSI6bnVsbH0sIkF1dG9TaXplIjowLCJGb3JlZ3JvdW5kIjp7IiRpZCI6IjM4NjMiLCJDb2xvciI6eyIkaWQiOiIzODY0IiwiQSI6MjU1LCJSIjoyMzEsIkciOjIzMCwiQiI6MjMwfX0sIk1heFdpZHRoIjoyMDAuMCwiTWF4SGVpZ2h0IjoiSW5maW5pdHkiLCJTbWFydEZvcmVncm91bmRJc0FjdGl2ZSI6ZmFsc2UsIkhvcml6b250YWxBbGlnbm1lbnQiOjAsIlZlcnRpY2FsQWxpZ25tZW50IjoxLCJTbWFydEZvcmVncm91bmQiOm51bGwsIkJhY2tncm91bmRGaWxsVHlwZSI6MCwiTWFyZ2luIjp7IiRpZCI6IjM4NjUiLCJUb3AiOjAuMCwiTGVmdCI6NC4wLCJSaWdodCI6NC4wLCJCb3R0b20iOjAuMH0sIlBhZGRpbmciOnsiJGlkIjoiMzg2NiIsIlRvcCI6MC4wLCJMZWZ0IjowLjAsIlJpZ2h0IjowLjAsIkJvdHRvbSI6MC4wfSwiQmFja2dyb3VuZCI6eyIkaWQiOiIzODY3IiwiQ29sb3IiOnsiJGlkIjoiMzg2OCIsIkEiOjI1NSwiUiI6NjgsIkciOjg0LCJCIjoxMDZ9fSwiSXNWaXNpYmxlIjpmYWxzZSwiV2lkdGgiOjAuMCwiSGVpZ2h0IjowLjAsIkJvcmRlclN0eWxlIjp7IiRpZCI6IjM4NjkiLCJMaW5lQ29sb3IiOm51bGwsIkxpbmVXZWlnaHQiOjAuMCwiTGluZVR5cGUiOjAsIlBhcmVudFN0eWxlIjpudWxsfSwiUGFyZW50U3R5bGUiOm51bGx9LCJCb3R0b21UaWVyU2NhbGVTdHlsZSI6eyIkaWQiOiIzODcwIiwiU2hhcGUiOjMsIlNob3dTZWdtZW50U2VwYXJhdG9ycyI6dHJ1ZSwiU2VnbWVudFNlcGFyYXRvck9wYWNpdHkiOjMwLCJIYXNCZWVuVmlzaWJsZUJlZm9yZSI6ZmFsc2UsIkZvbnRTZXR0aW5ncyI6eyIkaWQiOiIzODcxIiwiRm9udFNpemUiOjEyLCJGb250TmFtZSI6IkNhbGlicmkiLCJJc0JvbGQiOmZhbHNlLCJJc0l0YWxpYyI6ZmFsc2UsIklzVW5kZXJsaW5lZCI6ZmFsc2UsIlBhcmVudFN0eWxlIjpudWxsfSwiQXV0b1NpemUiOjAsIkZvcmVncm91bmQiOnsiJGlkIjoiMzg3MiIsIkNvbG9yIjp7IiRpZCI6IjM4NzMiLCJBIjoyNTUsIlIiOjIzMSwiRyI6MjMwLCJCIjoyMzB9fSwiTWF4V2lkdGgiOjIwMC4wLCJNYXhIZWlnaHQiOiJJbmZpbml0eSIsIlNtYXJ0Rm9yZWdyb3VuZElzQWN0aXZlIjpmYWxzZSwiSG9yaXpvbnRhbEFsaWdubWVudCI6MCwiVmVydGljYWxBbGlnbm1lbnQiOjEsIlNtYXJ0Rm9yZWdyb3VuZCI6bnVsbCwiQmFja2dyb3VuZEZpbGxUeXBlIjowLCJNYXJnaW4iOnsiJGlkIjoiMzg3NCIsIlRvcCI6MC4wLCJMZWZ0Ijo0LjAsIlJpZ2h0Ijo0LjAsIkJvdHRvbSI6MC4wfSwiUGFkZGluZyI6eyIkaWQiOiIzODc1IiwiVG9wIjowLjAsIkxlZnQiOjAuMCwiUmlnaHQiOjAuMCwiQm90dG9tIjowLjB9LCJCYWNrZ3JvdW5kIjp7IiRpZCI6IjM4NzYiLCJDb2xvciI6eyIkaWQiOiIzODc3IiwiQSI6MjU1LCJSIjo2OCwiRyI6ODQsIkIiOjEwNn19LCJJc1Zpc2libGUiOmZhbHNlLCJXaWR0aCI6MC4wLCJIZWlnaHQiOjAuMCwiQm9yZGVyU3R5bGUiOnsiJGlkIjoiMzg3OCIsIkxpbmVDb2xvciI6bnVsbCwiTGluZVdlaWdodCI6MC4wLCJMaW5lVHlwZSI6MCwiUGFyZW50U3R5bGUiOm51bGx9LCJQYXJlbnRTdHlsZSI6bnVsbH0sIkVsYXBzZWRUaW1lQmFja2dyb3VuZCI6eyIkaWQiOiIzODc5IiwiQ29sb3IiOnsiJGlkIjoiMzg4MCIsIkEiOjE5MSwiUiI6MjU1LCJHIjowLCJCIjowfX0sIkFwcGVuZFllYXJPblllYXJDaGFuZ2UiOmZhbHNlLCJFbGFwc2VkVGltZUZvcm1hdCI6MCwiVG9kYXlNYXJrZXJQb3NpdGlvbiI6MCwiUXVpY2tQb3NpdGlvbiI6MywiQWJzb2x1dGVQb3NpdGlvbiI6MTM1LjAsIk1hcmdpbiI6eyIkaWQiOiIzODgxIiwiVG9wIjowLjAsIkxlZnQiOjEwLjAsIlJpZ2h0IjoxMC4wLCJCb3R0b20iOjAuMH0sIlBhZGRpbmciOnsiJGlkIjoiMzg4MiIsIlRvcCI6MC4wLCJMZWZ0IjowLjAsIlJpZ2h0IjowLjAsIkJvdHRvbSI6MC4wfSwiQmFja2dyb3VuZCI6eyIkaWQiOiIzODgzIiwiQ29sb3IiOnsiJGlkIjoiMzg4NCIsIkEiOjI1NSwiUiI6NDcsIkciOjU0LCJCIjoxNTN9fSwiSXNWaXNpYmxlIjpmYWxzZSwiV2lkdGgiOjAuMCwiSGVpZ2h0IjowLjAsIkJvcmRlclN0eWxlIjpudWxsLCJQYXJlbnRTdHlsZSI6bnVsbH0sIkRlZmF1bHRNaWxlc3RvbmVTdHlsZSI6eyIkaWQiOiIzODg1IiwiU2hhcGUiOjAsIkNvbm5lY3Rvck1hcmdpbiI6eyIkaWQiOiIzODg2IiwiVG9wIjowLjAsIkxlZnQiOjIuMCwiUmlnaHQiOjIuMCwiQm90dG9tIjowLjB9LCJDb25uZWN0b3JTdHlsZSI6eyIkaWQiOiIzODg3IiwiTGluZUNvbG9yIjp7IiRpZCI6IjM4ODgiLCIkdHlwZSI6Ik5MUkUuQ29tbW9uLkRvbS5Tb2xpZENvbG9yQnJ1c2gsIE5MUkUuQ29tbW9uIiwiQ29sb3IiOnsiJGlkIjoiMzg4OSIsIkEiOjEyNywiUiI6MjM3LCJHIjoxMjUsIkIiOjQ5fX0sIkxpbmVXZWlnaHQiOjEuMCwiTGluZVR5cGUiOjAsIlBhcmVudFN0eWxlIjpudWxsfSwiSXNCZWxvd1RpbWViYW5kIjpmYWxzZSwiUG9zaXRpb25PblRhc2siOjAsIkhpZGVEYXRlIjpmYWxzZSwiU2hhcGVTaXplIjoxLCJTcGFjaW5nIjowLjAsIlBhZGRpbmciOnsiJGlkIjoiMzg5MCIsIlRvcCI6NS4wLCJMZWZ0IjozLjAsIlJpZ2h0IjowLjAsIkJvdHRvbSI6Mi4wfSwiU2hhcGVTdHlsZSI6eyIkaWQiOiIzODkxIiwiTWFyZ2luIjp7IiRpZCI6IjM4OTIiLCJUb3AiOjAuMCwiTGVmdCI6MC4wLCJSaWdodCI6MC4wLCJCb3R0b20iOjAuMH0sIlBhZGRpbmciOnsiJGlkIjoiMzg5MyIsIlRvcCI6MC4wLCJMZWZ0IjowLjAsIlJpZ2h0IjowLjAsIkJvdHRvbSI6MC4wfSwiQmFja2dyb3VuZCI6eyIkaWQiOiIzODk0IiwiQ29sb3IiOnsiJGlkIjoiMzg5NSIsIkEiOjI1NSwiUiI6MjM3LCJHIjoxMjUsIkIiOjQ5fX0sIklzVmlzaWJsZSI6dHJ1ZSwiV2lkdGgiOjE4LjAsIkhlaWdodCI6MjAuMCwiQm9yZGVyU3R5bGUiOnsiJGlkIjoiMzg5NiIsIkxpbmVDb2xvciI6eyIkaWQiOiIzODk3IiwiJHR5cGUiOiJOTFJFLkNvbW1vbi5Eb20uU29saWRDb2xvckJydXNoLCBOTFJFLkNvbW1vbiIsIkNvbG9yIjp7IiRpZCI6IjM4OTgiLCJBIjoyNTUsIlIiOjIzNCwiRyI6MjIsIkIiOjMwfX0sIkxpbmVXZWlnaHQiOjAuMCwiTGluZVR5cGUiOjAsIlBhcmVudFN0eWxlIjpudWxsfSwiUGFyZW50U3R5bGUiOm51bGx9LCJUaXRsZVN0eWxlIjp7IiRpZCI6IjM4OTkiLCJGb250U2V0dGluZ3MiOnsiJGlkIjoiMzkwMCIsIkZvbnRTaXplIjoxMSwiRm9udE5hbWUiOiJDYWxpYnJpIiwiSXNCb2xkIjp0cnVlLCJJc0l0YWxpYyI6ZmFsc2UsIklzVW5kZXJsaW5lZCI6ZmFsc2UsIlBhcmVudFN0eWxlIjpudWxsfSwiQXV0b1NpemUiOjAsIkZvcmVncm91bmQiOnsiJGlkIjoiMzkwMSIsIkNvbG9yIjp7IiRpZCI6IjM5M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kwMyIsIlRvcCI6MC4wLCJMZWZ0IjowLjAsIlJpZ2h0IjowLjAsIkJvdHRvbSI6MC4wfSwiUGFkZGluZyI6eyIkaWQiOiIzOTA0IiwiVG9wIjowLjAsIkxlZnQiOjAuMCwiUmlnaHQiOjAuMCwiQm90dG9tIjowLjB9LCJCYWNrZ3JvdW5kIjp7IiRpZCI6IjM5MDUiLCJDb2xvciI6eyIkaWQiOiIzOTA2IiwiQSI6MjU1LCJSIjowLCJHIjowLCJCIjowfX0sIklzVmlzaWJsZSI6dHJ1ZSwiV2lkdGgiOjAuMCwiSGVpZ2h0IjowLjAsIkJvcmRlclN0eWxlIjp7IiRpZCI6IjM5MDciLCJMaW5lQ29sb3IiOm51bGwsIkxpbmVXZWlnaHQiOjAuMCwiTGluZVR5cGUiOjAsIlBhcmVudFN0eWxlIjpudWxsfSwiUGFyZW50U3R5bGUiOm51bGx9LCJEYXRlU3R5bGUiOnsiJGlkIjoiMzkwOCIsIkZvbnRTZXR0aW5ncyI6eyIkaWQiOiIzOTA5IiwiRm9udFNpemUiOjEwLCJGb250TmFtZSI6IkNhbGlicmkiLCJJc0JvbGQiOmZhbHNlLCJJc0l0YWxpYyI6ZmFsc2UsIklzVW5kZXJsaW5lZCI6ZmFsc2UsIlBhcmVudFN0eWxlIjpudWxsfSwiQXV0b1NpemUiOjAsIkZvcmVncm91bmQiOnsiJGlkIjoiMzkxMCIsIkNvbG9yIjp7IiRpZCI6IjM5MT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5MTIiLCJUb3AiOjAuMCwiTGVmdCI6MC4wLCJSaWdodCI6MC4wLCJCb3R0b20iOjAuMH0sIlBhZGRpbmciOnsiJGlkIjoiMzkxMyIsIlRvcCI6MC4wLCJMZWZ0IjowLjAsIlJpZ2h0IjowLjAsIkJvdHRvbSI6MC4wfSwiQmFja2dyb3VuZCI6eyIkaWQiOiIzOTE0IiwiQ29sb3IiOnsiJGlkIjoiMzkxNSIsIkEiOjI1NSwiUiI6NjgsIkciOjg0LCJCIjoxMDZ9fSwiSXNWaXNpYmxlIjp0cnVlLCJXaWR0aCI6MC4wLCJIZWlnaHQiOjAuMCwiQm9yZGVyU3R5bGUiOnsiJGlkIjoiMzkxNiIsIkxpbmVDb2xvciI6bnVsbCwiTGluZVdlaWdodCI6MC4wLCJMaW5lVHlwZSI6MCwiUGFyZW50U3R5bGUiOm51bGx9LCJQYXJlbnRTdHlsZSI6bnVsbH0sIkRhdGVGb3JtYXQiOnsiJGlkIjoiMzkxN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E4IiwiRm9ybWF0IjowLCJJc1Zpc2libGUiOmZhbHNlLCJMYXN0S25vd25WaXNpYmlsaXR5U3RhdGUiOmZhbHNlfSwiSXNWaXNpYmxlIjp0cnVlLCJWYXJpYW5jZVN0eWxlIjp7IiRpZCI6IjM5MTkiLCJUZXh0U3R5bGUiOnsiJGlkIjoiMzkyMCIsIkZvbnRTZXR0aW5ncyI6eyIkaWQiOiIzOTIxIiwiRm9udFNpemUiOjEwLCJGb250TmFtZSI6IkNhbGlicmkiLCJJc0JvbGQiOmZhbHNlLCJJc0l0YWxpYyI6ZmFsc2UsIklzVW5kZXJsaW5lZCI6ZmFsc2UsIlBhcmVudFN0eWxlIjpudWxsfSwiQXV0b1NpemUiOjAsIkZvcmVncm91bmQiOnsiJGlkIjoiMzkyMiIsIkNvbG9yIjp7IiRpZCI6IjM5Mj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yNCIsIlRvcCI6MC4wLCJMZWZ0IjowLjAsIlJpZ2h0IjowLjAsIkJvdHRvbSI6MC4wfSwiUGFkZGluZyI6eyIkaWQiOiIzOTI1IiwiVG9wIjowLjAsIkxlZnQiOjAuMCwiUmlnaHQiOjAuMCwiQm90dG9tIjowLjB9LCJCYWNrZ3JvdW5kIjp7IiRpZCI6IjM5MjYiLCJDb2xvciI6eyIkaWQiOiIzOTI3IiwiQSI6MjU1LCJSIjowLCJHIjowLCJCIjowfX0sIklzVmlzaWJsZSI6dHJ1ZSwiV2lkdGgiOjAuMCwiSGVpZ2h0IjowLjAsIkJvcmRlclN0eWxlIjpudWxsLCJQYXJlbnRTdHlsZSI6bnVsbH0sIlBhcmVudFN0eWxlIjpudWxsfSwiUGFyZW50U3R5bGUiOm51bGx9LCJEZWZhdWx0TW90U3R5bGUiOnsiJGlkIjoiMzkyOCIsIlNoYXBlIjowLCJDb25uZWN0b3JNYXJnaW4iOnsiJGlkIjoiMzkyOSIsIlRvcCI6MC4wLCJMZWZ0IjoyLjAsIlJpZ2h0IjoyLjAsIkJvdHRvbSI6MC4wfSwiQ29ubmVjdG9yU3R5bGUiOnsiJGlkIjoiMzkzMCIsIkxpbmVDb2xvciI6eyIkaWQiOiIzOTMxIiwiJHR5cGUiOiJOTFJFLkNvbW1vbi5Eb20uU29saWRDb2xvckJydXNoLCBOTFJFLkNvbW1vbiIsIkNvbG9yIjp7IiRpZCI6IjM5MzIiLCJBIjoxMjcsIlIiOjIzNywiRyI6MTI1LCJCIjo0OX19LCJMaW5lV2VpZ2h0IjoxLjAsIkxpbmVUeXBlIjowLCJQYXJlbnRTdHlsZSI6bnVsbH0sIklzQmVsb3dUaW1lYmFuZCI6ZmFsc2UsIlBvc2l0aW9uT25UYXNrIjoxLCJIaWRlRGF0ZSI6ZmFsc2UsIlNoYXBlU2l6ZSI6MSwiU3BhY2luZyI6MC4wLCJQYWRkaW5nIjp7IiRpZCI6IjM5MzMiLCJUb3AiOjUuMCwiTGVmdCI6My4wLCJSaWdodCI6MC4wLCJCb3R0b20iOjIuMH0sIlNoYXBlU3R5bGUiOnsiJGlkIjoiMzkzNCIsIk1hcmdpbiI6eyIkaWQiOiIzOTM1IiwiVG9wIjowLjAsIkxlZnQiOjAuMCwiUmlnaHQiOjAuMCwiQm90dG9tIjowLjB9LCJQYWRkaW5nIjp7IiRpZCI6IjM5MzYiLCJUb3AiOjAuMCwiTGVmdCI6MC4wLCJSaWdodCI6MC4wLCJCb3R0b20iOjAuMH0sIkJhY2tncm91bmQiOnsiJGlkIjoiMzkzNyIsIkNvbG9yIjp7IiRpZCI6IjM5MzgiLCJBIjoyNTUsIlIiOjIzNywiRyI6MTI1LCJCIjo0OX19LCJJc1Zpc2libGUiOnRydWUsIldpZHRoIjoxMy4wLCJIZWlnaHQiOjEzLjAsIkJvcmRlclN0eWxlIjp7IiRpZCI6IjM5MzkiLCJMaW5lQ29sb3IiOnsiJGlkIjoiMzk0MCIsIiR0eXBlIjoiTkxSRS5Db21tb24uRG9tLlNvbGlkQ29sb3JCcnVzaCwgTkxSRS5Db21tb24iLCJDb2xvciI6eyIkaWQiOiIzOTQxIiwiQSI6MjU1LCJSIjoyMzQsIkciOjIyLCJCIjozMH19LCJMaW5lV2VpZ2h0IjowLjAsIkxpbmVUeXBlIjowLCJQYXJlbnRTdHlsZSI6bnVsbH0sIlBhcmVudFN0eWxlIjpudWxsfSwiVGl0bGVTdHlsZSI6eyIkaWQiOiIzOTQyIiwiRm9udFNldHRpbmdzIjp7IiRpZCI6IjM5NDMiLCJGb250U2l6ZSI6MTEsIkZvbnROYW1lIjoiQ2FsaWJyaSIsIklzQm9sZCI6dHJ1ZSwiSXNJdGFsaWMiOmZhbHNlLCJJc1VuZGVybGluZWQiOmZhbHNlLCJQYXJlbnRTdHlsZSI6bnVsbH0sIkF1dG9TaXplIjowLCJGb3JlZ3JvdW5kIjp7IiRpZCI6IjM5NDQiLCJDb2xvciI6eyIkaWQiOiIzOTQ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5NDYiLCJUb3AiOjAuMCwiTGVmdCI6MC4wLCJSaWdodCI6MC4wLCJCb3R0b20iOjAuMH0sIlBhZGRpbmciOnsiJGlkIjoiMzk0NyIsIlRvcCI6MC4wLCJMZWZ0IjowLjAsIlJpZ2h0IjowLjAsIkJvdHRvbSI6MC4wfSwiQmFja2dyb3VuZCI6eyIkaWQiOiIzOTQ4IiwiQ29sb3IiOnsiJGlkIjoiMzk0OSIsIkEiOjI1NSwiUiI6MCwiRyI6MCwiQiI6MH19LCJJc1Zpc2libGUiOnRydWUsIldpZHRoIjowLjAsIkhlaWdodCI6MC4wLCJCb3JkZXJTdHlsZSI6eyIkaWQiOiIzOTUwIiwiTGluZUNvbG9yIjpudWxsLCJMaW5lV2VpZ2h0IjowLjAsIkxpbmVUeXBlIjowLCJQYXJlbnRTdHlsZSI6bnVsbH0sIlBhcmVudFN0eWxlIjpudWxsfSwiRGF0ZVN0eWxlIjp7IiRpZCI6IjM5NTEiLCJGb250U2V0dGluZ3MiOnsiJGlkIjoiMzk1MiIsIkZvbnRTaXplIjoxMCwiRm9udE5hbWUiOiJDYWxpYnJpIiwiSXNCb2xkIjpmYWxzZSwiSXNJdGFsaWMiOmZhbHNlLCJJc1VuZGVybGluZWQiOmZhbHNlLCJQYXJlbnRTdHlsZSI6bnVsbH0sIkF1dG9TaXplIjowLCJGb3JlZ3JvdW5kIjp7IiRpZCI6IjM5NTMiLCJDb2xvciI6eyIkaWQiOiIzOTU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zOTU1IiwiVG9wIjowLjAsIkxlZnQiOjAuMCwiUmlnaHQiOjAuMCwiQm90dG9tIjowLjB9LCJQYWRkaW5nIjp7IiRpZCI6IjM5NTYiLCJUb3AiOjAuMCwiTGVmdCI6MC4wLCJSaWdodCI6MC4wLCJCb3R0b20iOjAuMH0sIkJhY2tncm91bmQiOnsiJGlkIjoiMzk1NyIsIkNvbG9yIjp7IiRpZCI6IjM5NTgiLCJBIjoyNTUsIlIiOjY4LCJHIjo4NCwiQiI6MTA2fX0sIklzVmlzaWJsZSI6dHJ1ZSwiV2lkdGgiOjAuMCwiSGVpZ2h0IjowLjAsIkJvcmRlclN0eWxlIjp7IiRpZCI6IjM5NTkiLCJMaW5lQ29sb3IiOm51bGwsIkxpbmVXZWlnaHQiOjAuMCwiTGluZVR5cGUiOjAsIlBhcmVudFN0eWxlIjpudWxsfSwiUGFyZW50U3R5bGUiOm51bGx9LCJEYXRlRm9ybWF0Ijp7IiRpZCI6IjM5NjA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2MSIsIkZvcm1hdCI6MCwiSXNWaXNpYmxlIjpmYWxzZSwiTGFzdEtub3duVmlzaWJpbGl0eVN0YXRlIjpmYWxzZX0sIklzVmlzaWJsZSI6dHJ1ZSwiVmFyaWFuY2VTdHlsZSI6eyIkaWQiOiIzOTYyIiwiVGV4dFN0eWxlIjp7IiRpZCI6IjM5NjMiLCJGb250U2V0dGluZ3MiOnsiJGlkIjoiMzk2NCIsIkZvbnRTaXplIjoxMCwiRm9udE5hbWUiOiJDYWxpYnJpIiwiSXNCb2xkIjpmYWxzZSwiSXNJdGFsaWMiOmZhbHNlLCJJc1VuZGVybGluZWQiOmZhbHNlLCJQYXJlbnRTdHlsZSI6bnVsbH0sIkF1dG9TaXplIjowLCJGb3JlZ3JvdW5kIjp7IiRpZCI6IjM5NjUiLCJDb2xvciI6eyIkaWQiOiIzOTY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5NjciLCJUb3AiOjAuMCwiTGVmdCI6MC4wLCJSaWdodCI6MC4wLCJCb3R0b20iOjAuMH0sIlBhZGRpbmciOnsiJGlkIjoiMzk2OCIsIlRvcCI6MC4wLCJMZWZ0IjowLjAsIlJpZ2h0IjowLjAsIkJvdHRvbSI6MC4wfSwiQmFja2dyb3VuZCI6eyIkaWQiOiIzOTY5IiwiQ29sb3IiOnsiJGlkIjoiMzk3MCIsIkEiOjI1NSwiUiI6MCwiRyI6MCwiQiI6MH19LCJJc1Zpc2libGUiOnRydWUsIldpZHRoIjowLjAsIkhlaWdodCI6MC4wLCJCb3JkZXJTdHlsZSI6bnVsbCwiUGFyZW50U3R5bGUiOm51bGx9LCJQYXJlbnRTdHlsZSI6bnVsbH0sIlBhcmVudFN0eWxlIjpudWxsfSwiRGVmYXVsdFRhc2tTdHlsZSI6eyIkaWQiOiIzOTcxIiwiU2hhcGUiOjMsIlNoYXBlVGhpY2tuZXNzIjowLCJEdXJhdGlvbkZvcm1hdCI6MCwiSW5jbHVkZU5vbldvcmtpbmdEYXlzSW5EdXJhdGlvbiI6ZmFsc2UsIlBlcmNlbnRhZ2VDb21wbGV0ZVN0eWxlIjp7IiRpZCI6IjM5NzIiLCJGb250U2V0dGluZ3MiOnsiJGlkIjoiMzk3MyIsIkZvbnRTaXplIjoxMCwiRm9udE5hbWUiOiJDYWxpYnJpIiwiSXNCb2xkIjpmYWxzZSwiSXNJdGFsaWMiOmZhbHNlLCJJc1VuZGVybGluZWQiOmZhbHNlLCJQYXJlbnRTdHlsZSI6bnVsbH0sIkF1dG9TaXplIjowLCJGb3JlZ3JvdW5kIjp7IiRpZCI6IjM5NzQiLCJDb2xvciI6eyIkaWQiOiIzOTc1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M5NzYiLCJUb3AiOjAuMCwiTGVmdCI6MC4wLCJSaWdodCI6MC4wLCJCb3R0b20iOjAuMH0sIlBhZGRpbmciOnsiJGlkIjoiMzk3NyIsIlRvcCI6MC4wLCJMZWZ0IjowLjAsIlJpZ2h0IjowLjAsIkJvdHRvbSI6MC4wfSwiQmFja2dyb3VuZCI6eyIkaWQiOiIzOTc4IiwiQ29sb3IiOnsiJGlkIjoiMzk3OSIsIkEiOjg5LCJSIjowLCJHIjowLCJCIjowfX0sIklzVmlzaWJsZSI6dHJ1ZSwiV2lkdGgiOjAuMCwiSGVpZ2h0IjowLjAsIkJvcmRlclN0eWxlIjp7IiRpZCI6IjM5ODAiLCJMaW5lQ29sb3IiOm51bGwsIkxpbmVXZWlnaHQiOjAuMCwiTGluZVR5cGUiOjAsIlBhcmVudFN0eWxlIjpudWxsfSwiUGFyZW50U3R5bGUiOm51bGx9LCJEdXJhdGlvblN0eWxlIjp7IiRpZCI6IjM5ODEiLCJGb250U2V0dGluZ3MiOnsiJGlkIjoiMzk4MiIsIkZvbnRTaXplIjoxMCwiRm9udE5hbWUiOiJDYWxpYnJpIiwiSXNCb2xkIjpmYWxzZSwiSXNJdGFsaWMiOmZhbHNlLCJJc1VuZGVybGluZWQiOmZhbHNlLCJQYXJlbnRTdHlsZSI6bnVsbH0sIkF1dG9TaXplIjowLCJGb3JlZ3JvdW5kIjp7IiRpZCI6IjM5ODMiLCJDb2xvciI6eyIkaWQiOiIzOT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Tg1IiwiVG9wIjowLjAsIkxlZnQiOjAuMCwiUmlnaHQiOjAuMCwiQm90dG9tIjowLjB9LCJQYWRkaW5nIjp7IiRpZCI6IjM5ODYiLCJUb3AiOjAuMCwiTGVmdCI6MC4wLCJSaWdodCI6MC4wLCJCb3R0b20iOjAuMH0sIkJhY2tncm91bmQiOnsiJGlkIjoiMzk4NyIsIkNvbG9yIjp7IiRpZCI6IjM5ODgiLCJBIjoyNTUsIlIiOjY4LCJHIjo4NCwiQiI6MTA2fX0sIklzVmlzaWJsZSI6dHJ1ZSwiV2lkdGgiOjAuMCwiSGVpZ2h0IjowLjAsIkJvcmRlclN0eWxlIjp7IiRpZCI6IjM5ODkiLCJMaW5lQ29sb3IiOm51bGwsIkxpbmVXZWlnaHQiOjAuMCwiTGluZVR5cGUiOjAsIlBhcmVudFN0eWxlIjpudWxsfSwiUGFyZW50U3R5bGUiOm51bGx9LCJIb3Jpem9udGFsQ29ubmVjdG9yU3R5bGUiOnsiJGlkIjoiMzk5MCIsIkxpbmVDb2xvciI6eyIkaWQiOiIzOTkxIiwiJHR5cGUiOiJOTFJFLkNvbW1vbi5Eb20uU29saWRDb2xvckJydXNoLCBOTFJFLkNvbW1vbiIsIkNvbG9yIjp7IiRpZCI6IjM5OTIiLCJBIjo1MSwiUiI6NjgsIkciOjExNCwiQiI6MTk2fX0sIkxpbmVXZWlnaHQiOjEuMCwiTGluZVR5cGUiOjAsIlBhcmVudFN0eWxlIjpudWxsfSwiVmVydGljYWxDb25uZWN0b3JTdHlsZSI6eyIkaWQiOiIzOTkzIiwiTGluZUNvbG9yIjp7IiRpZCI6IjM5OTQiLCIkdHlwZSI6Ik5MUkUuQ29tbW9uLkRvbS5Tb2xpZENvbG9yQnJ1c2gsIE5MUkUuQ29tbW9uIiwiQ29sb3IiOnsiJGlkIjoiMzk5NSIsIkEiOjUxLCJSIjo2OCwiRyI6MTE0LCJCIjoxOTZ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zOTk2IiwiU2hhcGVTdHlsZSI6eyIkaWQiOiIzOTk3IiwiTWFyZ2luIjp7IiRpZCI6IjM5OTgiLCJUb3AiOjAuMCwiTGVmdCI6MC4wLCJSaWdodCI6MC4wLCJCb3R0b20iOjAuMH0sIlBhZGRpbmciOnsiJGlkIjoiMzk5OSIsIlRvcCI6MC4wLCJMZWZ0IjowLjAsIlJpZ2h0IjowLjAsIkJvdHRvbSI6MC4wfSwiQmFja2dyb3VuZCI6eyIkaWQiOiI0MDAwIiwiQ29sb3IiOnsiJGlkIjoiNDAwMSIsIkEiOjE1MywiUiI6MCwiRyI6MCwiQiI6MH19LCJJc1Zpc2libGUiOnRydWUsIldpZHRoIjowLjAsIkhlaWdodCI6MC4wLCJCb3JkZXJTdHlsZSI6eyIkaWQiOiI0MDAyIiwiTGluZUNvbG9yIjp7IiRpZCI6IjQwMDMiLCIkdHlwZSI6Ik5MUkUuQ29tbW9uLkRvbS5Tb2xpZENvbG9yQnJ1c2gsIE5MUkUuQ29tbW9uIiwiQ29sb3IiOnsiJGlkIjoiNDAwNCIsIkEiOjI1NSwiUiI6MjU1LCJHIjowLCJCIjowfX0sIkxpbmVXZWlnaHQiOjAuMCwiTGluZVR5cGUiOjAsIlBhcmVudFN0eWxlIjpudWxsfSwiUGFyZW50U3R5bGUiOm51bGx9LCJNYXJnaW4iOnsiJGlkIjoiNDAwNSIsIlRvcCI6MC4wLCJMZWZ0IjowLjAsIlJpZ2h0IjowLjAsIkJvdHRvbSI6MC4wfSwiUGFkZGluZyI6eyIkaWQiOiI0MDA2IiwiVG9wIjowLjAsIkxlZnQiOjAuMCwiUmlnaHQiOjAuMCwiQm90dG9tIjowLjB9LCJCYWNrZ3JvdW5kIjpudWxsLCJJc1Zpc2libGUiOnRydWUsIldpZHRoIjowLjAsIkhlaWdodCI6MC4wLCJCb3JkZXJTdHlsZSI6bnVsbCwiUGFyZW50U3R5bGUiOm51bGx9LCJTaGFwZVN0eWxlIjp7IiRpZCI6IjQwMDciLCJNYXJnaW4iOnsiJGlkIjoiNDAwOCIsIlRvcCI6MC4wLCJMZWZ0Ijo0LjAsIlJpZ2h0Ijo0LjAsIkJvdHRvbSI6MC4wfSwiUGFkZGluZyI6eyIkaWQiOiI0MDA5IiwiVG9wIjowLjAsIkxlZnQiOjAuMCwiUmlnaHQiOjAuMCwiQm90dG9tIjowLjB9LCJCYWNrZ3JvdW5kIjp7IiRpZCI6IjQwMTAiLCJDb2xvciI6eyIkaWQiOiI0MDExIiwiQSI6MjU1LCJSIjo2OCwiRyI6MTE0LCJCIjoxOTZ9fSwiSXNWaXNpYmxlIjp0cnVlLCJXaWR0aCI6MC4wLCJIZWlnaHQiOjEwLjAsIkJvcmRlclN0eWxlIjp7IiRpZCI6IjQwMTIiLCJMaW5lQ29sb3IiOnsiJGlkIjoiNDAxMyIsIiR0eXBlIjoiTkxSRS5Db21tb24uRG9tLlNvbGlkQ29sb3JCcnVzaCwgTkxSRS5Db21tb24iLCJDb2xvciI6eyIkaWQiOiI0MDE0IiwiQSI6MjU1LCJSIjoyMzQsIkciOjIyLCJCIjozMH19LCJMaW5lV2VpZ2h0IjowLjAsIkxpbmVUeXBlIjowLCJQYXJlbnRTdHlsZSI6bnVsbH0sIlBhcmVudFN0eWxlIjpudWxsfSwiVGl0bGVTdHlsZSI6eyIkaWQiOiI0MDE1IiwiRm9udFNldHRpbmdzIjp7IiRpZCI6IjQwMTYiLCJGb250U2l6ZSI6MTEsIkZvbnROYW1lIjoiQ2FsaWJyaSIsIklzQm9sZCI6ZmFsc2UsIklzSXRhbGljIjpmYWxzZSwiSXNVbmRlcmxpbmVkIjpmYWxzZSwiUGFyZW50U3R5bGUiOm51bGx9LCJBdXRvU2l6ZSI6MCwiRm9yZWdyb3VuZCI6eyIkaWQiOiI0MDE3IiwiQ29sb3IiOnsiJGlkIjoiNDAx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0MDE5IiwiVG9wIjowLjAsIkxlZnQiOjAuMCwiUmlnaHQiOjAuMCwiQm90dG9tIjowLjB9LCJQYWRkaW5nIjp7IiRpZCI6IjQwMjAiLCJUb3AiOjAuMCwiTGVmdCI6MC4wLCJSaWdodCI6MC4wLCJCb3R0b20iOjAuMH0sIkJhY2tncm91bmQiOnsiJGlkIjoiNDAyMSIsIkNvbG9yIjp7IiRpZCI6IjQwMjIiLCJBIjoyNTUsIlIiOjAsIkciOjAsIkIiOjB9fSwiSXNWaXNpYmxlIjp0cnVlLCJXaWR0aCI6MC4wLCJIZWlnaHQiOjAuMCwiQm9yZGVyU3R5bGUiOnsiJGlkIjoiNDAyMyIsIkxpbmVDb2xvciI6bnVsbCwiTGluZVdlaWdodCI6MC4wLCJMaW5lVHlwZSI6MCwiUGFyZW50U3R5bGUiOm51bGx9LCJQYXJlbnRTdHlsZSI6bnVsbH0sIkRhdGVTdHlsZSI6eyIkaWQiOiI0MDI0IiwiRm9udFNldHRpbmdzIjp7IiRpZCI6IjQwMjUiLCJGb250U2l6ZSI6MTAsIkZvbnROYW1lIjoiQ2FsaWJyaSIsIklzQm9sZCI6ZmFsc2UsIklzSXRhbGljIjpmYWxzZSwiSXNVbmRlcmxpbmVkIjpmYWxzZSwiUGFyZW50U3R5bGUiOm51bGx9LCJBdXRvU2l6ZSI6MCwiRm9yZWdyb3VuZCI6eyIkaWQiOiI0MDI2IiwiQ29sb3IiOnsiJGlkIjoiNDAy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AyOCIsIlRvcCI6MC4wLCJMZWZ0IjowLjAsIlJpZ2h0IjowLjAsIkJvdHRvbSI6MC4wfSwiUGFkZGluZyI6eyIkaWQiOiI0MDI5IiwiVG9wIjowLjAsIkxlZnQiOjAuMCwiUmlnaHQiOjAuMCwiQm90dG9tIjowLjB9LCJCYWNrZ3JvdW5kIjp7IiRpZCI6IjQwMzAiLCJDb2xvciI6eyIkaWQiOiI0MDMxIiwiQSI6MjU1LCJSIjo2OCwiRyI6ODQsIkIiOjEwNn19LCJJc1Zpc2libGUiOnRydWUsIldpZHRoIjowLjAsIkhlaWdodCI6MC4wLCJCb3JkZXJTdHlsZSI6eyIkaWQiOiI0MDMyIiwiTGluZUNvbG9yIjpudWxsLCJMaW5lV2VpZ2h0IjowLjAsIkxpbmVUeXBlIjowLCJQYXJlbnRTdHlsZSI6bnVsbH0sIlBhcmVudFN0eWxlIjpudWxsfSwiRGF0ZUZvcm1hdCI6eyIkaWQiOiI0MD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wMzQiLCJGb3JtYXQiOjAsIklzVmlzaWJsZSI6ZmFsc2UsIkxhc3RLbm93blZpc2liaWxpdHlTdGF0ZSI6ZmFsc2V9LCJJc1Zpc2libGUiOnRydWUsIlZhcmlhbmNlU3R5bGUiOnsiJGlkIjoiNDAzNSIsIlRleHRTdHlsZSI6eyIkaWQiOiI0MDM2IiwiRm9udFNldHRpbmdzIjp7IiRpZCI6IjQwMzciLCJGb250U2l6ZSI6MTAsIkZvbnROYW1lIjoiQ2FsaWJyaSIsIklzQm9sZCI6ZmFsc2UsIklzSXRhbGljIjpmYWxzZSwiSXNVbmRlcmxpbmVkIjpmYWxzZSwiUGFyZW50U3R5bGUiOm51bGx9LCJBdXRvU2l6ZSI6MCwiRm9yZWdyb3VuZCI6eyIkaWQiOiI0MDM4IiwiQ29sb3IiOnsiJGlkIjoiNDAz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DQwIiwiVG9wIjowLjAsIkxlZnQiOjAuMCwiUmlnaHQiOjAuMCwiQm90dG9tIjowLjB9LCJQYWRkaW5nIjp7IiRpZCI6IjQwNDEiLCJUb3AiOjAuMCwiTGVmdCI6MC4wLCJSaWdodCI6MC4wLCJCb3R0b20iOjAuMH0sIkJhY2tncm91bmQiOnsiJGlkIjoiNDA0MiIsIkNvbG9yIjp7IiRpZCI6IjQwNDMiLCJBIjoyNTUsIlIiOjAsIkciOjAsIkIiOjB9fSwiSXNWaXNpYmxlIjp0cnVlLCJXaWR0aCI6MC4wLCJIZWlnaHQiOjAuMCwiQm9yZGVyU3R5bGUiOm51bGwsIlBhcmVudFN0eWxlIjpudWxsfSwiUGFyZW50U3R5bGUiOm51bGx9LCJQYXJlbnRTdHlsZSI6bnVsbCwiX2V4cGxpY2l0bHlTZXQiOnsiJGlkIjoiNDA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pbGVzdG9uZVN0eWxlIjpudWxsLCJHcmlkbGluZVBhbmVsU3R5bGUiOnsiJGlkIjoiNDA0NSIsIkdyaWRsaW5lU3R5bGUiOnsiJGlkIjoiNDA0NiIsIkxpbmVDb2xvciI6eyIkaWQiOiI0MDQ3IiwiJHR5cGUiOiJOTFJFLkNvbW1vbi5Eb20uU29saWRDb2xvckJydXNoLCBOTFJFLkNvbW1vbiIsIkNvbG9yIjp7IiRpZCI6IjQwNDgiLCJBIjoyNSwiUiI6NjgsIkciOjg0LCJCIjoxMDZ9fSwiTGluZVdlaWdodCI6MS4wLCJMaW5lVHlwZSI6MCwiUGFyZW50U3R5bGUiOm51bGx9LCJNYXJnaW4iOnsiJGlkIjoiNDA0OSIsIlRvcCI6MC4wLCJMZWZ0IjowLjAsIlJpZ2h0IjowLjAsIkJvdHRvbSI6MC4wfSwiUGFkZGluZyI6eyIkaWQiOiI0MDUwIiwiVG9wIjowLjAsIkxlZnQiOjAuMCwiUmlnaHQiOjAuMCwiQm90dG9tIjowLjB9LCJCYWNrZ3JvdW5kIjpudWxsLCJJc1Zpc2libGUiOmZhbHNlLCJXaWR0aCI6MC4wLCJIZWlnaHQiOjAuMCwiQm9yZGVyU3R5bGUiOnsiJGlkIjoiNDA1MSIsIkxpbmVDb2xvciI6bnVsbCwiTGluZVdlaWdodCI6MC4wLCJMaW5lVHlwZSI6MCwiUGFyZW50U3R5bGUiOm51bGx9LCJQYXJlbnRTdHlsZSI6bnVsbH0sIkFjdGl2aXR5TGluZVBhbmVsU3R5bGUiOnsiJGlkIjoiNDA1MiIsIkFjdGl2aXR5TGluZVN0eWxlIjp7IiRpZCI6IjQwNTMiLCJMaW5lQ29sb3IiOnsiJGlkIjoiNDA1NCIsIiR0eXBlIjoiTkxSRS5Db21tb24uRG9tLlNvbGlkQ29sb3JCcnVzaCwgTkxSRS5Db21tb24iLCJDb2xvciI6eyIkaWQiOiI0MDU1IiwiQSI6MzgsIlIiOjY4LCJHIjoxMTQsIkIiOjE5Nn19LCJMaW5lV2VpZ2h0IjoxLjAsIkxpbmVUeXBlIjowLCJQYXJlbnRTdHlsZSI6bnVsbH0sIk1hcmdpbiI6eyIkaWQiOiI0MDU2IiwiVG9wIjowLjAsIkxlZnQiOjAuMCwiUmlnaHQiOjAuMCwiQm90dG9tIjowLjB9LCJQYWRkaW5nIjp7IiRpZCI6IjQwNTciLCJUb3AiOjAuMCwiTGVmdCI6MC4wLCJSaWdodCI6MC4wLCJCb3R0b20iOjAuMH0sIkJhY2tncm91bmQiOm51bGwsIklzVmlzaWJsZSI6dHJ1ZSwiV2lkdGgiOjAuMCwiSGVpZ2h0IjowLjAsIkJvcmRlclN0eWxlIjp7IiRpZCI6IjQwNTgiLCJMaW5lQ29sb3IiOm51bGwsIkxpbmVXZWlnaHQiOjAuMCwiTGluZVR5cGUiOjAsIlBhcmVudFN0eWxlIjpudWxsfSwiUGFyZW50U3R5bGUiOm51bGx9LCJfc2VsZWN0ZWRUaGVtZVByZXNldENvbG9ycyI6eyIkaWQiOiI0MDU5IiwiVGV4dExpZ2h0Ijp7IiRpZCI6IjQwNjAiLCJBIjoyNTUsIlIiOjI1NSwiRyI6MjU1LCJCIjoyNTV9LCJUZXh0RGFyayI6eyIkaWQiOiI0MDYxIiwiQSI6MjU1LCJSIjowLCJHIjowLCJCIjowfSwiQWNjZW50MSI6eyIkaWQiOiI0MDYyIiwiQSI6MjU1LCJSIjoyMzEsIkciOjIzMCwiQiI6MjMwfSwiQWNjZW50MiI6eyIkaWQiOiI0MDYzIiwiQSI6MjU1LCJSIjo2OCwiRyI6ODQsIkIiOjEwNn0sIkFjY2VudDMiOnsiJGlkIjoiNDA2NCIsIkEiOjI1NSwiUiI6NjgsIkciOjExNCwiQiI6MTk2fSwiQWNjZW50NCI6eyIkaWQiOiI0MDY1IiwiQSI6MjU1LCJSIjoyNTUsIkciOjE5MiwiQiI6MH0sIkFjY2VudDUiOnsiJGlkIjoiNDA2NiIsIkEiOjI1NSwiUiI6MTEyLCJHIjoxNzMsIkIiOjcxfSwiQWNjZW50NiI6eyIkaWQiOiI0MDY3IiwiQSI6MjU1LCJSIjoxNjUsIkciOjE2NSwiQiI6MTY1fSwiQWNjZW50NyI6eyIkaWQiOiI0MDY4IiwiQSI6MjU1LCJSIjo5MSwiRyI6MTU1LCJCIjoyMTN9LCJBY2NlbnQ4Ijp7IiRpZCI6IjQwNjkiLCJBIjoyNTUsIlIiOjIzNywiRyI6MTI1LCJCIjo0OX19LCJTaG93RWxhcHNlZFRpbWVHcmFkaWVudFN0eWxlIjpmYWxzZSwiVGltZWJhbmRSZXNlcnZlZExlZnRBcmVhU3R5bGUiOnsiJGlkIjoiNDA3MCIsIkFjdGl2aXR5SGVhZGVyV2lkdGgiOjAuMCwiSXNTZXQiOmZhbHNlfSwiRGVmYXVsdFN3aW1sYW5lU3R5bGUiOm51bGwsIkRlZmF1bHRTd2ltbGFuZVYyU3R5bGUiOnsiJGlkIjoiNDA3MSIsIlN0eWxlSWQiOiIzMzJjZmIxMy1iNDAxLTRlYzMtYjY1NS03Mzk2OGQwNGQ3NDkiLCJIZWFkZXJTdHlsZSI6eyIkaWQiOiI0MDcyIiwiVGV4dElzVmVydGljYWwiOmZhbHNlLCJUZXh0U3R5bGUiOnsiJGlkIjoiNDA3MyIsIkZvbnRTZXR0aW5ncyI6eyIkaWQiOiI0MDc0IiwiRm9udFNpemUiOjExLCJGb250TmFtZSI6IkNhbGlicmkiLCJJc0JvbGQiOmZhbHNlLCJJc0l0YWxpYyI6ZmFsc2UsIklzVW5kZXJsaW5lZCI6ZmFsc2UsIlBhcmVudFN0eWxlIjpudWxsfSwiQXV0b1NpemUiOjAsIkZvcmVncm91bmQiOnsiJGlkIjoiNDA3NSIsIkNvbG9yIjp7IiRpZCI6IjQwNzYiLCJBIjoyNTUsIlIiOjI1NSwiRyI6MjU1LCJCIjoyNTV9fSwiTWF4V2lkdGgiOjAuMCwiTWF4SGVpZ2h0IjowLjAsIlNtYXJ0Rm9yZWdyb3VuZElzQWN0aXZlIjpmYWxzZSwiSG9yaXpvbnRhbEFsaWdubWVudCI6MCwiVmVydGljYWxBbGlnbm1lbnQiOjAsIlNtYXJ0Rm9yZWdyb3VuZCI6bnVsbCwiQmFja2dyb3VuZEZpbGxUeXBlIjowLCJNYXJnaW4iOnsiJGlkIjoiNDA3NyIsIlRvcCI6MC4wLCJMZWZ0IjowLjAsIlJpZ2h0IjowLjAsIkJvdHRvbSI6MC4wfSwiUGFkZGluZyI6eyIkaWQiOiI0MDc4IiwiVG9wIjowLjAsIkxlZnQiOjAuMCwiUmlnaHQiOjAuMCwiQm90dG9tIjowLjB9LCJCYWNrZ3JvdW5kIjp7IiRpZCI6IjQwNzkiLCJDb2xvciI6eyIkaWQiOiI0MDgwIiwiQSI6MjU1LCJSIjoyNTUsIkciOjI1NSwiQiI6MjU1fX0sIklzVmlzaWJsZSI6ZmFsc2UsIldpZHRoIjowLjAsIkhlaWdodCI6MC4wLCJCb3JkZXJTdHlsZSI6bnVsbCwiUGFyZW50U3R5bGUiOm51bGx9LCJSZWN0YW5nbGVTdHlsZSI6eyIkaWQiOiI0MDgxIiwiTWFyZ2luIjp7IiRpZCI6IjQwODIiLCJUb3AiOjAuMCwiTGVmdCI6MC4wLCJSaWdodCI6MC4wLCJCb3R0b20iOjAuMH0sIlBhZGRpbmciOnsiJGlkIjoiNDA4MyIsIlRvcCI6MC4wLCJMZWZ0IjowLjAsIlJpZ2h0IjowLjAsIkJvdHRvbSI6MC4wfSwiQmFja2dyb3VuZCI6eyIkaWQiOiI0MDg0IiwiQ29sb3IiOnsiJGlkIjoiNDA4NSIsIkEiOjI1NSwiUiI6NjgsIkciOjExNCwiQiI6MTk2fX0sIklzVmlzaWJsZSI6ZmFsc2UsIldpZHRoIjowLjAsIkhlaWdodCI6MC4wLCJCb3JkZXJTdHlsZSI6eyIkaWQiOiI0MDg2IiwiTGluZUNvbG9yIjp7IiRpZCI6IjQwODciLCIkdHlwZSI6Ik5MUkUuQ29tbW9uLkRvbS5Tb2xpZENvbG9yQnJ1c2gsIE5MUkUuQ29tbW9uIiwiQ29sb3IiOnsiJGlkIjoiNDA4OCIsIkEiOjI1NSwiUiI6MjU1LCJHIjoyNTUsIkIiOjI1NX19LCJMaW5lV2VpZ2h0IjowLjAsIkxpbmVUeXBlIjowLCJQYXJlbnRTdHlsZSI6bnVsbH0sIlBhcmVudFN0eWxlIjpudWxsfSwiTWFyZ2luIjp7IiRpZCI6IjQwODkiLCJUb3AiOjAuMCwiTGVmdCI6MC4wLCJSaWdodCI6MC4wLCJCb3R0b20iOjAuMH0sIlBhZGRpbmciOnsiJGlkIjoiNDA5MCIsIlRvcCI6MC4wLCJMZWZ0IjowLjAsIlJpZ2h0IjowLjAsIkJvdHRvbSI6MC4wfSwiQmFja2dyb3VuZCI6bnVsbCwiSXNWaXNpYmxlIjp0cnVlLCJXaWR0aCI6MC4wLCJIZWlnaHQiOjAuMCwiQm9yZGVyU3R5bGUiOm51bGwsIlBhcmVudFN0eWxlIjpudWxsfSwiQmFja2dyb3VuZFN0eWxlIjp7IiRpZCI6IjQwOTEiLCJNYXJnaW4iOnsiJGlkIjoiNDA5MiIsIlRvcCI6MC4wLCJMZWZ0IjowLjAsIlJpZ2h0IjowLjAsIkJvdHRvbSI6MC4wfSwiUGFkZGluZyI6eyIkaWQiOiI0MDkzIiwiVG9wIjowLjAsIkxlZnQiOjAuMCwiUmlnaHQiOjAuMCwiQm90dG9tIjowLjB9LCJCYWNrZ3JvdW5kIjp7IiRpZCI6IjQwOTQiLCJDb2xvciI6eyIkaWQiOiI0MDk1IiwiQSI6NTEsIlIiOjIwMCwiRyI6MjAwLCJCIjoyMDB9fSwiSXNWaXNpYmxlIjp0cnVlLCJXaWR0aCI6MC4wLCJIZWlnaHQiOjAuMCwiQm9yZGVyU3R5bGUiOnsiJGlkIjoiNDA5NiIsIkxpbmVDb2xvciI6eyIkaWQiOiI0MDk3IiwiJHR5cGUiOiJOTFJFLkNvbW1vbi5Eb20uU29saWRDb2xvckJydXNoLCBOTFJFLkNvbW1vbiIsIkNvbG9yIjp7IiRpZCI6IjQwOTgiLCJBIjoyNTUsIlIiOjIzNCwiRyI6MjIsIkIiOjMwfX0sIkxpbmVXZWlnaHQiOjAuMCwiTGluZVR5cGUiOjAsIlBhcmVudFN0eWxlIjpudWxsfSwiUGFyZW50U3R5bGUiOm51bGx9LCJJc0Fib3ZlVGltZWJhbmQiOmZhbHNlLCJTcGFjaW5nIjoyLCJEZWZhdWx0U3dpbWxhbmVUYXNrU3R5bGUiOnsiJGlkIjoiNDA5OSIsIiR0eXBlIjoiTkxSRS5Db21tb24uRG9tLlN0eWxlcy5FeHBsaWNpdFNldGFibGVUYXNrU3R5bGUsIE5MUkUuQ29tbW9uIiwiU2hhcGUiOjEsIlNoYXBlVGhpY2tuZXNzIjowLCJEdXJhdGlvbkZvcm1hdCI6MCwiSW5jbHVkZU5vbldvcmtpbmdEYXlzSW5EdXJhdGlvbiI6ZmFsc2UsIlBlcmNlbnRhZ2VDb21wbGV0ZVN0eWxlIjp7IiRpZCI6IjQxMDAiLCJGb250U2V0dGluZ3MiOnsiJGlkIjoiNDEwMSIsIkZvbnRTaXplIjoxMCwiRm9udE5hbWUiOiJDYWxpYnJpIiwiSXNCb2xkIjpmYWxzZSwiSXNJdGFsaWMiOmZhbHNlLCJJc1VuZGVybGluZWQiOmZhbHNlLCJQYXJlbnRTdHlsZSI6bnVsbH0sIkF1dG9TaXplIjowLCJGb3JlZ3JvdW5kIjp7IiRpZCI6IjQxMDIiLCJDb2xvciI6eyIkaWQiOiI0MTA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QxMDQiLCJUb3AiOjAuMCwiTGVmdCI6MC4wLCJSaWdodCI6MC4wLCJCb3R0b20iOjAuMH0sIlBhZGRpbmciOnsiJGlkIjoiNDEwNSIsIlRvcCI6MC4wLCJMZWZ0IjowLjAsIlJpZ2h0IjowLjAsIkJvdHRvbSI6MC4wfSwiQmFja2dyb3VuZCI6eyIkaWQiOiI0MTA2IiwiQ29sb3IiOnsiJGlkIjoiNDEwNyIsIkEiOjg5LCJSIjowLCJHIjowLCJCIjowfX0sIklzVmlzaWJsZSI6dHJ1ZSwiV2lkdGgiOjAuMCwiSGVpZ2h0IjowLjAsIkJvcmRlclN0eWxlIjp7IiRpZCI6IjQxMDgiLCJMaW5lQ29sb3IiOm51bGwsIkxpbmVXZWlnaHQiOjAuMCwiTGluZVR5cGUiOjAsIlBhcmVudFN0eWxlIjpudWxsfSwiUGFyZW50U3R5bGUiOm51bGx9LCJEdXJhdGlvblN0eWxlIjp7IiRpZCI6IjQxMDkiLCJGb250U2V0dGluZ3MiOnsiJGlkIjoiNDExMCIsIkZvbnRTaXplIjoxMCwiRm9udE5hbWUiOiJDYWxpYnJpIiwiSXNCb2xkIjpmYWxzZSwiSXNJdGFsaWMiOmZhbHNlLCJJc1VuZGVybGluZWQiOmZhbHNlLCJQYXJlbnRTdHlsZSI6bnVsbH0sIkF1dG9TaXplIjowLCJGb3JlZ3JvdW5kIjp7IiRpZCI6IjQxMTEiLCJDb2xvciI6eyIkaWQiOiI0MTE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EzIiwiVG9wIjowLjAsIkxlZnQiOjAuMCwiUmlnaHQiOjAuMCwiQm90dG9tIjowLjB9LCJQYWRkaW5nIjp7IiRpZCI6IjQxMTQiLCJUb3AiOjAuMCwiTGVmdCI6MC4wLCJSaWdodCI6MC4wLCJCb3R0b20iOjAuMH0sIkJhY2tncm91bmQiOnsiJGlkIjoiNDExNSIsIkNvbG9yIjp7IiRpZCI6IjQxMTYiLCJBIjoyNTUsIlIiOjY4LCJHIjo4NCwiQiI6MTA2fX0sIklzVmlzaWJsZSI6dHJ1ZSwiV2lkdGgiOjAuMCwiSGVpZ2h0IjowLjAsIkJvcmRlclN0eWxlIjp7IiRpZCI6IjQxMTciLCJMaW5lQ29sb3IiOm51bGwsIkxpbmVXZWlnaHQiOjAuMCwiTGluZVR5cGUiOjAsIlBhcmVudFN0eWxlIjpudWxsfSwiUGFyZW50U3R5bGUiOm51bGx9LCJIb3Jpem9udGFsQ29ubmVjdG9yU3R5bGUiOnsiJGlkIjoiNDExOCIsIkxpbmVDb2xvciI6eyIkaWQiOiI0MTE5IiwiJHR5cGUiOiJOTFJFLkNvbW1vbi5Eb20uU29saWRDb2xvckJydXNoLCBOTFJFLkNvbW1vbiIsIkNvbG9yIjp7IiRpZCI6IjQxMjAiLCJBIjoyNTUsIlIiOjAsIkciOjAsIkIiOjB9fSwiTGluZVdlaWdodCI6MC4wLCJMaW5lVHlwZSI6MCwiUGFyZW50U3R5bGUiOm51bGx9LCJWZXJ0aWNhbENvbm5lY3RvclN0eWxlIjp7IiRpZCI6IjQxMjEiLCJMaW5lQ29sb3IiOnsiJGlkIjoiNDEyMiIsIiR0eXBlIjoiTkxSRS5Db21tb24uRG9tLlNvbGlkQ29sb3JCcnVzaCwgTkxSRS5Db21tb24iLCJDb2xvciI6eyIkaWQiOiI0MTI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0MTI0IiwiU2hhcGVTdHlsZSI6eyIkaWQiOiI0MTI1IiwiTWFyZ2luIjp7IiRpZCI6IjQxMjYiLCJUb3AiOjAuMCwiTGVmdCI6MC4wLCJSaWdodCI6MC4wLCJCb3R0b20iOjAuMH0sIlBhZGRpbmciOnsiJGlkIjoiNDEyNyIsIlRvcCI6MC4wLCJMZWZ0IjowLjAsIlJpZ2h0IjowLjAsIkJvdHRvbSI6MC4wfSwiQmFja2dyb3VuZCI6eyIkaWQiOiI0MTI4IiwiQ29sb3IiOnsiJGlkIjoiNDEyOSIsIkEiOjE1MywiUiI6MCwiRyI6MCwiQiI6MH19LCJJc1Zpc2libGUiOnRydWUsIldpZHRoIjowLjAsIkhlaWdodCI6MC4wLCJCb3JkZXJTdHlsZSI6eyIkaWQiOiI0MTMwIiwiTGluZUNvbG9yIjp7IiRpZCI6IjQxMzEiLCIkdHlwZSI6Ik5MUkUuQ29tbW9uLkRvbS5Tb2xpZENvbG9yQnJ1c2gsIE5MUkUuQ29tbW9uIiwiQ29sb3IiOnsiJGlkIjoiNDEzMiIsIkEiOjI1NSwiUiI6MjU1LCJHIjowLCJCIjowfX0sIkxpbmVXZWlnaHQiOjAuMCwiTGluZVR5cGUiOjAsIlBhcmVudFN0eWxlIjpudWxsfSwiUGFyZW50U3R5bGUiOm51bGx9LCJNYXJnaW4iOnsiJGlkIjoiNDEzMyIsIlRvcCI6MC4wLCJMZWZ0IjowLjAsIlJpZ2h0IjowLjAsIkJvdHRvbSI6MC4wfSwiUGFkZGluZyI6eyIkaWQiOiI0MTM0IiwiVG9wIjowLjAsIkxlZnQiOjAuMCwiUmlnaHQiOjAuMCwiQm90dG9tIjowLjB9LCJCYWNrZ3JvdW5kIjpudWxsLCJJc1Zpc2libGUiOnRydWUsIldpZHRoIjowLjAsIkhlaWdodCI6MC4wLCJCb3JkZXJTdHlsZSI6bnVsbCwiUGFyZW50U3R5bGUiOm51bGx9LCJTaGFwZVN0eWxlIjp7IiRpZCI6IjQxMzUiLCJNYXJnaW4iOnsiJGlkIjoiNDEzNiIsIlRvcCI6MC4wLCJMZWZ0Ijo0LjAsIlJpZ2h0Ijo0LjAsIkJvdHRvbSI6MC4wfSwiUGFkZGluZyI6eyIkaWQiOiI0MTM3IiwiVG9wIjowLjAsIkxlZnQiOjAuMCwiUmlnaHQiOjAuMCwiQm90dG9tIjowLjB9LCJCYWNrZ3JvdW5kIjp7IiRpZCI6IjQxMzgiLCJDb2xvciI6eyIkaWQiOiI0MTM5IiwiQSI6MjU1LCJSIjo2OCwiRyI6MTE0LCJCIjoxOTZ9fSwiSXNWaXNpYmxlIjp0cnVlLCJXaWR0aCI6MC4wLCJIZWlnaHQiOjEwLjAsIkJvcmRlclN0eWxlIjp7IiRpZCI6IjQxNDAiLCJMaW5lQ29sb3IiOnsiJGlkIjoiNDE0MSIsIiR0eXBlIjoiTkxSRS5Db21tb24uRG9tLlNvbGlkQ29sb3JCcnVzaCwgTkxSRS5Db21tb24iLCJDb2xvciI6eyIkaWQiOiI0MTQyIiwiQSI6MjU1LCJSIjoyMzQsIkciOjIyLCJCIjozMH19LCJMaW5lV2VpZ2h0IjowLjAsIkxpbmVUeXBlIjowLCJQYXJlbnRTdHlsZSI6bnVsbH0sIlBhcmVudFN0eWxlIjpudWxsfSwiVGl0bGVTdHlsZSI6eyIkaWQiOiI0MTQzIiwiRm9udFNldHRpbmdzIjp7IiRpZCI6IjQxNDQiLCJGb250U2l6ZSI6MTEsIkZvbnROYW1lIjoiQ2FsaWJyaSIsIklzQm9sZCI6ZmFsc2UsIklzSXRhbGljIjpmYWxzZSwiSXNVbmRlcmxpbmVkIjpmYWxzZSwiUGFyZW50U3R5bGUiOm51bGx9LCJBdXRvU2l6ZSI6MCwiRm9yZWdyb3VuZCI6eyIkaWQiOiI0MTQ1IiwiQ29sb3IiOnsiJGlkIjoiNDE0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Q3IiwiVG9wIjowLjAsIkxlZnQiOjAuMCwiUmlnaHQiOjAuMCwiQm90dG9tIjowLjB9LCJQYWRkaW5nIjp7IiRpZCI6IjQxNDgiLCJUb3AiOjAuMCwiTGVmdCI6MC4wLCJSaWdodCI6MC4wLCJCb3R0b20iOjAuMH0sIkJhY2tncm91bmQiOnsiJGlkIjoiNDE0OSIsIkNvbG9yIjp7IiRpZCI6IjQxNTAiLCJBIjoyNTUsIlIiOjAsIkciOjAsIkIiOjB9fSwiSXNWaXNpYmxlIjp0cnVlLCJXaWR0aCI6MC4wLCJIZWlnaHQiOjAuMCwiQm9yZGVyU3R5bGUiOnsiJGlkIjoiNDE1MSIsIkxpbmVDb2xvciI6bnVsbCwiTGluZVdlaWdodCI6MC4wLCJMaW5lVHlwZSI6MCwiUGFyZW50U3R5bGUiOm51bGx9LCJQYXJlbnRTdHlsZSI6bnVsbH0sIkRhdGVTdHlsZSI6eyIkaWQiOiI0MTUyIiwiRm9udFNldHRpbmdzIjp7IiRpZCI6IjQxNTMiLCJGb250U2l6ZSI6MTAsIkZvbnROYW1lIjoiQ2FsaWJyaSIsIklzQm9sZCI6ZmFsc2UsIklzSXRhbGljIjpmYWxzZSwiSXNVbmRlcmxpbmVkIjpmYWxzZSwiUGFyZW50U3R5bGUiOm51bGx9LCJBdXRvU2l6ZSI6MCwiRm9yZWdyb3VuZCI6eyIkaWQiOiI0MTU0IiwiQ29sb3IiOnsiJGlkIjoiNDE1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E1NiIsIlRvcCI6MC4wLCJMZWZ0IjowLjAsIlJpZ2h0IjowLjAsIkJvdHRvbSI6MC4wfSwiUGFkZGluZyI6eyIkaWQiOiI0MTU3IiwiVG9wIjowLjAsIkxlZnQiOjAuMCwiUmlnaHQiOjAuMCwiQm90dG9tIjowLjB9LCJCYWNrZ3JvdW5kIjp7IiRpZCI6IjQxNTgiLCJDb2xvciI6eyIkaWQiOiI0MTU5IiwiQSI6MjU1LCJSIjo2OCwiRyI6ODQsIkIiOjEwNn19LCJJc1Zpc2libGUiOnRydWUsIldpZHRoIjowLjAsIkhlaWdodCI6MC4wLCJCb3JkZXJTdHlsZSI6eyIkaWQiOiI0MTYwIiwiTGluZUNvbG9yIjpudWxsLCJMaW5lV2VpZ2h0IjowLjAsIkxpbmVUeXBlIjowLCJQYXJlbnRTdHlsZSI6bnVsbH0sIlBhcmVudFN0eWxlIjpudWxsfSwiRGF0ZUZvcm1hdCI6eyIkaWQiOiI0MTY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xNjIiLCJGb3JtYXQiOjAsIklzVmlzaWJsZSI6ZmFsc2UsIkxhc3RLbm93blZpc2liaWxpdHlTdGF0ZSI6ZmFsc2V9LCJJc1Zpc2libGUiOnRydWUsIlZhcmlhbmNlU3R5bGUiOnsiJGlkIjoiNDE2MyIsIlRleHRTdHlsZSI6eyIkaWQiOiI0MTY0IiwiRm9udFNldHRpbmdzIjp7IiRpZCI6IjQxNjUiLCJGb250U2l6ZSI6MTAsIkZvbnROYW1lIjoiQ2FsaWJyaSIsIklzQm9sZCI6ZmFsc2UsIklzSXRhbGljIjpmYWxzZSwiSXNVbmRlcmxpbmVkIjpmYWxzZSwiUGFyZW50U3R5bGUiOm51bGx9LCJBdXRvU2l6ZSI6MCwiRm9yZWdyb3VuZCI6eyIkaWQiOiI0MTY2IiwiQ29sb3IiOnsiJGlkIjoiNDE2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TY4IiwiVG9wIjowLjAsIkxlZnQiOjAuMCwiUmlnaHQiOjAuMCwiQm90dG9tIjowLjB9LCJQYWRkaW5nIjp7IiRpZCI6IjQxNjkiLCJUb3AiOjAuMCwiTGVmdCI6MC4wLCJSaWdodCI6MC4wLCJCb3R0b20iOjAuMH0sIkJhY2tncm91bmQiOnsiJGlkIjoiNDE3MCIsIkNvbG9yIjp7IiRpZCI6IjQxNzEiLCJBIjoyNTUsIlIiOjAsIkciOjAsIkIiOjB9fSwiSXNWaXNpYmxlIjp0cnVlLCJXaWR0aCI6MC4wLCJIZWlnaHQiOjAuMCwiQm9yZGVyU3R5bGUiOm51bGwsIlBhcmVudFN0eWxlIjpudWxsfSwiUGFyZW50U3R5bGUiOm51bGx9LCJQYXJlbnRTdHlsZSI6bnVsbCwiX2V4cGxpY2l0bHlTZXQiOnsiJGlkIjoiNDE3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xNzMiLCJTaGFwZSI6MSwiQ29ubmVjdG9yTWFyZ2luIjp7IiRpZCI6IjQxNzQiLCJUb3AiOjAuMCwiTGVmdCI6Mi4wLCJSaWdodCI6Mi4wLCJCb3R0b20iOjAuMH0sIkNvbm5lY3RvclN0eWxlIjp7IiRpZCI6IjQxNzUiLCJMaW5lQ29sb3IiOnsiJGlkIjoiNDE3NiIsIiR0eXBlIjoiTkxSRS5Db21tb24uRG9tLlNvbGlkQ29sb3JCcnVzaCwgTkxSRS5Db21tb24iLCJDb2xvciI6eyIkaWQiOiI0MTc3IiwiQSI6MTI3LCJSIjozNCwiRyI6NTcsIkIiOjk4fX0sIkxpbmVXZWlnaHQiOjEuMCwiTGluZVR5cGUiOjAsIlBhcmVudFN0eWxlIjpudWxsfSwiSXNCZWxvd1RpbWViYW5kIjpmYWxzZSwiUG9zaXRpb25PblRhc2siOjEsIkhpZGVEYXRlIjpmYWxzZSwiU2hhcGVTaXplIjowLCJTcGFjaW5nIjowLjAsIlBhZGRpbmciOnsiJGlkIjoiNDE3OCIsIlRvcCI6NS4wLCJMZWZ0IjozLjAsIlJpZ2h0IjowLjAsIkJvdHRvbSI6Mi4wfSwiU2hhcGVTdHlsZSI6eyIkaWQiOiI0MTc5IiwiTWFyZ2luIjp7IiRpZCI6IjQxODAiLCJUb3AiOjAuMCwiTGVmdCI6MC4wLCJSaWdodCI6MC4wLCJCb3R0b20iOjAuMH0sIlBhZGRpbmciOnsiJGlkIjoiNDE4MSIsIlRvcCI6MC4wLCJMZWZ0IjowLjAsIlJpZ2h0IjowLjAsIkJvdHRvbSI6MC4wfSwiQmFja2dyb3VuZCI6eyIkaWQiOiI0MTgyIiwiQ29sb3IiOnsiJGlkIjoiNDE4MyIsIkEiOjI1NSwiUiI6MzQsIkciOjU3LCJCIjo5OH19LCJJc1Zpc2libGUiOnRydWUsIldpZHRoIjoxMi4wLCJIZWlnaHQiOjE0LjAsIkJvcmRlclN0eWxlIjp7IiRpZCI6IjQxODQiLCJMaW5lQ29sb3IiOnsiJGlkIjoiNDE4NSIsIiR0eXBlIjoiTkxSRS5Db21tb24uRG9tLlNvbGlkQ29sb3JCcnVzaCwgTkxSRS5Db21tb24iLCJDb2xvciI6eyIkaWQiOiI0MTg2IiwiQSI6MjU1LCJSIjoyNTUsIkciOjAsIkIiOjB9fSwiTGluZVdlaWdodCI6MC4wLCJMaW5lVHlwZSI6MCwiUGFyZW50U3R5bGUiOm51bGx9LCJQYXJlbnRTdHlsZSI6bnVsbH0sIlRpdGxlU3R5bGUiOnsiJGlkIjoiNDE4NyIsIkZvbnRTZXR0aW5ncyI6eyIkaWQiOiI0MTg4IiwiRm9udFNpemUiOjExLCJGb250TmFtZSI6IkNhbGlicmkiLCJJc0JvbGQiOmZhbHNlLCJJc0l0YWxpYyI6ZmFsc2UsIklzVW5kZXJsaW5lZCI6ZmFsc2UsIlBhcmVudFN0eWxlIjpudWxsfSwiQXV0b1NpemUiOjAsIkZvcmVncm91bmQiOnsiJGlkIjoiNDE4OSIsIkNvbG9yIjp7IiRpZCI6IjQxOT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DE5MSIsIlRvcCI6MC4wLCJMZWZ0IjowLjAsIlJpZ2h0IjowLjAsIkJvdHRvbSI6MC4wfSwiUGFkZGluZyI6eyIkaWQiOiI0MTkyIiwiVG9wIjowLjAsIkxlZnQiOjAuMCwiUmlnaHQiOjAuMCwiQm90dG9tIjowLjB9LCJCYWNrZ3JvdW5kIjp7IiRpZCI6IjQxOTMiLCJDb2xvciI6eyIkaWQiOiI0MTk0IiwiQSI6MjU1LCJSIjowLCJHIjowLCJCIjowfX0sIklzVmlzaWJsZSI6dHJ1ZSwiV2lkdGgiOjAuMCwiSGVpZ2h0IjowLjAsIkJvcmRlclN0eWxlIjp7IiRpZCI6IjQxOTUiLCJMaW5lQ29sb3IiOm51bGwsIkxpbmVXZWlnaHQiOjAuMCwiTGluZVR5cGUiOjAsIlBhcmVudFN0eWxlIjpudWxsfSwiUGFyZW50U3R5bGUiOm51bGx9LCJEYXRlU3R5bGUiOnsiJGlkIjoiNDE5NiIsIkZvbnRTZXR0aW5ncyI6eyIkaWQiOiI0MTk3IiwiRm9udFNpemUiOjEwLCJGb250TmFtZSI6IkNhbGlicmkiLCJJc0JvbGQiOmZhbHNlLCJJc0l0YWxpYyI6ZmFsc2UsIklzVW5kZXJsaW5lZCI6ZmFsc2UsIlBhcmVudFN0eWxlIjpudWxsfSwiQXV0b1NpemUiOjAsIkZvcmVncm91bmQiOnsiJGlkIjoiNDE5OCIsIkNvbG9yIjp7IiRpZCI6IjQxOT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QyMDAiLCJUb3AiOjAuMCwiTGVmdCI6MC4wLCJSaWdodCI6MC4wLCJCb3R0b20iOjAuMH0sIlBhZGRpbmciOnsiJGlkIjoiNDIwMSIsIlRvcCI6MC4wLCJMZWZ0IjowLjAsIlJpZ2h0IjowLjAsIkJvdHRvbSI6MC4wfSwiQmFja2dyb3VuZCI6eyIkaWQiOiI0MjAyIiwiQ29sb3IiOnsiJGlkIjoiNDIwMyIsIkEiOjI1NSwiUiI6NjgsIkciOjg0LCJCIjoxMDZ9fSwiSXNWaXNpYmxlIjp0cnVlLCJXaWR0aCI6MC4wLCJIZWlnaHQiOjAuMCwiQm9yZGVyU3R5bGUiOnsiJGlkIjoiNDIwNCIsIkxpbmVDb2xvciI6bnVsbCwiTGluZVdlaWdodCI6MC4wLCJMaW5lVHlwZSI6MCwiUGFyZW50U3R5bGUiOm51bGx9LCJQYXJlbnRTdHlsZSI6bnVsbH0sIkRhdGVGb3JtYXQiOnsiJGlkIjoiNDIw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A2IiwiRm9ybWF0IjowLCJJc1Zpc2libGUiOmZhbHNlLCJMYXN0S25vd25WaXNpYmlsaXR5U3RhdGUiOmZhbHNlfSwiSXNWaXNpYmxlIjp0cnVlLCJWYXJpYW5jZVN0eWxlIjp7IiRpZCI6IjQyMDciLCJUZXh0U3R5bGUiOnsiJGlkIjoiNDIwOCIsIkZvbnRTZXR0aW5ncyI6eyIkaWQiOiI0MjA5IiwiRm9udFNpemUiOjEwLCJGb250TmFtZSI6IkNhbGlicmkiLCJJc0JvbGQiOmZhbHNlLCJJc0l0YWxpYyI6ZmFsc2UsIklzVW5kZXJsaW5lZCI6ZmFsc2UsIlBhcmVudFN0eWxlIjpudWxsfSwiQXV0b1NpemUiOjAsIkZvcmVncm91bmQiOnsiJGlkIjoiNDIxMCIsIkNvbG9yIjp7IiRpZCI6IjQyM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xMiIsIlRvcCI6MC4wLCJMZWZ0IjowLjAsIlJpZ2h0IjowLjAsIkJvdHRvbSI6MC4wfSwiUGFkZGluZyI6eyIkaWQiOiI0MjEzIiwiVG9wIjowLjAsIkxlZnQiOjAuMCwiUmlnaHQiOjAuMCwiQm90dG9tIjowLjB9LCJCYWNrZ3JvdW5kIjp7IiRpZCI6IjQyMTQiLCJDb2xvciI6eyIkaWQiOiI0MjE1IiwiQSI6MjU1LCJSIjowLCJHIjowLCJCIjowfX0sIklzVmlzaWJsZSI6dHJ1ZSwiV2lkdGgiOjAuMCwiSGVpZ2h0IjowLjAsIkJvcmRlclN0eWxlIjpudWxsLCJQYXJlbnRTdHlsZSI6bnVsbH0sIlBhcmVudFN0eWxlIjpudWxsfSwiUGFyZW50U3R5bGUiOm51bGx9LCJEZWZhdWx0U3dpbWxhbmVNaWxlc3RvbmVTdHlsZSI6eyIkaWQiOiI0MjE2IiwiVGl0bGVQb3NpdGlvbiI6IkxlZnQiLCJEYXRlUG9zaXRpb24iOiJSaWdodCIsIlZhcmlhbmNlUG9zaXRpb24iOiJSaWdodCIsIlNoYXBlVHlwZSI6MSwiU2hhcGVTaXplIjowLCJTcGFjaW5nIjo1LCJTaGFwZVN0eWxlIjp7IiRpZCI6IjQyMTciLCJNYXJnaW4iOnsiJGlkIjoiNDIxOCIsIlRvcCI6MC4wLCJMZWZ0IjowLjAsIlJpZ2h0IjowLjAsIkJvdHRvbSI6MC4wfSwiUGFkZGluZyI6eyIkaWQiOiI0MjE5IiwiVG9wIjowLjAsIkxlZnQiOjAuMCwiUmlnaHQiOjAuMCwiQm90dG9tIjowLjB9LCJCYWNrZ3JvdW5kIjp7IiRpZCI6IjQyMjAiLCJDb2xvciI6eyIkaWQiOiI0MjIxIiwiQSI6MjU1LCJSIjo2OCwiRyI6MTE0LCJCIjoxOTZ9fSwiSXNWaXNpYmxlIjp0cnVlLCJXaWR0aCI6MTIuMCwiSGVpZ2h0IjoxNC4wLCJCb3JkZXJTdHlsZSI6eyIkaWQiOiI0MjIyIiwiTGluZUNvbG9yIjp7IiRpZCI6IjQyMjMiLCIkdHlwZSI6Ik5MUkUuQ29tbW9uLkRvbS5Tb2xpZENvbG9yQnJ1c2gsIE5MUkUuQ29tbW9uIiwiQ29sb3IiOnsiJGlkIjoiNDIyNCIsIkEiOjI1NSwiUiI6MjM0LCJHIjoyMiwiQiI6MzB9fSwiTGluZVdlaWdodCI6MC4wLCJMaW5lVHlwZSI6MCwiUGFyZW50U3R5bGUiOm51bGx9LCJQYXJlbnRTdHlsZSI6bnVsbH0sIlRpdGxlU3R5bGUiOnsiJGlkIjoiNDIyNSIsIkZvbnRTZXR0aW5ncyI6eyIkaWQiOiI0MjI2IiwiRm9udFNpemUiOjExLCJGb250TmFtZSI6IkNhbGlicmkiLCJJc0JvbGQiOmZhbHNlLCJJc0l0YWxpYyI6ZmFsc2UsIklzVW5kZXJsaW5lZCI6ZmFsc2UsIlBhcmVudFN0eWxlIjpudWxsfSwiQXV0b1NpemUiOjAsIkZvcmVncm91bmQiOnsiJGlkIjoiNDIyNyIsIkNvbG9yIjp7IiRpZCI6IjQyM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NDIyOSIsIlRvcCI6MC4wLCJMZWZ0IjowLjAsIlJpZ2h0IjowLjAsIkJvdHRvbSI6MC4wfSwiUGFkZGluZyI6eyIkaWQiOiI0MjMwIiwiVG9wIjowLjAsIkxlZnQiOjAuMCwiUmlnaHQiOjAuMCwiQm90dG9tIjowLjB9LCJCYWNrZ3JvdW5kIjp7IiRpZCI6IjQyMzEiLCJDb2xvciI6eyIkaWQiOiI0MjMyIiwiQSI6MjU1LCJSIjowLCJHIjowLCJCIjowfX0sIklzVmlzaWJsZSI6dHJ1ZSwiV2lkdGgiOjAuMCwiSGVpZ2h0IjowLjAsIkJvcmRlclN0eWxlIjp7IiRpZCI6IjQyMzMiLCJMaW5lQ29sb3IiOm51bGwsIkxpbmVXZWlnaHQiOjAuMCwiTGluZVR5cGUiOjAsIlBhcmVudFN0eWxlIjpudWxsfSwiUGFyZW50U3R5bGUiOm51bGx9LCJEYXRlU3R5bGUiOnsiJGlkIjoiNDIzNCIsIkZvbnRTZXR0aW5ncyI6eyIkaWQiOiI0MjM1IiwiRm9udFNpemUiOjEwLCJGb250TmFtZSI6IkNhbGlicmkiLCJJc0JvbGQiOmZhbHNlLCJJc0l0YWxpYyI6ZmFsc2UsIklzVW5kZXJsaW5lZCI6ZmFsc2UsIlBhcmVudFN0eWxlIjpudWxsfSwiQXV0b1NpemUiOjAsIkZvcmVncm91bmQiOnsiJGlkIjoiNDIzNiIsIkNvbG9yIjp7IiRpZCI6IjQyM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yMzgiLCJUb3AiOjAuMCwiTGVmdCI6MC4wLCJSaWdodCI6MC4wLCJCb3R0b20iOjAuMH0sIlBhZGRpbmciOnsiJGlkIjoiNDIzOSIsIlRvcCI6MC4wLCJMZWZ0IjowLjAsIlJpZ2h0IjowLjAsIkJvdHRvbSI6MC4wfSwiQmFja2dyb3VuZCI6eyIkaWQiOiI0MjQwIiwiQ29sb3IiOnsiJGlkIjoiNDI0MSIsIkEiOjI1NSwiUiI6NjgsIkciOjg0LCJCIjoxMDZ9fSwiSXNWaXNpYmxlIjp0cnVlLCJXaWR0aCI6MC4wLCJIZWlnaHQiOjAuMCwiQm9yZGVyU3R5bGUiOnsiJGlkIjoiNDI0MiIsIkxpbmVDb2xvciI6bnVsbCwiTGluZVdlaWdodCI6MC4wLCJMaW5lVHlwZSI6MCwiUGFyZW50U3R5bGUiOm51bGx9LCJQYXJlbnRTdHlsZSI6bnVsbH0sIkRhdGVGb3JtYXQiOnsiJGlkIjoiNDI0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Q0IiwiRm9ybWF0IjowLCJJc1Zpc2libGUiOmZhbHNlLCJMYXN0S25vd25WaXNpYmlsaXR5U3RhdGUiOmZhbHNlfSwiSXNWaXNpYmxlIjp0cnVlLCJWYXJpYW5jZVN0eWxlIjp7IiRpZCI6IjQyNDUiLCJUZXh0U3R5bGUiOnsiJGlkIjoiNDI0NiIsIkZvbnRTZXR0aW5ncyI6eyIkaWQiOiI0MjQ3IiwiRm9udFNpemUiOjEwLCJGb250TmFtZSI6IkNhbGlicmkiLCJJc0JvbGQiOmZhbHNlLCJJc0l0YWxpYyI6ZmFsc2UsIklzVW5kZXJsaW5lZCI6ZmFsc2UsIlBhcmVudFN0eWxlIjpudWxsfSwiQXV0b1NpemUiOjAsIkZvcmVncm91bmQiOnsiJGlkIjoiNDI0OCIsIkNvbG9yIjp7IiRpZCI6IjQyN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1MCIsIlRvcCI6MC4wLCJMZWZ0IjowLjAsIlJpZ2h0IjowLjAsIkJvdHRvbSI6MC4wfSwiUGFkZGluZyI6eyIkaWQiOiI0MjUxIiwiVG9wIjowLjAsIkxlZnQiOjAuMCwiUmlnaHQiOjAuMCwiQm90dG9tIjowLjB9LCJCYWNrZ3JvdW5kIjp7IiRpZCI6IjQyNTIiLCJDb2xvciI6eyIkaWQiOiI0MjUzIiwiQSI6MjU1LCJSIjowLCJHIjowLCJCIjowfX0sIklzVmlzaWJsZSI6dHJ1ZSwiV2lkdGgiOjAuMCwiSGVpZ2h0IjowLjAsIkJvcmRlclN0eWxlIjpudWxsLCJQYXJlbnRTdHlsZSI6bnVsbH0sIlBhcmVudFN0eWxlIjpudWxsfSwiUGFyZW50U3R5bGUiOm51bGx9LCJEZWZhdWx0U3dpbWxhbmVBY3Rpdml0eVN0eWxlIjp7IiRpZCI6IjQyNTQiLCJIZWFkZXJTdHlsZSI6eyIkaWQiOiI0MjU1IiwiVGV4dFN0eWxlIjp7IiRpZCI6IjQyNTYiLCJGb250U2V0dGluZ3MiOnsiJGlkIjoiNDI1NyIsIkZvbnRTaXplIjoxMSwiRm9udE5hbWUiOiJDYWxpYnJpIiwiSXNCb2xkIjpmYWxzZSwiSXNJdGFsaWMiOmZhbHNlLCJJc1VuZGVybGluZWQiOmZhbHNlLCJQYXJlbnRTdHlsZSI6bnVsbH0sIkF1dG9TaXplIjowLCJGb3JlZ3JvdW5kIjp7IiRpZCI6IjQyNTgiLCJDb2xvciI6eyIkaWQiOiI0MjU5IiwiQSI6MjU1LCJSIjo2NCwiRyI6NjQsIkIiOjY0fX0sIk1heFdpZHRoIjowLjAsIk1heEhlaWdodCI6MC4wLCJTbWFydEZvcmVncm91bmRJc0FjdGl2ZSI6ZmFsc2UsIkhvcml6b250YWxBbGlnbm1lbnQiOjAsIlZlcnRpY2FsQWxpZ25tZW50IjowLCJTbWFydEZvcmVncm91bmQiOm51bGwsIkJhY2tncm91bmRGaWxsVHlwZSI6MCwiTWFyZ2luIjp7IiRpZCI6IjQyNjAiLCJUb3AiOjAuMCwiTGVmdCI6MC4wLCJSaWdodCI6MC4wLCJCb3R0b20iOjAuMH0sIlBhZGRpbmciOnsiJGlkIjoiNDI2MSIsIlRvcCI6MC4wLCJMZWZ0IjowLjAsIlJpZ2h0IjowLjAsIkJvdHRvbSI6MC4wfSwiQmFja2dyb3VuZCI6eyIkaWQiOiI0MjYyIiwiQ29sb3IiOnsiJGlkIjoiNDI2MyIsIkEiOjI1NSwiUiI6NjQsIkciOjY0LCJCIjo2NH19LCJJc1Zpc2libGUiOmZhbHNlLCJXaWR0aCI6MC4wLCJIZWlnaHQiOjAuMCwiQm9yZGVyU3R5bGUiOm51bGwsIlBhcmVudFN0eWxlIjpudWxsfSwiUmVjdGFuZ2xlU3R5bGUiOnsiJGlkIjoiNDI2NCIsIk1hcmdpbiI6eyIkaWQiOiI0MjY1IiwiVG9wIjowLjAsIkxlZnQiOjAuMCwiUmlnaHQiOjAuMCwiQm90dG9tIjowLjB9LCJQYWRkaW5nIjp7IiRpZCI6IjQyNjYiLCJUb3AiOjAuMCwiTGVmdCI6MC4wLCJSaWdodCI6MC4wLCJCb3R0b20iOjAuMH0sIkJhY2tncm91bmQiOnsiJGlkIjoiNDI2NyIsIkNvbG9yIjp7IiRpZCI6IjQyNjgiLCJBIjoxMjcsIlIiOjY4LCJHIjoxMTQsIkIiOjE5Nn19LCJJc1Zpc2libGUiOmZhbHNlLCJXaWR0aCI6MC4wLCJIZWlnaHQiOjAuMCwiQm9yZGVyU3R5bGUiOnsiJGlkIjoiNDI2OSIsIkxpbmVDb2xvciI6eyIkaWQiOiI0MjcwIiwiJHR5cGUiOiJOTFJFLkNvbW1vbi5Eb20uU29saWRDb2xvckJydXNoLCBOTFJFLkNvbW1vbiIsIkNvbG9yIjp7IiRpZCI6IjQyNzEiLCJBIjoyNTUsIlIiOjI1NSwiRyI6MCwiQiI6MH19LCJMaW5lV2VpZ2h0IjowLjAsIkxpbmVUeXBlIjowLCJQYXJlbnRTdHlsZSI6bnVsbH0sIlBhcmVudFN0eWxlIjpudWxsfSwiTWFyZ2luIjp7IiRpZCI6IjQyNzIiLCJUb3AiOjAuMCwiTGVmdCI6MC4wLCJSaWdodCI6MC4wLCJCb3R0b20iOjAuMH0sIlBhZGRpbmciOnsiJGlkIjoiNDI3MyIsIlRvcCI6MC4wLCJMZWZ0IjowLjAsIlJpZ2h0IjowLjAsIkJvdHRvbSI6MC4wfSwiQmFja2dyb3VuZCI6bnVsbCwiSXNWaXNpYmxlIjp0cnVlLCJXaWR0aCI6MC4wLCJIZWlnaHQiOjAuMCwiQm9yZGVyU3R5bGUiOm51bGwsIlBhcmVudFN0eWxlIjpudWxsfSwiQmFja2dyb3VuZFN0eWxlIjp7IiRpZCI6IjQyNzQiLCJNYXJnaW4iOnsiJGlkIjoiNDI3NSIsIlRvcCI6MC4wLCJMZWZ0IjowLjAsIlJpZ2h0IjowLjAsIkJvdHRvbSI6MC4wfSwiUGFkZGluZyI6eyIkaWQiOiI0Mjc2IiwiVG9wIjowLjAsIkxlZnQiOjAuMCwiUmlnaHQiOjAuMCwiQm90dG9tIjowLjB9LCJCYWNrZ3JvdW5kIjp7IiRpZCI6IjQyNzciLCJDb2xvciI6eyIkaWQiOiI0Mjc4IiwiQSI6NTEsIlIiOjIwMCwiRyI6MjAwLCJCIjoyMDB9fSwiSXNWaXNpYmxlIjp0cnVlLCJXaWR0aCI6MC4wLCJIZWlnaHQiOjAuMCwiQm9yZGVyU3R5bGUiOnsiJGlkIjoiNDI3OSIsIkxpbmVDb2xvciI6eyIkaWQiOiI0MjgwIiwiJHR5cGUiOiJOTFJFLkNvbW1vbi5Eb20uU29saWRDb2xvckJydXNoLCBOTFJFLkNvbW1vbiIsIkNvbG9yIjp7IiRpZCI6IjQyODEiLCJBIjoyNTUsIlIiOjIzNCwiRyI6MjIsIkIiOjMwfX0sIkxpbmVXZWlnaHQiOjAuMCwiTGluZVR5cGUiOjAsIlBhcmVudFN0eWxlIjpudWxsfSwiUGFyZW50U3R5bGUiOm51bGx9LCJNYXJnaW4iOnsiJGlkIjoiNDI4MiIsIlRvcCI6MC4wLCJMZWZ0IjowLjAsIlJpZ2h0IjowLjAsIkJvdHRvbSI6MC4wfSwiUGFkZGluZyI6eyIkaWQiOiI0MjgzIiwiVG9wIjowLjAsIkxlZnQiOjAuMCwiUmlnaHQiOjAuMCwiQm90dG9tIjowLjB9LCJJc1Zpc2libGUiOnRydWUsIldpZHRoIjowLjAsIkhlaWdodCI6MC4wLCJCb3JkZXJTdHlsZSI6eyIkaWQiOiI0Mjg0IiwiTGluZUNvbG9yIjpudWxsLCJMaW5lV2VpZ2h0IjowLjAsIkxpbmVUeXBlIjowLCJQYXJlbnRTdHlsZSI6bnVsbH0sIlBhcmVudFN0eWxlIjpudWxsfSwiTWFyZ2luIjp7IiRpZCI6IjQyODUiLCJUb3AiOjAuMCwiTGVmdCI6MC4wLCJSaWdodCI6MC4wLCJCb3R0b20iOjAuMH0sIlBhZGRpbmciOnsiJGlkIjoiNDI4NiIsIlRvcCI6MC4wLCJMZWZ0IjowLjAsIlJpZ2h0IjowLjAsIkJvdHRvbSI6MC4wfSwiSXNWaXNpYmxlIjp0cnVlLCJXaWR0aCI6MC4wLCJIZWlnaHQiOjAuMCwiQm9yZGVyU3R5bGUiOnsiJGlkIjoiNDI4NyIsIkxpbmVDb2xvciI6bnVsbCwiTGluZVdlaWdodCI6MC4wLCJMaW5lVHlwZSI6MCwiUGFyZW50U3R5bGUiOm51bGx9LCJQYXJlbnRTdHlsZSI6bnVsbH0sIl9hZGRpdGlvbmFsU3dpbWxhbmVWMlN0eWxlcyI6W3siJGlkIjoiNDI4OCIsIlN0eWxlSWQiOiI5ODUxM2UxMC01NTFjLTRmMzAtYWMxMS1hMDY5MGU5MDMxMzQiLCJIZWFkZXJTdHlsZSI6eyIkaWQiOiI0Mjg5IiwiVGV4dElzVmVydGljYWwiOmZhbHNlLCJUZXh0U3R5bGUiOnsiJGlkIjoiNDI5MCIsIkZvbnRTZXR0aW5ncyI6eyIkaWQiOiI0MjkxIiwiRm9udFNpemUiOjExLCJGb250TmFtZSI6IkNhbGlicmkiLCJJc0JvbGQiOmZhbHNlLCJJc0l0YWxpYyI6ZmFsc2UsIklzVW5kZXJsaW5lZCI6ZmFsc2UsIlBhcmVudFN0eWxlIjpudWxsfSwiQXV0b1NpemUiOjIsIkZvcmVncm91bmQiOnsiJGlkIjoiNDI5MiIsIkNvbG9yIjp7IiRpZCI6IjQyOTMiLCJBIjoyNTUsIlIiOjM4LCJHIjozOCwiQiI6Mzh9fSwiTWF4V2lkdGgiOiJJbmZpbml0eSIsIk1heEhlaWdodCI6IkluZmluaXR5IiwiU21hcnRGb3JlZ3JvdW5kSXNBY3RpdmUiOmZhbHNlLCJIb3Jpem9udGFsQWxpZ25tZW50IjoxLCJWZXJ0aWNhbEFsaWdubWVudCI6MCwiU21hcnRGb3JlZ3JvdW5kIjpudWxsLCJCYWNrZ3JvdW5kRmlsbFR5cGUiOjAsIk1hcmdpbiI6eyIkaWQiOiI0Mjk0IiwiVG9wIjowLjAsIkxlZnQiOjAuMCwiUmlnaHQiOjAuMCwiQm90dG9tIjowLjB9LCJQYWRkaW5nIjp7IiRpZCI6IjQyOTUiLCJUb3AiOjAuMCwiTGVmdCI6MC4wLCJSaWdodCI6MC4wLCJCb3R0b20iOjAuMH0sIkJhY2tncm91bmQiOnsiJGlkIjoiNDI5NiIsIkNvbG9yIjp7IiRpZCI6IjQyOTciLCJBIjoyNTUsIlIiOjM4LCJHIjozOCwiQiI6Mzh9fSwiSXNWaXNpYmxlIjp0cnVlLCJXaWR0aCI6MC4wLCJIZWlnaHQiOjAuMCwiQm9yZGVyU3R5bGUiOm51bGwsIlBhcmVudFN0eWxlIjpudWxsfSwiUmVjdGFuZ2xlU3R5bGUiOnsiJGlkIjoiNDI5OCIsIk1hcmdpbiI6eyIkaWQiOiI0Mjk5IiwiVG9wIjowLjAsIkxlZnQiOjAuMCwiUmlnaHQiOjAuMCwiQm90dG9tIjowLjB9LCJQYWRkaW5nIjp7IiRpZCI6IjQzMDAiLCJUb3AiOjAuMCwiTGVmdCI6MC4wLCJSaWdodCI6MC4wLCJCb3R0b20iOjAuMH0sIkJhY2tncm91bmQiOnsiJGlkIjoiNDMwMSIsIkNvbG9yIjp7IiRpZCI6IjQzMDIiLCJBIjoyNTUsIlIiOjI1NSwiRyI6MTkyLCJCIjowfX0sIklzVmlzaWJsZSI6dHJ1ZSwiV2lkdGgiOjAuMCwiSGVpZ2h0IjowLjAsIkJvcmRlclN0eWxlIjp7IiRpZCI6IjQzMDMiLCJMaW5lQ29sb3IiOnsiJGlkIjoiNDMwNCIsIiR0eXBlIjoiTkxSRS5Db21tb24uRG9tLlNvbGlkQ29sb3JCcnVzaCwgTkxSRS5Db21tb24iLCJDb2xvciI6eyIkaWQiOiI0MzA1IiwiQSI6MjU1LCJSIjoyNTUsIkciOjI1NSwiQiI6MjU1fX0sIkxpbmVXZWlnaHQiOjAuMCwiTGluZVR5cGUiOjAsIlBhcmVudFN0eWxlIjpudWxsfSwiUGFyZW50U3R5bGUiOm51bGx9LCJNYXJnaW4iOnsiJGlkIjoiNDMwNiIsIlRvcCI6MC4wLCJMZWZ0IjowLjAsIlJpZ2h0IjowLjAsIkJvdHRvbSI6MC4wfSwiUGFkZGluZyI6eyIkaWQiOiI0MzA3IiwiVG9wIjowLjAsIkxlZnQiOjAuMCwiUmlnaHQiOjAuMCwiQm90dG9tIjowLjB9LCJCYWNrZ3JvdW5kIjpudWxsLCJJc1Zpc2libGUiOnRydWUsIldpZHRoIjowLjAsIkhlaWdodCI6MC4wLCJCb3JkZXJTdHlsZSI6bnVsbCwiUGFyZW50U3R5bGUiOm51bGx9LCJCYWNrZ3JvdW5kU3R5bGUiOnsiJGlkIjoiNDMwOCIsIk1hcmdpbiI6eyIkaWQiOiI0MzA5IiwiVG9wIjowLjAsIkxlZnQiOjAuMCwiUmlnaHQiOjAuMCwiQm90dG9tIjowLjB9LCJQYWRkaW5nIjp7IiRpZCI6IjQzMTAiLCJUb3AiOjAuMCwiTGVmdCI6MC4wLCJSaWdodCI6MC4wLCJCb3R0b20iOjAuMH0sIkJhY2tncm91bmQiOnsiJGlkIjoiNDMxMSIsIkNvbG9yIjp7IiRpZCI6IjQzMTIiLCJBIjo1MSwiUiI6MjAwLCJHIjoyMDAsIkIiOjIwMH19LCJJc1Zpc2libGUiOnRydWUsIldpZHRoIjowLjAsIkhlaWdodCI6MC4wLCJCb3JkZXJTdHlsZSI6eyIkaWQiOiI0MzEzIiwiTGluZUNvbG9yIjp7IiRpZCI6IjQzMTQiLCIkdHlwZSI6Ik5MUkUuQ29tbW9uLkRvbS5Tb2xpZENvbG9yQnJ1c2gsIE5MUkUuQ29tbW9uIiwiQ29sb3IiOnsiJGlkIjoiNDMxNSIsIkEiOjI1NSwiUiI6MjM0LCJHIjoyMiwiQiI6MzB9fSwiTGluZVdlaWdodCI6MC4wLCJMaW5lVHlwZSI6MCwiUGFyZW50U3R5bGUiOm51bGx9LCJQYXJlbnRTdHlsZSI6bnVsbH0sIklzQWJvdmVUaW1lYmFuZCI6ZmFsc2UsIlNwYWNpbmciOjIsIkRlZmF1bHRTd2ltbGFuZVRhc2tTdHlsZSI6eyIkaWQiOiI0MzE2IiwiJHR5cGUiOiJOTFJFLkNvbW1vbi5Eb20uU3R5bGVzLkV4cGxpY2l0U2V0YWJsZVRhc2tTdHlsZSwgTkxSRS5Db21tb24iLCJTaGFwZSI6MSwiU2hhcGVUaGlja25lc3MiOjAsIkR1cmF0aW9uRm9ybWF0IjowLCJJbmNsdWRlTm9uV29ya2luZ0RheXNJbkR1cmF0aW9uIjpmYWxzZSwiUGVyY2VudGFnZUNvbXBsZXRlU3R5bGUiOnsiJGlkIjoiNDMxNyIsIkZvbnRTZXR0aW5ncyI6eyIkaWQiOiI0MzE4IiwiRm9udFNpemUiOjEwLCJGb250TmFtZSI6IkNhbGlicmkiLCJJc0JvbGQiOmZhbHNlLCJJc0l0YWxpYyI6ZmFsc2UsIklzVW5kZXJsaW5lZCI6ZmFsc2UsIlBhcmVudFN0eWxlIjpudWxsfSwiQXV0b1NpemUiOjAsIkZvcmVncm91bmQiOnsiJGlkIjoiNDMxOSIsIkNvbG9yIjp7IiRpZCI6IjQzMj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MyMSIsIlRvcCI6MC4wLCJMZWZ0IjowLjAsIlJpZ2h0IjowLjAsIkJvdHRvbSI6MC4wfSwiUGFkZGluZyI6eyIkaWQiOiI0MzIyIiwiVG9wIjowLjAsIkxlZnQiOjAuMCwiUmlnaHQiOjAuMCwiQm90dG9tIjowLjB9LCJCYWNrZ3JvdW5kIjp7IiRpZCI6IjQzMjMiLCJDb2xvciI6eyIkaWQiOiI0MzI0IiwiQSI6ODksIlIiOjAsIkciOjAsIkIiOjB9fSwiSXNWaXNpYmxlIjp0cnVlLCJXaWR0aCI6MC4wLCJIZWlnaHQiOjAuMCwiQm9yZGVyU3R5bGUiOnsiJGlkIjoiNDMyNSIsIkxpbmVDb2xvciI6bnVsbCwiTGluZVdlaWdodCI6MC4wLCJMaW5lVHlwZSI6MCwiUGFyZW50U3R5bGUiOm51bGx9LCJQYXJlbnRTdHlsZSI6bnVsbH0sIkR1cmF0aW9uU3R5bGUiOnsiJGlkIjoiNDMyNiIsIkZvbnRTZXR0aW5ncyI6eyIkaWQiOiI0MzI3IiwiRm9udFNpemUiOjEwLCJGb250TmFtZSI6IkNhbGlicmkiLCJJc0JvbGQiOmZhbHNlLCJJc0l0YWxpYyI6ZmFsc2UsIklzVW5kZXJsaW5lZCI6ZmFsc2UsIlBhcmVudFN0eWxlIjpudWxsfSwiQXV0b1NpemUiOjAsIkZvcmVncm91bmQiOnsiJGlkIjoiNDMyOCIsIkNvbG9yIjp7IiRpZCI6IjQzMj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zMzAiLCJUb3AiOjAuMCwiTGVmdCI6MC4wLCJSaWdodCI6MC4wLCJCb3R0b20iOjAuMH0sIlBhZGRpbmciOnsiJGlkIjoiNDMzMSIsIlRvcCI6MC4wLCJMZWZ0IjowLjAsIlJpZ2h0IjowLjAsIkJvdHRvbSI6MC4wfSwiQmFja2dyb3VuZCI6eyIkaWQiOiI0MzMyIiwiQ29sb3IiOnsiJGlkIjoiNDMzMyIsIkEiOjI1NSwiUiI6NjgsIkciOjg0LCJCIjoxMDZ9fSwiSXNWaXNpYmxlIjp0cnVlLCJXaWR0aCI6MC4wLCJIZWlnaHQiOjAuMCwiQm9yZGVyU3R5bGUiOnsiJGlkIjoiNDMzNCIsIkxpbmVDb2xvciI6bnVsbCwiTGluZVdlaWdodCI6MC4wLCJMaW5lVHlwZSI6MCwiUGFyZW50U3R5bGUiOm51bGx9LCJQYXJlbnRTdHlsZSI6bnVsbH0sIkhvcml6b250YWxDb25uZWN0b3JTdHlsZSI6eyIkaWQiOiI0MzM1IiwiTGluZUNvbG9yIjp7IiRpZCI6IjQzMzYiLCIkdHlwZSI6Ik5MUkUuQ29tbW9uLkRvbS5Tb2xpZENvbG9yQnJ1c2gsIE5MUkUuQ29tbW9uIiwiQ29sb3IiOnsiJGlkIjoiNDMzNyIsIkEiOjI1NSwiUiI6MCwiRyI6MCwiQiI6MH19LCJMaW5lV2VpZ2h0IjowLjAsIkxpbmVUeXBlIjowLCJQYXJlbnRTdHlsZSI6bnVsbH0sIlZlcnRpY2FsQ29ubmVjdG9yU3R5bGUiOnsiJGlkIjoiNDMzOCIsIkxpbmVDb2xvciI6eyIkaWQiOiI0MzM5IiwiJHR5cGUiOiJOTFJFLkNvbW1vbi5Eb20uU29saWRDb2xvckJydXNoLCBOTFJFLkNvbW1vbiIsIkNvbG9yIjp7IiRpZCI6IjQzND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MzQxIiwiU2hhcGVTdHlsZSI6eyIkaWQiOiI0MzQyIiwiTWFyZ2luIjp7IiRpZCI6IjQzNDMiLCJUb3AiOjAuMCwiTGVmdCI6MC4wLCJSaWdodCI6MC4wLCJCb3R0b20iOjAuMH0sIlBhZGRpbmciOnsiJGlkIjoiNDM0NCIsIlRvcCI6MC4wLCJMZWZ0IjowLjAsIlJpZ2h0IjowLjAsIkJvdHRvbSI6MC4wfSwiQmFja2dyb3VuZCI6eyIkaWQiOiI0MzQ1IiwiQ29sb3IiOnsiJGlkIjoiNDM0NiIsIkEiOjE1MywiUiI6MCwiRyI6MCwiQiI6MH19LCJJc1Zpc2libGUiOnRydWUsIldpZHRoIjowLjAsIkhlaWdodCI6MC4wLCJCb3JkZXJTdHlsZSI6eyIkaWQiOiI0MzQ3IiwiTGluZUNvbG9yIjp7IiRpZCI6IjQzNDgiLCIkdHlwZSI6Ik5MUkUuQ29tbW9uLkRvbS5Tb2xpZENvbG9yQnJ1c2gsIE5MUkUuQ29tbW9uIiwiQ29sb3IiOnsiJGlkIjoiNDM0OSIsIkEiOjI1NSwiUiI6MjU1LCJHIjowLCJCIjowfX0sIkxpbmVXZWlnaHQiOjAuMCwiTGluZVR5cGUiOjAsIlBhcmVudFN0eWxlIjpudWxsfSwiUGFyZW50U3R5bGUiOm51bGx9LCJNYXJnaW4iOnsiJGlkIjoiNDM1MCIsIlRvcCI6MC4wLCJMZWZ0IjowLjAsIlJpZ2h0IjowLjAsIkJvdHRvbSI6MC4wfSwiUGFkZGluZyI6eyIkaWQiOiI0MzUxIiwiVG9wIjowLjAsIkxlZnQiOjAuMCwiUmlnaHQiOjAuMCwiQm90dG9tIjowLjB9LCJCYWNrZ3JvdW5kIjpudWxsLCJJc1Zpc2libGUiOnRydWUsIldpZHRoIjowLjAsIkhlaWdodCI6MC4wLCJCb3JkZXJTdHlsZSI6bnVsbCwiUGFyZW50U3R5bGUiOm51bGx9LCJTaGFwZVN0eWxlIjp7IiRpZCI6IjQzNTIiLCJNYXJnaW4iOnsiJGlkIjoiNDM1MyIsIlRvcCI6MC4wLCJMZWZ0Ijo0LjAsIlJpZ2h0Ijo0LjAsIkJvdHRvbSI6MC4wfSwiUGFkZGluZyI6eyIkaWQiOiI0MzU0IiwiVG9wIjowLjAsIkxlZnQiOjAuMCwiUmlnaHQiOjAuMCwiQm90dG9tIjowLjB9LCJCYWNrZ3JvdW5kIjp7IiRpZCI6IjQzNTUiLCJDb2xvciI6eyIkaWQiOiI0MzU2IiwiQSI6MjU1LCJSIjoyNTUsIkciOjE5MiwiQiI6MH19LCJJc1Zpc2libGUiOnRydWUsIldpZHRoIjowLjAsIkhlaWdodCI6MTAuMCwiQm9yZGVyU3R5bGUiOnsiJGlkIjoiNDM1NyIsIkxpbmVDb2xvciI6eyIkaWQiOiI0MzU4IiwiJHR5cGUiOiJOTFJFLkNvbW1vbi5Eb20uU29saWRDb2xvckJydXNoLCBOTFJFLkNvbW1vbiIsIkNvbG9yIjp7IiRpZCI6IjQzNTkiLCJBIjoyNTUsIlIiOjIzNCwiRyI6MjIsIkIiOjMwfX0sIkxpbmVXZWlnaHQiOjAuMCwiTGluZVR5cGUiOjAsIlBhcmVudFN0eWxlIjpudWxsfSwiUGFyZW50U3R5bGUiOm51bGx9LCJUaXRsZVN0eWxlIjp7IiRpZCI6IjQzNjAiLCJGb250U2V0dGluZ3MiOnsiJGlkIjoiNDM2MSIsIkZvbnRTaXplIjoxMSwiRm9udE5hbWUiOiJDYWxpYnJpIiwiSXNCb2xkIjpmYWxzZSwiSXNJdGFsaWMiOmZhbHNlLCJJc1VuZGVybGluZWQiOmZhbHNlLCJQYXJlbnRTdHlsZSI6bnVsbH0sIkF1dG9TaXplIjowLCJGb3JlZ3JvdW5kIjp7IiRpZCI6IjQzNjIiLCJDb2xvciI6eyIkaWQiOiI0Mz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NjQiLCJUb3AiOjAuMCwiTGVmdCI6MC4wLCJSaWdodCI6MC4wLCJCb3R0b20iOjAuMH0sIlBhZGRpbmciOnsiJGlkIjoiNDM2NSIsIlRvcCI6MC4wLCJMZWZ0IjowLjAsIlJpZ2h0IjowLjAsIkJvdHRvbSI6MC4wfSwiQmFja2dyb3VuZCI6eyIkaWQiOiI0MzY2IiwiQ29sb3IiOnsiJGlkIjoiNDM2NyIsIkEiOjI1NSwiUiI6MCwiRyI6MCwiQiI6MH19LCJJc1Zpc2libGUiOnRydWUsIldpZHRoIjowLjAsIkhlaWdodCI6MC4wLCJCb3JkZXJTdHlsZSI6eyIkaWQiOiI0MzY4IiwiTGluZUNvbG9yIjpudWxsLCJMaW5lV2VpZ2h0IjowLjAsIkxpbmVUeXBlIjowLCJQYXJlbnRTdHlsZSI6bnVsbH0sIlBhcmVudFN0eWxlIjpudWxsfSwiRGF0ZVN0eWxlIjp7IiRpZCI6IjQzNjkiLCJGb250U2V0dGluZ3MiOnsiJGlkIjoiNDM3MCIsIkZvbnRTaXplIjoxMCwiRm9udE5hbWUiOiJDYWxpYnJpIiwiSXNCb2xkIjpmYWxzZSwiSXNJdGFsaWMiOmZhbHNlLCJJc1VuZGVybGluZWQiOmZhbHNlLCJQYXJlbnRTdHlsZSI6bnVsbH0sIkF1dG9TaXplIjowLCJGb3JlZ3JvdW5kIjp7IiRpZCI6IjQzNzEiLCJDb2xvciI6eyIkaWQiOiI0Mzc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0MzczIiwiVG9wIjowLjAsIkxlZnQiOjAuMCwiUmlnaHQiOjAuMCwiQm90dG9tIjowLjB9LCJQYWRkaW5nIjp7IiRpZCI6IjQzNzQiLCJUb3AiOjAuMCwiTGVmdCI6MC4wLCJSaWdodCI6MC4wLCJCb3R0b20iOjAuMH0sIkJhY2tncm91bmQiOnsiJGlkIjoiNDM3NSIsIkNvbG9yIjp7IiRpZCI6IjQzNzYiLCJBIjoyNTUsIlIiOjY4LCJHIjo4NCwiQiI6MTA2fX0sIklzVmlzaWJsZSI6dHJ1ZSwiV2lkdGgiOjAuMCwiSGVpZ2h0IjowLjAsIkJvcmRlclN0eWxlIjp7IiRpZCI6IjQzNzciLCJMaW5lQ29sb3IiOm51bGwsIkxpbmVXZWlnaHQiOjAuMCwiTGluZVR5cGUiOjAsIlBhcmVudFN0eWxlIjpudWxsfSwiUGFyZW50U3R5bGUiOm51bGx9LCJEYXRlRm9ybWF0Ijp7IiRpZCI6IjQz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M3OSIsIkZvcm1hdCI6MCwiSXNWaXNpYmxlIjpmYWxzZSwiTGFzdEtub3duVmlzaWJpbGl0eVN0YXRlIjpmYWxzZX0sIklzVmlzaWJsZSI6dHJ1ZSwiVmFyaWFuY2VTdHlsZSI6eyIkaWQiOiI0MzgwIiwiVGV4dFN0eWxlIjp7IiRpZCI6IjQzODEiLCJGb250U2V0dGluZ3MiOnsiJGlkIjoiNDM4MiIsIkZvbnRTaXplIjoxMCwiRm9udE5hbWUiOiJDYWxpYnJpIiwiSXNCb2xkIjpmYWxzZSwiSXNJdGFsaWMiOmZhbHNlLCJJc1VuZGVybGluZWQiOmZhbHNlLCJQYXJlbnRTdHlsZSI6bnVsbH0sIkF1dG9TaXplIjowLCJGb3JlZ3JvdW5kIjp7IiRpZCI6IjQzODMiLCJDb2xvciI6eyIkaWQiOiI0Mz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ODUiLCJUb3AiOjAuMCwiTGVmdCI6MC4wLCJSaWdodCI6MC4wLCJCb3R0b20iOjAuMH0sIlBhZGRpbmciOnsiJGlkIjoiNDM4NiIsIlRvcCI6MC4wLCJMZWZ0IjowLjAsIlJpZ2h0IjowLjAsIkJvdHRvbSI6MC4wfSwiQmFja2dyb3VuZCI6eyIkaWQiOiI0Mzg3IiwiQ29sb3IiOnsiJGlkIjoiNDM4OCIsIkEiOjI1NSwiUiI6MCwiRyI6MCwiQiI6MH19LCJJc1Zpc2libGUiOnRydWUsIldpZHRoIjowLjAsIkhlaWdodCI6MC4wLCJCb3JkZXJTdHlsZSI6eyIkaWQiOiI0Mzg5IiwiTGluZUNvbG9yIjpudWxsLCJMaW5lV2VpZ2h0IjowLjAsIkxpbmVUeXBlIjowLCJQYXJlbnRTdHlsZSI6bnVsbH0sIlBhcmVudFN0eWxlIjpudWxsfSwiUGFyZW50U3R5bGUiOm51bGx9LCJQYXJlbnRTdHlsZSI6bnVsbCwiX2V4cGxpY2l0bHlTZXQiOnsiJGlkIjoiNDM5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zOTEiLCJTaGFwZSI6MSwiQ29ubmVjdG9yTWFyZ2luIjp7IiRpZCI6IjQzOTIiLCJUb3AiOjAuMCwiTGVmdCI6Mi4wLCJSaWdodCI6Mi4wLCJCb3R0b20iOjAuMH0sIkNvbm5lY3RvclN0eWxlIjp7IiRpZCI6IjQzOTMiLCJMaW5lQ29sb3IiOnsiJGlkIjoiNDM5NCIsIiR0eXBlIjoiTkxSRS5Db21tb24uRG9tLlNvbGlkQ29sb3JCcnVzaCwgTkxSRS5Db21tb24iLCJDb2xvciI6eyIkaWQiOiI0Mzk1IiwiQSI6MTI3LCJSIjoxMjcsIkciOjk2LCJCIjowfX0sIkxpbmVXZWlnaHQiOjEuMCwiTGluZVR5cGUiOjAsIlBhcmVudFN0eWxlIjpudWxsfSwiSXNCZWxvd1RpbWViYW5kIjpmYWxzZSwiUG9zaXRpb25PblRhc2siOjEsIkhpZGVEYXRlIjpmYWxzZSwiU2hhcGVTaXplIjowLCJTcGFjaW5nIjowLjAsIlBhZGRpbmciOnsiJGlkIjoiNDM5NiIsIlRvcCI6NS4wLCJMZWZ0IjozLjAsIlJpZ2h0IjowLjAsIkJvdHRvbSI6Mi4wfSwiU2hhcGVTdHlsZSI6eyIkaWQiOiI0Mzk3IiwiTWFyZ2luIjp7IiRpZCI6IjQzOTgiLCJUb3AiOjAuMCwiTGVmdCI6MC4wLCJSaWdodCI6MC4wLCJCb3R0b20iOjAuMH0sIlBhZGRpbmciOnsiJGlkIjoiNDM5OSIsIlRvcCI6MC4wLCJMZWZ0IjowLjAsIlJpZ2h0IjowLjAsIkJvdHRvbSI6MC4wfSwiQmFja2dyb3VuZCI6eyIkaWQiOiI0NDAwIiwiQ29sb3IiOnsiJGlkIjoiNDQwMSIsIkEiOjI1NSwiUiI6MTI3LCJHIjo5NiwiQiI6MH19LCJJc1Zpc2libGUiOnRydWUsIldpZHRoIjoxMi4wLCJIZWlnaHQiOjE0LjAsIkJvcmRlclN0eWxlIjp7IiRpZCI6IjQ0MDIiLCJMaW5lQ29sb3IiOnsiJGlkIjoiNDQwMyIsIiR0eXBlIjoiTkxSRS5Db21tb24uRG9tLlNvbGlkQ29sb3JCcnVzaCwgTkxSRS5Db21tb24iLCJDb2xvciI6eyIkaWQiOiI0NDA0IiwiQSI6MjU1LCJSIjoyNTUsIkciOjI1NSwiQiI6MjU1fX0sIkxpbmVXZWlnaHQiOjAuMCwiTGluZVR5cGUiOjAsIlBhcmVudFN0eWxlIjpudWxsfSwiUGFyZW50U3R5bGUiOm51bGx9LCJUaXRsZVN0eWxlIjp7IiRpZCI6IjQ0MDUiLCJGb250U2V0dGluZ3MiOnsiJGlkIjoiNDQwNiIsIkZvbnRTaXplIjoxMSwiRm9udE5hbWUiOiJDYWxpYnJpIiwiSXNCb2xkIjpmYWxzZSwiSXNJdGFsaWMiOmZhbHNlLCJJc1VuZGVybGluZWQiOmZhbHNlLCJQYXJlbnRTdHlsZSI6bnVsbH0sIkF1dG9TaXplIjowLCJGb3JlZ3JvdW5kIjp7IiRpZCI6IjQ0MDciLCJDb2xvciI6eyIkaWQiOiI0ND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0MDkiLCJUb3AiOjAuMCwiTGVmdCI6MC4wLCJSaWdodCI6MC4wLCJCb3R0b20iOjAuMH0sIlBhZGRpbmciOnsiJGlkIjoiNDQxMCIsIlRvcCI6MC4wLCJMZWZ0IjowLjAsIlJpZ2h0IjowLjAsIkJvdHRvbSI6MC4wfSwiQmFja2dyb3VuZCI6eyIkaWQiOiI0NDExIiwiQ29sb3IiOnsiJGlkIjoiNDQxMiIsIkEiOjI1NSwiUiI6MCwiRyI6MCwiQiI6MH19LCJJc1Zpc2libGUiOnRydWUsIldpZHRoIjowLjAsIkhlaWdodCI6MC4wLCJCb3JkZXJTdHlsZSI6eyIkaWQiOiI0NDEzIiwiTGluZUNvbG9yIjpudWxsLCJMaW5lV2VpZ2h0IjowLjAsIkxpbmVUeXBlIjowLCJQYXJlbnRTdHlsZSI6bnVsbH0sIlBhcmVudFN0eWxlIjpudWxsfSwiRGF0ZVN0eWxlIjp7IiRpZCI6IjQ0MTQiLCJGb250U2V0dGluZ3MiOnsiJGlkIjoiNDQxNSIsIkZvbnRTaXplIjoxMCwiRm9udE5hbWUiOiJDYWxpYnJpIiwiSXNCb2xkIjpmYWxzZSwiSXNJdGFsaWMiOmZhbHNlLCJJc1VuZGVybGluZWQiOmZhbHNlLCJQYXJlbnRTdHlsZSI6bnVsbH0sIkF1dG9TaXplIjowLCJGb3JlZ3JvdW5kIjp7IiRpZCI6IjQ0MTYiLCJDb2xvciI6eyIkaWQiOiI0NDE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NDE4IiwiVG9wIjowLjAsIkxlZnQiOjAuMCwiUmlnaHQiOjAuMCwiQm90dG9tIjowLjB9LCJQYWRkaW5nIjp7IiRpZCI6IjQ0MTkiLCJUb3AiOjAuMCwiTGVmdCI6MC4wLCJSaWdodCI6MC4wLCJCb3R0b20iOjAuMH0sIkJhY2tncm91bmQiOnsiJGlkIjoiNDQyMCIsIkNvbG9yIjp7IiRpZCI6IjQ0MjEiLCJBIjoyNTUsIlIiOjY4LCJHIjo4NCwiQiI6MTA2fX0sIklzVmlzaWJsZSI6dHJ1ZSwiV2lkdGgiOjAuMCwiSGVpZ2h0IjowLjAsIkJvcmRlclN0eWxlIjp7IiRpZCI6IjQ0MjIiLCJMaW5lQ29sb3IiOm51bGwsIkxpbmVXZWlnaHQiOjAuMCwiTGluZVR5cGUiOjAsIlBhcmVudFN0eWxlIjpudWxsfSwiUGFyZW50U3R5bGUiOm51bGx9LCJEYXRlRm9ybWF0Ijp7IiRpZCI6IjQ0Mj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QyNCIsIkZvcm1hdCI6MCwiSXNWaXNpYmxlIjpmYWxzZSwiTGFzdEtub3duVmlzaWJpbGl0eVN0YXRlIjpmYWxzZX0sIklzVmlzaWJsZSI6ZmFsc2UsIlZhcmlhbmNlU3R5bGUiOnsiJGlkIjoiNDQyNSIsIlRleHRTdHlsZSI6eyIkaWQiOiI0NDI2IiwiRm9udFNldHRpbmdzIjp7IiRpZCI6IjQ0MjciLCJGb250U2l6ZSI6MTAsIkZvbnROYW1lIjoiQ2FsaWJyaSIsIklzQm9sZCI6ZmFsc2UsIklzSXRhbGljIjpmYWxzZSwiSXNVbmRlcmxpbmVkIjpmYWxzZSwiUGFyZW50U3R5bGUiOm51bGx9LCJBdXRvU2l6ZSI6MCwiRm9yZWdyb3VuZCI6eyIkaWQiOiI0NDI4IiwiQ29sb3IiOnsiJGlkIjoiNDQ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MwIiwiVG9wIjowLjAsIkxlZnQiOjAuMCwiUmlnaHQiOjAuMCwiQm90dG9tIjowLjB9LCJQYWRkaW5nIjp7IiRpZCI6IjQ0MzEiLCJUb3AiOjAuMCwiTGVmdCI6MC4wLCJSaWdodCI6MC4wLCJCb3R0b20iOjAuMH0sIkJhY2tncm91bmQiOnsiJGlkIjoiNDQzMiIsIkNvbG9yIjp7IiRpZCI6IjQ0MzMiLCJBIjoyNTUsIlIiOjAsIkciOjAsIkIiOjB9fSwiSXNWaXNpYmxlIjp0cnVlLCJXaWR0aCI6MC4wLCJIZWlnaHQiOjAuMCwiQm9yZGVyU3R5bGUiOnsiJGlkIjoiNDQzNCIsIkxpbmVDb2xvciI6bnVsbCwiTGluZVdlaWdodCI6MC4wLCJMaW5lVHlwZSI6MCwiUGFyZW50U3R5bGUiOm51bGx9LCJQYXJlbnRTdHlsZSI6bnVsbH0sIlBhcmVudFN0eWxlIjpudWxsfSwiUGFyZW50U3R5bGUiOm51bGx9LCJEZWZhdWx0U3dpbWxhbmVNaWxlc3RvbmVTdHlsZSI6eyIkaWQiOiI0NDM1IiwiVGl0bGVQb3NpdGlvbiI6IkxlZnQiLCJEYXRlUG9zaXRpb24iOiJSaWdodCIsIlZhcmlhbmNlUG9zaXRpb24iOiJSaWdodCIsIlNoYXBlVHlwZSI6MSwiU2hhcGVTaXplIjowLCJTcGFjaW5nIjo1LCJTaGFwZVN0eWxlIjp7IiRpZCI6IjQ0MzYiLCJNYXJnaW4iOnsiJGlkIjoiNDQzNyIsIlRvcCI6MC4wLCJMZWZ0IjowLjAsIlJpZ2h0IjowLjAsIkJvdHRvbSI6MC4wfSwiUGFkZGluZyI6eyIkaWQiOiI0NDM4IiwiVG9wIjowLjAsIkxlZnQiOjAuMCwiUmlnaHQiOjAuMCwiQm90dG9tIjowLjB9LCJCYWNrZ3JvdW5kIjp7IiRpZCI6IjQ0MzkiLCJDb2xvciI6eyIkaWQiOiI0NDQwIiwiQSI6MjU1LCJSIjoyNTUsIkciOjE5MiwiQiI6MH19LCJJc1Zpc2libGUiOnRydWUsIldpZHRoIjoxMi4wLCJIZWlnaHQiOjE0LjAsIkJvcmRlclN0eWxlIjp7IiRpZCI6IjQ0NDEiLCJMaW5lQ29sb3IiOnsiJGlkIjoiNDQ0MiIsIiR0eXBlIjoiTkxSRS5Db21tb24uRG9tLlNvbGlkQ29sb3JCcnVzaCwgTkxSRS5Db21tb24iLCJDb2xvciI6eyIkaWQiOiI0NDQzIiwiQSI6MjU1LCJSIjoyMzQsIkciOjIyLCJCIjozMH19LCJMaW5lV2VpZ2h0IjowLjAsIkxpbmVUeXBlIjowLCJQYXJlbnRTdHlsZSI6bnVsbH0sIlBhcmVudFN0eWxlIjpudWxsfSwiVGl0bGVTdHlsZSI6eyIkaWQiOiI0NDQ0IiwiRm9udFNldHRpbmdzIjp7IiRpZCI6IjQ0NDUiLCJGb250U2l6ZSI6MTEsIkZvbnROYW1lIjoiQ2FsaWJyaSIsIklzQm9sZCI6ZmFsc2UsIklzSXRhbGljIjpmYWxzZSwiSXNVbmRlcmxpbmVkIjpmYWxzZSwiUGFyZW50U3R5bGUiOm51bGx9LCJBdXRvU2l6ZSI6MCwiRm9yZWdyb3VuZCI6eyIkaWQiOiI0NDQ2IiwiQ29sb3IiOnsiJGlkIjoiNDQ0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DQ4IiwiVG9wIjowLjAsIkxlZnQiOjAuMCwiUmlnaHQiOjAuMCwiQm90dG9tIjowLjB9LCJQYWRkaW5nIjp7IiRpZCI6IjQ0NDkiLCJUb3AiOjAuMCwiTGVmdCI6MC4wLCJSaWdodCI6MC4wLCJCb3R0b20iOjAuMH0sIkJhY2tncm91bmQiOnsiJGlkIjoiNDQ1MCIsIkNvbG9yIjp7IiRpZCI6IjQ0NTEiLCJBIjoyNTUsIlIiOjAsIkciOjAsIkIiOjB9fSwiSXNWaXNpYmxlIjp0cnVlLCJXaWR0aCI6MC4wLCJIZWlnaHQiOjAuMCwiQm9yZGVyU3R5bGUiOnsiJGlkIjoiNDQ1MiIsIkxpbmVDb2xvciI6bnVsbCwiTGluZVdlaWdodCI6MC4wLCJMaW5lVHlwZSI6MCwiUGFyZW50U3R5bGUiOm51bGx9LCJQYXJlbnRTdHlsZSI6bnVsbH0sIkRhdGVTdHlsZSI6eyIkaWQiOiI0NDUzIiwiRm9udFNldHRpbmdzIjp7IiRpZCI6IjQ0NTQiLCJGb250U2l6ZSI6MTAsIkZvbnROYW1lIjoiQ2FsaWJyaSIsIklzQm9sZCI6ZmFsc2UsIklzSXRhbGljIjpmYWxzZSwiSXNVbmRlcmxpbmVkIjpmYWxzZSwiUGFyZW50U3R5bGUiOm51bGx9LCJBdXRvU2l6ZSI6MCwiRm9yZWdyb3VuZCI6eyIkaWQiOiI0NDU1IiwiQ29sb3IiOnsiJGlkIjoiNDQ1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Q1NyIsIlRvcCI6MC4wLCJMZWZ0IjowLjAsIlJpZ2h0IjowLjAsIkJvdHRvbSI6MC4wfSwiUGFkZGluZyI6eyIkaWQiOiI0NDU4IiwiVG9wIjowLjAsIkxlZnQiOjAuMCwiUmlnaHQiOjAuMCwiQm90dG9tIjowLjB9LCJCYWNrZ3JvdW5kIjp7IiRpZCI6IjQ0NTkiLCJDb2xvciI6eyIkaWQiOiI0NDYwIiwiQSI6MjU1LCJSIjo2OCwiRyI6ODQsIkIiOjEwNn19LCJJc1Zpc2libGUiOnRydWUsIldpZHRoIjowLjAsIkhlaWdodCI6MC4wLCJCb3JkZXJTdHlsZSI6eyIkaWQiOiI0NDYxIiwiTGluZUNvbG9yIjpudWxsLCJMaW5lV2VpZ2h0IjowLjAsIkxpbmVUeXBlIjowLCJQYXJlbnRTdHlsZSI6bnVsbH0sIlBhcmVudFN0eWxlIjpudWxsfSwiRGF0ZUZvcm1hdCI6eyIkaWQiOiI0NDY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0NjMiLCJGb3JtYXQiOjAsIklzVmlzaWJsZSI6ZmFsc2UsIkxhc3RLbm93blZpc2liaWxpdHlTdGF0ZSI6ZmFsc2V9LCJJc1Zpc2libGUiOnRydWUsIlZhcmlhbmNlU3R5bGUiOnsiJGlkIjoiNDQ2NCIsIlRleHRTdHlsZSI6eyIkaWQiOiI0NDY1IiwiRm9udFNldHRpbmdzIjp7IiRpZCI6IjQ0NjYiLCJGb250U2l6ZSI6MTAsIkZvbnROYW1lIjoiQ2FsaWJyaSIsIklzQm9sZCI6ZmFsc2UsIklzSXRhbGljIjpmYWxzZSwiSXNVbmRlcmxpbmVkIjpmYWxzZSwiUGFyZW50U3R5bGUiOm51bGx9LCJBdXRvU2l6ZSI6MCwiRm9yZWdyb3VuZCI6eyIkaWQiOiI0NDY3IiwiQ29sb3IiOnsiJGlkIjoiNDQ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Y5IiwiVG9wIjowLjAsIkxlZnQiOjAuMCwiUmlnaHQiOjAuMCwiQm90dG9tIjowLjB9LCJQYWRkaW5nIjp7IiRpZCI6IjQ0NzAiLCJUb3AiOjAuMCwiTGVmdCI6MC4wLCJSaWdodCI6MC4wLCJCb3R0b20iOjAuMH0sIkJhY2tncm91bmQiOnsiJGlkIjoiNDQ3MSIsIkNvbG9yIjp7IiRpZCI6IjQ0NzIiLCJBIjoyNTUsIlIiOjAsIkciOjAsIkIiOjB9fSwiSXNWaXNpYmxlIjp0cnVlLCJXaWR0aCI6MC4wLCJIZWlnaHQiOjAuMCwiQm9yZGVyU3R5bGUiOnsiJGlkIjoiNDQ3MyIsIkxpbmVDb2xvciI6bnVsbCwiTGluZVdlaWdodCI6MC4wLCJMaW5lVHlwZSI6MCwiUGFyZW50U3R5bGUiOm51bGx9LCJQYXJlbnRTdHlsZSI6bnVsbH0sIlBhcmVudFN0eWxlIjpudWxsfSwiUGFyZW50U3R5bGUiOm51bGx9LCJEZWZhdWx0U3dpbWxhbmVBY3Rpdml0eVN0eWxlIjp7IiRpZCI6IjQ0NzQiLCJIZWFkZXJTdHlsZSI6eyIkaWQiOiI0NDc1IiwiVGV4dFN0eWxlIjp7IiRpZCI6IjQ0NzYiLCJGb250U2V0dGluZ3MiOnsiJGlkIjoiNDQ3NyIsIkZvbnRTaXplIjoxMSwiRm9udE5hbWUiOiJDYWxpYnJpIiwiSXNCb2xkIjpmYWxzZSwiSXNJdGFsaWMiOmZhbHNlLCJJc1VuZGVybGluZWQiOmZhbHNlLCJQYXJlbnRTdHlsZSI6bnVsbH0sIkF1dG9TaXplIjoyLCJGb3JlZ3JvdW5kIjp7IiRpZCI6IjQ0NzgiLCJDb2xvciI6eyIkaWQiOiI0ND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Q4MCIsIlRvcCI6MC4wLCJMZWZ0IjowLjAsIlJpZ2h0IjowLjAsIkJvdHRvbSI6MC4wfSwiUGFkZGluZyI6eyIkaWQiOiI0NDgxIiwiVG9wIjowLjAsIkxlZnQiOjAuMCwiUmlnaHQiOjAuMCwiQm90dG9tIjowLjB9LCJCYWNrZ3JvdW5kIjp7IiRpZCI6IjQ0ODIiLCJDb2xvciI6eyIkaWQiOiI0NDgzIiwiQSI6MjU1LCJSIjo2NCwiRyI6NjQsIkIiOjY0fX0sIklzVmlzaWJsZSI6dHJ1ZSwiV2lkdGgiOjAuMCwiSGVpZ2h0IjowLjAsIkJvcmRlclN0eWxlIjpudWxsLCJQYXJlbnRTdHlsZSI6bnVsbH0sIlJlY3RhbmdsZVN0eWxlIjp7IiRpZCI6IjQ0ODQiLCJNYXJnaW4iOnsiJGlkIjoiNDQ4NSIsIlRvcCI6MC4wLCJMZWZ0IjowLjAsIlJpZ2h0IjowLjAsIkJvdHRvbSI6MC4wfSwiUGFkZGluZyI6eyIkaWQiOiI0NDg2IiwiVG9wIjowLjAsIkxlZnQiOjAuMCwiUmlnaHQiOjAuMCwiQm90dG9tIjowLjB9LCJCYWNrZ3JvdW5kIjp7IiRpZCI6IjQ0ODciLCJDb2xvciI6eyIkaWQiOiI0NDg4IiwiQSI6MTI3LCJSIjoyNTUsIkciOjE5MiwiQiI6MH19LCJJc1Zpc2libGUiOnRydWUsIldpZHRoIjowLjAsIkhlaWdodCI6MC4wLCJCb3JkZXJTdHlsZSI6eyIkaWQiOiI0NDg5IiwiTGluZUNvbG9yIjp7IiRpZCI6IjQ0OTAiLCIkdHlwZSI6Ik5MUkUuQ29tbW9uLkRvbS5Tb2xpZENvbG9yQnJ1c2gsIE5MUkUuQ29tbW9uIiwiQ29sb3IiOnsiJGlkIjoiNDQ5MSIsIkEiOjI1NSwiUiI6MjU1LCJHIjoyNTUsIkIiOjI1NX19LCJMaW5lV2VpZ2h0IjowLjAsIkxpbmVUeXBlIjowLCJQYXJlbnRTdHlsZSI6bnVsbH0sIlBhcmVudFN0eWxlIjpudWxsfSwiTWFyZ2luIjp7IiRpZCI6IjQ0OTIiLCJUb3AiOjAuMCwiTGVmdCI6MC4wLCJSaWdodCI6MC4wLCJCb3R0b20iOjAuMH0sIlBhZGRpbmciOnsiJGlkIjoiNDQ5MyIsIlRvcCI6MC4wLCJMZWZ0IjowLjAsIlJpZ2h0IjowLjAsIkJvdHRvbSI6MC4wfSwiQmFja2dyb3VuZCI6bnVsbCwiSXNWaXNpYmxlIjp0cnVlLCJXaWR0aCI6MC4wLCJIZWlnaHQiOjAuMCwiQm9yZGVyU3R5bGUiOm51bGwsIlBhcmVudFN0eWxlIjpudWxsfSwiQmFja2dyb3VuZFN0eWxlIjp7IiRpZCI6IjQ0OTQiLCJNYXJnaW4iOnsiJGlkIjoiNDQ5NSIsIlRvcCI6MC4wLCJMZWZ0IjowLjAsIlJpZ2h0IjowLjAsIkJvdHRvbSI6MC4wfSwiUGFkZGluZyI6eyIkaWQiOiI0NDk2IiwiVG9wIjowLjAsIkxlZnQiOjAuMCwiUmlnaHQiOjAuMCwiQm90dG9tIjowLjB9LCJCYWNrZ3JvdW5kIjp7IiRpZCI6IjQ0OTciLCJDb2xvciI6eyIkaWQiOiI0NDk4IiwiQSI6NTEsIlIiOjIwMCwiRyI6MjAwLCJCIjoyMDB9fSwiSXNWaXNpYmxlIjp0cnVlLCJXaWR0aCI6MC4wLCJIZWlnaHQiOjAuMCwiQm9yZGVyU3R5bGUiOnsiJGlkIjoiNDQ5OSIsIkxpbmVDb2xvciI6eyIkaWQiOiI0NTAwIiwiJHR5cGUiOiJOTFJFLkNvbW1vbi5Eb20uU29saWRDb2xvckJydXNoLCBOTFJFLkNvbW1vbiIsIkNvbG9yIjp7IiRpZCI6IjQ1MDEiLCJBIjoyNTUsIlIiOjIzNCwiRyI6MjIsIkIiOjMwfX0sIkxpbmVXZWlnaHQiOjAuMCwiTGluZVR5cGUiOjAsIlBhcmVudFN0eWxlIjpudWxsfSwiUGFyZW50U3R5bGUiOm51bGx9LCJNYXJnaW4iOnsiJGlkIjoiNDUwMiIsIlRvcCI6MC4wLCJMZWZ0IjowLjAsIlJpZ2h0IjowLjAsIkJvdHRvbSI6MC4wfSwiUGFkZGluZyI6eyIkaWQiOiI0NTAzIiwiVG9wIjowLjAsIkxlZnQiOjAuMCwiUmlnaHQiOjAuMCwiQm90dG9tIjowLjB9LCJJc1Zpc2libGUiOnRydWUsIldpZHRoIjowLjAsIkhlaWdodCI6MC4wLCJCb3JkZXJTdHlsZSI6eyIkaWQiOiI0NTA0IiwiTGluZUNvbG9yIjpudWxsLCJMaW5lV2VpZ2h0IjowLjAsIkxpbmVUeXBlIjowLCJQYXJlbnRTdHlsZSI6bnVsbH0sIlBhcmVudFN0eWxlIjpudWxsfSwiTWFyZ2luIjp7IiRpZCI6IjQ1MDUiLCJUb3AiOjAuMCwiTGVmdCI6MC4wLCJSaWdodCI6MC4wLCJCb3R0b20iOjAuMH0sIlBhZGRpbmciOnsiJGlkIjoiNDUwNiIsIlRvcCI6MC4wLCJMZWZ0IjowLjAsIlJpZ2h0IjowLjAsIkJvdHRvbSI6MC4wfSwiSXNWaXNpYmxlIjp0cnVlLCJXaWR0aCI6MC4wLCJIZWlnaHQiOjAuMCwiQm9yZGVyU3R5bGUiOnsiJGlkIjoiNDUwNyIsIkxpbmVDb2xvciI6bnVsbCwiTGluZVdlaWdodCI6MC4wLCJMaW5lVHlwZSI6MCwiUGFyZW50U3R5bGUiOm51bGx9LCJQYXJlbnRTdHlsZSI6bnVsbH0seyIkaWQiOiI0NTA4IiwiU3R5bGVJZCI6ImIyNGY4MDQ1LWY2OWItNGE0My04MjlmLWE1NjUwM2ZkY2Q2OSIsIkhlYWRlclN0eWxlIjp7IiRpZCI6IjQ1MDkiLCJUZXh0SXNWZXJ0aWNhbCI6ZmFsc2UsIlRleHRTdHlsZSI6eyIkaWQiOiI0NTEwIiwiRm9udFNldHRpbmdzIjp7IiRpZCI6IjQ1MTEiLCJGb250U2l6ZSI6MTEsIkZvbnROYW1lIjoiQ2FsaWJyaSIsIklzQm9sZCI6ZmFsc2UsIklzSXRhbGljIjpmYWxzZSwiSXNVbmRlcmxpbmVkIjpmYWxzZSwiUGFyZW50U3R5bGUiOm51bGx9LCJBdXRvU2l6ZSI6MiwiRm9yZWdyb3VuZCI6eyIkaWQiOiI0NTEyIiwiQ29sb3IiOnsiJGlkIjoiNDUxM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Q1MTQiLCJUb3AiOjAuMCwiTGVmdCI6MC4wLCJSaWdodCI6MC4wLCJCb3R0b20iOjAuMH0sIlBhZGRpbmciOnsiJGlkIjoiNDUxNSIsIlRvcCI6MC4wLCJMZWZ0IjowLjAsIlJpZ2h0IjowLjAsIkJvdHRvbSI6MC4wfSwiQmFja2dyb3VuZCI6eyIkaWQiOiI0NTE2IiwiQ29sb3IiOnsiJGlkIjoiNDUxNyIsIkEiOjI1NSwiUiI6MjU1LCJHIjoyNTUsIkIiOjI1NX19LCJJc1Zpc2libGUiOnRydWUsIldpZHRoIjowLjAsIkhlaWdodCI6MC4wLCJCb3JkZXJTdHlsZSI6bnVsbCwiUGFyZW50U3R5bGUiOm51bGx9LCJSZWN0YW5nbGVTdHlsZSI6eyIkaWQiOiI0NTE4IiwiTWFyZ2luIjp7IiRpZCI6IjQ1MTkiLCJUb3AiOjAuMCwiTGVmdCI6MC4wLCJSaWdodCI6MC4wLCJCb3R0b20iOjAuMH0sIlBhZGRpbmciOnsiJGlkIjoiNDUyMCIsIlRvcCI6MC4wLCJMZWZ0IjowLjAsIlJpZ2h0IjowLjAsIkJvdHRvbSI6MC4wfSwiQmFja2dyb3VuZCI6eyIkaWQiOiI0NTIxIiwiQ29sb3IiOnsiJGlkIjoiNDUyMiIsIkEiOjI1NSwiUiI6MTEyLCJHIjoxNzMsIkIiOjcxfX0sIklzVmlzaWJsZSI6dHJ1ZSwiV2lkdGgiOjAuMCwiSGVpZ2h0IjowLjAsIkJvcmRlclN0eWxlIjp7IiRpZCI6IjQ1MjMiLCJMaW5lQ29sb3IiOnsiJGlkIjoiNDUyNCIsIiR0eXBlIjoiTkxSRS5Db21tb24uRG9tLlNvbGlkQ29sb3JCcnVzaCwgTkxSRS5Db21tb24iLCJDb2xvciI6eyIkaWQiOiI0NTI1IiwiQSI6MjU1LCJSIjoyNTUsIkciOjI1NSwiQiI6MjU1fX0sIkxpbmVXZWlnaHQiOjAuMCwiTGluZVR5cGUiOjAsIlBhcmVudFN0eWxlIjpudWxsfSwiUGFyZW50U3R5bGUiOm51bGx9LCJNYXJnaW4iOnsiJGlkIjoiNDUyNiIsIlRvcCI6MC4wLCJMZWZ0IjowLjAsIlJpZ2h0IjowLjAsIkJvdHRvbSI6MC4wfSwiUGFkZGluZyI6eyIkaWQiOiI0NTI3IiwiVG9wIjowLjAsIkxlZnQiOjAuMCwiUmlnaHQiOjAuMCwiQm90dG9tIjowLjB9LCJCYWNrZ3JvdW5kIjpudWxsLCJJc1Zpc2libGUiOnRydWUsIldpZHRoIjowLjAsIkhlaWdodCI6MC4wLCJCb3JkZXJTdHlsZSI6bnVsbCwiUGFyZW50U3R5bGUiOm51bGx9LCJCYWNrZ3JvdW5kU3R5bGUiOnsiJGlkIjoiNDUyOCIsIk1hcmdpbiI6eyIkaWQiOiI0NTI5IiwiVG9wIjowLjAsIkxlZnQiOjAuMCwiUmlnaHQiOjAuMCwiQm90dG9tIjowLjB9LCJQYWRkaW5nIjp7IiRpZCI6IjQ1MzAiLCJUb3AiOjAuMCwiTGVmdCI6MC4wLCJSaWdodCI6MC4wLCJCb3R0b20iOjAuMH0sIkJhY2tncm91bmQiOnsiJGlkIjoiNDUzMSIsIkNvbG9yIjp7IiRpZCI6IjQ1MzIiLCJBIjo1MSwiUiI6MjAwLCJHIjoyMDAsIkIiOjIwMH19LCJJc1Zpc2libGUiOnRydWUsIldpZHRoIjowLjAsIkhlaWdodCI6MC4wLCJCb3JkZXJTdHlsZSI6eyIkaWQiOiI0NTMzIiwiTGluZUNvbG9yIjp7IiRpZCI6IjQ1MzQiLCIkdHlwZSI6Ik5MUkUuQ29tbW9uLkRvbS5Tb2xpZENvbG9yQnJ1c2gsIE5MUkUuQ29tbW9uIiwiQ29sb3IiOnsiJGlkIjoiNDUzNSIsIkEiOjI1NSwiUiI6MjM0LCJHIjoyMiwiQiI6MzB9fSwiTGluZVdlaWdodCI6MC4wLCJMaW5lVHlwZSI6MCwiUGFyZW50U3R5bGUiOm51bGx9LCJQYXJlbnRTdHlsZSI6bnVsbH0sIklzQWJvdmVUaW1lYmFuZCI6ZmFsc2UsIlNwYWNpbmciOjIsIkRlZmF1bHRTd2ltbGFuZVRhc2tTdHlsZSI6eyIkaWQiOiI0NTM2IiwiJHR5cGUiOiJOTFJFLkNvbW1vbi5Eb20uU3R5bGVzLkV4cGxpY2l0U2V0YWJsZVRhc2tTdHlsZSwgTkxSRS5Db21tb24iLCJTaGFwZSI6MSwiU2hhcGVUaGlja25lc3MiOjAsIkR1cmF0aW9uRm9ybWF0IjowLCJJbmNsdWRlTm9uV29ya2luZ0RheXNJbkR1cmF0aW9uIjpmYWxzZSwiUGVyY2VudGFnZUNvbXBsZXRlU3R5bGUiOnsiJGlkIjoiNDUzNyIsIkZvbnRTZXR0aW5ncyI6eyIkaWQiOiI0NTM4IiwiRm9udFNpemUiOjEwLCJGb250TmFtZSI6IkNhbGlicmkiLCJJc0JvbGQiOmZhbHNlLCJJc0l0YWxpYyI6ZmFsc2UsIklzVW5kZXJsaW5lZCI6ZmFsc2UsIlBhcmVudFN0eWxlIjpudWxsfSwiQXV0b1NpemUiOjAsIkZvcmVncm91bmQiOnsiJGlkIjoiNDUzOSIsIkNvbG9yIjp7IiRpZCI6IjQ1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U0MSIsIlRvcCI6MC4wLCJMZWZ0IjowLjAsIlJpZ2h0IjowLjAsIkJvdHRvbSI6MC4wfSwiUGFkZGluZyI6eyIkaWQiOiI0NTQyIiwiVG9wIjowLjAsIkxlZnQiOjAuMCwiUmlnaHQiOjAuMCwiQm90dG9tIjowLjB9LCJCYWNrZ3JvdW5kIjp7IiRpZCI6IjQ1NDMiLCJDb2xvciI6eyIkaWQiOiI0NTQ0IiwiQSI6ODksIlIiOjAsIkciOjAsIkIiOjB9fSwiSXNWaXNpYmxlIjp0cnVlLCJXaWR0aCI6MC4wLCJIZWlnaHQiOjAuMCwiQm9yZGVyU3R5bGUiOnsiJGlkIjoiNDU0NSIsIkxpbmVDb2xvciI6bnVsbCwiTGluZVdlaWdodCI6MC4wLCJMaW5lVHlwZSI6MCwiUGFyZW50U3R5bGUiOm51bGx9LCJQYXJlbnRTdHlsZSI6bnVsbH0sIkR1cmF0aW9uU3R5bGUiOnsiJGlkIjoiNDU0NiIsIkZvbnRTZXR0aW5ncyI6eyIkaWQiOiI0NTQ3IiwiRm9udFNpemUiOjEwLCJGb250TmFtZSI6IkNhbGlicmkiLCJJc0JvbGQiOmZhbHNlLCJJc0l0YWxpYyI6ZmFsc2UsIklzVW5kZXJsaW5lZCI6ZmFsc2UsIlBhcmVudFN0eWxlIjpudWxsfSwiQXV0b1NpemUiOjAsIkZvcmVncm91bmQiOnsiJGlkIjoiNDU0OCIsIkNvbG9yIjp7IiRpZCI6IjQ1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1NTAiLCJUb3AiOjAuMCwiTGVmdCI6MC4wLCJSaWdodCI6MC4wLCJCb3R0b20iOjAuMH0sIlBhZGRpbmciOnsiJGlkIjoiNDU1MSIsIlRvcCI6MC4wLCJMZWZ0IjowLjAsIlJpZ2h0IjowLjAsIkJvdHRvbSI6MC4wfSwiQmFja2dyb3VuZCI6eyIkaWQiOiI0NTUyIiwiQ29sb3IiOnsiJGlkIjoiNDU1MyIsIkEiOjI1NSwiUiI6NjgsIkciOjg0LCJCIjoxMDZ9fSwiSXNWaXNpYmxlIjp0cnVlLCJXaWR0aCI6MC4wLCJIZWlnaHQiOjAuMCwiQm9yZGVyU3R5bGUiOnsiJGlkIjoiNDU1NCIsIkxpbmVDb2xvciI6bnVsbCwiTGluZVdlaWdodCI6MC4wLCJMaW5lVHlwZSI6MCwiUGFyZW50U3R5bGUiOm51bGx9LCJQYXJlbnRTdHlsZSI6bnVsbH0sIkhvcml6b250YWxDb25uZWN0b3JTdHlsZSI6eyIkaWQiOiI0NTU1IiwiTGluZUNvbG9yIjp7IiRpZCI6IjQ1NTYiLCIkdHlwZSI6Ik5MUkUuQ29tbW9uLkRvbS5Tb2xpZENvbG9yQnJ1c2gsIE5MUkUuQ29tbW9uIiwiQ29sb3IiOnsiJGlkIjoiNDU1NyIsIkEiOjI1NSwiUiI6MCwiRyI6MCwiQiI6MH19LCJMaW5lV2VpZ2h0IjowLjAsIkxpbmVUeXBlIjowLCJQYXJlbnRTdHlsZSI6bnVsbH0sIlZlcnRpY2FsQ29ubmVjdG9yU3R5bGUiOnsiJGlkIjoiNDU1OCIsIkxpbmVDb2xvciI6eyIkaWQiOiI0NTU5IiwiJHR5cGUiOiJOTFJFLkNvbW1vbi5Eb20uU29saWRDb2xvckJydXNoLCBOTFJFLkNvbW1vbiIsIkNvbG9yIjp7IiRpZCI6IjQ1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NTYxIiwiU2hhcGVTdHlsZSI6eyIkaWQiOiI0NTYyIiwiTWFyZ2luIjp7IiRpZCI6IjQ1NjMiLCJUb3AiOjAuMCwiTGVmdCI6MC4wLCJSaWdodCI6MC4wLCJCb3R0b20iOjAuMH0sIlBhZGRpbmciOnsiJGlkIjoiNDU2NCIsIlRvcCI6MC4wLCJMZWZ0IjowLjAsIlJpZ2h0IjowLjAsIkJvdHRvbSI6MC4wfSwiQmFja2dyb3VuZCI6eyIkaWQiOiI0NTY1IiwiQ29sb3IiOnsiJGlkIjoiNDU2NiIsIkEiOjE1MywiUiI6MCwiRyI6MCwiQiI6MH19LCJJc1Zpc2libGUiOnRydWUsIldpZHRoIjowLjAsIkhlaWdodCI6MC4wLCJCb3JkZXJTdHlsZSI6eyIkaWQiOiI0NTY3IiwiTGluZUNvbG9yIjp7IiRpZCI6IjQ1NjgiLCIkdHlwZSI6Ik5MUkUuQ29tbW9uLkRvbS5Tb2xpZENvbG9yQnJ1c2gsIE5MUkUuQ29tbW9uIiwiQ29sb3IiOnsiJGlkIjoiNDU2OSIsIkEiOjI1NSwiUiI6MjU1LCJHIjowLCJCIjowfX0sIkxpbmVXZWlnaHQiOjAuMCwiTGluZVR5cGUiOjAsIlBhcmVudFN0eWxlIjpudWxsfSwiUGFyZW50U3R5bGUiOm51bGx9LCJNYXJnaW4iOnsiJGlkIjoiNDU3MCIsIlRvcCI6MC4wLCJMZWZ0IjowLjAsIlJpZ2h0IjowLjAsIkJvdHRvbSI6MC4wfSwiUGFkZGluZyI6eyIkaWQiOiI0NTcxIiwiVG9wIjowLjAsIkxlZnQiOjAuMCwiUmlnaHQiOjAuMCwiQm90dG9tIjowLjB9LCJCYWNrZ3JvdW5kIjpudWxsLCJJc1Zpc2libGUiOnRydWUsIldpZHRoIjowLjAsIkhlaWdodCI6MC4wLCJCb3JkZXJTdHlsZSI6bnVsbCwiUGFyZW50U3R5bGUiOm51bGx9LCJTaGFwZVN0eWxlIjp7IiRpZCI6IjQ1NzIiLCJNYXJnaW4iOnsiJGlkIjoiNDU3MyIsIlRvcCI6MC4wLCJMZWZ0Ijo0LjAsIlJpZ2h0Ijo0LjAsIkJvdHRvbSI6MC4wfSwiUGFkZGluZyI6eyIkaWQiOiI0NTc0IiwiVG9wIjowLjAsIkxlZnQiOjAuMCwiUmlnaHQiOjAuMCwiQm90dG9tIjowLjB9LCJCYWNrZ3JvdW5kIjp7IiRpZCI6IjQ1NzUiLCJDb2xvciI6eyIkaWQiOiI0NTc2IiwiQSI6MjU1LCJSIjoxMTIsIkciOjE3MywiQiI6NzF9fSwiSXNWaXNpYmxlIjp0cnVlLCJXaWR0aCI6MC4wLCJIZWlnaHQiOjEwLjAsIkJvcmRlclN0eWxlIjp7IiRpZCI6IjQ1NzciLCJMaW5lQ29sb3IiOnsiJGlkIjoiNDU3OCIsIiR0eXBlIjoiTkxSRS5Db21tb24uRG9tLlNvbGlkQ29sb3JCcnVzaCwgTkxSRS5Db21tb24iLCJDb2xvciI6eyIkaWQiOiI0NTc5IiwiQSI6MjU1LCJSIjoyMzQsIkciOjIyLCJCIjozMH19LCJMaW5lV2VpZ2h0IjowLjAsIkxpbmVUeXBlIjowLCJQYXJlbnRTdHlsZSI6bnVsbH0sIlBhcmVudFN0eWxlIjpudWxsfSwiVGl0bGVTdHlsZSI6eyIkaWQiOiI0NTgwIiwiRm9udFNldHRpbmdzIjp7IiRpZCI6IjQ1ODEiLCJGb250U2l6ZSI6MTEsIkZvbnROYW1lIjoiQ2FsaWJyaSIsIklzQm9sZCI6ZmFsc2UsIklzSXRhbGljIjpmYWxzZSwiSXNVbmRlcmxpbmVkIjpmYWxzZSwiUGFyZW50U3R5bGUiOm51bGx9LCJBdXRvU2l6ZSI6MCwiRm9yZWdyb3VuZCI6eyIkaWQiOiI0NTgyIiwiQ29sb3IiOnsiJGlkIjoiNDU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Tg0IiwiVG9wIjowLjAsIkxlZnQiOjAuMCwiUmlnaHQiOjAuMCwiQm90dG9tIjowLjB9LCJQYWRkaW5nIjp7IiRpZCI6IjQ1ODUiLCJUb3AiOjAuMCwiTGVmdCI6MC4wLCJSaWdodCI6MC4wLCJCb3R0b20iOjAuMH0sIkJhY2tncm91bmQiOnsiJGlkIjoiNDU4NiIsIkNvbG9yIjp7IiRpZCI6IjQ1ODciLCJBIjoyNTUsIlIiOjAsIkciOjAsIkIiOjB9fSwiSXNWaXNpYmxlIjp0cnVlLCJXaWR0aCI6MC4wLCJIZWlnaHQiOjAuMCwiQm9yZGVyU3R5bGUiOnsiJGlkIjoiNDU4OCIsIkxpbmVDb2xvciI6bnVsbCwiTGluZVdlaWdodCI6MC4wLCJMaW5lVHlwZSI6MCwiUGFyZW50U3R5bGUiOm51bGx9LCJQYXJlbnRTdHlsZSI6bnVsbH0sIkRhdGVTdHlsZSI6eyIkaWQiOiI0NTg5IiwiRm9udFNldHRpbmdzIjp7IiRpZCI6IjQ1OTAiLCJGb250U2l6ZSI6MTAsIkZvbnROYW1lIjoiQ2FsaWJyaSIsIklzQm9sZCI6ZmFsc2UsIklzSXRhbGljIjpmYWxzZSwiSXNVbmRlcmxpbmVkIjpmYWxzZSwiUGFyZW50U3R5bGUiOm51bGx9LCJBdXRvU2l6ZSI6MCwiRm9yZWdyb3VuZCI6eyIkaWQiOiI0NTkxIiwiQ29sb3IiOnsiJGlkIjoiNDU5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U5MyIsIlRvcCI6MC4wLCJMZWZ0IjowLjAsIlJpZ2h0IjowLjAsIkJvdHRvbSI6MC4wfSwiUGFkZGluZyI6eyIkaWQiOiI0NTk0IiwiVG9wIjowLjAsIkxlZnQiOjAuMCwiUmlnaHQiOjAuMCwiQm90dG9tIjowLjB9LCJCYWNrZ3JvdW5kIjp7IiRpZCI6IjQ1OTUiLCJDb2xvciI6eyIkaWQiOiI0NTk2IiwiQSI6MjU1LCJSIjo2OCwiRyI6ODQsIkIiOjEwNn19LCJJc1Zpc2libGUiOnRydWUsIldpZHRoIjowLjAsIkhlaWdodCI6MC4wLCJCb3JkZXJTdHlsZSI6eyIkaWQiOiI0NTk3IiwiTGluZUNvbG9yIjpudWxsLCJMaW5lV2VpZ2h0IjowLjAsIkxpbmVUeXBlIjowLCJQYXJlbnRTdHlsZSI6bnVsbH0sIlBhcmVudFN0eWxlIjpudWxsfSwiRGF0ZUZvcm1hdCI6eyIkaWQiOiI0NT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OTkiLCJGb3JtYXQiOjAsIklzVmlzaWJsZSI6ZmFsc2UsIkxhc3RLbm93blZpc2liaWxpdHlTdGF0ZSI6ZmFsc2V9LCJJc1Zpc2libGUiOnRydWUsIlZhcmlhbmNlU3R5bGUiOnsiJGlkIjoiNDYwMCIsIlRleHRTdHlsZSI6eyIkaWQiOiI0NjAxIiwiRm9udFNldHRpbmdzIjp7IiRpZCI6IjQ2MDIiLCJGb250U2l6ZSI6MTAsIkZvbnROYW1lIjoiQ2FsaWJyaSIsIklzQm9sZCI6ZmFsc2UsIklzSXRhbGljIjpmYWxzZSwiSXNVbmRlcmxpbmVkIjpmYWxzZSwiUGFyZW50U3R5bGUiOm51bGx9LCJBdXRvU2l6ZSI6MCwiRm9yZWdyb3VuZCI6eyIkaWQiOiI0NjAzIiwiQ29sb3IiOnsiJGlkIjoiNDY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A1IiwiVG9wIjowLjAsIkxlZnQiOjAuMCwiUmlnaHQiOjAuMCwiQm90dG9tIjowLjB9LCJQYWRkaW5nIjp7IiRpZCI6IjQ2MDYiLCJUb3AiOjAuMCwiTGVmdCI6MC4wLCJSaWdodCI6MC4wLCJCb3R0b20iOjAuMH0sIkJhY2tncm91bmQiOnsiJGlkIjoiNDYwNyIsIkNvbG9yIjp7IiRpZCI6IjQ2MDgiLCJBIjoyNTUsIlIiOjAsIkciOjAsIkIiOjB9fSwiSXNWaXNpYmxlIjp0cnVlLCJXaWR0aCI6MC4wLCJIZWlnaHQiOjAuMCwiQm9yZGVyU3R5bGUiOnsiJGlkIjoiNDYwOSIsIkxpbmVDb2xvciI6bnVsbCwiTGluZVdlaWdodCI6MC4wLCJMaW5lVHlwZSI6MCwiUGFyZW50U3R5bGUiOm51bGx9LCJQYXJlbnRTdHlsZSI6bnVsbH0sIlBhcmVudFN0eWxlIjpudWxsfSwiUGFyZW50U3R5bGUiOm51bGwsIl9leHBsaWNpdGx5U2V0Ijp7IiRpZCI6IjQ2MT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NjExIiwiU2hhcGUiOjEsIkNvbm5lY3Rvck1hcmdpbiI6eyIkaWQiOiI0NjEyIiwiVG9wIjowLjAsIkxlZnQiOjIuMCwiUmlnaHQiOjIuMCwiQm90dG9tIjowLjB9LCJDb25uZWN0b3JTdHlsZSI6eyIkaWQiOiI0NjEzIiwiTGluZUNvbG9yIjp7IiRpZCI6IjQ2MTQiLCIkdHlwZSI6Ik5MUkUuQ29tbW9uLkRvbS5Tb2xpZENvbG9yQnJ1c2gsIE5MUkUuQ29tbW9uIiwiQ29sb3IiOnsiJGlkIjoiNDYxNSIsIkEiOjEyNywiUiI6NTYsIkciOjg2LCJCIjozNX19LCJMaW5lV2VpZ2h0IjoxLjAsIkxpbmVUeXBlIjowLCJQYXJlbnRTdHlsZSI6bnVsbH0sIklzQmVsb3dUaW1lYmFuZCI6ZmFsc2UsIlBvc2l0aW9uT25UYXNrIjoxLCJIaWRlRGF0ZSI6ZmFsc2UsIlNoYXBlU2l6ZSI6MCwiU3BhY2luZyI6MC4wLCJQYWRkaW5nIjp7IiRpZCI6IjQ2MTYiLCJUb3AiOjUuMCwiTGVmdCI6My4wLCJSaWdodCI6MC4wLCJCb3R0b20iOjIuMH0sIlNoYXBlU3R5bGUiOnsiJGlkIjoiNDYxNyIsIk1hcmdpbiI6eyIkaWQiOiI0NjE4IiwiVG9wIjowLjAsIkxlZnQiOjAuMCwiUmlnaHQiOjAuMCwiQm90dG9tIjowLjB9LCJQYWRkaW5nIjp7IiRpZCI6IjQ2MTkiLCJUb3AiOjAuMCwiTGVmdCI6MC4wLCJSaWdodCI6MC4wLCJCb3R0b20iOjAuMH0sIkJhY2tncm91bmQiOnsiJGlkIjoiNDYyMCIsIkNvbG9yIjp7IiRpZCI6IjQ2MjEiLCJBIjoyNTUsIlIiOjU2LCJHIjo4NiwiQiI6MzV9fSwiSXNWaXNpYmxlIjp0cnVlLCJXaWR0aCI6MTIuMCwiSGVpZ2h0IjoxNC4wLCJCb3JkZXJTdHlsZSI6eyIkaWQiOiI0NjIyIiwiTGluZUNvbG9yIjp7IiRpZCI6IjQ2MjMiLCIkdHlwZSI6Ik5MUkUuQ29tbW9uLkRvbS5Tb2xpZENvbG9yQnJ1c2gsIE5MUkUuQ29tbW9uIiwiQ29sb3IiOnsiJGlkIjoiNDYyNCIsIkEiOjI1NSwiUiI6MjU1LCJHIjoyNTUsIkIiOjI1NX19LCJMaW5lV2VpZ2h0IjowLjAsIkxpbmVUeXBlIjowLCJQYXJlbnRTdHlsZSI6bnVsbH0sIlBhcmVudFN0eWxlIjpudWxsfSwiVGl0bGVTdHlsZSI6eyIkaWQiOiI0NjI1IiwiRm9udFNldHRpbmdzIjp7IiRpZCI6IjQ2MjYiLCJGb250U2l6ZSI6MTEsIkZvbnROYW1lIjoiQ2FsaWJyaSIsIklzQm9sZCI6ZmFsc2UsIklzSXRhbGljIjpmYWxzZSwiSXNVbmRlcmxpbmVkIjpmYWxzZSwiUGFyZW50U3R5bGUiOm51bGx9LCJBdXRvU2l6ZSI6MCwiRm9yZWdyb3VuZCI6eyIkaWQiOiI0NjI3IiwiQ29sb3IiOnsiJGlkIjoiNDYy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0NjI5IiwiVG9wIjowLjAsIkxlZnQiOjAuMCwiUmlnaHQiOjAuMCwiQm90dG9tIjowLjB9LCJQYWRkaW5nIjp7IiRpZCI6IjQ2MzAiLCJUb3AiOjAuMCwiTGVmdCI6MC4wLCJSaWdodCI6MC4wLCJCb3R0b20iOjAuMH0sIkJhY2tncm91bmQiOnsiJGlkIjoiNDYzMSIsIkNvbG9yIjp7IiRpZCI6IjQ2MzIiLCJBIjoyNTUsIlIiOjAsIkciOjAsIkIiOjB9fSwiSXNWaXNpYmxlIjp0cnVlLCJXaWR0aCI6MC4wLCJIZWlnaHQiOjAuMCwiQm9yZGVyU3R5bGUiOnsiJGlkIjoiNDYzMyIsIkxpbmVDb2xvciI6bnVsbCwiTGluZVdlaWdodCI6MC4wLCJMaW5lVHlwZSI6MCwiUGFyZW50U3R5bGUiOm51bGx9LCJQYXJlbnRTdHlsZSI6bnVsbH0sIkRhdGVTdHlsZSI6eyIkaWQiOiI0NjM0IiwiRm9udFNldHRpbmdzIjp7IiRpZCI6IjQ2MzUiLCJGb250U2l6ZSI6MTAsIkZvbnROYW1lIjoiQ2FsaWJyaSIsIklzQm9sZCI6ZmFsc2UsIklzSXRhbGljIjpmYWxzZSwiSXNVbmRlcmxpbmVkIjpmYWxzZSwiUGFyZW50U3R5bGUiOm51bGx9LCJBdXRvU2l6ZSI6MCwiRm9yZWdyb3VuZCI6eyIkaWQiOiI0NjM2IiwiQ29sb3IiOnsiJGlkIjoiNDYz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NDYzOCIsIlRvcCI6MC4wLCJMZWZ0IjowLjAsIlJpZ2h0IjowLjAsIkJvdHRvbSI6MC4wfSwiUGFkZGluZyI6eyIkaWQiOiI0NjM5IiwiVG9wIjowLjAsIkxlZnQiOjAuMCwiUmlnaHQiOjAuMCwiQm90dG9tIjowLjB9LCJCYWNrZ3JvdW5kIjp7IiRpZCI6IjQ2NDAiLCJDb2xvciI6eyIkaWQiOiI0NjQxIiwiQSI6MjU1LCJSIjo2OCwiRyI6ODQsIkIiOjEwNn19LCJJc1Zpc2libGUiOnRydWUsIldpZHRoIjowLjAsIkhlaWdodCI6MC4wLCJCb3JkZXJTdHlsZSI6eyIkaWQiOiI0NjQyIiwiTGluZUNvbG9yIjpudWxsLCJMaW5lV2VpZ2h0IjowLjAsIkxpbmVUeXBlIjowLCJQYXJlbnRTdHlsZSI6bnVsbH0sIlBhcmVudFN0eWxlIjpudWxsfSwiRGF0ZUZvcm1hdCI6eyIkaWQiOiI0NjQ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jQ0IiwiRm9ybWF0IjowLCJJc1Zpc2libGUiOmZhbHNlLCJMYXN0S25vd25WaXNpYmlsaXR5U3RhdGUiOmZhbHNlfSwiSXNWaXNpYmxlIjpmYWxzZSwiVmFyaWFuY2VTdHlsZSI6eyIkaWQiOiI0NjQ1IiwiVGV4dFN0eWxlIjp7IiRpZCI6IjQ2NDYiLCJGb250U2V0dGluZ3MiOnsiJGlkIjoiNDY0NyIsIkZvbnRTaXplIjoxMCwiRm9udE5hbWUiOiJDYWxpYnJpIiwiSXNCb2xkIjpmYWxzZSwiSXNJdGFsaWMiOmZhbHNlLCJJc1VuZGVybGluZWQiOmZhbHNlLCJQYXJlbnRTdHlsZSI6bnVsbH0sIkF1dG9TaXplIjowLCJGb3JlZ3JvdW5kIjp7IiRpZCI6IjQ2NDgiLCJDb2xvciI6eyIkaWQiOiI0NjQ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2NTAiLCJUb3AiOjAuMCwiTGVmdCI6MC4wLCJSaWdodCI6MC4wLCJCb3R0b20iOjAuMH0sIlBhZGRpbmciOnsiJGlkIjoiNDY1MSIsIlRvcCI6MC4wLCJMZWZ0IjowLjAsIlJpZ2h0IjowLjAsIkJvdHRvbSI6MC4wfSwiQmFja2dyb3VuZCI6eyIkaWQiOiI0NjUyIiwiQ29sb3IiOnsiJGlkIjoiNDY1MyIsIkEiOjI1NSwiUiI6MCwiRyI6MCwiQiI6MH19LCJJc1Zpc2libGUiOnRydWUsIldpZHRoIjowLjAsIkhlaWdodCI6MC4wLCJCb3JkZXJTdHlsZSI6eyIkaWQiOiI0NjU0IiwiTGluZUNvbG9yIjpudWxsLCJMaW5lV2VpZ2h0IjowLjAsIkxpbmVUeXBlIjowLCJQYXJlbnRTdHlsZSI6bnVsbH0sIlBhcmVudFN0eWxlIjpudWxsfSwiUGFyZW50U3R5bGUiOm51bGx9LCJQYXJlbnRTdHlsZSI6bnVsbH0sIkRlZmF1bHRTd2ltbGFuZU1pbGVzdG9uZVN0eWxlIjp7IiRpZCI6IjQ2NTUiLCJUaXRsZVBvc2l0aW9uIjoiTGVmdCIsIkRhdGVQb3NpdGlvbiI6IlJpZ2h0IiwiVmFyaWFuY2VQb3NpdGlvbiI6IlJpZ2h0IiwiU2hhcGVUeXBlIjoxLCJTaGFwZVNpemUiOjAsIlNwYWNpbmciOjUsIlNoYXBlU3R5bGUiOnsiJGlkIjoiNDY1NiIsIk1hcmdpbiI6eyIkaWQiOiI0NjU3IiwiVG9wIjowLjAsIkxlZnQiOjAuMCwiUmlnaHQiOjAuMCwiQm90dG9tIjowLjB9LCJQYWRkaW5nIjp7IiRpZCI6IjQ2NTgiLCJUb3AiOjAuMCwiTGVmdCI6MC4wLCJSaWdodCI6MC4wLCJCb3R0b20iOjAuMH0sIkJhY2tncm91bmQiOnsiJGlkIjoiNDY1OSIsIkNvbG9yIjp7IiRpZCI6IjQ2NjAiLCJBIjoyNTUsIlIiOjExMiwiRyI6MTczLCJCIjo3MX19LCJJc1Zpc2libGUiOnRydWUsIldpZHRoIjoxMi4wLCJIZWlnaHQiOjE0LjAsIkJvcmRlclN0eWxlIjp7IiRpZCI6IjQ2NjEiLCJMaW5lQ29sb3IiOnsiJGlkIjoiNDY2MiIsIiR0eXBlIjoiTkxSRS5Db21tb24uRG9tLlNvbGlkQ29sb3JCcnVzaCwgTkxSRS5Db21tb24iLCJDb2xvciI6eyIkaWQiOiI0NjYzIiwiQSI6MjU1LCJSIjoyMzQsIkciOjIyLCJCIjozMH19LCJMaW5lV2VpZ2h0IjowLjAsIkxpbmVUeXBlIjowLCJQYXJlbnRTdHlsZSI6bnVsbH0sIlBhcmVudFN0eWxlIjpudWxsfSwiVGl0bGVTdHlsZSI6eyIkaWQiOiI0NjY0IiwiRm9udFNldHRpbmdzIjp7IiRpZCI6IjQ2NjUiLCJGb250U2l6ZSI6MTEsIkZvbnROYW1lIjoiQ2FsaWJyaSIsIklzQm9sZCI6ZmFsc2UsIklzSXRhbGljIjpmYWxzZSwiSXNVbmRlcmxpbmVkIjpmYWxzZSwiUGFyZW50U3R5bGUiOm51bGx9LCJBdXRvU2l6ZSI6MCwiRm9yZWdyb3VuZCI6eyIkaWQiOiI0NjY2IiwiQ29sb3IiOnsiJGlkIjoiNDY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Y4IiwiVG9wIjowLjAsIkxlZnQiOjAuMCwiUmlnaHQiOjAuMCwiQm90dG9tIjowLjB9LCJQYWRkaW5nIjp7IiRpZCI6IjQ2NjkiLCJUb3AiOjAuMCwiTGVmdCI6MC4wLCJSaWdodCI6MC4wLCJCb3R0b20iOjAuMH0sIkJhY2tncm91bmQiOnsiJGlkIjoiNDY3MCIsIkNvbG9yIjp7IiRpZCI6IjQ2NzEiLCJBIjoyNTUsIlIiOjAsIkciOjAsIkIiOjB9fSwiSXNWaXNpYmxlIjp0cnVlLCJXaWR0aCI6MC4wLCJIZWlnaHQiOjAuMCwiQm9yZGVyU3R5bGUiOnsiJGlkIjoiNDY3MiIsIkxpbmVDb2xvciI6bnVsbCwiTGluZVdlaWdodCI6MC4wLCJMaW5lVHlwZSI6MCwiUGFyZW50U3R5bGUiOm51bGx9LCJQYXJlbnRTdHlsZSI6bnVsbH0sIkRhdGVTdHlsZSI6eyIkaWQiOiI0NjczIiwiRm9udFNldHRpbmdzIjp7IiRpZCI6IjQ2NzQiLCJGb250U2l6ZSI6MTAsIkZvbnROYW1lIjoiQ2FsaWJyaSIsIklzQm9sZCI6ZmFsc2UsIklzSXRhbGljIjpmYWxzZSwiSXNVbmRlcmxpbmVkIjpmYWxzZSwiUGFyZW50U3R5bGUiOm51bGx9LCJBdXRvU2l6ZSI6MCwiRm9yZWdyb3VuZCI6eyIkaWQiOiI0Njc1IiwiQ29sb3IiOnsiJGlkIjoiNDY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Y3NyIsIlRvcCI6MC4wLCJMZWZ0IjowLjAsIlJpZ2h0IjowLjAsIkJvdHRvbSI6MC4wfSwiUGFkZGluZyI6eyIkaWQiOiI0Njc4IiwiVG9wIjowLjAsIkxlZnQiOjAuMCwiUmlnaHQiOjAuMCwiQm90dG9tIjowLjB9LCJCYWNrZ3JvdW5kIjp7IiRpZCI6IjQ2NzkiLCJDb2xvciI6eyIkaWQiOiI0NjgwIiwiQSI6MjU1LCJSIjo2OCwiRyI6ODQsIkIiOjEwNn19LCJJc1Zpc2libGUiOnRydWUsIldpZHRoIjowLjAsIkhlaWdodCI6MC4wLCJCb3JkZXJTdHlsZSI6eyIkaWQiOiI0NjgxIiwiTGluZUNvbG9yIjpudWxsLCJMaW5lV2VpZ2h0IjowLjAsIkxpbmVUeXBlIjowLCJQYXJlbnRTdHlsZSI6bnVsbH0sIlBhcmVudFN0eWxlIjpudWxsfSwiRGF0ZUZvcm1hdCI6eyIkaWQiOiI0Nj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2ODMiLCJGb3JtYXQiOjAsIklzVmlzaWJsZSI6ZmFsc2UsIkxhc3RLbm93blZpc2liaWxpdHlTdGF0ZSI6ZmFsc2V9LCJJc1Zpc2libGUiOnRydWUsIlZhcmlhbmNlU3R5bGUiOnsiJGlkIjoiNDY4NCIsIlRleHRTdHlsZSI6eyIkaWQiOiI0Njg1IiwiRm9udFNldHRpbmdzIjp7IiRpZCI6IjQ2ODYiLCJGb250U2l6ZSI6MTAsIkZvbnROYW1lIjoiQ2FsaWJyaSIsIklzQm9sZCI6ZmFsc2UsIklzSXRhbGljIjpmYWxzZSwiSXNVbmRlcmxpbmVkIjpmYWxzZSwiUGFyZW50U3R5bGUiOm51bGx9LCJBdXRvU2l6ZSI6MCwiRm9yZWdyb3VuZCI6eyIkaWQiOiI0Njg3IiwiQ29sb3IiOnsiJGlkIjoiNDY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g5IiwiVG9wIjowLjAsIkxlZnQiOjAuMCwiUmlnaHQiOjAuMCwiQm90dG9tIjowLjB9LCJQYWRkaW5nIjp7IiRpZCI6IjQ2OTAiLCJUb3AiOjAuMCwiTGVmdCI6MC4wLCJSaWdodCI6MC4wLCJCb3R0b20iOjAuMH0sIkJhY2tncm91bmQiOnsiJGlkIjoiNDY5MSIsIkNvbG9yIjp7IiRpZCI6IjQ2OTIiLCJBIjoyNTUsIlIiOjAsIkciOjAsIkIiOjB9fSwiSXNWaXNpYmxlIjp0cnVlLCJXaWR0aCI6MC4wLCJIZWlnaHQiOjAuMCwiQm9yZGVyU3R5bGUiOnsiJGlkIjoiNDY5MyIsIkxpbmVDb2xvciI6bnVsbCwiTGluZVdlaWdodCI6MC4wLCJMaW5lVHlwZSI6MCwiUGFyZW50U3R5bGUiOm51bGx9LCJQYXJlbnRTdHlsZSI6bnVsbH0sIlBhcmVudFN0eWxlIjpudWxsfSwiUGFyZW50U3R5bGUiOm51bGx9LCJEZWZhdWx0U3dpbWxhbmVBY3Rpdml0eVN0eWxlIjp7IiRpZCI6IjQ2OTQiLCJIZWFkZXJTdHlsZSI6eyIkaWQiOiI0Njk1IiwiVGV4dFN0eWxlIjp7IiRpZCI6IjQ2OTYiLCJGb250U2V0dGluZ3MiOnsiJGlkIjoiNDY5NyIsIkZvbnRTaXplIjoxMSwiRm9udE5hbWUiOiJDYWxpYnJpIiwiSXNCb2xkIjpmYWxzZSwiSXNJdGFsaWMiOmZhbHNlLCJJc1VuZGVybGluZWQiOmZhbHNlLCJQYXJlbnRTdHlsZSI6bnVsbH0sIkF1dG9TaXplIjoyLCJGb3JlZ3JvdW5kIjp7IiRpZCI6IjQ2OTgiLCJDb2xvciI6eyIkaWQiOiI0Nj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cwMCIsIlRvcCI6MC4wLCJMZWZ0IjowLjAsIlJpZ2h0IjowLjAsIkJvdHRvbSI6MC4wfSwiUGFkZGluZyI6eyIkaWQiOiI0NzAxIiwiVG9wIjowLjAsIkxlZnQiOjAuMCwiUmlnaHQiOjAuMCwiQm90dG9tIjowLjB9LCJCYWNrZ3JvdW5kIjp7IiRpZCI6IjQ3MDIiLCJDb2xvciI6eyIkaWQiOiI0NzAzIiwiQSI6MjU1LCJSIjo2NCwiRyI6NjQsIkIiOjY0fX0sIklzVmlzaWJsZSI6dHJ1ZSwiV2lkdGgiOjAuMCwiSGVpZ2h0IjowLjAsIkJvcmRlclN0eWxlIjpudWxsLCJQYXJlbnRTdHlsZSI6bnVsbH0sIlJlY3RhbmdsZVN0eWxlIjp7IiRpZCI6IjQ3MDQiLCJNYXJnaW4iOnsiJGlkIjoiNDcwNSIsIlRvcCI6MC4wLCJMZWZ0IjowLjAsIlJpZ2h0IjowLjAsIkJvdHRvbSI6MC4wfSwiUGFkZGluZyI6eyIkaWQiOiI0NzA2IiwiVG9wIjowLjAsIkxlZnQiOjAuMCwiUmlnaHQiOjAuMCwiQm90dG9tIjowLjB9LCJCYWNrZ3JvdW5kIjp7IiRpZCI6IjQ3MDciLCJDb2xvciI6eyIkaWQiOiI0NzA4IiwiQSI6MTI3LCJSIjoxMTIsIkciOjE3MywiQiI6NzF9fSwiSXNWaXNpYmxlIjp0cnVlLCJXaWR0aCI6MC4wLCJIZWlnaHQiOjAuMCwiQm9yZGVyU3R5bGUiOnsiJGlkIjoiNDcwOSIsIkxpbmVDb2xvciI6eyIkaWQiOiI0NzEwIiwiJHR5cGUiOiJOTFJFLkNvbW1vbi5Eb20uU29saWRDb2xvckJydXNoLCBOTFJFLkNvbW1vbiIsIkNvbG9yIjp7IiRpZCI6IjQ3MTEiLCJBIjoyNTUsIlIiOjI1NSwiRyI6MjU1LCJCIjoyNTV9fSwiTGluZVdlaWdodCI6MC4wLCJMaW5lVHlwZSI6MCwiUGFyZW50U3R5bGUiOm51bGx9LCJQYXJlbnRTdHlsZSI6bnVsbH0sIk1hcmdpbiI6eyIkaWQiOiI0NzEyIiwiVG9wIjowLjAsIkxlZnQiOjAuMCwiUmlnaHQiOjAuMCwiQm90dG9tIjowLjB9LCJQYWRkaW5nIjp7IiRpZCI6IjQ3MTMiLCJUb3AiOjAuMCwiTGVmdCI6MC4wLCJSaWdodCI6MC4wLCJCb3R0b20iOjAuMH0sIkJhY2tncm91bmQiOm51bGwsIklzVmlzaWJsZSI6dHJ1ZSwiV2lkdGgiOjAuMCwiSGVpZ2h0IjowLjAsIkJvcmRlclN0eWxlIjpudWxsLCJQYXJlbnRTdHlsZSI6bnVsbH0sIkJhY2tncm91bmRTdHlsZSI6eyIkaWQiOiI0NzE0IiwiTWFyZ2luIjp7IiRpZCI6IjQ3MTUiLCJUb3AiOjAuMCwiTGVmdCI6MC4wLCJSaWdodCI6MC4wLCJCb3R0b20iOjAuMH0sIlBhZGRpbmciOnsiJGlkIjoiNDcxNiIsIlRvcCI6MC4wLCJMZWZ0IjowLjAsIlJpZ2h0IjowLjAsIkJvdHRvbSI6MC4wfSwiQmFja2dyb3VuZCI6eyIkaWQiOiI0NzE3IiwiQ29sb3IiOnsiJGlkIjoiNDcxOCIsIkEiOjUxLCJSIjoyMDAsIkciOjIwMCwiQiI6MjAwfX0sIklzVmlzaWJsZSI6dHJ1ZSwiV2lkdGgiOjAuMCwiSGVpZ2h0IjowLjAsIkJvcmRlclN0eWxlIjp7IiRpZCI6IjQ3MTkiLCJMaW5lQ29sb3IiOnsiJGlkIjoiNDcyMCIsIiR0eXBlIjoiTkxSRS5Db21tb24uRG9tLlNvbGlkQ29sb3JCcnVzaCwgTkxSRS5Db21tb24iLCJDb2xvciI6eyIkaWQiOiI0NzIxIiwiQSI6MjU1LCJSIjoyMzQsIkciOjIyLCJCIjozMH19LCJMaW5lV2VpZ2h0IjowLjAsIkxpbmVUeXBlIjowLCJQYXJlbnRTdHlsZSI6bnVsbH0sIlBhcmVudFN0eWxlIjpudWxsfSwiTWFyZ2luIjp7IiRpZCI6IjQ3MjIiLCJUb3AiOjAuMCwiTGVmdCI6MC4wLCJSaWdodCI6MC4wLCJCb3R0b20iOjAuMH0sIlBhZGRpbmciOnsiJGlkIjoiNDcyMyIsIlRvcCI6MC4wLCJMZWZ0IjowLjAsIlJpZ2h0IjowLjAsIkJvdHRvbSI6MC4wfSwiSXNWaXNpYmxlIjp0cnVlLCJXaWR0aCI6MC4wLCJIZWlnaHQiOjAuMCwiQm9yZGVyU3R5bGUiOnsiJGlkIjoiNDcyNCIsIkxpbmVDb2xvciI6bnVsbCwiTGluZVdlaWdodCI6MC4wLCJMaW5lVHlwZSI6MCwiUGFyZW50U3R5bGUiOm51bGx9LCJQYXJlbnRTdHlsZSI6bnVsbH0sIk1hcmdpbiI6eyIkaWQiOiI0NzI1IiwiVG9wIjowLjAsIkxlZnQiOjAuMCwiUmlnaHQiOjAuMCwiQm90dG9tIjowLjB9LCJQYWRkaW5nIjp7IiRpZCI6IjQ3MjYiLCJUb3AiOjAuMCwiTGVmdCI6MC4wLCJSaWdodCI6MC4wLCJCb3R0b20iOjAuMH0sIklzVmlzaWJsZSI6dHJ1ZSwiV2lkdGgiOjAuMCwiSGVpZ2h0IjowLjAsIkJvcmRlclN0eWxlIjp7IiRpZCI6IjQ3MjciLCJMaW5lQ29sb3IiOm51bGwsIkxpbmVXZWlnaHQiOjAuMCwiTGluZVR5cGUiOjAsIlBhcmVudFN0eWxlIjpudWxsfSwiUGFyZW50U3R5bGUiOm51bGx9LHsiJGlkIjoiNDcyOCIsIlN0eWxlSWQiOiIwNzAyZGVhOC1jMTE0LTRkNzEtYmU0MC1jZDMwNjJjNDY5NzAiLCJIZWFkZXJTdHlsZSI6eyIkaWQiOiI0NzI5IiwiVGV4dElzVmVydGljYWwiOmZhbHNlLCJUZXh0U3R5bGUiOnsiJGlkIjoiNDczMCIsIkZvbnRTZXR0aW5ncyI6eyIkaWQiOiI0NzMxIiwiRm9udFNpemUiOjExLCJGb250TmFtZSI6IkNhbGlicmkiLCJJc0JvbGQiOmZhbHNlLCJJc0l0YWxpYyI6ZmFsc2UsIklzVW5kZXJsaW5lZCI6ZmFsc2UsIlBhcmVudFN0eWxlIjpudWxsfSwiQXV0b1NpemUiOjIsIkZvcmVncm91bmQiOnsiJGlkIjoiNDczMiIsIkNvbG9yIjp7IiRpZCI6IjQ3Mz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M0IiwiVG9wIjowLjAsIkxlZnQiOjAuMCwiUmlnaHQiOjAuMCwiQm90dG9tIjowLjB9LCJQYWRkaW5nIjp7IiRpZCI6IjQ3MzUiLCJUb3AiOjAuMCwiTGVmdCI6MC4wLCJSaWdodCI6MC4wLCJCb3R0b20iOjAuMH0sIkJhY2tncm91bmQiOnsiJGlkIjoiNDczNiIsIkNvbG9yIjp7IiRpZCI6IjQ3MzciLCJBIjoyNTUsIlIiOjI1NSwiRyI6MjU1LCJCIjoyNTV9fSwiSXNWaXNpYmxlIjp0cnVlLCJXaWR0aCI6MC4wLCJIZWlnaHQiOjAuMCwiQm9yZGVyU3R5bGUiOm51bGwsIlBhcmVudFN0eWxlIjpudWxsfSwiUmVjdGFuZ2xlU3R5bGUiOnsiJGlkIjoiNDczOCIsIk1hcmdpbiI6eyIkaWQiOiI0NzM5IiwiVG9wIjowLjAsIkxlZnQiOjAuMCwiUmlnaHQiOjAuMCwiQm90dG9tIjowLjB9LCJQYWRkaW5nIjp7IiRpZCI6IjQ3NDAiLCJUb3AiOjAuMCwiTGVmdCI6MC4wLCJSaWdodCI6MC4wLCJCb3R0b20iOjAuMH0sIkJhY2tncm91bmQiOnsiJGlkIjoiNDc0MSIsIkNvbG9yIjp7IiRpZCI6IjQ3NDIiLCJBIjoyNTUsIlIiOjE2NSwiRyI6MTY1LCJCIjoxNjV9fSwiSXNWaXNpYmxlIjp0cnVlLCJXaWR0aCI6MC4wLCJIZWlnaHQiOjAuMCwiQm9yZGVyU3R5bGUiOnsiJGlkIjoiNDc0MyIsIkxpbmVDb2xvciI6eyIkaWQiOiI0NzQ0IiwiJHR5cGUiOiJOTFJFLkNvbW1vbi5Eb20uU29saWRDb2xvckJydXNoLCBOTFJFLkNvbW1vbiIsIkNvbG9yIjp7IiRpZCI6IjQ3NDUiLCJBIjoyNTUsIlIiOjI1NSwiRyI6MjU1LCJCIjoyNTV9fSwiTGluZVdlaWdodCI6MC4wLCJMaW5lVHlwZSI6MCwiUGFyZW50U3R5bGUiOm51bGx9LCJQYXJlbnRTdHlsZSI6bnVsbH0sIk1hcmdpbiI6eyIkaWQiOiI0NzQ2IiwiVG9wIjowLjAsIkxlZnQiOjAuMCwiUmlnaHQiOjAuMCwiQm90dG9tIjowLjB9LCJQYWRkaW5nIjp7IiRpZCI6IjQ3NDciLCJUb3AiOjAuMCwiTGVmdCI6MC4wLCJSaWdodCI6MC4wLCJCb3R0b20iOjAuMH0sIkJhY2tncm91bmQiOm51bGwsIklzVmlzaWJsZSI6dHJ1ZSwiV2lkdGgiOjAuMCwiSGVpZ2h0IjowLjAsIkJvcmRlclN0eWxlIjpudWxsLCJQYXJlbnRTdHlsZSI6bnVsbH0sIkJhY2tncm91bmRTdHlsZSI6eyIkaWQiOiI0NzQ4IiwiTWFyZ2luIjp7IiRpZCI6IjQ3NDkiLCJUb3AiOjAuMCwiTGVmdCI6MC4wLCJSaWdodCI6MC4wLCJCb3R0b20iOjAuMH0sIlBhZGRpbmciOnsiJGlkIjoiNDc1MCIsIlRvcCI6MC4wLCJMZWZ0IjowLjAsIlJpZ2h0IjowLjAsIkJvdHRvbSI6MC4wfSwiQmFja2dyb3VuZCI6eyIkaWQiOiI0NzUxIiwiQ29sb3IiOnsiJGlkIjoiNDc1MiIsIkEiOjUxLCJSIjoyMDAsIkciOjIwMCwiQiI6MjAwfX0sIklzVmlzaWJsZSI6dHJ1ZSwiV2lkdGgiOjAuMCwiSGVpZ2h0IjowLjAsIkJvcmRlclN0eWxlIjp7IiRpZCI6IjQ3NTMiLCJMaW5lQ29sb3IiOnsiJGlkIjoiNDc1NCIsIiR0eXBlIjoiTkxSRS5Db21tb24uRG9tLlNvbGlkQ29sb3JCcnVzaCwgTkxSRS5Db21tb24iLCJDb2xvciI6eyIkaWQiOiI0NzU1IiwiQSI6MjU1LCJSIjoyMzQsIkciOjIyLCJCIjozMH19LCJMaW5lV2VpZ2h0IjowLjAsIkxpbmVUeXBlIjowLCJQYXJlbnRTdHlsZSI6bnVsbH0sIlBhcmVudFN0eWxlIjpudWxsfSwiSXNBYm92ZVRpbWViYW5kIjpmYWxzZSwiU3BhY2luZyI6MiwiRGVmYXVsdFN3aW1sYW5lVGFza1N0eWxlIjp7IiRpZCI6IjQ3NTYiLCIkdHlwZSI6Ik5MUkUuQ29tbW9uLkRvbS5TdHlsZXMuRXhwbGljaXRTZXRhYmxlVGFza1N0eWxlLCBOTFJFLkNvbW1vbiIsIlNoYXBlIjoxLCJTaGFwZVRoaWNrbmVzcyI6MCwiRHVyYXRpb25Gb3JtYXQiOjAsIkluY2x1ZGVOb25Xb3JraW5nRGF5c0luRHVyYXRpb24iOmZhbHNlLCJQZXJjZW50YWdlQ29tcGxldGVTdHlsZSI6eyIkaWQiOiI0NzU3IiwiRm9udFNldHRpbmdzIjp7IiRpZCI6IjQ3NTgiLCJGb250U2l6ZSI6MTAsIkZvbnROYW1lIjoiQ2FsaWJyaSIsIklzQm9sZCI6ZmFsc2UsIklzSXRhbGljIjpmYWxzZSwiSXNVbmRlcmxpbmVkIjpmYWxzZSwiUGFyZW50U3R5bGUiOm51bGx9LCJBdXRvU2l6ZSI6MCwiRm9yZWdyb3VuZCI6eyIkaWQiOiI0NzU5IiwiQ29sb3IiOnsiJGlkIjoiNDc2M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0NzYxIiwiVG9wIjowLjAsIkxlZnQiOjAuMCwiUmlnaHQiOjAuMCwiQm90dG9tIjowLjB9LCJQYWRkaW5nIjp7IiRpZCI6IjQ3NjIiLCJUb3AiOjAuMCwiTGVmdCI6MC4wLCJSaWdodCI6MC4wLCJCb3R0b20iOjAuMH0sIkJhY2tncm91bmQiOnsiJGlkIjoiNDc2MyIsIkNvbG9yIjp7IiRpZCI6IjQ3NjQiLCJBIjo4OSwiUiI6MCwiRyI6MCwiQiI6MH19LCJJc1Zpc2libGUiOnRydWUsIldpZHRoIjowLjAsIkhlaWdodCI6MC4wLCJCb3JkZXJTdHlsZSI6eyIkaWQiOiI0NzY1IiwiTGluZUNvbG9yIjpudWxsLCJMaW5lV2VpZ2h0IjowLjAsIkxpbmVUeXBlIjowLCJQYXJlbnRTdHlsZSI6bnVsbH0sIlBhcmVudFN0eWxlIjpudWxsfSwiRHVyYXRpb25TdHlsZSI6eyIkaWQiOiI0NzY2IiwiRm9udFNldHRpbmdzIjp7IiRpZCI6IjQ3NjciLCJGb250U2l6ZSI6MTAsIkZvbnROYW1lIjoiQ2FsaWJyaSIsIklzQm9sZCI6ZmFsc2UsIklzSXRhbGljIjpmYWxzZSwiSXNVbmRlcmxpbmVkIjpmYWxzZSwiUGFyZW50U3R5bGUiOm51bGx9LCJBdXRvU2l6ZSI6MCwiRm9yZWdyb3VuZCI6eyIkaWQiOiI0NzY4IiwiQ29sb3IiOnsiJGlkIjoiNDc2O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c3MCIsIlRvcCI6MC4wLCJMZWZ0IjowLjAsIlJpZ2h0IjowLjAsIkJvdHRvbSI6MC4wfSwiUGFkZGluZyI6eyIkaWQiOiI0NzcxIiwiVG9wIjowLjAsIkxlZnQiOjAuMCwiUmlnaHQiOjAuMCwiQm90dG9tIjowLjB9LCJCYWNrZ3JvdW5kIjp7IiRpZCI6IjQ3NzIiLCJDb2xvciI6eyIkaWQiOiI0NzczIiwiQSI6MjU1LCJSIjo2OCwiRyI6ODQsIkIiOjEwNn19LCJJc1Zpc2libGUiOnRydWUsIldpZHRoIjowLjAsIkhlaWdodCI6MC4wLCJCb3JkZXJTdHlsZSI6eyIkaWQiOiI0Nzc0IiwiTGluZUNvbG9yIjpudWxsLCJMaW5lV2VpZ2h0IjowLjAsIkxpbmVUeXBlIjowLCJQYXJlbnRTdHlsZSI6bnVsbH0sIlBhcmVudFN0eWxlIjpudWxsfSwiSG9yaXpvbnRhbENvbm5lY3RvclN0eWxlIjp7IiRpZCI6IjQ3NzUiLCJMaW5lQ29sb3IiOnsiJGlkIjoiNDc3NiIsIiR0eXBlIjoiTkxSRS5Db21tb24uRG9tLlNvbGlkQ29sb3JCcnVzaCwgTkxSRS5Db21tb24iLCJDb2xvciI6eyIkaWQiOiI0Nzc3IiwiQSI6MjU1LCJSIjowLCJHIjowLCJCIjowfX0sIkxpbmVXZWlnaHQiOjAuMCwiTGluZVR5cGUiOjAsIlBhcmVudFN0eWxlIjpudWxsfSwiVmVydGljYWxDb25uZWN0b3JTdHlsZSI6eyIkaWQiOiI0Nzc4IiwiTGluZUNvbG9yIjp7IiRpZCI6IjQ3NzkiLCIkdHlwZSI6Ik5MUkUuQ29tbW9uLkRvbS5Tb2xpZENvbG9yQnJ1c2gsIE5MUkUuQ29tbW9uIiwiQ29sb3IiOnsiJGlkIjoiNDc4M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Q3ODEiLCJTaGFwZVN0eWxlIjp7IiRpZCI6IjQ3ODIiLCJNYXJnaW4iOnsiJGlkIjoiNDc4MyIsIlRvcCI6MC4wLCJMZWZ0IjowLjAsIlJpZ2h0IjowLjAsIkJvdHRvbSI6MC4wfSwiUGFkZGluZyI6eyIkaWQiOiI0Nzg0IiwiVG9wIjowLjAsIkxlZnQiOjAuMCwiUmlnaHQiOjAuMCwiQm90dG9tIjowLjB9LCJCYWNrZ3JvdW5kIjp7IiRpZCI6IjQ3ODUiLCJDb2xvciI6eyIkaWQiOiI0Nzg2IiwiQSI6MTUzLCJSIjowLCJHIjowLCJCIjowfX0sIklzVmlzaWJsZSI6dHJ1ZSwiV2lkdGgiOjAuMCwiSGVpZ2h0IjowLjAsIkJvcmRlclN0eWxlIjp7IiRpZCI6IjQ3ODciLCJMaW5lQ29sb3IiOnsiJGlkIjoiNDc4OCIsIiR0eXBlIjoiTkxSRS5Db21tb24uRG9tLlNvbGlkQ29sb3JCcnVzaCwgTkxSRS5Db21tb24iLCJDb2xvciI6eyIkaWQiOiI0Nzg5IiwiQSI6MjU1LCJSIjoyNTUsIkciOjAsIkIiOjB9fSwiTGluZVdlaWdodCI6MC4wLCJMaW5lVHlwZSI6MCwiUGFyZW50U3R5bGUiOm51bGx9LCJQYXJlbnRTdHlsZSI6bnVsbH0sIk1hcmdpbiI6eyIkaWQiOiI0NzkwIiwiVG9wIjowLjAsIkxlZnQiOjAuMCwiUmlnaHQiOjAuMCwiQm90dG9tIjowLjB9LCJQYWRkaW5nIjp7IiRpZCI6IjQ3OTEiLCJUb3AiOjAuMCwiTGVmdCI6MC4wLCJSaWdodCI6MC4wLCJCb3R0b20iOjAuMH0sIkJhY2tncm91bmQiOm51bGwsIklzVmlzaWJsZSI6dHJ1ZSwiV2lkdGgiOjAuMCwiSGVpZ2h0IjowLjAsIkJvcmRlclN0eWxlIjpudWxsLCJQYXJlbnRTdHlsZSI6bnVsbH0sIlNoYXBlU3R5bGUiOnsiJGlkIjoiNDc5MiIsIk1hcmdpbiI6eyIkaWQiOiI0NzkzIiwiVG9wIjowLjAsIkxlZnQiOjQuMCwiUmlnaHQiOjQuMCwiQm90dG9tIjowLjB9LCJQYWRkaW5nIjp7IiRpZCI6IjQ3OTQiLCJUb3AiOjAuMCwiTGVmdCI6MC4wLCJSaWdodCI6MC4wLCJCb3R0b20iOjAuMH0sIkJhY2tncm91bmQiOnsiJGlkIjoiNDc5NSIsIkNvbG9yIjp7IiRpZCI6IjQ3OTYiLCJBIjoyNTUsIlIiOjE2NSwiRyI6MTY1LCJCIjoxNjV9fSwiSXNWaXNpYmxlIjp0cnVlLCJXaWR0aCI6MC4wLCJIZWlnaHQiOjEwLjAsIkJvcmRlclN0eWxlIjp7IiRpZCI6IjQ3OTciLCJMaW5lQ29sb3IiOnsiJGlkIjoiNDc5OCIsIiR0eXBlIjoiTkxSRS5Db21tb24uRG9tLlNvbGlkQ29sb3JCcnVzaCwgTkxSRS5Db21tb24iLCJDb2xvciI6eyIkaWQiOiI0Nzk5IiwiQSI6MjU1LCJSIjoyMzQsIkciOjIyLCJCIjozMH19LCJMaW5lV2VpZ2h0IjowLjAsIkxpbmVUeXBlIjowLCJQYXJlbnRTdHlsZSI6bnVsbH0sIlBhcmVudFN0eWxlIjpudWxsfSwiVGl0bGVTdHlsZSI6eyIkaWQiOiI0ODAwIiwiRm9udFNldHRpbmdzIjp7IiRpZCI6IjQ4MDEiLCJGb250U2l6ZSI6MTEsIkZvbnROYW1lIjoiQ2FsaWJyaSIsIklzQm9sZCI6ZmFsc2UsIklzSXRhbGljIjpmYWxzZSwiSXNVbmRlcmxpbmVkIjpmYWxzZSwiUGFyZW50U3R5bGUiOm51bGx9LCJBdXRvU2l6ZSI6MCwiRm9yZWdyb3VuZCI6eyIkaWQiOiI0ODAyIiwiQ29sb3IiOnsiJGlkIjoiNDg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A0IiwiVG9wIjowLjAsIkxlZnQiOjAuMCwiUmlnaHQiOjAuMCwiQm90dG9tIjowLjB9LCJQYWRkaW5nIjp7IiRpZCI6IjQ4MDUiLCJUb3AiOjAuMCwiTGVmdCI6MC4wLCJSaWdodCI6MC4wLCJCb3R0b20iOjAuMH0sIkJhY2tncm91bmQiOnsiJGlkIjoiNDgwNiIsIkNvbG9yIjp7IiRpZCI6IjQ4MDciLCJBIjoyNTUsIlIiOjAsIkciOjAsIkIiOjB9fSwiSXNWaXNpYmxlIjp0cnVlLCJXaWR0aCI6MC4wLCJIZWlnaHQiOjAuMCwiQm9yZGVyU3R5bGUiOnsiJGlkIjoiNDgwOCIsIkxpbmVDb2xvciI6bnVsbCwiTGluZVdlaWdodCI6MC4wLCJMaW5lVHlwZSI6MCwiUGFyZW50U3R5bGUiOm51bGx9LCJQYXJlbnRTdHlsZSI6bnVsbH0sIkRhdGVTdHlsZSI6eyIkaWQiOiI0ODA5IiwiRm9udFNldHRpbmdzIjp7IiRpZCI6IjQ4MTAiLCJGb250U2l6ZSI6MTAsIkZvbnROYW1lIjoiQ2FsaWJyaSIsIklzQm9sZCI6ZmFsc2UsIklzSXRhbGljIjpmYWxzZSwiSXNVbmRlcmxpbmVkIjpmYWxzZSwiUGFyZW50U3R5bGUiOm51bGx9LCJBdXRvU2l6ZSI6MCwiRm9yZWdyb3VuZCI6eyIkaWQiOiI0ODExIiwiQ29sb3IiOnsiJGlkIjoiNDgx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gxMyIsIlRvcCI6MC4wLCJMZWZ0IjowLjAsIlJpZ2h0IjowLjAsIkJvdHRvbSI6MC4wfSwiUGFkZGluZyI6eyIkaWQiOiI0ODE0IiwiVG9wIjowLjAsIkxlZnQiOjAuMCwiUmlnaHQiOjAuMCwiQm90dG9tIjowLjB9LCJCYWNrZ3JvdW5kIjp7IiRpZCI6IjQ4MTUiLCJDb2xvciI6eyIkaWQiOiI0ODE2IiwiQSI6MjU1LCJSIjo2OCwiRyI6ODQsIkIiOjEwNn19LCJJc1Zpc2libGUiOnRydWUsIldpZHRoIjowLjAsIkhlaWdodCI6MC4wLCJCb3JkZXJTdHlsZSI6eyIkaWQiOiI0ODE3IiwiTGluZUNvbG9yIjpudWxsLCJMaW5lV2VpZ2h0IjowLjAsIkxpbmVUeXBlIjowLCJQYXJlbnRTdHlsZSI6bnVsbH0sIlBhcmVudFN0eWxlIjpudWxsfSwiRGF0ZUZvcm1hdCI6eyIkaWQiOiI0ODE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MTkiLCJGb3JtYXQiOjAsIklzVmlzaWJsZSI6ZmFsc2UsIkxhc3RLbm93blZpc2liaWxpdHlTdGF0ZSI6ZmFsc2V9LCJJc1Zpc2libGUiOnRydWUsIlZhcmlhbmNlU3R5bGUiOnsiJGlkIjoiNDgyMCIsIlRleHRTdHlsZSI6eyIkaWQiOiI0ODIxIiwiRm9udFNldHRpbmdzIjp7IiRpZCI6IjQ4MjIiLCJGb250U2l6ZSI6MTAsIkZvbnROYW1lIjoiQ2FsaWJyaSIsIklzQm9sZCI6ZmFsc2UsIklzSXRhbGljIjpmYWxzZSwiSXNVbmRlcmxpbmVkIjpmYWxzZSwiUGFyZW50U3R5bGUiOm51bGx9LCJBdXRvU2l6ZSI6MCwiRm9yZWdyb3VuZCI6eyIkaWQiOiI0ODIzIiwiQ29sb3IiOnsiJGlkIjoiNDgy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I1IiwiVG9wIjowLjAsIkxlZnQiOjAuMCwiUmlnaHQiOjAuMCwiQm90dG9tIjowLjB9LCJQYWRkaW5nIjp7IiRpZCI6IjQ4MjYiLCJUb3AiOjAuMCwiTGVmdCI6MC4wLCJSaWdodCI6MC4wLCJCb3R0b20iOjAuMH0sIkJhY2tncm91bmQiOnsiJGlkIjoiNDgyNyIsIkNvbG9yIjp7IiRpZCI6IjQ4MjgiLCJBIjoyNTUsIlIiOjAsIkciOjAsIkIiOjB9fSwiSXNWaXNpYmxlIjp0cnVlLCJXaWR0aCI6MC4wLCJIZWlnaHQiOjAuMCwiQm9yZGVyU3R5bGUiOnsiJGlkIjoiNDgyOSIsIkxpbmVDb2xvciI6bnVsbCwiTGluZVdlaWdodCI6MC4wLCJMaW5lVHlwZSI6MCwiUGFyZW50U3R5bGUiOm51bGx9LCJQYXJlbnRTdHlsZSI6bnVsbH0sIlBhcmVudFN0eWxlIjpudWxsfSwiUGFyZW50U3R5bGUiOm51bGwsIl9leHBsaWNpdGx5U2V0Ijp7IiRpZCI6IjQ4Mz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ODMxIiwiU2hhcGUiOjEsIkNvbm5lY3Rvck1hcmdpbiI6eyIkaWQiOiI0ODMyIiwiVG9wIjowLjAsIkxlZnQiOjIuMCwiUmlnaHQiOjIuMCwiQm90dG9tIjowLjB9LCJDb25uZWN0b3JTdHlsZSI6eyIkaWQiOiI0ODMzIiwiTGluZUNvbG9yIjp7IiRpZCI6IjQ4MzQiLCIkdHlwZSI6Ik5MUkUuQ29tbW9uLkRvbS5Tb2xpZENvbG9yQnJ1c2gsIE5MUkUuQ29tbW9uIiwiQ29sb3IiOnsiJGlkIjoiNDgzNSIsIkEiOjEyNywiUiI6NTcsIkciOjU3LCJCIjo1N319LCJMaW5lV2VpZ2h0IjoxLjAsIkxpbmVUeXBlIjowLCJQYXJlbnRTdHlsZSI6bnVsbH0sIklzQmVsb3dUaW1lYmFuZCI6ZmFsc2UsIlBvc2l0aW9uT25UYXNrIjoxLCJIaWRlRGF0ZSI6ZmFsc2UsIlNoYXBlU2l6ZSI6MCwiU3BhY2luZyI6MC4wLCJQYWRkaW5nIjp7IiRpZCI6IjQ4MzYiLCJUb3AiOjUuMCwiTGVmdCI6My4wLCJSaWdodCI6MC4wLCJCb3R0b20iOjIuMH0sIlNoYXBlU3R5bGUiOnsiJGlkIjoiNDgzNyIsIk1hcmdpbiI6eyIkaWQiOiI0ODM4IiwiVG9wIjowLjAsIkxlZnQiOjAuMCwiUmlnaHQiOjAuMCwiQm90dG9tIjowLjB9LCJQYWRkaW5nIjp7IiRpZCI6IjQ4MzkiLCJUb3AiOjAuMCwiTGVmdCI6MC4wLCJSaWdodCI6MC4wLCJCb3R0b20iOjAuMH0sIkJhY2tncm91bmQiOnsiJGlkIjoiNDg0MCIsIkNvbG9yIjp7IiRpZCI6IjQ4NDEiLCJBIjoyNTUsIlIiOjU3LCJHIjo1NywiQiI6NTd9fSwiSXNWaXNpYmxlIjp0cnVlLCJXaWR0aCI6MTIuMCwiSGVpZ2h0IjoxNC4wLCJCb3JkZXJTdHlsZSI6eyIkaWQiOiI0ODQyIiwiTGluZUNvbG9yIjp7IiRpZCI6IjQ4NDMiLCIkdHlwZSI6Ik5MUkUuQ29tbW9uLkRvbS5Tb2xpZENvbG9yQnJ1c2gsIE5MUkUuQ29tbW9uIiwiQ29sb3IiOnsiJGlkIjoiNDg0NCIsIkEiOjI1NSwiUiI6MjU1LCJHIjowLCJCIjowfX0sIkxpbmVXZWlnaHQiOjAuMCwiTGluZVR5cGUiOjAsIlBhcmVudFN0eWxlIjpudWxsfSwiUGFyZW50U3R5bGUiOm51bGx9LCJUaXRsZVN0eWxlIjp7IiRpZCI6IjQ4NDUiLCJGb250U2V0dGluZ3MiOnsiJGlkIjoiNDg0NiIsIkZvbnRTaXplIjoxMSwiRm9udE5hbWUiOiJDYWxpYnJpIiwiSXNCb2xkIjpmYWxzZSwiSXNJdGFsaWMiOmZhbHNlLCJJc1VuZGVybGluZWQiOmZhbHNlLCJQYXJlbnRTdHlsZSI6bnVsbH0sIkF1dG9TaXplIjowLCJGb3JlZ3JvdW5kIjp7IiRpZCI6IjQ4NDciLCJDb2xvciI6eyIkaWQiOiI0ODQ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4NDkiLCJUb3AiOjAuMCwiTGVmdCI6MC4wLCJSaWdodCI6MC4wLCJCb3R0b20iOjAuMH0sIlBhZGRpbmciOnsiJGlkIjoiNDg1MCIsIlRvcCI6MC4wLCJMZWZ0IjowLjAsIlJpZ2h0IjowLjAsIkJvdHRvbSI6MC4wfSwiQmFja2dyb3VuZCI6eyIkaWQiOiI0ODUxIiwiQ29sb3IiOnsiJGlkIjoiNDg1MiIsIkEiOjI1NSwiUiI6MCwiRyI6MCwiQiI6MH19LCJJc1Zpc2libGUiOnRydWUsIldpZHRoIjowLjAsIkhlaWdodCI6MC4wLCJCb3JkZXJTdHlsZSI6eyIkaWQiOiI0ODUzIiwiTGluZUNvbG9yIjpudWxsLCJMaW5lV2VpZ2h0IjowLjAsIkxpbmVUeXBlIjowLCJQYXJlbnRTdHlsZSI6bnVsbH0sIlBhcmVudFN0eWxlIjpudWxsfSwiRGF0ZVN0eWxlIjp7IiRpZCI6IjQ4NTQiLCJGb250U2V0dGluZ3MiOnsiJGlkIjoiNDg1NSIsIkZvbnRTaXplIjoxMCwiRm9udE5hbWUiOiJDYWxpYnJpIiwiSXNCb2xkIjpmYWxzZSwiSXNJdGFsaWMiOmZhbHNlLCJJc1VuZGVybGluZWQiOmZhbHNlLCJQYXJlbnRTdHlsZSI6bnVsbH0sIkF1dG9TaXplIjowLCJGb3JlZ3JvdW5kIjp7IiRpZCI6IjQ4NTYiLCJDb2xvciI6eyIkaWQiOiI0ODU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ODU4IiwiVG9wIjowLjAsIkxlZnQiOjAuMCwiUmlnaHQiOjAuMCwiQm90dG9tIjowLjB9LCJQYWRkaW5nIjp7IiRpZCI6IjQ4NTkiLCJUb3AiOjAuMCwiTGVmdCI6MC4wLCJSaWdodCI6MC4wLCJCb3R0b20iOjAuMH0sIkJhY2tncm91bmQiOnsiJGlkIjoiNDg2MCIsIkNvbG9yIjp7IiRpZCI6IjQ4NjEiLCJBIjoyNTUsIlIiOjY4LCJHIjo4NCwiQiI6MTA2fX0sIklzVmlzaWJsZSI6dHJ1ZSwiV2lkdGgiOjAuMCwiSGVpZ2h0IjowLjAsIkJvcmRlclN0eWxlIjp7IiRpZCI6IjQ4NjIiLCJMaW5lQ29sb3IiOm51bGwsIkxpbmVXZWlnaHQiOjAuMCwiTGluZVR5cGUiOjAsIlBhcmVudFN0eWxlIjpudWxsfSwiUGFyZW50U3R5bGUiOm51bGx9LCJEYXRlRm9ybWF0Ijp7IiRpZCI6IjQ4NjMiLCJGb3JtYXRTdHJpbmciOiJN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NjQiLCJGb3JtYXQiOjAsIklzVmlzaWJsZSI6ZmFsc2UsIkxhc3RLbm93blZpc2liaWxpdHlTdGF0ZSI6ZmFsc2V9LCJJc1Zpc2libGUiOmZhbHNlLCJWYXJpYW5jZVN0eWxlIjp7IiRpZCI6IjQ4NjUiLCJUZXh0U3R5bGUiOnsiJGlkIjoiNDg2NiIsIkZvbnRTZXR0aW5ncyI6eyIkaWQiOiI0ODY3IiwiRm9udFNpemUiOjEwLCJGb250TmFtZSI6IkNhbGlicmkiLCJJc0JvbGQiOmZhbHNlLCJJc0l0YWxpYyI6ZmFsc2UsIklzVW5kZXJsaW5lZCI6ZmFsc2UsIlBhcmVudFN0eWxlIjpudWxsfSwiQXV0b1NpemUiOjAsIkZvcmVncm91bmQiOnsiJGlkIjoiNDg2OCIsIkNvbG9yIjp7IiRpZCI6IjQ4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3MCIsIlRvcCI6MC4wLCJMZWZ0IjowLjAsIlJpZ2h0IjowLjAsIkJvdHRvbSI6MC4wfSwiUGFkZGluZyI6eyIkaWQiOiI0ODcxIiwiVG9wIjowLjAsIkxlZnQiOjAuMCwiUmlnaHQiOjAuMCwiQm90dG9tIjowLjB9LCJCYWNrZ3JvdW5kIjp7IiRpZCI6IjQ4NzIiLCJDb2xvciI6eyIkaWQiOiI0ODczIiwiQSI6MjU1LCJSIjowLCJHIjowLCJCIjowfX0sIklzVmlzaWJsZSI6dHJ1ZSwiV2lkdGgiOjAuMCwiSGVpZ2h0IjowLjAsIkJvcmRlclN0eWxlIjp7IiRpZCI6IjQ4NzQiLCJMaW5lQ29sb3IiOm51bGwsIkxpbmVXZWlnaHQiOjAuMCwiTGluZVR5cGUiOjAsIlBhcmVudFN0eWxlIjpudWxsfSwiUGFyZW50U3R5bGUiOm51bGx9LCJQYXJlbnRTdHlsZSI6bnVsbH0sIlBhcmVudFN0eWxlIjpudWxsfSwiRGVmYXVsdFN3aW1sYW5lTWlsZXN0b25lU3R5bGUiOnsiJGlkIjoiNDg3NSIsIlRpdGxlUG9zaXRpb24iOiJMZWZ0IiwiRGF0ZVBvc2l0aW9uIjoiUmlnaHQiLCJWYXJpYW5jZVBvc2l0aW9uIjoiUmlnaHQiLCJTaGFwZVR5cGUiOjEsIlNoYXBlU2l6ZSI6MCwiU3BhY2luZyI6NSwiU2hhcGVTdHlsZSI6eyIkaWQiOiI0ODc2IiwiTWFyZ2luIjp7IiRpZCI6IjQ4NzciLCJUb3AiOjAuMCwiTGVmdCI6MC4wLCJSaWdodCI6MC4wLCJCb3R0b20iOjAuMH0sIlBhZGRpbmciOnsiJGlkIjoiNDg3OCIsIlRvcCI6MC4wLCJMZWZ0IjowLjAsIlJpZ2h0IjowLjAsIkJvdHRvbSI6MC4wfSwiQmFja2dyb3VuZCI6eyIkaWQiOiI0ODc5IiwiQ29sb3IiOnsiJGlkIjoiNDg4MCIsIkEiOjI1NSwiUiI6MTY1LCJHIjoxNjUsIkIiOjE2NX19LCJJc1Zpc2libGUiOnRydWUsIldpZHRoIjoxMi4wLCJIZWlnaHQiOjE0LjAsIkJvcmRlclN0eWxlIjp7IiRpZCI6IjQ4ODEiLCJMaW5lQ29sb3IiOnsiJGlkIjoiNDg4MiIsIiR0eXBlIjoiTkxSRS5Db21tb24uRG9tLlNvbGlkQ29sb3JCcnVzaCwgTkxSRS5Db21tb24iLCJDb2xvciI6eyIkaWQiOiI0ODgzIiwiQSI6MjU1LCJSIjoyMzQsIkciOjIyLCJCIjozMH19LCJMaW5lV2VpZ2h0IjowLjAsIkxpbmVUeXBlIjowLCJQYXJlbnRTdHlsZSI6bnVsbH0sIlBhcmVudFN0eWxlIjpudWxsfSwiVGl0bGVTdHlsZSI6eyIkaWQiOiI0ODg0IiwiRm9udFNldHRpbmdzIjp7IiRpZCI6IjQ4ODUiLCJGb250U2l6ZSI6MTEsIkZvbnROYW1lIjoiQ2FsaWJyaSIsIklzQm9sZCI6ZmFsc2UsIklzSXRhbGljIjpmYWxzZSwiSXNVbmRlcmxpbmVkIjpmYWxzZSwiUGFyZW50U3R5bGUiOm51bGx9LCJBdXRvU2l6ZSI6MCwiRm9yZWdyb3VuZCI6eyIkaWQiOiI0ODg2IiwiQ29sb3IiOnsiJGlkIjoiNDg4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ODg4IiwiVG9wIjowLjAsIkxlZnQiOjAuMCwiUmlnaHQiOjAuMCwiQm90dG9tIjowLjB9LCJQYWRkaW5nIjp7IiRpZCI6IjQ4ODkiLCJUb3AiOjAuMCwiTGVmdCI6MC4wLCJSaWdodCI6MC4wLCJCb3R0b20iOjAuMH0sIkJhY2tncm91bmQiOnsiJGlkIjoiNDg5MCIsIkNvbG9yIjp7IiRpZCI6IjQ4OTEiLCJBIjoyNTUsIlIiOjAsIkciOjAsIkIiOjB9fSwiSXNWaXNpYmxlIjp0cnVlLCJXaWR0aCI6MC4wLCJIZWlnaHQiOjAuMCwiQm9yZGVyU3R5bGUiOnsiJGlkIjoiNDg5MiIsIkxpbmVDb2xvciI6bnVsbCwiTGluZVdlaWdodCI6MC4wLCJMaW5lVHlwZSI6MCwiUGFyZW50U3R5bGUiOm51bGx9LCJQYXJlbnRTdHlsZSI6bnVsbH0sIkRhdGVTdHlsZSI6eyIkaWQiOiI0ODkzIiwiRm9udFNldHRpbmdzIjp7IiRpZCI6IjQ4OTQiLCJGb250U2l6ZSI6MTAsIkZvbnROYW1lIjoiQ2FsaWJyaSIsIklzQm9sZCI6ZmFsc2UsIklzSXRhbGljIjpmYWxzZSwiSXNVbmRlcmxpbmVkIjpmYWxzZSwiUGFyZW50U3R5bGUiOm51bGx9LCJBdXRvU2l6ZSI6MCwiRm9yZWdyb3VuZCI6eyIkaWQiOiI0ODk1IiwiQ29sb3IiOnsiJGlkIjoiNDg5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g5NyIsIlRvcCI6MC4wLCJMZWZ0IjowLjAsIlJpZ2h0IjowLjAsIkJvdHRvbSI6MC4wfSwiUGFkZGluZyI6eyIkaWQiOiI0ODk4IiwiVG9wIjowLjAsIkxlZnQiOjAuMCwiUmlnaHQiOjAuMCwiQm90dG9tIjowLjB9LCJCYWNrZ3JvdW5kIjp7IiRpZCI6IjQ4OTkiLCJDb2xvciI6eyIkaWQiOiI0OTAwIiwiQSI6MjU1LCJSIjo2OCwiRyI6ODQsIkIiOjEwNn19LCJJc1Zpc2libGUiOnRydWUsIldpZHRoIjowLjAsIkhlaWdodCI6MC4wLCJCb3JkZXJTdHlsZSI6eyIkaWQiOiI0OTAxIiwiTGluZUNvbG9yIjpudWxsLCJMaW5lV2VpZ2h0IjowLjAsIkxpbmVUeXBlIjowLCJQYXJlbnRTdHlsZSI6bnVsbH0sIlBhcmVudFN0eWxlIjpudWxsfSwiRGF0ZUZvcm1hdCI6eyIkaWQiOiI0OTA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5MDMiLCJGb3JtYXQiOjAsIklzVmlzaWJsZSI6ZmFsc2UsIkxhc3RLbm93blZpc2liaWxpdHlTdGF0ZSI6ZmFsc2V9LCJJc1Zpc2libGUiOnRydWUsIlZhcmlhbmNlU3R5bGUiOnsiJGlkIjoiNDkwNCIsIlRleHRTdHlsZSI6eyIkaWQiOiI0OTA1IiwiRm9udFNldHRpbmdzIjp7IiRpZCI6IjQ5MDYiLCJGb250U2l6ZSI6MTAsIkZvbnROYW1lIjoiQ2FsaWJyaSIsIklzQm9sZCI6ZmFsc2UsIklzSXRhbGljIjpmYWxzZSwiSXNVbmRlcmxpbmVkIjpmYWxzZSwiUGFyZW50U3R5bGUiOm51bGx9LCJBdXRvU2l6ZSI6MCwiRm9yZWdyb3VuZCI6eyIkaWQiOiI0OTA3IiwiQ29sb3IiOnsiJGlkIjoiNDkw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TA5IiwiVG9wIjowLjAsIkxlZnQiOjAuMCwiUmlnaHQiOjAuMCwiQm90dG9tIjowLjB9LCJQYWRkaW5nIjp7IiRpZCI6IjQ5MTAiLCJUb3AiOjAuMCwiTGVmdCI6MC4wLCJSaWdodCI6MC4wLCJCb3R0b20iOjAuMH0sIkJhY2tncm91bmQiOnsiJGlkIjoiNDkxMSIsIkNvbG9yIjp7IiRpZCI6IjQ5MTIiLCJBIjoyNTUsIlIiOjAsIkciOjAsIkIiOjB9fSwiSXNWaXNpYmxlIjp0cnVlLCJXaWR0aCI6MC4wLCJIZWlnaHQiOjAuMCwiQm9yZGVyU3R5bGUiOnsiJGlkIjoiNDkxMyIsIkxpbmVDb2xvciI6bnVsbCwiTGluZVdlaWdodCI6MC4wLCJMaW5lVHlwZSI6MCwiUGFyZW50U3R5bGUiOm51bGx9LCJQYXJlbnRTdHlsZSI6bnVsbH0sIlBhcmVudFN0eWxlIjpudWxsfSwiUGFyZW50U3R5bGUiOm51bGx9LCJEZWZhdWx0U3dpbWxhbmVBY3Rpdml0eVN0eWxlIjp7IiRpZCI6IjQ5MTQiLCJIZWFkZXJTdHlsZSI6eyIkaWQiOiI0OTE1IiwiVGV4dFN0eWxlIjp7IiRpZCI6IjQ5MTYiLCJGb250U2V0dGluZ3MiOnsiJGlkIjoiNDkxNyIsIkZvbnRTaXplIjoxMSwiRm9udE5hbWUiOiJDYWxpYnJpIiwiSXNCb2xkIjpmYWxzZSwiSXNJdGFsaWMiOmZhbHNlLCJJc1VuZGVybGluZWQiOmZhbHNlLCJQYXJlbnRTdHlsZSI6bnVsbH0sIkF1dG9TaXplIjoyLCJGb3JlZ3JvdW5kIjp7IiRpZCI6IjQ5MTgiLCJDb2xvciI6eyIkaWQiOiI0OTE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kyMCIsIlRvcCI6MC4wLCJMZWZ0IjowLjAsIlJpZ2h0IjowLjAsIkJvdHRvbSI6MC4wfSwiUGFkZGluZyI6eyIkaWQiOiI0OTIxIiwiVG9wIjowLjAsIkxlZnQiOjAuMCwiUmlnaHQiOjAuMCwiQm90dG9tIjowLjB9LCJCYWNrZ3JvdW5kIjp7IiRpZCI6IjQ5MjIiLCJDb2xvciI6eyIkaWQiOiI0OTIzIiwiQSI6MjU1LCJSIjo2NCwiRyI6NjQsIkIiOjY0fX0sIklzVmlzaWJsZSI6dHJ1ZSwiV2lkdGgiOjAuMCwiSGVpZ2h0IjowLjAsIkJvcmRlclN0eWxlIjpudWxsLCJQYXJlbnRTdHlsZSI6bnVsbH0sIlJlY3RhbmdsZVN0eWxlIjp7IiRpZCI6IjQ5MjQiLCJNYXJnaW4iOnsiJGlkIjoiNDkyNSIsIlRvcCI6MC4wLCJMZWZ0IjowLjAsIlJpZ2h0IjowLjAsIkJvdHRvbSI6MC4wfSwiUGFkZGluZyI6eyIkaWQiOiI0OTI2IiwiVG9wIjowLjAsIkxlZnQiOjAuMCwiUmlnaHQiOjAuMCwiQm90dG9tIjowLjB9LCJCYWNrZ3JvdW5kIjp7IiRpZCI6IjQ5MjciLCJDb2xvciI6eyIkaWQiOiI0OTI4IiwiQSI6MTI3LCJSIjoxNjUsIkciOjE2NSwiQiI6MTY1fX0sIklzVmlzaWJsZSI6dHJ1ZSwiV2lkdGgiOjAuMCwiSGVpZ2h0IjowLjAsIkJvcmRlclN0eWxlIjp7IiRpZCI6IjQ5MjkiLCJMaW5lQ29sb3IiOnsiJGlkIjoiNDkzMCIsIiR0eXBlIjoiTkxSRS5Db21tb24uRG9tLlNvbGlkQ29sb3JCcnVzaCwgTkxSRS5Db21tb24iLCJDb2xvciI6eyIkaWQiOiI0OTMxIiwiQSI6MjU1LCJSIjoyNTUsIkciOjAsIkIiOjB9fSwiTGluZVdlaWdodCI6MC4wLCJMaW5lVHlwZSI6MCwiUGFyZW50U3R5bGUiOm51bGx9LCJQYXJlbnRTdHlsZSI6bnVsbH0sIk1hcmdpbiI6eyIkaWQiOiI0OTMyIiwiVG9wIjowLjAsIkxlZnQiOjAuMCwiUmlnaHQiOjAuMCwiQm90dG9tIjowLjB9LCJQYWRkaW5nIjp7IiRpZCI6IjQ5MzMiLCJUb3AiOjAuMCwiTGVmdCI6MC4wLCJSaWdodCI6MC4wLCJCb3R0b20iOjAuMH0sIkJhY2tncm91bmQiOm51bGwsIklzVmlzaWJsZSI6dHJ1ZSwiV2lkdGgiOjAuMCwiSGVpZ2h0IjowLjAsIkJvcmRlclN0eWxlIjpudWxsLCJQYXJlbnRTdHlsZSI6bnVsbH0sIkJhY2tncm91bmRTdHlsZSI6eyIkaWQiOiI0OTM0IiwiTWFyZ2luIjp7IiRpZCI6IjQ5MzUiLCJUb3AiOjAuMCwiTGVmdCI6MC4wLCJSaWdodCI6MC4wLCJCb3R0b20iOjAuMH0sIlBhZGRpbmciOnsiJGlkIjoiNDkzNiIsIlRvcCI6MC4wLCJMZWZ0IjowLjAsIlJpZ2h0IjowLjAsIkJvdHRvbSI6MC4wfSwiQmFja2dyb3VuZCI6eyIkaWQiOiI0OTM3IiwiQ29sb3IiOnsiJGlkIjoiNDkzOCIsIkEiOjUxLCJSIjoyMDAsIkciOjIwMCwiQiI6MjAwfX0sIklzVmlzaWJsZSI6dHJ1ZSwiV2lkdGgiOjAuMCwiSGVpZ2h0IjowLjAsIkJvcmRlclN0eWxlIjp7IiRpZCI6IjQ5MzkiLCJMaW5lQ29sb3IiOnsiJGlkIjoiNDk0MCIsIiR0eXBlIjoiTkxSRS5Db21tb24uRG9tLlNvbGlkQ29sb3JCcnVzaCwgTkxSRS5Db21tb24iLCJDb2xvciI6eyIkaWQiOiI0OTQxIiwiQSI6MjU1LCJSIjoyMzQsIkciOjIyLCJCIjozMH19LCJMaW5lV2VpZ2h0IjowLjAsIkxpbmVUeXBlIjowLCJQYXJlbnRTdHlsZSI6bnVsbH0sIlBhcmVudFN0eWxlIjpudWxsfSwiTWFyZ2luIjp7IiRpZCI6IjQ5NDIiLCJUb3AiOjAuMCwiTGVmdCI6MC4wLCJSaWdodCI6MC4wLCJCb3R0b20iOjAuMH0sIlBhZGRpbmciOnsiJGlkIjoiNDk0MyIsIlRvcCI6MC4wLCJMZWZ0IjowLjAsIlJpZ2h0IjowLjAsIkJvdHRvbSI6MC4wfSwiSXNWaXNpYmxlIjp0cnVlLCJXaWR0aCI6MC4wLCJIZWlnaHQiOjAuMCwiQm9yZGVyU3R5bGUiOnsiJGlkIjoiNDk0NCIsIkxpbmVDb2xvciI6bnVsbCwiTGluZVdlaWdodCI6MC4wLCJMaW5lVHlwZSI6MCwiUGFyZW50U3R5bGUiOm51bGx9LCJQYXJlbnRTdHlsZSI6bnVsbH0sIk1hcmdpbiI6eyIkaWQiOiI0OTQ1IiwiVG9wIjowLjAsIkxlZnQiOjAuMCwiUmlnaHQiOjAuMCwiQm90dG9tIjowLjB9LCJQYWRkaW5nIjp7IiRpZCI6IjQ5NDYiLCJUb3AiOjAuMCwiTGVmdCI6MC4wLCJSaWdodCI6MC4wLCJCb3R0b20iOjAuMH0sIklzVmlzaWJsZSI6dHJ1ZSwiV2lkdGgiOjAuMCwiSGVpZ2h0IjowLjAsIkJvcmRlclN0eWxlIjp7IiRpZCI6IjQ5NDciLCJMaW5lQ29sb3IiOm51bGwsIkxpbmVXZWlnaHQiOjAuMCwiTGluZVR5cGUiOjAsIlBhcmVudFN0eWxlIjpudWxsfSwiUGFyZW50U3R5bGUiOm51bGx9XSwiQ29uZGl0aW9uYWxGb3JtYXR0aW5nIjp7IiRpZCI6IjQ5NDgiLCJQdkFGb3JtYXR0aW5nIjp7IiRpZCI6IjQ5NDkiLCJEZWxheVRhc2tTdHlsZSI6eyIkaWQiOiI0OTUwIiwiU3R5bGVPcHRpb25zIjoyNCwiVGl0bGVGb3JlZ3JvdW5kIjp7IiRpZCI6IjQ5NTEiLCJDb2xvciI6eyIkaWQiOiI0OTUyIiwiQSI6MjU1LCJSIjoxNzUsIkciOjAsIkIiOjB9fSwiQWN0dWFsU2hhcGVzQmFja2dyb3VuZCI6eyIkaWQiOiI0OTUzIiwiQ29sb3IiOnsiJGlkIjoiNDk1NCIsIkEiOjYyLCJSIjoyNTUsIkciOjAsIkIiOjB9fSwiQWN0dWFsU2hhcGVzQm9yZGVyU3R5bGUiOnsiJGlkIjoiNDk1NSIsIkxpbmVDb2xvciI6eyIkaWQiOiI0OTU2IiwiJHR5cGUiOiJOTFJFLkNvbW1vbi5Eb20uU29saWRDb2xvckJydXNoLCBOTFJFLkNvbW1vbiIsIkNvbG9yIjp7IiRpZCI6IjQ5NTciLCJBIjoxNjMsIlIiOjI1NSwiRyI6MCwiQiI6MH19LCJMaW5lV2VpZ2h0IjozLjAsIkxpbmVUeXBlIjowLCJQYXJlbnRTdHlsZSI6bnVsbH0sIkJhc2VsaW5lU2hhcGVzQmFja2dyb3VuZCI6eyIkaWQiOiI0OTU4IiwiQ29sb3IiOnsiJGlkIjoiNDk1OSIsIkEiOjE4NCwiUiI6MjU1LCJHIjowLCJCIjowfX0sIlZhcmlhbmNlRm9yZWdyb3VuZCI6eyIkaWQiOiI0OTYwIiwiQ29sb3IiOnsiJGlkIjoiNDk2MSIsIkEiOjI1NSwiUiI6MTc1LCJHIjowLCJCIjowfX0sIklzVmlzaWJsZSI6dHJ1ZX0sIkRlbGF5TWlsZXN0b25lU3R5bGUiOnsiJGlkIjoiNDk2MiIsIlN0eWxlT3B0aW9ucyI6MTgsIlRpdGxlRm9yZWdyb3VuZCI6eyIkaWQiOiI0OTYzIiwiQ29sb3IiOnsiJGlkIjoiNDk2NCIsIkEiOjI1NSwiUiI6MTc1LCJHIjowLCJCIjowfX0sIkFjdHVhbFNoYXBlc0JhY2tncm91bmQiOnsiJGlkIjoiNDk2NSIsIkNvbG9yIjp7IiRpZCI6IjQ5NjYiLCJBIjoyNTUsIlIiOjIyMiwiRyI6ODAsIkIiOjUwfX0sIkFjdHVhbFNoYXBlc0JvcmRlclN0eWxlIjp7IiRpZCI6IjQ5NjciLCJMaW5lQ29sb3IiOnsiJGlkIjoiNDk2OCIsIiR0eXBlIjoiTkxSRS5Db21tb24uRG9tLlNvbGlkQ29sb3JCcnVzaCwgTkxSRS5Db21tb24iLCJDb2xvciI6eyIkaWQiOiI0OTY5IiwiQSI6MTYzLCJSIjoyNTUsIkciOjAsIkIiOjB9fSwiTGluZVdlaWdodCI6My4wLCJMaW5lVHlwZSI6MCwiUGFyZW50U3R5bGUiOm51bGx9LCJCYXNlbGluZVNoYXBlc0JhY2tncm91bmQiOnsiJGlkIjoiNDk3MCIsIkNvbG9yIjp7IiRpZCI6IjQ5NzEiLCJBIjoxODQsIlIiOjI1NSwiRyI6MCwiQiI6MH19LCJWYXJpYW5jZUZvcmVncm91bmQiOnsiJGlkIjoiNDk3MiIsIkNvbG9yIjp7IiRpZCI6IjQ5NzMiLCJBIjoyNTUsIlIiOjE3NSwiRyI6MCwiQiI6MH19LCJJc1Zpc2libGUiOnRydWV9LCJBZHZhbmNlVGFza1N0eWxlIjp7IiRpZCI6IjQ5NzQiLCJTdHlsZU9wdGlvbnMiOjI0LCJUaXRsZUZvcmVncm91bmQiOnsiJGlkIjoiNDk3NSIsIkNvbG9yIjp7IiRpZCI6IjQ5NzYiLCJBIjoyNTUsIlIiOjAsIkciOjExMCwiQiI6MH19LCJBY3R1YWxTaGFwZXNCYWNrZ3JvdW5kIjp7IiRpZCI6IjQ5NzciLCJDb2xvciI6eyIkaWQiOiI0OTc4IiwiQSI6NjEsIlIiOjAsIkciOjEyOCwiQiI6MH19LCJBY3R1YWxTaGFwZXNCb3JkZXJTdHlsZSI6eyIkaWQiOiI0OTc5IiwiTGluZUNvbG9yIjp7IiRpZCI6IjQ5ODAiLCIkdHlwZSI6Ik5MUkUuQ29tbW9uLkRvbS5Tb2xpZENvbG9yQnJ1c2gsIE5MUkUuQ29tbW9uIiwiQ29sb3IiOnsiJGlkIjoiNDk4MSIsIkEiOjE2MywiUiI6MCwiRyI6MTI4LCJCIjowfX0sIkxpbmVXZWlnaHQiOjMuMCwiTGluZVR5cGUiOjAsIlBhcmVudFN0eWxlIjpudWxsfSwiQmFzZWxpbmVTaGFwZXNCYWNrZ3JvdW5kIjp7IiRpZCI6IjQ5ODIiLCJDb2xvciI6eyIkaWQiOiI0OTgzIiwiQSI6MTg0LCJSIjowLCJHIjoxMjgsIkIiOjB9fSwiVmFyaWFuY2VGb3JlZ3JvdW5kIjp7IiRpZCI6IjQ5ODQiLCJDb2xvciI6eyIkaWQiOiI0OTg1IiwiQSI6MjU1LCJSIjowLCJHIjoxMTAsIkIiOjB9fSwiSXNWaXNpYmxlIjp0cnVlfSwiQWR2YW5jZU1pbGVzdG9uZVN0eWxlIjp7IiRpZCI6IjQ5ODYiLCJTdHlsZU9wdGlvbnMiOjE4LCJUaXRsZUZvcmVncm91bmQiOnsiJGlkIjoiNDk4NyIsIkNvbG9yIjp7IiRpZCI6IjQ5ODgiLCJBIjoyNTUsIlIiOjAsIkciOjExMCwiQiI6MH19LCJBY3R1YWxTaGFwZXNCYWNrZ3JvdW5kIjp7IiRpZCI6IjQ5ODkiLCJDb2xvciI6eyIkaWQiOiI0OTkwIiwiQSI6MjU1LCJSIjoyMCwiRyI6MTAwLCJCIjowfX0sIkFjdHVhbFNoYXBlc0JvcmRlclN0eWxlIjp7IiRpZCI6IjQ5OTEiLCJMaW5lQ29sb3IiOnsiJGlkIjoiNDk5MiIsIiR0eXBlIjoiTkxSRS5Db21tb24uRG9tLlNvbGlkQ29sb3JCcnVzaCwgTkxSRS5Db21tb24iLCJDb2xvciI6eyIkaWQiOiI0OTkzIiwiQSI6MTYzLCJSIjowLCJHIjoxMjgsIkIiOjB9fSwiTGluZVdlaWdodCI6My4wLCJMaW5lVHlwZSI6MCwiUGFyZW50U3R5bGUiOm51bGx9LCJCYXNlbGluZVNoYXBlc0JhY2tncm91bmQiOnsiJGlkIjoiNDk5NCIsIkNvbG9yIjp7IiRpZCI6IjQ5OTUiLCJBIjoxODQsIlIiOjAsIkciOjEyOCwiQiI6MH19LCJWYXJpYW5jZUZvcmVncm91bmQiOnsiJGlkIjoiNDk5NiIsIkNvbG9yIjp7IiRpZCI6IjQ5OTciLCJBIjoyNTUsIlIiOjAsIkciOjExMCwiQiI6MH19LCJJc1Zpc2libGUiOnRydWV9fSwiVmFyaWFuY2VEaXNwbGF5U2V0dGluZ3MiOnsiJGlkIjoiNDk5OCIsIlRhc2tWYXJpYW5jZURpc3BsYXlPcHRpb25zIjp7IiRpZCI6IjQ5OTkiLCJTaG93RGVsYXlWYXJpYW5jZSI6dHJ1ZSwiU2hvd0FkdmFuY2VWYXJpYW5jZSI6dHJ1ZSwiU2hvd18wX1ZhcmlhbmNlIjpmYWxzZX0sIk1pbGVzdG9uZVZhcmlhbmNlRGlzcGxheU9wdGlvbnMiOnsiJGlkIjoiNTAwMCIsIlNob3dEZWxheVZhcmlhbmNlIjp0cnVlLCJTaG93QWR2YW5jZVZhcmlhbmNlIjp0cnVlLCJTaG93XzBfVmFyaWFuY2UiOmZhbHNlfX19fSwiU2NhbGUiOm51bGwsIlNjYWxlVjIiOnsiJGlkIjoiNTAwMSIsIlN0YXJ0RGF0ZSI6IjAwMDEtMDEtMDFUMDA6MDA6MDAiLCJFbmREYXRlIjoiMjAyNy0xMi0zMVQyMzo1OTowMCIsIkF1dG9EYXRlUmFuZ2UiOnRydWUsIldvcmtpbmdEYXlzIjozMSwiRmlzY2FsWWVhciI6eyIkaWQiOiI1MDAyIiwiU3RhcnRNb250aCI6MSwiVXNlU3RhcnRpbmdZZWFyRm9yTnVtYmVyaW5nIjp0cnVlLCJTaG93RmlzY2FsWWVhckxhYmVsIjp0cnVlfSwiVG9kYXlNYXJrZXJUZXh0IjoiVG9kYXkiLCJBdXRvU2NhbGVUeXBlIjp0cnVlLCJUaW1lYmFuZFNjYWxlcyI6eyIkaWQiOiI1MDAzIiwiVG9wU2NhbGVMYXllciI6eyIkaWQiOiI1MDA0IiwiRm9ybWF0IjoiTU1NTSIsIlR5cGUiOjIsIkdyb3VwaW5nSW50ZXJ2YWxzIjp7IiRpZCI6IjUwMDUiLCJJc1NldCI6ZmFsc2UsIkdyb3VwaW5nU3RlcENvdW50IjoxfX0sIk1pZGRsZVNjYWxlTGF5ZXIiOnsiJGlkIjoiNTAwNiIsIkZvcm1hdCI6bnVsbCwiVHlwZSI6MCwiR3JvdXBpbmdJbnRlcnZhbHMiOnsiJGlkIjoiNTAwNyIsIklzU2V0IjpmYWxzZSwiR3JvdXBpbmdTdGVwQ291bnQiOjF9fSwiQm90dG9tU2NhbGVMYXllciI6eyIkaWQiOiI1MDA4IiwiRm9ybWF0IjpudWxsLCJUeXBlIjowLCJHcm91cGluZ0ludGVydmFscyI6eyIkaWQiOiI1MDA5IiwiSXNTZXQiOmZhbHNlLCJHcm91cGluZ1N0ZXBDb3VudCI6MX19fX0sIk1pbGVzdG9uZXMiOltdLCJUYXNrcyI6W10sIlN3aW1sYW5lcyI6W10sIk1zUHJvamVjdEl0ZW1zVHJlZSI6eyIkaWQiOiI1MDEwIiwiUm9vdCI6eyJJbXBvcnRJZCI6bnVsbCwiSXNJbXBvcnRlZCI6ZmFsc2UsIkNoaWxkcmVuIjpbXX19LCJNZXRhZGF0YSI6eyIkaWQiOiI1MDExIiwiU291cmNlVGhlbWUiOiJ7XCIkaWRcIjpcIjFcIixcIklkXCI6XCIwYzhiMmZjYi0wM2QwLTQyYmMtYTMyOS0yZjFmY2E4Zjg4MWRcIixcIkNhdGVnb3J5XCI6MSxcIkN1bHR1cmVJbmZvTmFtZVwiOlwiZW4tVVNcIixcIlZlcnNpb25cIjp7XCIkaWRcIjpcIjJcIixcIlRoZW1lRG9tVmVyc2lvblwiOlwiMi4x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Y4LFwiR1wiOjg0LFwiQlwiOjEwNn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1NSxcIkdcIjoxOTIsXCJCXCI6MH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EsXCJHXCI6MjMwLFwiQlwiOjIzMH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NjgsXCJHXCI6ODQsXCJCXCI6MTA2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z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Y4LFwiR1wiOjg0LFwiQlwiOjEwNn19LFwiSG9yaXpvbnRhbEFsaWdubWVudFwiOjAsXCJJc1Zpc2libGVcIjpmYWxzZX0sXCJIb3Jpem9udGFsQ29ubmVjdG9yU3R5bGVcIjp7XCIkaWRcIjpcIjU2XCIsXCJMaW5lU3R5bGVcIjp7XCIkaWRcIjpcIjU3XCIsXCJMaW5lQ29sb3JcIjp7XCIkaWRcIjpcIjU4XCIsXCJDb2xvclwiOntcIiRpZFwiOlwiNTlcIixcIkFcIjo1MSxcIlJcIjo2OCxcIkdcIjoxMTQsXCJCXCI6MTk2fX0sXCJMaW5lV2VpZ2h0XCI6MS4wLFwiTGluZVR5cGVcIjowfSxcIklzVmlzaWJsZVwiOnRydWV9LFwiVmVydGljYWxDb25uZWN0b3JTdHlsZVwiOntcIiRpZFwiOlwiNjBcIixcIkxpbmVTdHlsZVwiOntcIiRpZFwiOlwiNjFcIixcIkxpbmVDb2xvclwiOntcIiRpZFwiOlwiNjJcIixcIkNvbG9yXCI6e1wiJGlkXCI6XCI2M1wiLFwiQVwiOjUxLFwiUlwiOjY4LFwiR1wiOjExNCxcIkJcIjoxOTZ9fSxcIkxpbmVXZWlnaHRcIjoxLjAsXCJMaW5lVHlwZVwiOjB9LFwiSXNWaXNpYmxlXCI6ZmFsc2V9LFwiTWFyZ2luXCI6e1wiJGlkXCI6XCI2NFwiLFwiVG9wXCI6MC4wLFwiTGVmdFwiOjAuMCxcIlJpZ2h0XCI6MC4wLFwiQm90dG9tXCI6MC4wfSxcIlN0YXJ0RGF0ZVBvc2l0aW9uXCI6NCxcIkVuZERhdGVQb3NpdGlvblwiOjQsXCJUaXRsZVBvc2l0aW9uXCI6MyxcIkR1cmF0aW9uUG9zaXRpb25cIjowLFwiUGVyY2VudGFnZUNvbXBsZXRlZFBvc2l0aW9uXCI6MixcIlZhcmlhbmNlUG9zaXRpb25cIjoyLFwiU3BhY2luZ1wiOjM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Y4LFwiR1wiOjExNCxcIkJcIjoxOTZ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NjgsXCJHXCI6ODQsXCJCXCI6MTA2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0cnVlfX19LFwiTWlsZXN0b25lU3R5bGVcIjp7XCIkaWRcIjpcIjk5XCIsXCJTaGFwZVwiOjA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IzNyxcIkdcIjoxMjUsXCJCXCI6NDl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E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NjgsXCJHXCI6ODQsXCJCXCI6MTA2fX0sXCJIb3Jpem9udGFsQWxpZ25tZW50XCI6MSxcIklzVmlzaWJsZVwiOnRydWV9LFwiRGF0ZUZvcm1hdFwiOntcIiRpZFwiOlwiMTE4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xOVwiLFwiRm9ybWF0XCI6MCxcIklzVmlzaWJsZVwiOmZhbHNlLFwiTGFzdEtub3duVmlzaWJpbGl0eVN0YXRlXCI6ZmFsc2V9LFwiVmFyaWFuY2VTdHlsZVwiOntcIiRpZFwiOlwiMTIwXCIsXCJWYXJpYW5jZVRleHRTdHlsZVwiOntcIiRpZFwiOlwiMTIxXCIsXCJGb250U2V0dGluZ3NcIjp7XCIkaWRcIjpcIjEyMlwiLFwiRm9udFNpemVcIjoxMCxcIkZvbnROYW1lXCI6XCJDYWxpYnJpXCIsXCJJc0JvbGRcIjpmYWxzZSxcIklzSXRhbGljXCI6ZmFsc2UsXCJJc1VuZGVybGluZWRcIjpmYWxzZX0sXCJGb3JlZ3JvdW5kXCI6e1wiJGlkXCI6XCIxMjNcIixcIkNvbG9yXCI6e1wiJGlkXCI6XCIxMjRcIixcIkFcIjoyNTUsXCJSXCI6MCxcIkdcIjowLFwiQlwiOjB9fSxcIkhvcml6b250YWxBbGlnbm1lbnRcIjowLFwiSXNWaXNpYmxlXCI6dHJ1ZX19fSxcIk1vdFN0eWxlXCI6e1wiJGlkXCI6XCIxMjVcIixcIlNoYXBlXCI6M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jM3LFwiR1wiOjEyNSxcIkJcIjo0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2OCxcIkdcIjo4NCxcIkJcIjoxMDZ9fSxcIkhvcml6b250YWxBbGlnbm1lbnRcIjox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4LFwiR1wiOjExNCxcIkJcIjoxOTZ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gsXCJHXCI6MTE0LFwiQlwiOjE5Nn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NjgsXCJHXCI6MTE0LFwiQlwiOjE5Nn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NjgsXCJHXCI6ODQsXCJCXCI6MTA2fX0sXCJIb3Jpem9udGFsQWxpZ25tZW50XCI6MCxcIklzVmlzaWJsZVwiOnRydWV9LFwiRGF0ZUZvcm1hdFwiOntcIiRpZFwiOlwiMjE3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dHJ1ZX19fSxcIkRlZmF1bHRTd2ltbGFuZVRhc2tTdHlsZVwiOntcIiRpZFwiOlwiMjI0XCIsXCJTaGFwZVwiOjEsXCJTaGFwZVRoaWNrbmVzc1wiOjAsXCJEdXJhdGlvbkZvcm1hdFwiOjA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IzMixcIkdcIjoyMzIsXCJCXCI6MjMy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EwLFwiRm9udE5hbWVcIjpcIkNhbGlicmlcIixcIklzQm9sZFwiOmZhbHNlLFwiSXNJdGFsaWNcIjpmYWxzZSxcIklzVW5kZXJsaW5lZFwiOmZhbHNlfSxcIkZvcmVncm91bmRcIjp7XCIkaWRcIjpcIjIzNFwiLFwiQ29sb3JcIjp7XCIkaWRcIjpcIjIzNVwiLFwiQVwiOjI1NSxcIlJcIjo2OCxcIkdcIjo4NCxcIkJcIjoxMDZ9fSxcIkhvcml6b250YWxBbGlnbm1lbnRcIjowLFwiSXNWaXNpYmxlXCI6ZmFsc2V9LFwiTWFyZ2luXCI6e1wiJGlkXCI6XCIyMzZ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NjgsXCJHXCI6MTE0LFwiQlwiOjE5Nn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2OCxcIkdcIjo4NCxcIkJcIjoxMDZ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zNCxcIkdcIjo1NyxcIkJcIjo5OH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Y4LFwiR1wiOjg0LFwiQlwiOjEwNn19LFwiSG9yaXpvbnRhbEFsaWdubWVudFwiOjEsXCJJc1Zpc2libGVcIjp0cnVlfSxcIkRhdGVGb3JtYXRcIjp7XCIkaWRcIjpcIjI5M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nRydW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zgsXCJHXCI6MzgsXCJCXCI6Mzh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yNTUsXCJHXCI6MTkyLFwiQlwiOj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jU1LFwiR1wiOjE5MixcIkJcIjo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U1LFwiR1wiOjE5MixcIkJcIjow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2OCxcIkdcIjo4NCxcIkJcIjoxMDZ9fSxcIkhvcml6b250YWxBbGlnbm1lbnRcIjowLFwiSXNWaXNpYmxlXCI6dHJ1ZX0sXCJEYXRlRm9ybWF0XCI6e1wiJGlkXCI6XCIzNjN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Y4LFwiR1wiOjg0LFwiQlwiOjEwNn19LFwiSG9yaXpvbnRhbEFsaWdubWVudFwiOjAsXCJJc1Zpc2libGVcIjpmYWxzZX0sXCJNYXJnaW5cIjp7XCIkaWRcIjpcIjM4M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zODNcIixcIkJhc2VsaW5lU2hhcGVTdHlsZVwiOntcIiRpZFwiOlwiMzg0XCIsXCJNYXJnaW5cIjp7XCIkaWRcIjpcIjM4NVwiLFwiVG9wXCI6MC4wLFwiTGVmdFwiOjAuMCxcIlJpZ2h0XCI6MC4wLFwiQm90dG9tXCI6MC4wfSxcIlBhZGRpbmdcIjp7XCIkaWRcIjpcIjM4NlwiLFwiVG9wXCI6MC4wLFwiTGVmdFwiOjAuMCxcIlJpZ2h0XCI6MC4wLFwiQm90dG9tXCI6MC4wfSxcIkJhY2tncm91bmRcIjp7XCIkaWRcIjpcIjM4N1wiLFwiQ29sb3JcIjp7XCIkaWRcIjpcIjM4OFwiLFwiQVwiOjE1MyxcIlJcIjowLFwiR1wiOjAsXCJCXCI6MH19LFwiSXNWaXNpYmxlXCI6ZmFsc2UsXCJXaWR0aFwiOjAuMCxcIkhlaWdodFwiOjAuMCxcIkJvcmRlclN0eWxlXCI6e1wiJGlkXCI6XCIzODlcIixcIkxpbmVTdHlsZVwiOntcIiRpZFwiOlwiMzkwXCIsXCJMaW5lQ29sb3JcIjp7XCIkaWRcIjpcIjM5MVwiLFwiQ29sb3JcIjp7XCIkaWRcIjpcIjM5MlwiLFwiQVwiOjI1NSxcIlJcIjoyNTUsXCJHXCI6MCxcIkJcIjowfX0sXCJMaW5lV2VpZ2h0XCI6Mi4wLFwiTGluZVR5cGVcIjowfSxcIklzVmlzaWJsZVwiOmZhbHNlfX19LFwiU2hhcGVTdHlsZVwiOntcIiRpZFwiOlwiMzkzXCIsXCJNYXJnaW5cIjp7XCIkaWRcIjpcIjM5NFwiLFwiVG9wXCI6MC4wLFwiTGVmdFwiOjQuMCxcIlJpZ2h0XCI6NC4wLFwiQm90dG9tXCI6MC4wfSxcIlBhZGRpbmdcIjp7XCIkaWRcIjpcIjM5NVwiLFwiVG9wXCI6MC4wLFwiTGVmdFwiOjAuMCxcIlJpZ2h0XCI6MC4wLFwiQm90dG9tXCI6MC4wfSxcIkJhY2tncm91bmRcIjp7XCIkaWRcIjpcIjM5NlwiLFwiQ29sb3JcIjp7XCIkaWRcIjpcIjM5N1wiLFwiQVwiOjI1NSxcIlJcIjoyNTUsXCJHXCI6MTkyLFwiQlwiOjB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NjgsXCJHXCI6ODQsXCJCXCI6MTA2fX0sXCJIb3Jpem9udGFsQWxpZ25tZW50XCI6MixcIklzVmlzaWJsZVwiOnRydWV9LFwiRGF0ZUZvcm1hdFwiOntcIiRpZFwiOlwiNDE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xMVwiLFwiRm9ybWF0XCI6MCxcIklzVmlzaWJsZVwiOmZhbHNlLFwiTGFzdEtub3duVmlzaWJpbGl0eVN0YXRlXCI6ZmFsc2V9LFwiVmFyaWFuY2VTdHlsZVwiOntcIiRpZFwiOlwiNDEyXCIsXCJWYXJpYW5jZVRleHRTdHlsZVwiOntcIiRpZFwiOlwiNDEzXCIsXCJGb250U2V0dGluZ3NcIjp7XCIkaWRcIjpcIjQxNFwiLFwiRm9udFNpemVcIjoxMCxcIkZvbnROYW1lXCI6XCJDYWxpYnJpXCIsXCJJc0JvbGRcIjpmYWxzZSxcIklzSXRhbGljXCI6ZmFsc2UsXCJJc1VuZGVybGluZWRcIjpmYWxzZX0sXCJGb3JlZ3JvdW5kXCI6e1wiJGlkXCI6XCI0MTVcIixcIkNvbG9yXCI6e1wiJGlkXCI6XCI0MTZcIixcIkFcIjoyNTUsXCJSXCI6MCxcIkdcIjowLFwiQlwiOjB9fSxcIkhvcml6b250YWxBbGlnbm1lbnRcIjowLFwiSXNWaXNpYmxlXCI6dHJ1ZX19fSxcIkRlZmF1bHRTd2ltbGFuZU1vdFN0eWxlXCI6e1wiJGlkXCI6XCI0MTdcIixcIlNoYXBlXCI6MS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3LFwiR1wiOjk2LFwiQlwiOjB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NjgsXCJHXCI6ODQsXCJCXCI6MTA2fX0sXCJIb3Jpem9udGFsQWxpZ25tZW50XCI6MSxcIklzVmlzaWJsZVwiOnRydWV9LFwiRGF0ZUZvcm1hdFwiOntcIiRpZFwiOlwiNDM2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QzN1wiLFwiRm9ybWF0XCI6MCxcIklzVmlzaWJsZVwiOmZhbHNlLFwiTGFzdEtub3duVmlzaWJpbGl0eVN0YXRlXCI6ZmFsc2V9LFwiVmFyaWFuY2VTdHlsZVwiOntcIiRpZFwiOlwiNDM4XCIsXCJWYXJpYW5jZVRleHRTdHlsZVwiOntcIiRpZFwiOlwiNDM5XCIsXCJGb250U2V0dGluZ3NcIjp7XCIkaWRcIjpcIjQ0MFwiLFwiRm9udFNpemVcIjoxMCxcIkZvbnROYW1lXCI6XCJDYWxpYnJpXCIsXCJJc0JvbGRcIjpmYWxzZSxcIklzSXRhbGljXCI6ZmFsc2UsXCJJc1VuZGVybGluZWRcIjpmYWxzZX0sXCJGb3JlZ3JvdW5kXCI6e1wiJGlkXCI6XCI0NDFcIixcIkNvbG9yXCI6e1wiJGlkXCI6XCI0NDJcIixcIkFcIjoyNTUsXCJSXCI6MCxcIkdcIjowLFwiQlwiOjB9fSxcIkhvcml6b250YWxBbGlnbm1lbnRcIjowLFwiSXNWaXNpYmxlXCI6dHJ1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ExMixcIkdcIjoxNzMsXCJCXCI6NzF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y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Y0LFwiR1wiOjY0LFwiQlwiOjY0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xMjcsXCJSXCI6MTEyLFwiR1wiOjE3MyxcIkJcIjo3MX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sXCJTaGFwZVNpemVcIjowLFwiU3BhY2luZ1wiOjUsXCJTaGFwZVN0eWxlXCI6e1wiJGlkXCI6XCI0OTJcIixcIk1hcmdpblwiOntcIiRpZFwiOlwiNDkzXCIsXCJUb3BcIjowLjAsXCJMZWZ0XCI6MC4wLFwiUmlnaHRcIjowLjAsXCJCb3R0b21cIjowLjB9LFwiUGFkZGluZ1wiOntcIiRpZFwiOlwiNDk0XCIsXCJUb3BcIjowLjAsXCJMZWZ0XCI6MC4wLFwiUmlnaHRcIjowLjAsXCJCb3R0b21cIjowLjB9LFwiQmFja2dyb3VuZFwiOntcIiRpZFwiOlwiNDk1XCIsXCJDb2xvclwiOntcIiRpZFwiOlwiNDk2XCIsXCJBXCI6MjU1LFwiUlwiOjExMixcIkdcIjoxNzMsXCJCXCI6NzF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Y4LFwiR1wiOjg0LFwiQlwiOjEwNn19LFwiSG9yaXpvbnRhbEFsaWdubWVudFwiOjAsXCJJc1Zpc2libGVcIjp0cnVlfSxcIkRhdGVGb3JtYXRcIjp7XCIkaWRcIjpcIjUwO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nRydWV9fX0sXCJEZWZhdWx0U3dpbWxhbmVUYXNrU3R5bGVcIjp7XCIkaWRcIjpcIjUxNlwiLFwiU2hhcGVcIjox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IsXCJHXCI6MjMyLFwiQlwiOjIzMn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NjgsXCJHXCI6ODQsXCJCXCI6MTA2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ExMixcIkdcIjoxNzMsXCJCXCI6NzF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NjgsXCJHXCI6ODQsXCJCXCI6MTA2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dHJ1ZX19fSxcIkRlZmF1bHRTd2ltbGFuZU1vdFN0eWxlXCI6e1wiJGlkXCI6XCI1NjNcIixcIlNoYXBlXCI6MSxcIlNoYXBlU2l6ZVwiOjAsXCJEZXRhaWxzU3BhY2luZ1wiOjAuMCxcIlBhZGRpbmdcIjp7XCIkaWRcIjpcIjU2NFwiLFwiVG9wXCI6NS4wLFwiTGVmdFwiOjMuMCxcIlJpZ2h0XCI6MC4wLFwiQm90dG9tXCI6Mi4wfSxcIlBvc2l0aW9uT25UYXNrXCI6MSxcIlNoYXBlU3R5bGVcIjp7XCIkaWRcIjpcIjU2NVwiLFwiTWFyZ2luXCI6e1wiJGlkXCI6XCI1NjZcIixcIlRvcFwiOjAuMCxcIkxlZnRcIjowLjAsXCJSaWdodFwiOjAuMCxcIkJvdHRvbVwiOjAuMH0sXCJQYWRkaW5nXCI6e1wiJGlkXCI6XCI1NjdcIixcIlRvcFwiOjAuMCxcIkxlZnRcIjowLjAsXCJSaWdodFwiOjAuMCxcIkJvdHRvbVwiOjAuMH0sXCJCYWNrZ3JvdW5kXCI6e1wiJGlkXCI6XCI1NjhcIixcIkNvbG9yXCI6e1wiJGlkXCI6XCI1NjlcIixcIkFcIjoyNTUsXCJSXCI6NTYsXCJHXCI6ODYsXCJCXCI6MzV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NjgsXCJHXCI6ODQsXCJCXCI6MTA2fX0sXCJIb3Jpem9udGFsQWxpZ25tZW50XCI6MSxcIklzVmlzaWJsZVwiOnRydWV9LFwiRGF0ZUZvcm1hdFwiOntcIiRpZFwiOlwiNTgy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nRydW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NjUsXCJHXCI6MTY1LFwiQlwiOjE2NX19LFwiSXNWaXNpYmxlXCI6dHJ1ZSxcIldpZHRoXCI6MC4wLFwiSGVpZ2h0XCI6MC4wLFwiQm9yZGVyU3R5bGVcIjp7XCIkaWRcIjpcIjYwMFwiLFwiTGluZVN0eWxlXCI6e1wiJGlkXCI6XCI2MDFcIixcIkxpbmVDb2xvclwiOntcIiRpZFwiOlwiNjAyXCIsXCJDb2xvclwiOntcIiRpZFwiOlwiNjAzXCIsXCJBXCI6MjU1LFwiUlwiOjI1NSxcIkdcIjoyNTUsXCJCXCI6MjU1fX0sXCJMaW5lV2VpZ2h0XCI6MC4wLFwiTGluZVR5cGVcIjowfSxcIklzVmlzaWJsZVwiOmZhbHNlfX19LFwiQmFja2dyb3VuZFN0eWxlXCI6e1wiJGlkXCI6XCI2MDRcIixcIk1hcmdpblwiOntcIiRpZFwiOlwiNjA1XCIsXCJUb3BcIjowLjAsXCJMZWZ0XCI6MC4wLFwiUmlnaHRcIjowLjAsXCJCb3R0b21cIjowLjB9LFwiUGFkZGluZ1wiOntcIiRpZFwiOlwiNjA2XCIsXCJUb3BcIjowLjAsXCJMZWZ0XCI6MC4wLFwiUmlnaHRcIjowLjAsXCJCb3R0b21cIjowLjB9LFwiQmFja2dyb3VuZFwiOntcIiRpZFwiOlwiNjA3XCIsXCJDb2xvclwiOntcIiRpZFwiOlwiNjA4XCIsXCJBXCI6NTEsXCJSXCI6MjAwLFwiR1wiOjIwMCxcIkJcIjoyMDB9fSxcIklzVmlzaWJsZVwiOnRydWUsXCJXaWR0aFwiOjAuMCxcIkhlaWdodFwiOjAuMCxcIkJvcmRlclN0eWxlXCI6e1wiJGlkXCI6XCI2MDlcIixcIkxpbmVTdHlsZVwiOntcIiRpZFwiOlwiNjEwXCIsXCJMaW5lQ29sb3JcIjp7XCIkaWRcIjpcIjYxMVwiLFwiQ29sb3JcIjp7XCIkaWRcIjpcIjYxMlwiLFwiQVwiOjI1NSxcIlJcIjoyMzQsXCJHXCI6MjIsXCJCXCI6MzB9fSxcIkxpbmVXZWlnaHRcIjoyLjAsXCJMaW5lVHlwZVwiOjB9LFwiSXNWaXNpYmxlXCI6ZmFsc2V9fSxcIklzQWJvdmVUaW1lYmFuZFwiOmZhbHNlLFwiU3BhY2luZ1wiOjIsXCJEZWZhdWx0U3dpbWxhbmVBY3Rpdml0eVN0eWxlXCI6e1wiJGlkXCI6XCI2MTNcIixcIkhlYWRlclN0eWxlXCI6e1wiJGlkXCI6XCI2MTRcIixcIlRleHRTdHlsZVwiOntcIiRpZFwiOlwiNjE1XCIsXCJGb250U2V0dGluZ3NcIjp7XCIkaWRcIjpcIjYxNlwiLFwiRm9udFNpemVcIjoxMSxcIkZvbnROYW1lXCI6XCJDYWxpYnJpXCIsXCJJc0JvbGRcIjpmYWxzZSxcIklzSXRhbGljXCI6ZmFsc2UsXCJJc1VuZGVybGluZWRcIjpmYWxzZX0sXCJGb3JlZ3JvdW5kXCI6e1wiJGlkXCI6XCI2MTdcIixcIkNvbG9yXCI6e1wiJGlkXCI6XCI2MThcIixcIkFcIjoyNTUsXCJSXCI6NjQsXCJHXCI6NjQsXCJCXCI6NjR9fSxcIkhvcml6b250YWxBbGlnbm1lbnRcIjowLFwiSXNWaXNpYmxlXCI6dHJ1ZX0sXCJSZWN0YW5nbGVTdHlsZVwiOntcIiRpZFwiOlwiNjE5XCIsXCJNYXJnaW5cIjp7XCIkaWRcIjpcIjYyMFwiLFwiVG9wXCI6MC4wLFwiTGVmdFwiOjAuMCxcIlJpZ2h0XCI6MC4wLFwiQm90dG9tXCI6MC4wfSxcIlBhZGRpbmdcIjp7XCIkaWRcIjpcIjYyMVwiLFwiVG9wXCI6MC4wLFwiTGVmdFwiOjAuMCxcIlJpZ2h0XCI6MC4wLFwiQm90dG9tXCI6MC4wfSxcIkJhY2tncm91bmRcIjp7XCIkaWRcIjpcIjYyMlwiLFwiQ29sb3JcIjp7XCIkaWRcIjpcIjYyM1wiLFwiQVwiOjEyNyxcIlJcIjoxNjUsXCJHXCI6MTY1LFwiQlwiOjE2NX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Y1LFwiR1wiOjE2NSxcIkJcIjoxNjV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Y4LFwiR1wiOjg0LFwiQlwiOjEwNn19LFwiSG9yaXpvbnRhbEFsaWdubWVudFwiOjAsXCJJc1Zpc2libGVcIjp0cnVlfSxcIkRhdGVGb3JtYXRcIjp7XCIkaWRcIjpcIjY1N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2NTZcIixcIkZvcm1hdFwiOjAsXCJJc1Zpc2libGVcIjpmYWxzZSxcIkxhc3RLbm93blZpc2liaWxpdHlTdGF0ZVwiOmZhbHNlfSxcIlZhcmlhbmNlU3R5bGVcIjp7XCIkaWRcIjpcIjY1N1wiLFwiVmFyaWFuY2VUZXh0U3R5bGVcIjp7XCIkaWRcIjpcIjY1OFwiLFwiRm9udFNldHRpbmdzXCI6e1wiJGlkXCI6XCI2NTlcIixcIkZvbnRTaXplXCI6MTAsXCJGb250TmFtZVwiOlwiQ2FsaWJyaVwiLFwiSXNCb2xkXCI6ZmFsc2UsXCJJc0l0YWxpY1wiOmZhbHNlLFwiSXNVbmRlcmxpbmVkXCI6ZmFsc2V9LFwiRm9yZWdyb3VuZFwiOntcIiRpZFwiOlwiNjYwXCIsXCJDb2xvclwiOntcIiRpZFwiOlwiNjYxXCIsXCJBXCI6MjU1LFwiUlwiOjAsXCJHXCI6MCxcIkJcIjowfX0sXCJIb3Jpem9udGFsQWxpZ25tZW50XCI6MCxcIklzVmlzaWJsZVwiOnRydWV9fX0sXCJEZWZhdWx0U3dpbWxhbmVUYXNrU3R5bGVcIjp7XCIkaWRcIjpcIjY2MlwiLFwiU2hhcGVcIjoxLFwiU2hhcGVUaGlja25lc3NcIjowLFwiRHVyYXRpb25Gb3JtYXRcIjow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yMzIsXCJHXCI6MjMyLFwiQlwiOjIzMn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xMCxcIkZvbnROYW1lXCI6XCJDYWxpYnJpXCIsXCJJc0JvbGRcIjpmYWxzZSxcIklzSXRhbGljXCI6ZmFsc2UsXCJJc1VuZGVybGluZWRcIjpmYWxzZX0sXCJGb3JlZ3JvdW5kXCI6e1wiJGlkXCI6XCI2NzJcIixcIkNvbG9yXCI6e1wiJGlkXCI6XCI2NzNcIixcIkFcIjoyNTUsXCJSXCI6NjgsXCJHXCI6ODQsXCJCXCI6MTA2fX0sXCJIb3Jpem9udGFsQWxpZ25tZW50XCI6MCxcIklzVmlzaWJsZVwiOmZhbHNlfSxcIk1hcmdpblwiOntcIiRpZFwiOlwiNjc0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2NSxcIkdcIjoxNjUsXCJCXCI6MTY1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Y4LFwiR1wiOjg0LFwiQlwiOjEwNn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U3LFwiR1wiOjU3LFwiQlwiOjU3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NjgsXCJHXCI6ODQsXCJCXCI6MTA2fX0sXCJIb3Jpem9udGFsQWxpZ25tZW50XCI6MSxcIklzVmlzaWJsZVwiOnRydWV9LFwiRGF0ZUZvcm1hdFwiOntcIiRpZFwiOlwiNzI4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jUsXCJSXCI6NjgsXCJHXCI6ODQsXCJCXCI6MTA2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2OCxcIkdcIjo4NCxcIkJcIjoxMDZ9fSxcIkxpbmVXZWlnaHRcIjoxLjAsXCJMaW5lVHlwZVwiOjB9LFwiRW5kQXJyb3doZWFkTGluZVN0eWxlXCI6e1wiJGlkXCI6XCI3NDdcIixcIktpbmRcIjoxLFwiV2lkdGhcIjoxLFwiTGVuZ3RoXCI6MH0sXCJCcmluZ1RvRnJvbnRcIjp0cnVlLFwiUmFkaXVzXCI6My4wfSxcIkNyaXRpY2FsUGF0aFN0eWxlXCI6e1wiJGlkXCI6XCI3NDhcIixcIkNyaXRpY2FsUGF0aFN0eWxlT3B0aW9uc1wiOjMwLFwiTGluZVN0eWxlXCI6e1wiJGlkXCI6XCI3NDlcIixcIkxpbmVDb2xvclwiOntcIiRpZFwiOlwiNzUwXCIsXCJDb2xvclwiOntcIiRpZFwiOlwiNzUxXCIsXCJBXCI6MjU1LFwiUlwiOjIyMixcIkdcIjo1MCxcIkJcIjo1MH19LFwiTGluZVdlaWdodFwiOjEuMCxcIkxpbmVUeXBlXCI6MH0sXCJUaXRsZUZvcmVncm91bmRcIjp7XCIkaWRcIjpcIjc1MlwiLFwiQ29sb3JcIjp7XCIkaWRcIjpcIjc1M1wiLFwiQVwiOjI1NSxcIlJcIjoxNzYsXCJHXCI6MTksXCJCXCI6MjV9fSxcIlNoYXBlc0JhY2tncm91bmRcIjp7XCIkaWRcIjpcIjc1NFwiLFwiQ29sb3JcIjp7XCIkaWRcIjpcIjc1NVwiLFwiQVwiOjI1NSxcIlJcIjoyNTMsXCJHXCI6MjAzLFwiQlwiOjIwOH19LFwiU2hhcGVzQm9yZGVyU3R5bGVcIjp7XCIkaWRcIjpcIjc1NlwiLFwiTGluZUNvbG9yXCI6e1wiJGlkXCI6XCI3NTdcIixcIkNvbG9yXCI6e1wiJGlkXCI6XCI3NThcIixcIkFcIjoyNTUsXCJSXCI6MjM0LFwiR1wiOjIyLFwiQlwiOjMwfX0sXCJMaW5lV2VpZ2h0XCI6Mi4wLFwiTGluZVR5cGVcIjowfX0sXCJQYW5lbHNTcGFjaW5nRGVmaW5pdGlvblwiOntcIiRpZFwiOlwiNzU5XCIsXCJTcGFjaW5nQWJvdmVUaW1lYmFuZFwiOjMsXCJTcGFjaW5nQmVsb3dUaW1lYmFuZFwiOjMsXCJTcGFjaW5nQWJvdmVCZXR3ZWVuU3dpbWxhbmVzQW5kVGFza3NcIjo1LFwiU3BhY2luZ0JlbG93QmV0d2VlblN3aW1sYW5lc0FuZFRhc2tzXCI6NX0sXCJDb25kaXRpb25hbEZvcm1hdHRpbmdcIjp7XCIkaWRcIjpcIjc2MFwiLFwiUHZBRm9ybWF0dGluZ1wiOntcIiRpZFwiOlwiNzYxXCIsXCJEZWxheVRhc2tTdHlsZVwiOntcIiRpZFwiOlwiNzYyXCIsXCJTdHlsZU9wdGlvbnNcIjoyNCxcIlRpdGxlRm9yZWdyb3VuZFwiOntcIiRpZFwiOlwiNzYzXCIsXCJDb2xvclwiOntcIiRpZFwiOlwiNzY0XCIsXCJBXCI6MjU1LFwiUlwiOjE3NSxcIkdcIjowLFwiQlwiOjB9fSxcIkFjdHVhbFNoYXBlc0JhY2tncm91bmRcIjp7XCIkaWRcIjpcIjc2NVwiLFwiQ29sb3JcIjp7XCIkaWRcIjpcIjc2NlwiLFwiQVwiOjYyLFwiUlwiOjI1NSxcIkdcIjowLFwiQlwiOjB9fSxcIkFjdHVhbFNoYXBlc0JvcmRlclN0eWxlXCI6e1wiJGlkXCI6XCI3NjdcIixcIkxpbmVDb2xvclwiOntcIiRpZFwiOlwiNzY4XCIsXCJDb2xvclwiOntcIiRpZFwiOlwiNzY5XCIsXCJBXCI6MTYzLFwiUlwiOjI1NSxcIkdcIjowLFwiQlwiOjB9fSxcIkxpbmVXZWlnaHRcIjozLjAsXCJMaW5lVHlwZVwiOjB9LFwiQmFzZWxpbmVTaGFwZXNCYWNrZ3JvdW5kXCI6e1wiJGlkXCI6XCI3NzBcIixcIkNvbG9yXCI6e1wiJGlkXCI6XCI3NzFcIixcIkFcIjoxODQsXCJSXCI6MjU1LFwiR1wiOjAsXCJCXCI6MH19LFwiVmFyaWFuY2VGb3JlZ3JvdW5kXCI6e1wiJGlkXCI6XCI3NzJcIixcIkNvbG9yXCI6e1wiJGlkXCI6XCI3NzNcIixcIkFcIjoyNTUsXCJSXCI6MTc1LFwiR1wiOjAsXCJCXCI6MH19fSxcIkRlbGF5TWlsZXN0b25lU3R5bGVcIjp7XCIkaWRcIjpcIjc3NFwiLFwiU3R5bGVPcHRpb25zXCI6MTgsXCJUaXRsZUZvcmVncm91bmRcIjp7XCIkaWRcIjpcIjc3NVwiLFwiQ29sb3JcIjp7XCIkaWRcIjpcIjc3NlwiLFwiQVwiOjI1NSxcIlJcIjoxNzUsXCJHXCI6MCxcIkJcIjowfX0sXCJBY3R1YWxTaGFwZXNCYWNrZ3JvdW5kXCI6e1wiJGlkXCI6XCI3NzdcIixcIkNvbG9yXCI6e1wiJGlkXCI6XCI3NzhcIixcIkFcIjoyNTUsXCJSXCI6MjIyLFwiR1wiOjgwLFwiQlwiOjUwfX0sXCJBY3R1YWxTaGFwZXNCb3JkZXJTdHlsZVwiOntcIiRpZFwiOlwiNzc5XCIsXCJMaW5lQ29sb3JcIjp7XCIkaWRcIjpcIjc4MFwiLFwiQ29sb3JcIjp7XCIkaWRcIjpcIjc4MVwiLFwiQVwiOjE2MyxcIlJcIjoyNTUsXCJHXCI6MCxcIkJcIjowfX0sXCJMaW5lV2VpZ2h0XCI6My4wLFwiTGluZVR5cGVcIjowfSxcIkJhc2VsaW5lU2hhcGVzQmFja2dyb3VuZFwiOntcIiRpZFwiOlwiNzgyXCIsXCJDb2xvclwiOntcIiRpZFwiOlwiNzgzXCIsXCJBXCI6MTg0LFwiUlwiOjI1NSxcIkdcIjowLFwiQlwiOjB9fSxcIlZhcmlhbmNlRm9yZWdyb3VuZFwiOntcIiRpZFwiOlwiNzg0XCIsXCJDb2xvclwiOntcIiRpZFwiOlwiNzg1XCIsXCJBXCI6MjU1LFwiUlwiOjE3NSxcIkdcIjowLFwiQlwiOjB9fX0sXCJBZHZhbmNlVGFza1N0eWxlXCI6e1wiJGlkXCI6XCI3ODZcIixcIlN0eWxlT3B0aW9uc1wiOjI0LFwiVGl0bGVGb3JlZ3JvdW5kXCI6e1wiJGlkXCI6XCI3ODdcIixcIkNvbG9yXCI6e1wiJGlkXCI6XCI3ODhcIixcIkFcIjoyNTUsXCJSXCI6MCxcIkdcIjoxMTAsXCJCXCI6MH19LFwiQWN0dWFsU2hhcGVzQmFja2dyb3VuZFwiOntcIiRpZFwiOlwiNzg5XCIsXCJDb2xvclwiOntcIiRpZFwiOlwiNzkwXCIsXCJBXCI6NjEsXCJSXCI6MCxcIkdcIjoxMjgsXCJCXCI6MH19LFwiQWN0dWFsU2hhcGVzQm9yZGVyU3R5bGVcIjp7XCIkaWRcIjpcIjc5MVwiLFwiTGluZUNvbG9yXCI6e1wiJGlkXCI6XCI3OTJcIixcIkNvbG9yXCI6e1wiJGlkXCI6XCI3OTNcIixcIkFcIjoxNjMsXCJSXCI6MCxcIkdcIjoxMjgsXCJCXCI6MH19LFwiTGluZVdlaWdodFwiOjMuMCxcIkxpbmVUeXBlXCI6MH0sXCJCYXNlbGluZVNoYXBlc0JhY2tncm91bmRcIjp7XCIkaWRcIjpcIjc5NFwiLFwiQ29sb3JcIjp7XCIkaWRcIjpcIjc5NVwiLFwiQVwiOjE4NCxcIlJcIjowLFwiR1wiOjEyOCxcIkJcIjowfX0sXCJWYXJpYW5jZUZvcmVncm91bmRcIjp7XCIkaWRcIjpcIjc5NlwiLFwiQ29sb3JcIjp7XCIkaWRcIjpcIjc5N1wiLFwiQVwiOjI1NSxcIlJcIjowLFwiR1wiOjExMCxcIkJcIjowfX19LFwiQWR2YW5jZU1pbGVzdG9uZVN0eWxlXCI6e1wiJGlkXCI6XCI3OThcIixcIlN0eWxlT3B0aW9uc1wiOjE4LFwiVGl0bGVGb3JlZ3JvdW5kXCI6e1wiJGlkXCI6XCI3OTlcIixcIkNvbG9yXCI6e1wiJGlkXCI6XCI4MDBcIixcIkFcIjoyNTUsXCJSXCI6MCxcIkdcIjoxMTAsXCJCXCI6MH19LFwiQWN0dWFsU2hhcGVzQmFja2dyb3VuZFwiOntcIiRpZFwiOlwiODAxXCIsXCJDb2xvclwiOntcIiRpZFwiOlwiODAyXCIsXCJBXCI6MjU1LFwiUlwiOjIwLFwiR1wiOjEwMCxcIkJcIjowfX0sXCJBY3R1YWxTaGFwZXNCb3JkZXJTdHlsZVwiOntcIiRpZFwiOlwiODAzXCIsXCJMaW5lQ29sb3JcIjp7XCIkaWRcIjpcIjgwNFwiLFwiQ29sb3JcIjp7XCIkaWRcIjpcIjgwNVwiLFwiQVwiOjE2MyxcIlJcIjowLFwiR1wiOjEyOCxcIkJcIjowfX0sXCJMaW5lV2VpZ2h0XCI6My4wLFwiTGluZVR5cGVcIjowfSxcIkJhc2VsaW5lU2hhcGVzQmFja2dyb3VuZFwiOntcIiRpZFwiOlwiODA2XCIsXCJDb2xvclwiOntcIiRpZFwiOlwiODA3XCIsXCJBXCI6MTg0LFwiUlwiOjAsXCJHXCI6MTI4LFwiQlwiOjB9fSxcIlZhcmlhbmNlRm9yZWdyb3VuZFwiOntcIiRpZFwiOlwiODA4XCIsXCJDb2xvclwiOntcIiRpZFwiOlwiODA5XCIsXCJBXCI6MjU1LFwiUlwiOjAsXCJHXCI6MTEwLFwiQlwiOjB9fX19fSxcIl9zZWxlY3RlZFRoZW1lUHJlc2V0Q29sb3JzXCI6e1wiJGlkXCI6XCI4MTBcIixcIlRleHRMaWdodFwiOntcIiRpZFwiOlwiODExXCIsXCJBXCI6MjU1LFwiUlwiOjI1NSxcIkdcIjoyNTUsXCJCXCI6MjU1fSxcIlRleHREYXJrXCI6e1wiJGlkXCI6XCI4MTJcIixcIkFcIjoyNTUsXCJSXCI6MCxcIkdcIjowLFwiQlwiOjB9LFwiQWNjZW50MVwiOntcIiRpZFwiOlwiODEzXCIsXCJBXCI6MjU1LFwiUlwiOjIzMSxcIkdcIjoyMzAsXCJCXCI6MjMwfSxcIkFjY2VudDJcIjp7XCIkaWRcIjpcIjgxNFwiLFwiQVwiOjI1NSxcIlJcIjo2OCxcIkdcIjo4NCxcIkJcIjoxMDZ9LFwiQWNjZW50M1wiOntcIiRpZFwiOlwiODE1XCIsXCJBXCI6MjU1LFwiUlwiOjY4LFwiR1wiOjExNCxcIkJcIjoxOTZ9LFwiQWNjZW50NFwiOntcIiRpZFwiOlwiODE2XCIsXCJBXCI6MjU1LFwiUlwiOjI1NSxcIkdcIjoxOTIsXCJCXCI6MH0sXCJBY2NlbnQ1XCI6e1wiJGlkXCI6XCI4MTdcIixcIkFcIjoyNTUsXCJSXCI6MTEyLFwiR1wiOjE3MyxcIkJcIjo3MX0sXCJBY2NlbnQ2XCI6e1wiJGlkXCI6XCI4MThcIixcIkFcIjoyNTUsXCJSXCI6MTY1LFwiR1wiOjE2NSxcIkJcIjoxNjV9LFwiQWNjZW50N1wiOntcIiRpZFwiOlwiODE5XCIsXCJBXCI6MjU1LFwiUlwiOjkxLFwiR1wiOjE1NSxcIkJcIjoyMTN9LFwiQWNjZW50OFwiOntcIiRpZFwiOlwiODIwXCIsXCJBXCI6MjU1LFwiUlwiOjIzNyxcIkdcIjoxMjUsXCJCXCI6NDl9fSxcIl9jdXN0b21QcmVzZXRDb2xvcnNcIjp7XCIkaWRcIjpcIjgyMVwiLFwiVGV4dExpZ2h0XCI6e1wiJGlkXCI6XCI4MjJcIixcIkFcIjoyNTUsXCJSXCI6MjU1LFwiR1wiOjI1NSxcIkJcIjoyNTV9LFwiVGV4dERhcmtcIjp7XCIkaWRcIjpcIjgyM1wiLFwiQVwiOjI1NSxcIlJcIjowLFwiR1wiOjAsXCJCXCI6MH0sXCJBY2NlbnQxXCI6e1wiJGlkXCI6XCI4MjRcIixcIkFcIjoyNTUsXCJSXCI6MjMxLFwiR1wiOjIzMCxcIkJcIjoyMzB9LFwiQWNjZW50MlwiOntcIiRpZFwiOlwiODI1XCIsXCJBXCI6MjU1LFwiUlwiOjY4LFwiR1wiOjg0LFwiQlwiOjEwNn0sXCJBY2NlbnQzXCI6e1wiJGlkXCI6XCI4MjZcIixcIkFcIjoyNTUsXCJSXCI6NjgsXCJHXCI6MTE0LFwiQlwiOjE5Nn0sXCJBY2NlbnQ0XCI6e1wiJGlkXCI6XCI4MjdcIixcIkFcIjoyNTUsXCJSXCI6MjU1LFwiR1wiOjE5MixcIkJcIjowfSxcIkFjY2VudDVcIjp7XCIkaWRcIjpcIjgyOFwiLFwiQVwiOjI1NSxcIlJcIjoxMTIsXCJHXCI6MTczLFwiQlwiOjcxfSxcIkFjY2VudDZcIjp7XCIkaWRcIjpcIjgyOVwiLFwiQVwiOjI1NSxcIlJcIjoxNjUsXCJHXCI6MTY1LFwiQlwiOjE2NX0sXCJBY2NlbnQ3XCI6e1wiJGlkXCI6XCI4MzBcIixcIkFcIjoyNTUsXCJSXCI6OTEsXCJHXCI6MTU1LFwiQlwiOjIxM30sXCJBY2NlbnQ4XCI6e1wiJGlkXCI6XCI4MzFcIixcIkFcIjoyNTUsXCJSXCI6MjM3LFwiR1wiOjEyNSxcIkJcIjo0OX19fX0iLCJSZWNlbnRDb2xvcnNDb2xsZWN0aW9uIjoiW1wiI0ZGODE5NTVCXCIsXCIjRkY4RDYzNzRcIixcIiNGRjYxODE5N1wiLFwiI0ZGNkY2Rjc0XCIsXCIjRkY5ODdENUFcIl0ifSwiU2V0dGluZ3MiOnsiJGlkIjoiNTAxMiIsIkltcGFPcHRpb25zIjp7IiRpZCI6IjUwMTM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1MDE0IiwiVXNlVGltZSI6ZmFsc2UsIldvcmtEYXlTdGFydCI6IjAwOjAwOjAwIiwiV29ya0RheUVuZCI6IjIzOjU5OjAwIn0sIkxhc3RVc2VkVGVtcGxhdGVJZCI6ImI2ZTU0Yjg4LTdkYzUtNDJkOC04Yzk4LThlODgxNTIzNTcwMiIsIkxhc3RVc2VkVGhlbWVEZXRhaWxzIjp7IiRpZCI6IjUwMTUiLCJJZCI6ImY5NWFhYjExLTE2YmEtNGQ5YS1iMjhlLTAwZjlkNDZmNzRhNCIsIlRpdGxlIjoiRnJhbWV3b3JrIiwiQ2F0ZWdvcnkiOjF9LCJGaXJzdFdlZWtPZlllYXIiOjAsIlBsYWNlTWlsZXN0b25lQXRUaGVCZWdpbm5pbmdPZlRoZURheSI6ZmFsc2UsIkRlcGVuZGVuY3lTY2hlZHVsaW5nU2V0dGluZ3MiOnsiJGlkIjoiNTAxNi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dHJ1ZSwiUGxhbm5lZE1vZHVsZUVuYWJsZWQiOmZhbHNlLCJPbGRGaXhlZEludGVydmFsc1JlbmRlcmluZ1N0cmF0ZWd5VXNlZEJlZm9yZSI6ZmFsc2UsIkRlcGVuZGVuY2llcyI6eyJfZGVwZW5kZW5jaWVzIjpbXX19"/>
  <p:tag name="__MASTER" val="__part_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Hid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Hid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0LTAxVDAwOjAwOjAwWiIsIkVuZERhdGUiOiIyMDI2LTA1LTE1VDIzOjU5OjAwWiIsIlBlcmNlbnRhZ2VDb21wbGV0ZSI6bnVsbCwiU3R5bGUiOnsiJGlkIjoiNyIsIlNoYXBlIjox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SIsIlRvcCI6MC4wLCJMZWZ0IjowLjAsIlJpZ2h0IjowLjAsIkJvdHRvbSI6MC4wfSwiUGFkZGluZyI6eyIkaWQiOiIyMiIsIlRvcCI6MC4wLCJMZWZ0IjowLjAsIlJpZ2h0IjowLjAsIkJvdHRvbSI6MC4wfSwiQmFja2dyb3VuZCI6eyIkaWQiOiIyMyIsIkNvbG9yIjp7IiRpZCI6IjI0IiwiQSI6MjU1LCJSIjo2OCwiRyI6ODQsIkIiOjEwNn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CwiRyI6MCwiQiI6MH19LCJMaW5lV2VpZ2h0IjowLjAsIkxpbmVUeXBlIjowLCJQYXJlbnRTdHlsZSI6bnVsbH0sIlZlcnRpY2FsQ29ubmVjdG9yU3R5bGUiOnsiJGlkIjoiMjkiLCJMaW5lQ29sb3IiOnsiJGlkIjoiMzAiLCIkdHlwZSI6Ik5MUkUuQ29tbW9uLkRvbS5Tb2xpZENvbG9yQnJ1c2gsIE5MUkUuQ29tbW9uIiwiQ29sb3IiOnsiJGlkIjoiM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yIiwiU2hhcGVTdHlsZSI6eyIkaWQiOiIzMyIsIk1hcmdpbiI6eyIkaWQiOiIzNCIsIlRvcCI6MC4wLCJMZWZ0IjowLjAsIlJpZ2h0IjowLjAsIkJvdHRvbSI6MC4wfSwiUGFkZGluZyI6eyIkaWQiOiIzNSIsIlRvcCI6MC4wLCJMZWZ0IjowLjAsIlJpZ2h0IjowLjAsIkJvdHRvbSI6MC4wfSwiQmFja2dyb3VuZCI6eyIkaWQiOiIzNiIsIkNvbG9yIjp7IiRpZCI6IjM3IiwiQSI6MTUzLCJSIjowLCJHIjowLCJCIjowfX0sIklzVmlzaWJsZSI6dHJ1ZSwiV2lkdGgiOjAuMCwiSGVpZ2h0IjowLjAsIkJvcmRlclN0eWxlIjpudWxsLCJQYXJlbnRTdHlsZSI6bnVsbH0sIk1hcmdpbiI6eyIkaWQiOiIzOCIsIlRvcCI6MC4wLCJMZWZ0IjowLjAsIlJpZ2h0IjowLjAsIkJvdHRvbSI6MC4wfSwiUGFkZGluZyI6eyIkaWQiOiIzOSIsIlRvcCI6MC4wLCJMZWZ0IjowLjAsIlJpZ2h0IjowLjAsIkJvdHRvbSI6MC4wfSwiQmFja2dyb3VuZCI6bnVsbCwiSXNWaXNpYmxlIjp0cnVlLCJXaWR0aCI6MC4wLCJIZWlnaHQiOjAuMCwiQm9yZGVyU3R5bGUiOm51bGwsIlBhcmVudFN0eWxlIjpudWxsfSwiU2hhcGVTdHlsZSI6eyIkaWQiOiI0MCIsIk1hcmdpbiI6eyIkaWQiOiI0MSIsIlRvcCI6MC4wLCJMZWZ0Ijo0LjAsIlJpZ2h0Ijo0LjAsIkJvdHRvbSI6MC4wfSwiUGFkZGluZyI6eyIkaWQiOiI0MiIsIlRvcCI6MC4wLCJMZWZ0IjowLjAsIlJpZ2h0IjowLjAsIkJvdHRvbSI6MC4wfSwiQmFja2dyb3VuZCI6eyIkaWQiOiI0MyIsIkNvbG9yIjp7IiRpZCI6IjQ0IiwiQSI6MjU1LCJSIjo2OCwiRyI6MTE0LCJCIjoxOTZ9fSwiSXNWaXNpYmxlIjp0cnVlLCJXaWR0aCI6MC4wLCJIZWlnaHQiOjEwLjAsIkJvcmRlclN0eWxlIjp7IiRpZCI6IjQ1IiwiTGluZUNvbG9yIjp7IiRpZCI6IjQ2IiwiJHR5cGUiOiJOTFJFLkNvbW1vbi5Eb20uU29saWRDb2xvckJydXNoLCBOTFJFLkNvbW1vbiIsIkNvbG9yIjp7IiRpZCI6IjQ3IiwiQSI6MjU1LCJSIjoyMzQsIkciOjIyLCJCIjozMH19LCJMaW5lV2VpZ2h0IjowLjAsIkxpbmVUeXBlIjowLCJQYXJlbnRTdHlsZSI6bnVsbH0sIlBhcmVudFN0eWxlIjpudWxsfSwiVGl0bGVTdHlsZSI6eyIkaWQiOiI0OCIsIkZvbnRTZXR0aW5ncyI6eyIkaWQiOiI0OSIsIkZvbnRTaXplIjoxMSwiRm9udE5hbWUiOiJUaXRpbGxpdW0gV2ViIiwiSXNCb2xkIjpmYWxzZSwiSXNJdGFsaWMiOmZhbHNlLCJJc1VuZGVybGluZWQiOmZhbHNlLCJQYXJlbnRTdHlsZSI6bnVsbH0sIkF1dG9TaXplIjowLCJGb3JlZ3JvdW5kIjp7IiRpZCI6IjUwIiwiQ29sb3IiOnsiJGlkIjoiNTE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AsIlIiOjI1NSwiRyI6MjU1LCJCIjoyNTV9fSwiSXNWaXNpYmxlIjp0cnVlLCJXaWR0aCI6MC4wLCJIZWlnaHQiOjAuMCwiQm9yZGVyU3R5bGUiOnsiJGlkIjoiNTYiLCJMaW5lQ29sb3IiOm51bGwsIkxpbmVXZWlnaHQiOjAuMCwiTGluZVR5cGUiOjAsIlBhcmVudFN0eWxlIjpudWxsfSwiUGFyZW50U3R5bGUiOm51bGx9LCJEYXRlU3R5bGUiOnsiJGlkIjoiNTciLCJGb250U2V0dGluZ3MiOnsiJGlkIjoiNTgiLCJGb250U2l6ZSI6MTAsIkZvbnROYW1lIjoiVGl0aWxsaXVtIFdlYiIsIklzQm9sZCI6ZmFsc2UsIklzSXRhbGljIjpmYWxzZSwiSXNVbmRlcmxpbmVkIjpmYWxzZSwiUGFyZW50U3R5bGUiOm51bGx9LCJBdXRvU2l6ZSI6MCwiRm9yZWdyb3VuZCI6eyIkaWQiOiI1OSIsIkNvbG9yIjp7IiRpZCI6IjYw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pZCI6IjYxIiwiVG9wIjowLjAsIkxlZnQiOjAuMCwiUmlnaHQiOjAuMCwiQm90dG9tIjowLjB9LCJQYWRkaW5nIjp7IiRpZCI6IjYyIiwiVG9wIjowLjAsIkxlZnQiOjAuMCwiUmlnaHQiOjAuMCwiQm90dG9tIjowLjB9LCJCYWNrZ3JvdW5kIjp7IiRpZCI6IjYzIiwiQ29sb3IiOnsiJGlkIjoiNjQiLCJBIjowLCJSIjoyNTUsIkciOjI1NSwiQiI6MjU1fX0sIklzVmlzaWJsZSI6dHJ1ZSwiV2lkdGgiOjAuMCwiSGVpZ2h0IjowLjAsIkJvcmRlclN0eWxlIjp7IiRpZCI6IjY1IiwiTGluZUNvbG9yIjpudWxsLCJMaW5lV2VpZ2h0IjowLjAsIkxpbmVUeXBlIjowLCJQYXJlbnRTdHlsZSI6bnVsbH0sIlBhcmVudFN0eWxlIjpudWxsfSwiRGF0ZUZvcm1hdCI6eyIkaWQiOiI2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yIsIkZvcm1hdCI6MCwiSXNWaXNpYmxlIjpmYWxzZSwiTGFzdEtub3duVmlzaWJpbGl0eVN0YXRlIjpmYWxzZX0sIklzVmlzaWJsZSI6dHJ1ZSwiVmFyaWFuY2VTdHlsZSI6eyIkaWQiOiI2OCIsIlRleHRTdHlsZSI6eyIkaWQiOiI2OSIsIkZvbnRTZXR0aW5ncyI6eyIkaWQiOiI3MCIsIkZvbnRTaXplIjoxMCwiRm9udE5hbWUiOiJDYWxpYnJpIiwiSXNCb2xkIjpmYWxzZSwiSXNJdGFsaWMiOmZhbHNlLCJJc1VuZGVybGluZWQiOmZhbHNlLCJQYXJlbnRTdHlsZSI6bnVsbH0sIkF1dG9TaXplIjowLCJGb3JlZ3JvdW5kIjp7IiRpZCI6IjcxIiwiQ29sb3IiOnsiJGlkIjoiN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MiLCJUb3AiOjAuMCwiTGVmdCI6MC4wLCJSaWdodCI6MC4wLCJCb3R0b20iOjAuMH0sIlBhZGRpbmciOnsiJGlkIjoiNzQiLCJUb3AiOjAuMCwiTGVmdCI6MC4wLCJSaWdodCI6MC4wLCJCb3R0b20iOjAuMH0sIkJhY2tncm91bmQiOnsiJGlkIjoiNzUiLCJDb2xvciI6eyIkaWQiOiI3NiIsIkEiOjI1NSwiUiI6MCwiRyI6MCwiQiI6MH19LCJJc1Zpc2libGUiOnRydWUsIldpZHRoIjowLjAsIkhlaWdodCI6MC4wLCJCb3JkZXJTdHlsZSI6bnVsbCwiUGFyZW50U3R5bGUiOm51bGx9LCJQYXJlbnRTdHlsZSI6bnVsbH0sIlBhcmVudFN0eWxlIjpudWxsfSwiSW5kZXgiOjEsIlNtYXJ0RHVyYXRpb25BY3RpdmF0ZWQiOmZhbHNlLCJEYXRlRm9ybWF0Ijp7IiRyZWYiOiI2NiJ9LCJXZWVrTnVtYmVyaW5nIjp7IiRpZCI6Ijc3IiwiRm9ybWF0IjowLCJJc1Zpc2libGUiOmZhbHNlLCJMYXN0S25vd25WaXNpYmlsaXR5U3RhdGUiOmZhbHNlfSwiQmFzZWxpbmVEYXRhIjp7IiRpZCI6Ijc4IiwiU3RhcnREYXRlIjoiMjAyNi0wNC0wMVQwMDowMDowMCIsIkVuZERhdGUiOiIyMDI2LTA1LTE1VDIzOjU5OjAwIn0sIklkIjoiMWMyOGQyYmMtMTRjNS00YWRhLTk3YTAtMDVhMmFlY2Y0NjE4IiwiSW1wb3J0SWQiOm51bGwsIlRpdGxlIjoiVmlzacOzbiIsIk5vdGUiOm51bGwsIkh5cGVybGluayI6eyIkaWQiOiI3OSIsIkFkZHJlc3MiOiIiLCJTdWJBZGRyZXNzIjoiIn0sIklzQ2hhbmdlZCI6ZmFsc2UsIklzTmV3IjpmYWxzZX19XSwiX21pbGVzdG9uZXMiOltdLCJJZCI6IjAwMDAwMDAwLTAwMDAtMDAwMC0wMDAwLTAwMDAwMDAwMDAwMCIsIklzU2luZ2xlSXRlbVJvdyI6dHJ1ZX1dLCJJbmRleCI6MCwiSWQiOiI2NWRjMDcyMy0xZmUxLTRjMzQtYTNlNC02N2M3ODMyODZkNWQiLCJIZWFkZXJUZXh0IjpudWxsLCJJc0RlZmF1bHQiOnRydWUsIlN0eWxlIjp7IiRpZCI6IjgwIiwiSGVhZGVyU3R5bGUiOnsiJGlkIjoiODEiLCJUZXh0U3R5bGUiOnsiJGlkIjoiODIiLCJGb250U2V0dGluZ3MiOnsiJGlkIjoiODMiLCJGb250U2l6ZSI6MTEsIkZvbnROYW1lIjoiQ2FsaWJyaSIsIklzQm9sZCI6ZmFsc2UsIklzSXRhbGljIjpmYWxzZSwiSXNVbmRlcmxpbmVkIjpmYWxzZSwiUGFyZW50U3R5bGUiOm51bGx9LCJBdXRvU2l6ZSI6MCwiRm9yZWdyb3VuZCI6eyIkaWQiOiI4NCIsIkNvbG9yIjp7IiRpZCI6Ijg1IiwiQSI6MjU1LCJSIjo2NCwiRyI6NjQsIkIiOjY0fX0sIk1heFdpZHRoIjowLjAsIk1heEhlaWdodCI6MC4wLCJTbWFydEZvcmVncm91bmRJc0FjdGl2ZSI6ZmFsc2UsIkhvcml6b250YWxBbGlnbm1lbnQiOjA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pZCI6Ijg4IiwiQ29sb3IiOnsiJGlkIjoiODkiLCJBIjoyNTUsIlIiOjY0LCJHIjo2NCwiQiI6NjR9fSwiSXNWaXNpYmxlIjpmYWxzZSwiV2lkdGgiOjAuMCwiSGVpZ2h0IjowLjAsIkJvcmRlclN0eWxlIjpudWxsLCJQYXJlbnRTdHlsZSI6bnVsbH0sIlJlY3RhbmdsZVN0eWxlIjp7IiRpZCI6IjkwIiwiTWFyZ2luIjp7IiRpZCI6IjkxIiwiVG9wIjowLjAsIkxlZnQiOjAuMCwiUmlnaHQiOjAuMCwiQm90dG9tIjowLjB9LCJQYWRkaW5nIjp7IiRpZCI6IjkyIiwiVG9wIjowLjAsIkxlZnQiOjAuMCwiUmlnaHQiOjAuMCwiQm90dG9tIjowLjB9LCJCYWNrZ3JvdW5kIjp7IiRpZCI6IjkzIiwiQ29sb3IiOnsiJGlkIjoiOTQiLCJBIjoxMjcsIlIiOjY4LCJHIjoxMTQsIkIiOjE5Nn19LCJJc1Zpc2libGUiOmZhbHNlLCJXaWR0aCI6MC4wLCJIZWlnaHQiOjAuMCwiQm9yZGVyU3R5bGUiOnsiJGlkIjoiOTUiLCJMaW5lQ29sb3IiOnsiJGlkIjoiOTYiLCIkdHlwZSI6Ik5MUkUuQ29tbW9uLkRvbS5Tb2xpZENvbG9yQnJ1c2gsIE5MUkUuQ29tbW9uIiwiQ29sb3IiOnsiJGlkIjoiOTciLCJBIjoyNTUsIlIiOjI1NSwiRyI6MCwiQiI6MH19LCJMaW5lV2VpZ2h0IjowLjAsIkxpbmVUeXBlIjowLCJQYXJlbnRTdHlsZSI6bnVsbH0sIlBhcmVudFN0eWxlIjpudWxsfSwiTWFyZ2luIjp7IiRpZCI6Ijk4IiwiVG9wIjowLjAsIkxlZnQiOjAuMCwiUmlnaHQiOjAuMCwiQm90dG9tIjowLjB9LCJQYWRkaW5nIjp7IiRpZCI6Ijk5IiwiVG9wIjowLjAsIkxlZnQiOjAuMCwiUmlnaHQiOjAuMCwiQm90dG9tIjowLjB9LCJCYWNrZ3JvdW5kIjpudWxsLCJJc1Zpc2libGUiOnRydWUsIldpZHRoIjowLjAsIkhlaWdodCI6MC4wLCJCb3JkZXJTdHlsZSI6bnVsbCwiUGFyZW50U3R5bGUiOm51bGx9LCJCYWNrZ3JvdW5kU3R5bGUiOnsiJGlkIjoiMTAwIiwiTWFyZ2luIjp7IiRpZCI6IjEwMSIsIlRvcCI6MC4wLCJMZWZ0IjowLjAsIlJpZ2h0IjowLjAsIkJvdHRvbSI6MC4wfSwiUGFkZGluZyI6eyIkaWQiOiIxMDIiLCJUb3AiOjAuMCwiTGVmdCI6MC4wLCJSaWdodCI6MC4wLCJCb3R0b20iOjAuMH0sIkJhY2tncm91bmQiOnsiJGlkIjoiMTAzIiwiQ29sb3IiOnsiJGlkIjoiMTA0IiwiQSI6NTEsIlIiOjIwMCwiRyI6MjAwLCJCIjoyMDB9fSwiSXNWaXNpYmxlIjp0cnVlLCJXaWR0aCI6MC4wLCJIZWlnaHQiOjAuMCwiQm9yZGVyU3R5bGUiOnsiJGlkIjoiMTA1IiwiTGluZUNvbG9yIjp7IiRpZCI6IjEwNiIsIiR0eXBlIjoiTkxSRS5Db21tb24uRG9tLlNvbGlkQ29sb3JCcnVzaCwgTkxSRS5Db21tb24iLCJDb2xvciI6eyIkaWQiOiIxMDciLCJBIjoyNTUsIlIiOjIzNCwiRyI6MjIsIkIiOjMwfX0sIkxpbmVXZWlnaHQiOjAuMCwiTGluZVR5cGUiOjAsIlBhcmVudFN0eWxlIjpudWxsfSwiUGFyZW50U3R5bGUiOm51bGx9LCJNYXJnaW4iOnsiJGlkIjoiMTA4IiwiVG9wIjowLjAsIkxlZnQiOjAuMCwiUmlnaHQiOjAuMCwiQm90dG9tIjowLjB9LCJQYWRkaW5nIjp7IiRpZCI6IjEwOSIsIlRvcCI6MC4wLCJMZWZ0IjowLjAsIlJpZ2h0IjowLjAsIkJvdHRvbSI6MC4wfSwiSXNWaXNpYmxlIjp0cnVlLCJXaWR0aCI6MC4wLCJIZWlnaHQiOjAuMCwiQm9yZGVyU3R5bGUiOnsiJGlkIjoiMTEwIiwiTGluZUNvbG9yIjpudWxsLCJMaW5lV2VpZ2h0IjowLjAsIkxpbmVUeXBlIjowLCJQYXJlbnRTdHlsZSI6bnVsbH0sIlBhcmVudFN0eWxlIjpudWxsfX1dLCJJZCI6ImYzNWMyMjkxLWM1YjQtNDE4NC1iYmVmLWIzODE4ODhjZmZmNyIsIkluZGV4IjowLCJIZWFkZXJUZXh0IjoiUHJlLUlkZWFjacOzbiIsIlN0eWxlIjp7IiRpZCI6IjExMSIsIlN0eWxlSWQiOiIzMzJjZmIxMy1iNDAxLTRlYzMtYjY1NS03Mzk2OGQwNGQ3NDkiLCJIZWFkZXJTdHlsZSI6eyIkaWQiOiIxMTIiLCJUZXh0SXNWZXJ0aWNhbCI6ZmFsc2UsIlRleHRTdHlsZSI6eyIkaWQiOiIxMTMiLCJGb250U2V0dGluZ3MiOnsiJGlkIjoiMTE0IiwiRm9udFNpemUiOjExLCJGb250TmFtZSI6IkNhbGlicmkiLCJJc0JvbGQiOmZhbHNlLCJJc0l0YWxpYyI6ZmFsc2UsIklzVW5kZXJsaW5lZCI6ZmFsc2UsIlBhcmVudFN0eWxlIjpudWxsfSwiQXV0b1NpemUiOjIsIkZvcmVncm91bmQiOnsiJGlkIjoiMTE1IiwiQ29sb3IiOnsiJGlkIjoiMTE2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E3IiwiVG9wIjowLjAsIkxlZnQiOjAuMCwiUmlnaHQiOjAuMCwiQm90dG9tIjowLjB9LCJQYWRkaW5nIjp7IiRpZCI6IjExOCIsIlRvcCI6MC4wLCJMZWZ0IjowLjAsIlJpZ2h0IjowLjAsIkJvdHRvbSI6MC4wfSwiQmFja2dyb3VuZCI6eyIkaWQiOiIxMTkiLCJDb2xvciI6eyIkaWQiOiIxMjAiLCJBIjoyNTUsIlIiOjI1NSwiRyI6MjU1LCJCIjoyNTV9fSwiSXNWaXNpYmxlIjpmYWxzZSwiV2lkdGgiOjAuMCwiSGVpZ2h0IjowLjAsIkJvcmRlclN0eWxlIjpudWxsLCJQYXJlbnRTdHlsZSI6bnVsbH0sIlJlY3RhbmdsZVN0eWxlIjp7IiRpZCI6IjEyMSIsIk1hcmdpbiI6eyIkaWQiOiIxMjIiLCJUb3AiOjAuMCwiTGVmdCI6MC4wLCJSaWdodCI6MC4wLCJCb3R0b20iOjAuMH0sIlBhZGRpbmciOnsiJGlkIjoiMTIzIiwiVG9wIjowLjAsIkxlZnQiOjAuMCwiUmlnaHQiOjAuMCwiQm90dG9tIjowLjB9LCJCYWNrZ3JvdW5kIjp7IiRpZCI6IjEyNCIsIkNvbG9yIjp7IiRpZCI6IjEyNSIsIkEiOjI1NSwiUiI6NjgsIkciOjExNCwiQiI6MTk2fX0sIklzVmlzaWJsZSI6dHJ1ZSwiV2lkdGgiOjAuMCwiSGVpZ2h0IjowLjAsIkJvcmRlclN0eWxlIjp7IiRpZCI6IjEyNiIsIkxpbmVDb2xvciI6eyIkaWQiOiIxMjciLCIkdHlwZSI6Ik5MUkUuQ29tbW9uLkRvbS5Tb2xpZENvbG9yQnJ1c2gsIE5MUkUuQ29tbW9uIiwiQ29sb3IiOnsiJGlkIjoiMTI4IiwiQSI6MjU1LCJSIjoyNTUsIkciOjI1NSwiQiI6MjU1fX0sIkxpbmVXZWlnaHQiOjAuMCwiTGluZVR5cGUiOjAsIlBhcmVudFN0eWxlIjpudWxsfSwiUGFyZW50U3R5bGUiOm51bGx9LCJNYXJnaW4iOnsiJGlkIjoiMTI5IiwiVG9wIjowLjAsIkxlZnQiOjAuMCwiUmlnaHQiOjAuMCwiQm90dG9tIjowLjB9LCJQYWRkaW5nIjp7IiRpZCI6IjEzMCIsIlRvcCI6MC4wLCJMZWZ0IjowLjAsIlJpZ2h0IjowLjAsIkJvdHRvbSI6MC4wfSwiQmFja2dyb3VuZCI6bnVsbCwiSXNWaXNpYmxlIjp0cnVlLCJXaWR0aCI6MC4wLCJIZWlnaHQiOjAuMCwiQm9yZGVyU3R5bGUiOm51bGwsIlBhcmVudFN0eWxlIjpudWxsfSwiQmFja2dyb3VuZF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UxLCJSIjoyMDAsIkciOjIwMCwiQiI6MjAwfX0sIklzVmlzaWJsZSI6dHJ1ZSwiV2lkdGgiOjAuMCwiSGVpZ2h0IjowLjAsIkJvcmRlclN0eWxlIjp7IiRpZCI6IjEzNiIsIkxpbmVDb2xvciI6eyIkaWQiOiIxMzciLCIkdHlwZSI6Ik5MUkUuQ29tbW9uLkRvbS5Tb2xpZENvbG9yQnJ1c2gsIE5MUkUuQ29tbW9uIiwiQ29sb3IiOnsiJGlkIjoiMTM4IiwiQSI6MjU1LCJSIjoyMzQsIkciOjIyLCJCIjozMH19LCJMaW5lV2VpZ2h0IjowLjAsIkxpbmVUeXBlIjowLCJQYXJlbnRTdHlsZSI6bnVsbH0sIlBhcmVudFN0eWxlIjpudWxsfSwiSXNBYm92ZVRpbWViYW5kIjpmYWxzZSwiU3BhY2luZyI6MiwiRGVmYXVsdFN3aW1sYW5lVGFza1N0eWxlIjp7IiRpZCI6IjEzOSIsIiR0eXBlIjoiTkxSRS5Db21tb24uRG9tLlN0eWxlcy5FeHBsaWNpdFNldGFibGVUYXNrU3R5bGUsIE5MUkUuQ29tbW9uIiwiU2hhcGUiOjEsIlNoYXBlVGhpY2tuZXNzIjowLCJEdXJhdGlvbkZvcm1hdCI6MCwiSW5jbHVkZU5vbldvcmtpbmdEYXlzSW5EdXJhdGlvbiI6ZmFsc2UsIlBlcmNlbnRhZ2VDb21wbGV0ZVN0eWxlIjp7IiRpZCI6IjE0MCIsIkZvbnRTZXR0aW5ncyI6eyIkaWQiOiIxNDEiLCJGb250U2l6ZSI6MTAsIkZvbnROYW1lIjoiQ2FsaWJyaSIsIklzQm9sZCI6ZmFsc2UsIklzSXRhbGljIjpmYWxzZSwiSXNVbmRlcmxpbmVkIjpmYWxzZSwiUGFyZW50U3R5bGUiOm51bGx9LCJBdXRvU2l6ZSI6MCwiRm9yZWdyb3VuZCI6eyIkaWQiOiIxNDIiLCJDb2xvciI6eyIkaWQiOiIxNDM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0IiwiVG9wIjowLjAsIkxlZnQiOjAuMCwiUmlnaHQiOjAuMCwiQm90dG9tIjowLjB9LCJQYWRkaW5nIjp7IiRpZCI6IjE0NSIsIlRvcCI6MC4wLCJMZWZ0IjowLjAsIlJpZ2h0IjowLjAsIkJvdHRvbSI6MC4wfSwiQmFja2dyb3VuZCI6eyIkaWQiOiIxNDYiLCJDb2xvciI6eyIkaWQiOiIxNDciLCJBIjo4OSwiUiI6MCwiRyI6MCwiQiI6MH19LCJJc1Zpc2libGUiOnRydWUsIldpZHRoIjowLjAsIkhlaWdodCI6MC4wLCJCb3JkZXJTdHlsZSI6eyIkaWQiOiIxNDgiLCJMaW5lQ29sb3IiOm51bGwsIkxpbmVXZWlnaHQiOjAuMCwiTGluZVR5cGUiOjAsIlBhcmVudFN0eWxlIjpudWxsfSwiUGFyZW50U3R5bGUiOm51bGx9LCJEdXJhdGlvblN0eWxlIjp7IiRpZCI6IjE0OSIsIkZvbnRTZXR0aW5ncyI6eyIkaWQiOiIxNTAiLCJGb250U2l6ZSI6MTAsIkZvbnROYW1lIjoiQ2FsaWJyaSIsIklzQm9sZCI6ZmFsc2UsIklzSXRhbGljIjpmYWxzZSwiSXNVbmRlcmxpbmVkIjpmYWxzZSwiUGFyZW50U3R5bGUiOm51bGx9LCJBdXRvU2l6ZSI6MCwiRm9yZWdyb3VuZCI6eyIkaWQiOiIxNTEiLCJDb2xvciI6eyIkaWQiOiIxN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1MyIsIlRvcCI6MC4wLCJMZWZ0IjowLjAsIlJpZ2h0IjowLjAsIkJvdHRvbSI6MC4wfSwiUGFkZGluZyI6eyIkaWQiOiIxNTQiLCJUb3AiOjAuMCwiTGVmdCI6MC4wLCJSaWdodCI6MC4wLCJCb3R0b20iOjAuMH0sIkJhY2tncm91bmQiOnsiJGlkIjoiMTU1IiwiQ29sb3IiOnsiJGlkIjoiMTU2IiwiQSI6MjU1LCJSIjo2OCwiRyI6ODQsIkIiOjEwNn19LCJJc1Zpc2libGUiOnRydWUsIldpZHRoIjowLjAsIkhlaWdodCI6MC4wLCJCb3JkZXJTdHlsZSI6eyIkaWQiOiIxNTciLCJMaW5lQ29sb3IiOm51bGwsIkxpbmVXZWlnaHQiOjAuMCwiTGluZVR5cGUiOjAsIlBhcmVudFN0eWxlIjpudWxsfSwiUGFyZW50U3R5bGUiOm51bGx9LCJIb3Jpem9udGFsQ29ubmVjdG9yU3R5bGUiOnsiJGlkIjoiMTU4IiwiTGluZUNvbG9yIjp7IiRpZCI6IjE1OSIsIiR0eXBlIjoiTkxSRS5Db21tb24uRG9tLlNvbGlkQ29sb3JCcnVzaCwgTkxSRS5Db21tb24iLCJDb2xvciI6eyIkaWQiOiIxNjAiLCJBIjoyNTUsIlIiOjAsIkciOjAsIkIiOjB9fSwiTGluZVdlaWdodCI6MC4wLCJMaW5lVHlwZSI6MCwiUGFyZW50U3R5bGUiOm51bGx9LCJWZXJ0aWNhbENvbm5lY3RvclN0eWxlIjp7IiRpZCI6IjE2MSIsIkxpbmVDb2xvciI6eyIkaWQiOiIxNjIiLCIkdHlwZSI6Ik5MUkUuQ29tbW9uLkRvbS5Tb2xpZENvbG9yQnJ1c2gsIE5MUkUuQ29tbW9uIiwiQ29sb3IiOnsiJGlkIjoiMTY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QiLCJTaGFwZVN0eWxlIjp7IiRpZCI6IjE2NSIsIk1hcmdpbiI6eyIkaWQiOiIxNjYiLCJUb3AiOjAuMCwiTGVmdCI6MC4wLCJSaWdodCI6MC4wLCJCb3R0b20iOjAuMH0sIlBhZGRpbmciOnsiJGlkIjoiMTY3IiwiVG9wIjowLjAsIkxlZnQiOjAuMCwiUmlnaHQiOjAuMCwiQm90dG9tIjowLjB9LCJCYWNrZ3JvdW5kIjp7IiRpZCI6IjE2OCIsIkNvbG9yIjp7IiRpZCI6IjE2OSIsIkEiOjE1MywiUiI6MCwiRyI6MCwiQiI6MH19LCJJc1Zpc2libGUiOnRydWUsIldpZHRoIjowLjAsIkhlaWdodCI6MC4wLCJCb3JkZXJTdHlsZSI6eyIkaWQiOiIxNzAiLCJMaW5lQ29sb3IiOnsiJGlkIjoiMTcxIiwiJHR5cGUiOiJOTFJFLkNvbW1vbi5Eb20uU29saWRDb2xvckJydXNoLCBOTFJFLkNvbW1vbiIsIkNvbG9yIjp7IiRpZCI6IjE3MiIsIkEiOjI1NSwiUiI6MjU1LCJHIjowLCJCIjowfX0sIkxpbmVXZWlnaHQiOjAuMCwiTGluZVR5cGUiOjAsIlBhcmVudFN0eWxlIjpudWxsfSwiUGFyZW50U3R5bGUiOm51bGx9LCJNYXJnaW4iOnsiJGlkIjoiMTczIiwiVG9wIjowLjAsIkxlZnQiOjAuMCwiUmlnaHQiOjAuMCwiQm90dG9tIjowLjB9LCJQYWRkaW5nIjp7IiRpZCI6IjE3NCIsIlRvcCI6MC4wLCJMZWZ0IjowLjAsIlJpZ2h0IjowLjAsIkJvdHRvbSI6MC4wfSwiQmFja2dyb3VuZCI6bnVsbCwiSXNWaXNpYmxlIjp0cnVlLCJXaWR0aCI6MC4wLCJIZWlnaHQiOjAuMCwiQm9yZGVyU3R5bGUiOm51bGwsIlBhcmVudFN0eWxlIjpudWxsfSwiU2hhcGVTdHlsZSI6eyIkaWQiOiIxNzUiLCJNYXJnaW4iOnsiJGlkIjoiMTc2IiwiVG9wIjowLjAsIkxlZnQiOjQuMCwiUmlnaHQiOjQuMCwiQm90dG9tIjowLjB9LCJQYWRkaW5nIjp7IiRpZCI6IjE3NyIsIlRvcCI6MC4wLCJMZWZ0IjowLjAsIlJpZ2h0IjowLjAsIkJvdHRvbSI6MC4wfSwiQmFja2dyb3VuZCI6eyIkaWQiOiIxNzgiLCJDb2xvciI6eyIkaWQiOiIxNzkiLCJBIjoyNTUsIlIiOjY4LCJHIjoxMTQsIkIiOjE5Nn19LCJJc1Zpc2libGUiOnRydWUsIldpZHRoIjowLjAsIkhlaWdodCI6MTAuMCwiQm9yZGVyU3R5bGUiOnsiJGlkIjoiMTgwIiwiTGluZUNvbG9yIjp7IiRpZCI6IjE4MSIsIiR0eXBlIjoiTkxSRS5Db21tb24uRG9tLlNvbGlkQ29sb3JCcnVzaCwgTkxSRS5Db21tb24iLCJDb2xvciI6eyIkaWQiOiIxODIiLCJBIjoyNTUsIlIiOjIzNCwiRyI6MjIsIkIiOjMwfX0sIkxpbmVXZWlnaHQiOjAuMCwiTGluZVR5cGUiOjAsIlBhcmVudFN0eWxlIjpudWxsfSwiUGFyZW50U3R5bGUiOm51bGx9LCJUaXRsZVN0eWxlIjp7IiRpZCI6IjE4MyIsIkZvbnRTZXR0aW5ncyI6eyIkaWQiOiIxODQiLCJGb250U2l6ZSI6MTEsIkZvbnROYW1lIjoiQ2FsaWJyaSIsIklzQm9sZCI6ZmFsc2UsIklzSXRhbGljIjpmYWxzZSwiSXNVbmRlcmxpbmVkIjpmYWxzZSwiUGFyZW50U3R5bGUiOm51bGx9LCJBdXRvU2l6ZSI6MCwiRm9yZWdyb3VuZCI6eyIkaWQiOiIxODUiLCJDb2xvciI6eyIkaWQiOiIx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g3IiwiVG9wIjowLjAsIkxlZnQiOjAuMCwiUmlnaHQiOjAuMCwiQm90dG9tIjowLjB9LCJQYWRkaW5nIjp7IiRpZCI6IjE4OCIsIlRvcCI6MC4wLCJMZWZ0IjowLjAsIlJpZ2h0IjowLjAsIkJvdHRvbSI6MC4wfSwiQmFja2dyb3VuZCI6eyIkaWQiOiIxODkiLCJDb2xvciI6eyIkaWQiOiIxOTAiLCJBIjoyNTUsIlIiOjAsIkciOjAsIkIiOjB9fSwiSXNWaXNpYmxlIjp0cnVlLCJXaWR0aCI6MC4wLCJIZWlnaHQiOjAuMCwiQm9yZGVyU3R5bGUiOnsiJGlkIjoiMTkxIiwiTGluZUNvbG9yIjpudWxsLCJMaW5lV2VpZ2h0IjowLjAsIkxpbmVUeXBlIjowLCJQYXJlbnRTdHlsZSI6bnVsbH0sIlBhcmVudFN0eWxlIjpudWxsfSwiRGF0ZV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5NiIsIlRvcCI6MC4wLCJMZWZ0IjowLjAsIlJpZ2h0IjowLjAsIkJvdHRvbSI6MC4wfSwiUGFkZGluZyI6eyIkaWQiOiIxOTciLCJUb3AiOjAuMCwiTGVmdCI6MC4wLCJSaWdodCI6MC4wLCJCb3R0b20iOjAuMH0sIkJhY2tncm91bmQiOnsiJGlkIjoiMTk4IiwiQ29sb3IiOnsiJGlkIjoiMTk5IiwiQSI6MjU1LCJSIjo2OCwiRyI6ODQsIkIiOjEwNn19LCJJc1Zpc2libGUiOnRydWUsIldpZHRoIjowLjAsIkhlaWdodCI6MC4wLCJCb3JkZXJTdHlsZSI6eyIkaWQiOiIyMDAiLCJMaW5lQ29sb3IiOm51bGwsIkxpbmVXZWlnaHQiOjAuMCwiTGluZVR5cGUiOjAsIlBhcmVudFN0eWxlIjpudWxsfSwiUGFyZW50U3R5bGUiOm51bGx9LCJEYXRlRm9ybWF0Ijp7IiRpZCI6IjIw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IiLCJGb3JtYXQiOjAsIklzVmlzaWJsZSI6ZmFsc2UsIkxhc3RLbm93blZpc2liaWxpdHlTdGF0ZSI6ZmFsc2V9LCJJc1Zpc2libGUiOnRydWUsIlZhcmlhbmNlU3R5bGUiOnsiJGlkIjoiMjAzIiwiVGV4dFN0eWxlIjp7IiRpZCI6IjIwNCIsIkZvbnRTZXR0aW5ncyI6eyIkaWQiOiIyMDUiLCJGb250U2l6ZSI6MTAsIkZvbnROYW1lIjoiQ2FsaWJyaSIsIklzQm9sZCI6ZmFsc2UsIklzSXRhbGljIjpmYWxzZSwiSXNVbmRlcmxpbmVkIjpmYWxzZSwiUGFyZW50U3R5bGUiOm51bGx9LCJBdXRvU2l6ZSI6MCwiRm9yZWdyb3VuZCI6eyIkaWQiOiIyMDYiLCJDb2xvciI6eyIkaWQiOiIyM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A4IiwiVG9wIjowLjAsIkxlZnQiOjAuMCwiUmlnaHQiOjAuMCwiQm90dG9tIjowLjB9LCJQYWRkaW5nIjp7IiRpZCI6IjIwOSIsIlRvcCI6MC4wLCJMZWZ0IjowLjAsIlJpZ2h0IjowLjAsIkJvdHRvbSI6MC4wfSwiQmFja2dyb3VuZCI6eyIkaWQiOiIyMTAiLCJDb2xvciI6eyIkaWQiOiIyMTEiLCJBIjoyNTUsIlIiOjAsIkciOjAsIkIiOjB9fSwiSXNWaXNpYmxlIjp0cnVlLCJXaWR0aCI6MC4wLCJIZWlnaHQiOjAuMCwiQm9yZGVyU3R5bGUiOm51bGwsIlBhcmVudFN0eWxlIjpudWxsfSwiUGFyZW50U3R5bGUiOm51bGx9LCJQYXJlbnRTdHlsZSI6bnVsbCwiX2V4cGxpY2l0bHlTZXQiOnsiJGlkIjoiMjEy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jEzIiwiU2hhcGUiOjEsIkNvbm5lY3Rvck1hcmdpbiI6eyIkaWQiOiIyMTQiLCJUb3AiOjAuMCwiTGVmdCI6Mi4wLCJSaWdodCI6Mi4wLCJCb3R0b20iOjAuMH0sIkNvbm5lY3RvclN0eWxlIjp7IiRpZCI6IjIxNSIsIkxpbmVDb2xvciI6eyIkaWQiOiIyMTYiLCIkdHlwZSI6Ik5MUkUuQ29tbW9uLkRvbS5Tb2xpZENvbG9yQnJ1c2gsIE5MUkUuQ29tbW9uIiwiQ29sb3IiOnsiJGlkIjoiMjE3IiwiQSI6MTI3LCJSIjozNCwiRyI6NTcsIkIiOjk4fX0sIkxpbmVXZWlnaHQiOjEuMCwiTGluZVR5cGUiOjAsIlBhcmVudFN0eWxlIjpudWxsfSwiSXNCZWxvd1RpbWViYW5kIjpmYWxzZSwiUG9zaXRpb25PblRhc2siOjEsIkhpZGVEYXRlIjpmYWxzZSwiU2hhcGVTaXplIjowLCJTcGFjaW5nIjowLjAsIlBhZGRpbmciOnsiJGlkIjoiMjE4IiwiVG9wIjo1LjAsIkxlZnQiOjMuMCwiUmlnaHQiOjAuMCwiQm90dG9tIjoyLjB9LCJTaGFwZVN0eWxlIjp7IiRpZCI6IjIxOSIsIk1hcmdpbiI6eyIkaWQiOiIyMjAiLCJUb3AiOjAuMCwiTGVmdCI6MC4wLCJSaWdodCI6MC4wLCJCb3R0b20iOjAuMH0sIlBhZGRpbmciOnsiJGlkIjoiMjIxIiwiVG9wIjowLjAsIkxlZnQiOjAuMCwiUmlnaHQiOjAuMCwiQm90dG9tIjowLjB9LCJCYWNrZ3JvdW5kIjp7IiRpZCI6IjIyMiIsIkNvbG9yIjp7IiRpZCI6IjIyMyIsIkEiOjI1NSwiUiI6MzQsIkciOjU3LCJCIjo5OH19LCJJc1Zpc2libGUiOnRydWUsIldpZHRoIjoxMi4wLCJIZWlnaHQiOjE0LjAsIkJvcmRlclN0eWxlIjp7IiRpZCI6IjIyNCIsIkxpbmVDb2xvciI6eyIkaWQiOiIyMjUiLCIkdHlwZSI6Ik5MUkUuQ29tbW9uLkRvbS5Tb2xpZENvbG9yQnJ1c2gsIE5MUkUuQ29tbW9uIiwiQ29sb3IiOnsiJGlkIjoiMjI2IiwiQSI6MjU1LCJSIjoyNTUsIkciOjAsIkIiOjB9fSwiTGluZVdlaWdodCI6MC4wLCJMaW5lVHlwZSI6MCwiUGFyZW50U3R5bGUiOm51bGx9LCJQYXJlbnRTdHlsZSI6bnVsbH0sIlRpdGxlU3R5bGUiOnsiJGlkIjoiMjI3IiwiRm9udFNldHRpbmdzIjp7IiRpZCI6IjIyOCIsIkZvbnRTaXplIjoxMSwiRm9udE5hbWUiOiJDYWxpYnJpIiwiSXNCb2xkIjpmYWxzZSwiSXNJdGFsaWMiOmZhbHNlLCJJc1VuZGVybGluZWQiOmZhbHNlLCJQYXJlbnRTdHlsZSI6bnVsbH0sIkF1dG9TaXplIjowLCJGb3JlZ3JvdW5kIjp7IiRpZCI6IjIyOSIsIkNvbG9yIjp7IiRpZCI6IjIz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MzEiLCJUb3AiOjAuMCwiTGVmdCI6MC4wLCJSaWdodCI6MC4wLCJCb3R0b20iOjAuMH0sIlBhZGRpbmciOnsiJGlkIjoiMjMyIiwiVG9wIjowLjAsIkxlZnQiOjAuMCwiUmlnaHQiOjAuMCwiQm90dG9tIjowLjB9LCJCYWNrZ3JvdW5kIjp7IiRpZCI6IjIzMyIsIkNvbG9yIjp7IiRpZCI6IjIzNCIsIkEiOjI1NSwiUiI6MCwiRyI6MCwiQiI6MH19LCJJc1Zpc2libGUiOnRydWUsIldpZHRoIjowLjAsIkhlaWdodCI6MC4wLCJCb3JkZXJTdHlsZSI6eyIkaWQiOiIyMzUiLCJMaW5lQ29sb3IiOm51bGwsIkxpbmVXZWlnaHQiOjAuMCwiTGluZVR5cGUiOjAsIlBhcmVudFN0eWxlIjpudWxsfSwiUGFyZW50U3R5bGUiOm51bGx9LCJEYXRlU3R5bGUiOnsiJGlkIjoiMjM2IiwiRm9udFNldHRpbmdzIjp7IiRpZCI6IjIzNyIsIkZvbnRTaXplIjoxMCwiRm9udE5hbWUiOiJDYWxpYnJpIiwiSXNCb2xkIjpmYWxzZSwiSXNJdGFsaWMiOmZhbHNlLCJJc1VuZGVybGluZWQiOmZhbHNlLCJQYXJlbnRTdHlsZSI6bnVsbH0sIkF1dG9TaXplIjowLCJGb3JlZ3JvdW5kIjp7IiRpZCI6IjIzOCIsIkNvbG9yIjp7IiRpZCI6IjIzO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QwIiwiVG9wIjowLjAsIkxlZnQiOjAuMCwiUmlnaHQiOjAuMCwiQm90dG9tIjowLjB9LCJQYWRkaW5nIjp7IiRpZCI6IjI0MSIsIlRvcCI6MC4wLCJMZWZ0IjowLjAsIlJpZ2h0IjowLjAsIkJvdHRvbSI6MC4wfSwiQmFja2dyb3VuZCI6eyIkaWQiOiIyNDIiLCJDb2xvciI6eyIkaWQiOiIyNDMiLCJBIjoyNTUsIlIiOjY4LCJHIjo4NCwiQiI6MTA2fX0sIklzVmlzaWJsZSI6dHJ1ZSwiV2lkdGgiOjAuMCwiSGVpZ2h0IjowLjAsIkJvcmRlclN0eWxlIjp7IiRpZCI6IjI0NCIsIkxpbmVDb2xvciI6bnVsbCwiTGluZVdlaWdodCI6MC4wLCJMaW5lVHlwZSI6MCwiUGFyZW50U3R5bGUiOm51bGx9LCJQYXJlbnRTdHlsZSI6bnVsbH0sIkRhdGVGb3JtYXQiOnsiJGlkIjoiMj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NiIsIkZvcm1hdCI6MCwiSXNWaXNpYmxlIjpmYWxzZSwiTGFzdEtub3duVmlzaWJpbGl0eVN0YXRlIjpmYWxzZX0sIklzVmlzaWJsZSI6dHJ1ZSwiVmFyaWFuY2VTdHlsZSI6eyIkaWQiOiIyNDciLCJUZXh0U3R5bGUiOnsiJGlkIjoiMjQ4IiwiRm9udFNldHRpbmdzIjp7IiRpZCI6IjI0OSIsIkZvbnRTaXplIjoxMCwiRm9udE5hbWUiOiJDYWxpYnJpIiwiSXNCb2xkIjpmYWxzZSwiSXNJdGFsaWMiOmZhbHNlLCJJc1VuZGVybGluZWQiOmZhbHNlLCJQYXJlbnRTdHlsZSI6bnVsbH0sIkF1dG9TaXplIjowLCJGb3JlZ3JvdW5kIjp7IiRpZCI6IjI1MCIsIkNvbG9yIjp7IiRpZCI6IjI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I1NSwiUiI6MCwiRyI6MCwiQiI6MH19LCJJc1Zpc2libGUiOnRydWUsIldpZHRoIjowLjAsIkhlaWdodCI6MC4wLCJCb3JkZXJTdHlsZSI6bnVsbCwiUGFyZW50U3R5bGUiOm51bGx9LCJQYXJlbnRTdHlsZSI6bnVsbH0sIlBhcmVudFN0eWxlIjpudWxsfSwiRGVmYXVsdFN3aW1sYW5lTWlsZXN0b25lU3R5bGUiOnsiJGlkIjoiMjU2IiwiVGl0bGVQb3NpdGlvbiI6IkxlZnQiLCJEYXRlUG9zaXRpb24iOiJSaWdodCIsIlZhcmlhbmNlUG9zaXRpb24iOiJSaWdodCIsIlNoYXBlVHlwZSI6MSwiU2hhcGVTaXplIjowLCJTcGFjaW5nIjo1LCJTaGFwZVN0eWxlIjp7IiRpZCI6IjI1NyIsIk1hcmdpbiI6eyIkaWQiOiIyNTgiLCJUb3AiOjAuMCwiTGVmdCI6MC4wLCJSaWdodCI6MC4wLCJCb3R0b20iOjAuMH0sIlBhZGRpbmciOnsiJGlkIjoiMjU5IiwiVG9wIjowLjAsIkxlZnQiOjAuMCwiUmlnaHQiOjAuMCwiQm90dG9tIjowLjB9LCJCYWNrZ3JvdW5kIjp7IiRpZCI6IjI2MCIsIkNvbG9yIjp7IiRpZCI6IjI2MSIsIkEiOjI1NSwiUiI6NjgsIkciOjExNCwiQiI6MTk2fX0sIklzVmlzaWJsZSI6dHJ1ZSwiV2lkdGgiOjEyLjAsIkhlaWdodCI6MTQuMCwiQm9yZGVyU3R5bGUiOnsiJGlkIjoiMjYyIiwiTGluZUNvbG9yIjp7IiRpZCI6IjI2MyIsIiR0eXBlIjoiTkxSRS5Db21tb24uRG9tLlNvbGlkQ29sb3JCcnVzaCwgTkxSRS5Db21tb24iLCJDb2xvciI6eyIkaWQiOiIyNjQiLCJBIjoyNTUsIlIiOjIzNCwiRyI6MjIsIkIiOjMwfX0sIkxpbmVXZWlnaHQiOjAuMCwiTGluZVR5cGUiOjAsIlBhcmVudFN0eWxlIjpudWxsfSwiUGFyZW50U3R5bGUiOm51bGx9LCJUaXRsZVN0eWxlIjp7IiRpZCI6IjI2NSIsIkZvbnRTZXR0aW5ncyI6eyIkaWQiOiIyNjYiLCJGb250U2l6ZSI6MTEsIkZvbnROYW1lIjoiQ2FsaWJyaSIsIklzQm9sZCI6ZmFsc2UsIklzSXRhbGljIjpmYWxzZSwiSXNVbmRlcmxpbmVkIjpmYWxzZSwiUGFyZW50U3R5bGUiOm51bGx9LCJBdXRvU2l6ZSI6MCwiRm9yZWdyb3VuZCI6eyIkaWQiOiIyNjciLCJDb2xvciI6eyIkaWQiOiIyN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Y5IiwiVG9wIjowLjAsIkxlZnQiOjAuMCwiUmlnaHQiOjAuMCwiQm90dG9tIjowLjB9LCJQYWRkaW5nIjp7IiRpZCI6IjI3MCIsIlRvcCI6MC4wLCJMZWZ0IjowLjAsIlJpZ2h0IjowLjAsIkJvdHRvbSI6MC4wfSwiQmFja2dyb3VuZCI6eyIkaWQiOiIyNzEiLCJDb2xvciI6eyIkaWQiOiIyNzIiLCJBIjoyNTUsIlIiOjAsIkciOjAsIkIiOjB9fSwiSXNWaXNpYmxlIjp0cnVlLCJXaWR0aCI6MC4wLCJIZWlnaHQiOjAuMCwiQm9yZGVyU3R5bGUiOnsiJGlkIjoiMjczIiwiTGluZUNvbG9yIjpudWxsLCJMaW5lV2VpZ2h0IjowLjAsIkxpbmVUeXBlIjowLCJQYXJlbnRTdHlsZSI6bnVsbH0sIlBhcmVudFN0eWxlIjpudWxsfSwiRGF0ZVN0eWxlIjp7IiRpZCI6IjI3NCIsIkZvbnRTZXR0aW5ncyI6eyIkaWQiOiIyNzUiLCJGb250U2l6ZSI6MTAsIkZvbnROYW1lIjoiQ2FsaWJyaSIsIklzQm9sZCI6ZmFsc2UsIklzSXRhbGljIjpmYWxzZSwiSXNVbmRlcmxpbmVkIjpmYWxzZSwiUGFyZW50U3R5bGUiOm51bGx9LCJBdXRvU2l6ZSI6MCwiRm9yZWdyb3VuZCI6eyIkaWQiOiIyNzYiLCJDb2xvciI6eyIkaWQiOiIy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3OCIsIlRvcCI6MC4wLCJMZWZ0IjowLjAsIlJpZ2h0IjowLjAsIkJvdHRvbSI6MC4wfSwiUGFkZGluZyI6eyIkaWQiOiIyNzkiLCJUb3AiOjAuMCwiTGVmdCI6MC4wLCJSaWdodCI6MC4wLCJCb3R0b20iOjAuMH0sIkJhY2tncm91bmQiOnsiJGlkIjoiMjgwIiwiQ29sb3IiOnsiJGlkIjoiMjgxIiwiQSI6MjU1LCJSIjo2OCwiRyI6ODQsIkIiOjEwNn19LCJJc1Zpc2libGUiOnRydWUsIldpZHRoIjowLjAsIkhlaWdodCI6MC4wLCJCb3JkZXJTdHlsZSI6eyIkaWQiOiIyODIiLCJMaW5lQ29sb3IiOm51bGwsIkxpbmVXZWlnaHQiOjAuMCwiTGluZVR5cGUiOjAsIlBhcmVudFN0eWxlIjpudWxsfSwiUGFyZW50U3R5bGUiOm51bGx9LCJEYXRlRm9ybWF0Ijp7IiRpZCI6IjI4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QiLCJGb3JtYXQiOjAsIklzVmlzaWJsZSI6ZmFsc2UsIkxhc3RLbm93blZpc2liaWxpdHlTdGF0ZSI6ZmFsc2V9LCJJc1Zpc2libGUiOnRydWUsIlZhcmlhbmNlU3R5bGUiOnsiJGlkIjoiMjg1IiwiVGV4dFN0eWxlIjp7IiRpZCI6IjI4NiIsIkZvbnRTZXR0aW5ncyI6eyIkaWQiOiIyODciLCJGb250U2l6ZSI6MTAsIkZvbnROYW1lIjoiQ2FsaWJyaSIsIklzQm9sZCI6ZmFsc2UsIklzSXRhbGljIjpmYWxzZSwiSXNVbmRlcmxpbmVkIjpmYWxzZSwiUGFyZW50U3R5bGUiOm51bGx9LCJBdXRvU2l6ZSI6MCwiRm9yZWdyb3VuZCI6eyIkaWQiOiIyODgiLCJDb2xvciI6eyIkaWQiOiIyO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kwIiwiVG9wIjowLjAsIkxlZnQiOjAuMCwiUmlnaHQiOjAuMCwiQm90dG9tIjowLjB9LCJQYWRkaW5nIjp7IiRpZCI6IjI5MSIsIlRvcCI6MC4wLCJMZWZ0IjowLjAsIlJpZ2h0IjowLjAsIkJvdHRvbSI6MC4wfSwiQmFja2dyb3VuZCI6eyIkaWQiOiIyOTIiLCJDb2xvciI6eyIkaWQiOiIyOTMiLCJBIjoyNTUsIlIiOjAsIkciOjAsIkIiOjB9fSwiSXNWaXNpYmxlIjp0cnVlLCJXaWR0aCI6MC4wLCJIZWlnaHQiOjAuMCwiQm9yZGVyU3R5bGUiOm51bGwsIlBhcmVudFN0eWxlIjpudWxsfSwiUGFyZW50U3R5bGUiOm51bGx9LCJQYXJlbnRTdHlsZSI6bnVsbH0sIkRlZmF1bHRTd2ltbGFuZUFjdGl2aXR5U3R5bGUiOnsiJGlkIjoiMjk0IiwiSGVhZGVyU3R5bGUiOnsiJGlkIjoiMjk1IiwiVGV4dFN0eWxlIjp7IiRpZCI6IjI5NiIsIkZvbnRTZXR0aW5ncyI6eyIkaWQiOiIyOTciLCJGb250U2l6ZSI6MTEsIkZvbnROYW1lIjoiQ2FsaWJyaSIsIklzQm9sZCI6ZmFsc2UsIklzSXRhbGljIjpmYWxzZSwiSXNVbmRlcmxpbmVkIjpmYWxzZSwiUGFyZW50U3R5bGUiOm51bGx9LCJBdXRvU2l6ZSI6MCwiRm9yZWdyb3VuZCI6eyIkaWQiOiIyOTgiLCJDb2xvciI6eyIkaWQiOiIyOTkiLCJBIjoyNTUsIlIiOjY0LCJHIjo2NCwiQiI6NjR9fSwiTWF4V2lkdGgiOjAuMCwiTWF4SGVpZ2h0IjowLjAsIlNtYXJ0Rm9yZWdyb3VuZElzQWN0aXZlIjpmYWxzZSwiSG9yaXpvbnRhbEFsaWdubWVudCI6MCwiVmVydGljYWxBbGlnbm1lbnQiOjAsIlNtYXJ0Rm9yZWdyb3VuZCI6bnVsbCwiQmFja2dyb3VuZEZpbGxUeXBlIjowLCJNYXJnaW4iOnsiJGlkIjoiMzAwIiwiVG9wIjowLjAsIkxlZnQiOjAuMCwiUmlnaHQiOjAuMCwiQm90dG9tIjowLjB9LCJQYWRkaW5nIjp7IiRpZCI6IjMwMSIsIlRvcCI6MC4wLCJMZWZ0IjowLjAsIlJpZ2h0IjowLjAsIkJvdHRvbSI6MC4wfSwiQmFja2dyb3VuZCI6eyIkaWQiOiIzMDIiLCJDb2xvciI6eyIkaWQiOiIzMDMiLCJBIjoyNTUsIlIiOjY0LCJHIjo2NCwiQiI6NjR9fSwiSXNWaXNpYmxlIjpmYWxzZSwiV2lkdGgiOjAuMCwiSGVpZ2h0IjowLjAsIkJvcmRlclN0eWxlIjpudWxsLCJQYXJlbnRTdHlsZSI6bnVsbH0sIlJlY3RhbmdsZVN0eWxlIjp7IiRpZCI6IjMwNCIsIk1hcmdpbiI6eyIkaWQiOiIzMDUiLCJUb3AiOjAuMCwiTGVmdCI6MC4wLCJSaWdodCI6MC4wLCJCb3R0b20iOjAuMH0sIlBhZGRpbmciOnsiJGlkIjoiMzA2IiwiVG9wIjowLjAsIkxlZnQiOjAuMCwiUmlnaHQiOjAuMCwiQm90dG9tIjowLjB9LCJCYWNrZ3JvdW5kIjp7IiRpZCI6IjMwNyIsIkNvbG9yIjp7IiRpZCI6IjMwOCIsIkEiOjEyNywiUiI6NjgsIkciOjExNCwiQiI6MTk2fX0sIklzVmlzaWJsZSI6ZmFsc2UsIldpZHRoIjowLjAsIkhlaWdodCI6MC4wLCJCb3JkZXJTdHlsZSI6eyIkaWQiOiIzMDkiLCJMaW5lQ29sb3IiOnsiJGlkIjoiMzEwIiwiJHR5cGUiOiJOTFJFLkNvbW1vbi5Eb20uU29saWRDb2xvckJydXNoLCBOTFJFLkNvbW1vbiIsIkNvbG9yIjp7IiRpZCI6IjMxMSIsIkEiOjI1NSwiUiI6MjU1LCJHIjowLCJCIjowfX0sIkxpbmVXZWlnaHQiOjAuMCwiTGluZVR5cGUiOjAsIlBhcmVudFN0eWxlIjpudWxsfSwiUGFyZW50U3R5bGUiOm51bGx9LCJNYXJnaW4iOnsiJGlkIjoiMzEyIiwiVG9wIjowLjAsIkxlZnQiOjAuMCwiUmlnaHQiOjAuMCwiQm90dG9tIjowLjB9LCJQYWRkaW5nIjp7IiRpZCI6IjMxMyIsIlRvcCI6MC4wLCJMZWZ0IjowLjAsIlJpZ2h0IjowLjAsIkJvdHRvbSI6MC4wfSwiQmFja2dyb3VuZCI6bnVsbCwiSXNWaXNpYmxlIjp0cnVlLCJXaWR0aCI6MC4wLCJIZWlnaHQiOjAuMCwiQm9yZGVyU3R5bGUiOm51bGwsIlBhcmVudFN0eWxlIjpudWxsfSwiQmFja2dyb3VuZFN0eWxlIjp7IiRpZCI6IjMxNCIsIk1hcmdpbiI6eyIkaWQiOiIzMTUiLCJUb3AiOjAuMCwiTGVmdCI6MC4wLCJSaWdodCI6MC4wLCJCb3R0b20iOjAuMH0sIlBhZGRpbmciOnsiJGlkIjoiMzE2IiwiVG9wIjowLjAsIkxlZnQiOjAuMCwiUmlnaHQiOjAuMCwiQm90dG9tIjowLjB9LCJCYWNrZ3JvdW5kIjp7IiRpZCI6IjMxNyIsIkNvbG9yIjp7IiRpZCI6IjMxOCIsIkEiOjUxLCJSIjoyMDAsIkciOjIwMCwiQiI6MjAwfX0sIklzVmlzaWJsZSI6dHJ1ZSwiV2lkdGgiOjAuMCwiSGVpZ2h0IjowLjAsIkJvcmRlclN0eWxlIjp7IiRpZCI6IjMxOSIsIkxpbmVDb2xvciI6eyIkaWQiOiIzMjAiLCIkdHlwZSI6Ik5MUkUuQ29tbW9uLkRvbS5Tb2xpZENvbG9yQnJ1c2gsIE5MUkUuQ29tbW9uIiwiQ29sb3IiOnsiJGlkIjoiMzIxIiwiQSI6MjU1LCJSIjoyMzQsIkciOjIyLCJCIjozMH19LCJMaW5lV2VpZ2h0IjowLjAsIkxpbmVUeXBlIjowLCJQYXJlbnRTdHlsZSI6bnVsbH0sIlBhcmVudFN0eWxlIjpudWxsfSwiTWFyZ2luIjp7IiRpZCI6IjMyMiIsIlRvcCI6MC4wLCJMZWZ0IjowLjAsIlJpZ2h0IjowLjAsIkJvdHRvbSI6MC4wfSwiUGFkZGluZyI6eyIkaWQiOiIzMjMiLCJUb3AiOjAuMCwiTGVmdCI6MC4wLCJSaWdodCI6MC4wLCJCb3R0b20iOjAuMH0sIklzVmlzaWJsZSI6dHJ1ZSwiV2lkdGgiOjAuMCwiSGVpZ2h0IjowLjAsIkJvcmRlclN0eWxlIjp7IiRpZCI6IjMyNCIsIkxpbmVDb2xvciI6bnVsbCwiTGluZVdlaWdodCI6MC4wLCJMaW5lVHlwZSI6MCwiUGFyZW50U3R5bGUiOm51bGx9LCJQYXJlbnRTdHlsZSI6bnVsbH0sIk1hcmdpbiI6eyIkaWQiOiIzMjUiLCJUb3AiOjAuMCwiTGVmdCI6MC4wLCJSaWdodCI6MC4wLCJCb3R0b20iOjAuMH0sIlBhZGRpbmciOnsiJGlkIjoiMzI2IiwiVG9wIjowLjAsIkxlZnQiOjAuMCwiUmlnaHQiOjAuMCwiQm90dG9tIjowLjB9LCJJc1Zpc2libGUiOmZhbHNlLCJXaWR0aCI6MC4wLCJIZWlnaHQiOjAuMCwiQm9yZGVyU3R5bGUiOnsiJGlkIjoiMzI3IiwiTGluZUNvbG9yIjpudWxsLCJMaW5lV2VpZ2h0IjowLjAsIkxpbmVUeXBlIjowLCJQYXJlbnRTdHlsZSI6bnVsbH0sIlBhcmVudFN0eWxlIjpudWxsfX0seyIkaWQiOiIzMjgiLCJfYWN0aXZpdGllcyI6W3siJGlkIjoiMzI5IiwiX3Jvd3MiOlt7IiRpZCI6IjMzMCIsIl90YXNrcyI6W3siJGlkIjoiMzMxIiwiX2F0dGFjaGVkTWlsZXN0b25lcyI6W10sIlRhc2tEZWZpbml0aW9uIjp7IiRpZCI6IjMzMiIsIkdyb3VwTmFtZSI6bnVsbCwiU3RhcnREYXRlIjoiMjAyNi0wNS0wM1QwMDowMDowMFoiLCJFbmREYXRlIjoiMjAyNi0wNS0yOVQyMzo1OTowMFoiLCJQZXJjZW50YWdlQ29tcGxldGUiOm51bGwsIlN0eWxlIjp7IiRpZCI6IjMzMyIsIlNoYXBlIjoxLCJTaGFwZVRoaWNrbmVzcyI6MCwiRHVyYXRpb25Gb3JtYXQiOjAsIkluY2x1ZGVOb25Xb3JraW5nRGF5c0luRHVyYXRpb24iOmZhbHNlLCJQZXJjZW50YWdlQ29tcGxldGVTdHlsZSI6eyIkaWQiOiIzMzQiLCJGb250U2V0dGluZ3MiOnsiJGlkIjoiMzM1IiwiRm9udFNpemUiOjEwLCJGb250TmFtZSI6IkNhbGlicmkiLCJJc0JvbGQiOmZhbHNlLCJJc0l0YWxpYyI6ZmFsc2UsIklzVW5kZXJsaW5lZCI6ZmFsc2UsIlBhcmVudFN0eWxlIjpudWxsfSwiQXV0b1NpemUiOjAsIkZvcmVncm91bmQiOnsiJGlkIjoiMzM2IiwiQ29sb3IiOnsiJGlkIjoiMz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zOCIsIlRvcCI6MC4wLCJMZWZ0IjowLjAsIlJpZ2h0IjowLjAsIkJvdHRvbSI6MC4wfSwiUGFkZGluZyI6eyIkaWQiOiIzMzkiLCJUb3AiOjAuMCwiTGVmdCI6MC4wLCJSaWdodCI6MC4wLCJCb3R0b20iOjAuMH0sIkJhY2tncm91bmQiOnsiJGlkIjoiMzQwIiwiQ29sb3IiOnsiJGlkIjoiMzQxIiwiQSI6ODksIlIiOjAsIkciOjAsIkIiOjB9fSwiSXNWaXNpYmxlIjp0cnVlLCJXaWR0aCI6MC4wLCJIZWlnaHQiOjAuMCwiQm9yZGVyU3R5bGUiOnsiJGlkIjoiMzQyIiwiTGluZUNvbG9yIjpudWxsLCJMaW5lV2VpZ2h0IjowLjAsIkxpbmVUeXBlIjowLCJQYXJlbnRTdHlsZSI6bnVsbH0sIlBhcmVudFN0eWxlIjpudWxsfSwiRHVyYXRpb25TdHlsZSI6eyIkaWQiOiIzNDMiLCJGb250U2V0dGluZ3MiOnsiJGlkIjoiMzQ0IiwiRm9udFNpemUiOjEwLCJGb250TmFtZSI6IkNhbGlicmkiLCJJc0JvbGQiOmZhbHNlLCJJc0l0YWxpYyI6ZmFsc2UsIklzVW5kZXJsaW5lZCI6ZmFsc2UsIlBhcmVudFN0eWxlIjpudWxsfSwiQXV0b1NpemUiOjAsIkZvcmVncm91bmQiOnsiJGlkIjoiMzQ1IiwiQ29sb3IiOnsiJGlkIjoiMz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NDciLCJUb3AiOjAuMCwiTGVmdCI6MC4wLCJSaWdodCI6MC4wLCJCb3R0b20iOjAuMH0sIlBhZGRpbmciOnsiJGlkIjoiMzQ4IiwiVG9wIjowLjAsIkxlZnQiOjAuMCwiUmlnaHQiOjAuMCwiQm90dG9tIjowLjB9LCJCYWNrZ3JvdW5kIjp7IiRpZCI6IjM0OSIsIkNvbG9yIjp7IiRpZCI6IjM1MCIsIkEiOjI1NSwiUiI6NjgsIkciOjg0LCJCIjoxMDZ9fSwiSXNWaXNpYmxlIjp0cnVlLCJXaWR0aCI6MC4wLCJIZWlnaHQiOjAuMCwiQm9yZGVyU3R5bGUiOnsiJGlkIjoiMzUxIiwiTGluZUNvbG9yIjpudWxsLCJMaW5lV2VpZ2h0IjowLjAsIkxpbmVUeXBlIjowLCJQYXJlbnRTdHlsZSI6bnVsbH0sIlBhcmVudFN0eWxlIjpudWxsfSwiSG9yaXpvbnRhbENvbm5lY3RvclN0eWxlIjp7IiRpZCI6IjM1MiIsIkxpbmVDb2xvciI6eyIkaWQiOiIzNTMiLCIkdHlwZSI6Ik5MUkUuQ29tbW9uLkRvbS5Tb2xpZENvbG9yQnJ1c2gsIE5MUkUuQ29tbW9uIiwiQ29sb3IiOnsiJGlkIjoiMzU0IiwiQSI6MjU1LCJSIjowLCJHIjowLCJCIjowfX0sIkxpbmVXZWlnaHQiOjAuMCwiTGluZVR5cGUiOjAsIlBhcmVudFN0eWxlIjpudWxsfSwiVmVydGljYWxDb25uZWN0b3JTdHlsZSI6eyIkaWQiOiIzNTUiLCJMaW5lQ29sb3IiOnsiJGlkIjoiMzU2IiwiJHR5cGUiOiJOTFJFLkNvbW1vbi5Eb20uU29saWRDb2xvckJydXNoLCBOTFJFLkNvbW1vbiIsIkNvbG9yIjp7IiRpZCI6IjM1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zU4IiwiU2hhcGVTdHlsZSI6eyIkaWQiOiIzNTkiLCJNYXJnaW4iOnsiJGlkIjoiMzYwIiwiVG9wIjowLjAsIkxlZnQiOjAuMCwiUmlnaHQiOjAuMCwiQm90dG9tIjowLjB9LCJQYWRkaW5nIjp7IiRpZCI6IjM2MSIsIlRvcCI6MC4wLCJMZWZ0IjowLjAsIlJpZ2h0IjowLjAsIkJvdHRvbSI6MC4wfSwiQmFja2dyb3VuZCI6eyIkaWQiOiIzNjIiLCJDb2xvciI6eyIkaWQiOiIzNjMiLCJBIjoxNTMsIlIiOjAsIkciOjAsIkIiOjB9fSwiSXNWaXNpYmxlIjp0cnVlLCJXaWR0aCI6MC4wLCJIZWlnaHQiOjAuMCwiQm9yZGVyU3R5bGUiOm51bGwsIlBhcmVudFN0eWxlIjpudWxsfSwiTWFyZ2luIjp7IiRpZCI6IjM2NCIsIlRvcCI6MC4wLCJMZWZ0IjowLjAsIlJpZ2h0IjowLjAsIkJvdHRvbSI6MC4wfSwiUGFkZGluZyI6eyIkaWQiOiIzNjUiLCJUb3AiOjAuMCwiTGVmdCI6MC4wLCJSaWdodCI6MC4wLCJCb3R0b20iOjAuMH0sIkJhY2tncm91bmQiOm51bGwsIklzVmlzaWJsZSI6dHJ1ZSwiV2lkdGgiOjAuMCwiSGVpZ2h0IjowLjAsIkJvcmRlclN0eWxlIjpudWxsLCJQYXJlbnRTdHlsZSI6bnVsbH0sIlNoYXBlU3R5bGUiOnsiJGlkIjoiMzY2IiwiTWFyZ2luIjp7IiRpZCI6IjM2NyIsIlRvcCI6MC4wLCJMZWZ0Ijo0LjAsIlJpZ2h0Ijo0LjAsIkJvdHRvbSI6MC4wfSwiUGFkZGluZyI6eyIkaWQiOiIzNjgiLCJUb3AiOjAuMCwiTGVmdCI6MC4wLCJSaWdodCI6MC4wLCJCb3R0b20iOjAuMH0sIkJhY2tncm91bmQiOnsiJGlkIjoiMzY5IiwiQ29sb3IiOnsiJGlkIjoiMzcwIiwiQSI6MjU1LCJSIjoyNTUsIkciOjE5MiwiQiI6MH19LCJJc1Zpc2libGUiOnRydWUsIldpZHRoIjowLjAsIkhlaWdodCI6MTAuMCwiQm9yZGVyU3R5bGUiOnsiJGlkIjoiMzcxIiwiTGluZUNvbG9yIjp7IiRpZCI6IjM3MiIsIiR0eXBlIjoiTkxSRS5Db21tb24uRG9tLlNvbGlkQ29sb3JCcnVzaCwgTkxSRS5Db21tb24iLCJDb2xvciI6eyIkaWQiOiIzNzMiLCJBIjoyNTUsIlIiOjIzNCwiRyI6MjIsIkIiOjMwfX0sIkxpbmVXZWlnaHQiOjAuMCwiTGluZVR5cGUiOjAsIlBhcmVudFN0eWxlIjpudWxsfSwiUGFyZW50U3R5bGUiOm51bGx9LCJUaXRsZVN0eWxlIjp7IiRpZCI6IjM3NCIsIkZvbnRTZXR0aW5ncyI6eyIkaWQiOiIzNzUiLCJGb250U2l6ZSI6MTEsIkZvbnROYW1lIjoiVGl0aWxsaXVtIFdlYiIsIklzQm9sZCI6ZmFsc2UsIklzSXRhbGljIjpmYWxzZSwiSXNVbmRlcmxpbmVkIjpmYWxzZSwiUGFyZW50U3R5bGUiOm51bGx9LCJBdXRvU2l6ZSI6MCwiRm9yZWdyb3VuZCI6eyIkaWQiOiIzNzYiLCJDb2xvciI6eyIkaWQiOiIzNz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Mzc4IiwiVG9wIjowLjAsIkxlZnQiOjAuMCwiUmlnaHQiOjAuMCwiQm90dG9tIjowLjB9LCJQYWRkaW5nIjp7IiRpZCI6IjM3OSIsIlRvcCI6MC4wLCJMZWZ0IjowLjAsIlJpZ2h0IjowLjAsIkJvdHRvbSI6MC4wfSwiQmFja2dyb3VuZCI6eyIkaWQiOiIzODAiLCJDb2xvciI6eyIkaWQiOiIzODEiLCJBIjowLCJSIjoyNTUsIkciOjI1NSwiQiI6MjU1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lRpdGlsbGl1bSBXZWIiLCJJc0JvbGQiOmZhbHNlLCJJc0l0YWxpYyI6ZmFsc2UsIklzVW5kZXJsaW5lZCI6ZmFsc2UsIlBhcmVudFN0eWxlIjpudWxsfSwiQXV0b1NpemUiOjAsIkZvcmVncm91bmQiOnsiJGlkIjoiMzg1IiwiQ29sb3IiOnsiJGlkIjoiMzg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CwiUiI6MjU1LCJHIjoyNTUsIkIiOjI1NX19LCJJc1Zpc2libGUiOnRydWUsIldpZHRoIjowLjAsIkhlaWdodCI6MC4wLCJCb3JkZXJTdHlsZSI6eyIkaWQiOiIzOTEiLCJMaW5lQ29sb3IiOm51bGwsIkxpbmVXZWlnaHQiOjAuMCwiTGluZVR5cGUiOjAsIlBhcmVudFN0eWxlIjpudWxsfSwiUGFyZW50U3R5bGUiOm51bGx9LCJEYXRlRm9ybWF0Ijp7IiRpZCI6IjM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MiLCJGb3JtYXQiOjAsIklzVmlzaWJsZSI6ZmFsc2UsIkxhc3RLbm93blZpc2liaWxpdHlTdGF0ZSI6ZmFsc2V9LCJJc1Zpc2libGUiOnRydWUsIlZhcmlhbmNlU3R5bGUiOnsiJGlkIjoiMzk0IiwiVGV4dFN0eWxlIjp7IiRpZCI6IjM5NSIsIkZvbnRTZXR0aW5ncyI6eyIkaWQiOiIzOTYiLCJGb250U2l6ZSI6MTAsIkZvbnROYW1lIjoiQ2FsaWJyaSIsIklzQm9sZCI6ZmFsc2UsIklzSXRhbGljIjpmYWxzZSwiSXNVbmRlcmxpbmVkIjpmYWxzZSwiUGFyZW50U3R5bGUiOm51bGx9LCJBdXRvU2l6ZSI6MCwiRm9yZWdyb3VuZCI6eyIkaWQiOiIzOTciLCJDb2xvciI6eyIkaWQiOiIzOT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5IiwiVG9wIjowLjAsIkxlZnQiOjAuMCwiUmlnaHQiOjAuMCwiQm90dG9tIjowLjB9LCJQYWRkaW5nIjp7IiRpZCI6IjQwMCIsIlRvcCI6MC4wLCJMZWZ0IjowLjAsIlJpZ2h0IjowLjAsIkJvdHRvbSI6MC4wfSwiQmFja2dyb3VuZCI6eyIkaWQiOiI0MDEiLCJDb2xvciI6eyIkaWQiOiI0MDIiLCJBIjoyNTUsIlIiOjAsIkciOjAsIkIiOjB9fSwiSXNWaXNpYmxlIjp0cnVlLCJXaWR0aCI6MC4wLCJIZWlnaHQiOjAuMCwiQm9yZGVyU3R5bGUiOnsiJGlkIjoiNDAzIiwiTGluZUNvbG9yIjpudWxsLCJMaW5lV2VpZ2h0IjowLjAsIkxpbmVUeXBlIjowLCJQYXJlbnRTdHlsZSI6bnVsbH0sIlBhcmVudFN0eWxlIjpudWxsfSwiUGFyZW50U3R5bGUiOm51bGx9LCJQYXJlbnRTdHlsZSI6bnVsbH0sIkluZGV4IjozLCJTbWFydER1cmF0aW9uQWN0aXZhdGVkIjpmYWxzZSwiRGF0ZUZvcm1hdCI6eyIkcmVmIjoiMzkyIn0sIldlZWtOdW1iZXJpbmciOnsiJGlkIjoiNDA0IiwiRm9ybWF0IjowLCJJc1Zpc2libGUiOmZhbHNlLCJMYXN0S25vd25WaXNpYmlsaXR5U3RhdGUiOmZhbHNlfSwiQmFzZWxpbmVEYXRhIjp7IiRpZCI6IjQwNSIsIlN0YXJ0RGF0ZSI6IjIwMjYtMDUtMDNUMDA6MDA6MDAiLCJFbmREYXRlIjoiMjAyNi0wNS0yOVQyMzo1OTowMCJ9LCJJZCI6IjViYzJmZjZkLWY5MDktNDJlYy05OGQwLWM3MTE1MjRkNjZjYSIsIkltcG9ydElkIjpudWxsLCJUaXRsZSI6IkNhc29zIGRlIHVzbyB5IGFycXVpdGVjdHVyYSBjb25jZXB0dWFsIChTcHJpbnQgMSB5IDIpIiwiTm90ZSI6bnVsbCwiSHlwZXJsaW5rIjp7IiRpZCI6IjQwNiIsIkFkZHJlc3MiOiIiLCJTdWJBZGRyZXNzIjoiIn0sIklzQ2hhbmdlZCI6ZmFsc2UsIklzTmV3IjpmYWxzZX19XSwiX21pbGVzdG9uZXMiOltdLCJJZCI6IjAwMDAwMDAwLTAwMDAtMDAwMC0wMDAwLTAwMDAwMDAwMDAwMCIsIklzU2luZ2xlSXRlbVJvdyI6dHJ1ZX1dLCJJbmRleCI6MiwiSWQiOiI0YzNjZjgzYy1lMzZjLTRkOGMtYjQ4ZS1hZmM1MzY4ZmVlY2EiLCJIZWFkZXJUZXh0IjpudWxsLCJJc0RlZmF1bHQiOnRydWUsIlN0eWxlIjp7IiRpZCI6IjQwNyIsIkhlYWRlclN0eWxlIjp7IiRpZCI6IjQwOCIsIlRleHRTdHlsZSI6eyIkaWQiOiI0MDkiLCJGb250U2V0dGluZ3MiOnsiJGlkIjoiNDEwIiwiRm9udFNpemUiOjExLCJGb250TmFtZSI6IkNhbGlicmkiLCJJc0JvbGQiOmZhbHNlLCJJc0l0YWxpYyI6ZmFsc2UsIklzVW5kZXJsaW5lZCI6ZmFsc2UsIlBhcmVudFN0eWxlIjpudWxsfSwiQXV0b1NpemUiOjIsIkZvcmVncm91bmQiOnsiJGlkIjoiNDExIiwiQ29sb3IiOnsiJGlkIjoiNDE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EzIiwiVG9wIjowLjAsIkxlZnQiOjAuMCwiUmlnaHQiOjAuMCwiQm90dG9tIjowLjB9LCJQYWRkaW5nIjp7IiRpZCI6IjQxNCIsIlRvcCI6MC4wLCJMZWZ0IjowLjAsIlJpZ2h0IjowLjAsIkJvdHRvbSI6MC4wfSwiQmFja2dyb3VuZCI6eyIkaWQiOiI0MTUiLCJDb2xvciI6eyIkaWQiOiI0MTYiLCJBIjoyNTUsIlIiOjY0LCJHIjo2NCwiQiI6NjR9fSwiSXNWaXNpYmxlIjp0cnVlLCJXaWR0aCI6MC4wLCJIZWlnaHQiOjAuMCwiQm9yZGVyU3R5bGUiOm51bGwsIlBhcmVudFN0eWxlIjpudWxsfSwiUmVjdGFuZ2xlU3R5bGUiOnsiJGlkIjoiNDE3IiwiTWFyZ2luIjp7IiRpZCI6IjQxOCIsIlRvcCI6MC4wLCJMZWZ0IjowLjAsIlJpZ2h0IjowLjAsIkJvdHRvbSI6MC4wfSwiUGFkZGluZyI6eyIkaWQiOiI0MTkiLCJUb3AiOjAuMCwiTGVmdCI6MC4wLCJSaWdodCI6MC4wLCJCb3R0b20iOjAuMH0sIkJhY2tncm91bmQiOnsiJGlkIjoiNDIwIiwiQ29sb3IiOnsiJGlkIjoiNDIxIiwiQSI6MTI3LCJSIjoyNTUsIkciOjE5MiwiQiI6MH19LCJJc1Zpc2libGUiOnRydWUsIldpZHRoIjowLjAsIkhlaWdodCI6MC4wLCJCb3JkZXJTdHlsZSI6eyIkaWQiOiI0MjIiLCJMaW5lQ29sb3IiOnsiJGlkIjoiNDIzIiwiJHR5cGUiOiJOTFJFLkNvbW1vbi5Eb20uU29saWRDb2xvckJydXNoLCBOTFJFLkNvbW1vbiIsIkNvbG9yIjp7IiRpZCI6IjQyNCIsIkEiOjI1NSwiUiI6MjU1LCJHIjoyNTUsIkIiOjI1NX19LCJMaW5lV2VpZ2h0IjowLjAsIkxpbmVUeXBlIjowLCJQYXJlbnRTdHlsZSI6bnVsbH0sIlBhcmVudFN0eWxlIjpudWxsfSwiTWFyZ2luIjp7IiRpZCI6IjQyNSIsIlRvcCI6MC4wLCJMZWZ0IjowLjAsIlJpZ2h0IjowLjAsIkJvdHRvbSI6MC4wfSwiUGFkZGluZyI6eyIkaWQiOiI0MjYiLCJUb3AiOjAuMCwiTGVmdCI6MC4wLCJSaWdodCI6MC4wLCJCb3R0b20iOjAuMH0sIkJhY2tncm91bmQiOm51bGwsIklzVmlzaWJsZSI6dHJ1ZSwiV2lkdGgiOjAuMCwiSGVpZ2h0IjowLjAsIkJvcmRlclN0eWxlIjpudWxsLCJQYXJlbnRTdHlsZSI6bnVsbH0sIkJhY2tncm91bmRTdHlsZSI6eyIkaWQiOiI0MjciLCJNYXJnaW4iOnsiJGlkIjoiNDI4IiwiVG9wIjowLjAsIkxlZnQiOjAuMCwiUmlnaHQiOjAuMCwiQm90dG9tIjowLjB9LCJQYWRkaW5nIjp7IiRpZCI6IjQyOSIsIlRvcCI6MC4wLCJMZWZ0IjowLjAsIlJpZ2h0IjowLjAsIkJvdHRvbSI6MC4wfSwiQmFja2dyb3VuZCI6eyIkaWQiOiI0MzAiLCJDb2xvciI6eyIkaWQiOiI0MzEiLCJBIjo1MSwiUiI6MjAwLCJHIjoyMDAsIkIiOjIwMH19LCJJc1Zpc2libGUiOnRydWUsIldpZHRoIjowLjAsIkhlaWdodCI6MC4wLCJCb3JkZXJTdHlsZSI6eyIkaWQiOiI0MzIiLCJMaW5lQ29sb3IiOnsiJGlkIjoiNDMzIiwiJHR5cGUiOiJOTFJFLkNvbW1vbi5Eb20uU29saWRDb2xvckJydXNoLCBOTFJFLkNvbW1vbiIsIkNvbG9yIjp7IiRpZCI6IjQzNCIsIkEiOjI1NSwiUiI6MjM0LCJHIjoyMiwiQiI6MzB9fSwiTGluZVdlaWdodCI6MC4wLCJMaW5lVHlwZSI6MCwiUGFyZW50U3R5bGUiOm51bGx9LCJQYXJlbnRTdHlsZSI6bnVsbH0sIk1hcmdpbiI6eyIkaWQiOiI0MzUiLCJUb3AiOjAuMCwiTGVmdCI6MC4wLCJSaWdodCI6MC4wLCJCb3R0b20iOjAuMH0sIlBhZGRpbmciOnsiJGlkIjoiNDM2IiwiVG9wIjowLjAsIkxlZnQiOjAuMCwiUmlnaHQiOjAuMCwiQm90dG9tIjowLjB9LCJJc1Zpc2libGUiOnRydWUsIldpZHRoIjowLjAsIkhlaWdodCI6MC4wLCJCb3JkZXJTdHlsZSI6eyIkaWQiOiI0MzciLCJMaW5lQ29sb3IiOm51bGwsIkxpbmVXZWlnaHQiOjAuMCwiTGluZVR5cGUiOjAsIlBhcmVudFN0eWxlIjpudWxsfSwiUGFyZW50U3R5bGUiOm51bGx9fV0sIklkIjoiNmI1Nzc0OGMtZGYyMS00ZDE1LWI3YWMtMTFiZjg4OTUxYzY5IiwiSW5kZXgiOjIsIkhlYWRlclRleHQiOiJJZGVhY2nDs25cclxuIiwiU3R5bGUiOnsiJGlkIjoiNDM4IiwiU3R5bGVJZCI6Ijk4NTEzZTEwLTU1MWMtNGYzMC1hYzExLWEwNjkwZTkwMzEzNCIsIkhlYWRlclN0eWxlIjp7IiRpZCI6IjQzOSIsIlRleHRJc1ZlcnRpY2FsIjpmYWxzZSwiVGV4dFN0eWxlIjp7IiRpZCI6IjQ0MCIsIkZvbnRTZXR0aW5ncyI6eyIkaWQiOiI0NDEiLCJGb250U2l6ZSI6MTEsIkZvbnROYW1lIjoiVGl0aWxsaXVtIFdlYiIsIklzQm9sZCI6ZmFsc2UsIklzSXRhbGljIjpmYWxzZSwiSXNVbmRlcmxpbmVkIjpmYWxzZSwiUGFyZW50U3R5bGUiOm51bGx9LCJBdXRvU2l6ZSI6MiwiRm9yZWdyb3VuZCI6eyIkaWQiOiI0NDIiLCJDb2xvciI6eyIkaWQiOiI0ND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zgsIkciOjM4LCJCIjozOH19LCJJc1Zpc2libGUiOnRydWUsIldpZHRoIjowLjAsIkhlaWdodCI6MC4wLCJCb3JkZXJTdHlsZSI6bnVsbCwiUGFyZW50U3R5bGUiOm51bGx9LCJSZWN0YW5nbGVTdHlsZSI6eyIkaWQiOiI0NDgiLCJNYXJnaW4iOnsiJGlkIjoiNDQ5IiwiVG9wIjowLjAsIkxlZnQiOjAuMCwiUmlnaHQiOjAuMCwiQm90dG9tIjowLjB9LCJQYWRkaW5nIjp7IiRpZCI6IjQ1MCIsIlRvcCI6MC4wLCJMZWZ0IjowLjAsIlJpZ2h0IjowLjAsIkJvdHRvbSI6MC4wfSwiQmFja2dyb3VuZCI6eyIkaWQiOiI0NTEiLCJDb2xvciI6eyIkaWQiOiI0NTIiLCJBIjoyNTUsIlIiOjI1NSwiRyI6MTkyLCJCIjowfX0sIklzVmlzaWJsZSI6dHJ1ZSwiV2lkdGgiOjAuMCwiSGVpZ2h0IjowLjAsIkJvcmRlclN0eWxlIjp7IiRpZCI6IjQ1MyIsIkxpbmVDb2xvciI6eyIkaWQiOiI0NTQiLCIkdHlwZSI6Ik5MUkUuQ29tbW9uLkRvbS5Tb2xpZENvbG9yQnJ1c2gsIE5MUkUuQ29tbW9uIiwiQ29sb3IiOnsiJGlkIjoiNDU1IiwiQSI6MjU1LCJSIjoyNTUsIkciOjI1NSwiQiI6MjU1fX0sIkxpbmVXZWlnaHQiOjAuMCwiTGluZVR5cGUiOjAsIlBhcmVudFN0eWxlIjpudWxsfSwiUGFyZW50U3R5bGUiOm51bGx9LCJNYXJnaW4iOnsiJGlkIjoiNDU2IiwiVG9wIjowLjAsIkxlZnQiOjAuMCwiUmlnaHQiOjAuMCwiQm90dG9tIjowLjB9LCJQYWRkaW5nIjp7IiRpZCI6IjQ1NyIsIlRvcCI6MC4wLCJMZWZ0IjowLjAsIlJpZ2h0IjowLjAsIkJvdHRvbSI6MC4wfSwiQmFja2dyb3VuZCI6bnVsbCwiSXNWaXNpYmxlIjp0cnVlLCJXaWR0aCI6MC4wLCJIZWlnaHQiOjAuMCwiQm9yZGVyU3R5bGUiOm51bGwsIlBhcmVudFN0eWxlIjpudWxsfSwiQmFja2dyb3VuZFN0eWxlIjp7IiRpZCI6IjQ1OCIsIk1hcmdpbiI6eyIkaWQiOiI0NTkiLCJUb3AiOjAuMCwiTGVmdCI6MC4wLCJSaWdodCI6MC4wLCJCb3R0b20iOjAuMH0sIlBhZGRpbmciOnsiJGlkIjoiNDYwIiwiVG9wIjowLjAsIkxlZnQiOjAuMCwiUmlnaHQiOjAuMCwiQm90dG9tIjowLjB9LCJCYWNrZ3JvdW5kIjp7IiRpZCI6IjQ2MSIsIkNvbG9yIjp7IiRpZCI6IjQ2MiIsIkEiOjUxLCJSIjoyMDAsIkciOjIwMCwiQiI6MjAwfX0sIklzVmlzaWJsZSI6dHJ1ZSwiV2lkdGgiOjAuMCwiSGVpZ2h0IjowLjAsIkJvcmRlclN0eWxlIjp7IiRpZCI6IjQ2MyIsIkxpbmVDb2xvciI6eyIkaWQiOiI0NjQiLCIkdHlwZSI6Ik5MUkUuQ29tbW9uLkRvbS5Tb2xpZENvbG9yQnJ1c2gsIE5MUkUuQ29tbW9uIiwiQ29sb3IiOnsiJGlkIjoiNDY1IiwiQSI6MjU1LCJSIjoyMzQsIkciOjIyLCJCIjozMH19LCJMaW5lV2VpZ2h0IjowLjAsIkxpbmVUeXBlIjowLCJQYXJlbnRTdHlsZSI6bnVsbH0sIlBhcmVudFN0eWxlIjpudWxsfSwiSXNBYm92ZVRpbWViYW5kIjpmYWxzZSwiU3BhY2luZyI6MiwiRGVmYXVsdFN3aW1sYW5lVGFza1N0eWxlIjp7IiRpZCI6IjQ2NiIsIiR0eXBlIjoiTkxSRS5Db21tb24uRG9tLlN0eWxlcy5FeHBsaWNpdFNldGFibGVUYXNrU3R5bGUsIE5MUkUuQ29tbW9uIiwiU2hhcGUiOjEsIlNoYXBlVGhpY2tuZXNzIjowLCJEdXJhdGlvbkZvcm1hdCI6MCwiSW5jbHVkZU5vbldvcmtpbmdEYXlzSW5EdXJhdGlvbiI6ZmFsc2UsIlBlcmNlbnRhZ2VDb21wbGV0ZVN0eWxlIjp7IiRpZCI6IjQ2NyIsIkZvbnRTZXR0aW5ncyI6eyIkaWQiOiI0NjgiLCJGb250U2l6ZSI6MTAsIkZvbnROYW1lIjoiQ2FsaWJyaSIsIklzQm9sZCI6ZmFsc2UsIklzSXRhbGljIjpmYWxzZSwiSXNVbmRlcmxpbmVkIjpmYWxzZSwiUGFyZW50U3R5bGUiOm51bGx9LCJBdXRvU2l6ZSI6MCwiRm9yZWdyb3VuZCI6eyIkaWQiOiI0NjkiLCJDb2xvciI6eyIkaWQiOiI0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cxIiwiVG9wIjowLjAsIkxlZnQiOjAuMCwiUmlnaHQiOjAuMCwiQm90dG9tIjowLjB9LCJQYWRkaW5nIjp7IiRpZCI6IjQ3MiIsIlRvcCI6MC4wLCJMZWZ0IjowLjAsIlJpZ2h0IjowLjAsIkJvdHRvbSI6MC4wfSwiQmFja2dyb3VuZCI6eyIkaWQiOiI0NzMiLCJDb2xvciI6eyIkaWQiOiI0NzQiLCJBIjo4OSwiUiI6MCwiRyI6MCwiQiI6MH19LCJJc1Zpc2libGUiOnRydWUsIldpZHRoIjowLjAsIkhlaWdodCI6MC4wLCJCb3JkZXJTdHlsZSI6eyIkaWQiOiI0NzUiLCJMaW5lQ29sb3IiOm51bGwsIkxpbmVXZWlnaHQiOjAuMCwiTGluZVR5cGUiOjAsIlBhcmVudFN0eWxlIjpudWxsfSwiUGFyZW50U3R5bGUiOm51bGx9LCJEdXJhdGlvblN0eWxlIjp7IiRpZCI6IjQ3NiIsIkZvbnRTZXR0aW5ncyI6eyIkaWQiOiI0NzciLCJGb250U2l6ZSI6MTAsIkZvbnROYW1lIjoiQ2FsaWJyaSIsIklzQm9sZCI6ZmFsc2UsIklzSXRhbGljIjpmYWxzZSwiSXNVbmRlcmxpbmVkIjpmYWxzZSwiUGFyZW50U3R5bGUiOm51bGx9LCJBdXRvU2l6ZSI6MCwiRm9yZWdyb3VuZCI6eyIkaWQiOiI0NzgiLCJDb2xvciI6eyIkaWQiOiI0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4MCIsIlRvcCI6MC4wLCJMZWZ0IjowLjAsIlJpZ2h0IjowLjAsIkJvdHRvbSI6MC4wfSwiUGFkZGluZyI6eyIkaWQiOiI0ODEiLCJUb3AiOjAuMCwiTGVmdCI6MC4wLCJSaWdodCI6MC4wLCJCb3R0b20iOjAuMH0sIkJhY2tncm91bmQiOnsiJGlkIjoiNDgyIiwiQ29sb3IiOnsiJGlkIjoiNDgzIiwiQSI6MjU1LCJSIjo2OCwiRyI6ODQsIkIiOjEwNn19LCJJc1Zpc2libGUiOnRydWUsIldpZHRoIjowLjAsIkhlaWdodCI6MC4wLCJCb3JkZXJTdHlsZSI6eyIkaWQiOiI0ODQiLCJMaW5lQ29sb3IiOm51bGwsIkxpbmVXZWlnaHQiOjAuMCwiTGluZVR5cGUiOjAsIlBhcmVudFN0eWxlIjpudWxsfSwiUGFyZW50U3R5bGUiOm51bGx9LCJIb3Jpem9udGFsQ29ubmVjdG9yU3R5bGUiOnsiJGlkIjoiNDg1IiwiTGluZUNvbG9yIjp7IiRpZCI6IjQ4NiIsIiR0eXBlIjoiTkxSRS5Db21tb24uRG9tLlNvbGlkQ29sb3JCcnVzaCwgTkxSRS5Db21tb24iLCJDb2xvciI6eyIkaWQiOiI0ODciLCJBIjoyNTUsIlIiOjAsIkciOjAsIkIiOjB9fSwiTGluZVdlaWdodCI6MC4wLCJMaW5lVHlwZSI6MCwiUGFyZW50U3R5bGUiOm51bGx9LCJWZXJ0aWNhbENvbm5lY3RvclN0eWxlIjp7IiRpZCI6IjQ4OCIsIkxpbmVDb2xvciI6eyIkaWQiOiI0ODkiLCIkdHlwZSI6Ik5MUkUuQ29tbW9uLkRvbS5Tb2xpZENvbG9yQnJ1c2gsIE5MUkUuQ29tbW9uIiwiQ29sb3IiOnsiJGlkIjoiNDk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DkxIiwiU2hhcGVTdHlsZSI6eyIkaWQiOiI0OTIiLCJNYXJnaW4iOnsiJGlkIjoiNDkzIiwiVG9wIjowLjAsIkxlZnQiOjAuMCwiUmlnaHQiOjAuMCwiQm90dG9tIjowLjB9LCJQYWRkaW5nIjp7IiRpZCI6IjQ5NCIsIlRvcCI6MC4wLCJMZWZ0IjowLjAsIlJpZ2h0IjowLjAsIkJvdHRvbSI6MC4wfSwiQmFja2dyb3VuZCI6eyIkaWQiOiI0OTUiLCJDb2xvciI6eyIkaWQiOiI0OTYiLCJBIjoxNTMsIlIiOjAsIkciOjAsIkIiOjB9fSwiSXNWaXNpYmxlIjp0cnVlLCJXaWR0aCI6MC4wLCJIZWlnaHQiOjAuMCwiQm9yZGVyU3R5bGUiOnsiJGlkIjoiNDk3IiwiTGluZUNvbG9yIjp7IiRpZCI6IjQ5OCIsIiR0eXBlIjoiTkxSRS5Db21tb24uRG9tLlNvbGlkQ29sb3JCcnVzaCwgTkxSRS5Db21tb24iLCJDb2xvciI6eyIkaWQiOiI0OTkiLCJBIjoyNTUsIlIiOjI1NSwiRyI6MCwiQiI6MH19LCJMaW5lV2VpZ2h0IjowLjAsIkxpbmVUeXBlIjowLCJQYXJlbnRTdHlsZSI6bnVsbH0sIlBhcmVudFN0eWxlIjpudWxsfSwiTWFyZ2luIjp7IiRpZCI6IjUwMCIsIlRvcCI6MC4wLCJMZWZ0IjowLjAsIlJpZ2h0IjowLjAsIkJvdHRvbSI6MC4wfSwiUGFkZGluZyI6eyIkaWQiOiI1MDEiLCJUb3AiOjAuMCwiTGVmdCI6MC4wLCJSaWdodCI6MC4wLCJCb3R0b20iOjAuMH0sIkJhY2tncm91bmQiOm51bGwsIklzVmlzaWJsZSI6dHJ1ZSwiV2lkdGgiOjAuMCwiSGVpZ2h0IjowLjAsIkJvcmRlclN0eWxlIjpudWxsLCJQYXJlbnRTdHlsZSI6bnVsbH0sIlNoYXBlU3R5bGUiOnsiJGlkIjoiNTAyIiwiTWFyZ2luIjp7IiRpZCI6IjUwMyIsIlRvcCI6MC4wLCJMZWZ0Ijo0LjAsIlJpZ2h0Ijo0LjAsIkJvdHRvbSI6MC4wfSwiUGFkZGluZyI6eyIkaWQiOiI1MDQiLCJUb3AiOjAuMCwiTGVmdCI6MC4wLCJSaWdodCI6MC4wLCJCb3R0b20iOjAuMH0sIkJhY2tncm91bmQiOnsiJGlkIjoiNTA1IiwiQ29sb3IiOnsiJGlkIjoiNTA2IiwiQSI6MjU1LCJSIjoyNTUsIkciOjE5MiwiQiI6MH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TEsIkZvbnROYW1lIjoiQ2FsaWJyaSIsIklzQm9sZCI6ZmFsc2UsIklzSXRhbGljIjpmYWxzZSwiSXNVbmRlcmxpbmVkIjpmYWxzZSwiUGFyZW50U3R5bGUiOm51bGx9LCJBdXRvU2l6ZSI6MCwiRm9yZWdyb3VuZCI6eyIkaWQiOiI1MTIiLCJDb2xvciI6eyIkaWQiOiI1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yNTUsIlIiOjAsIkciOjAsIkIiOjB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AsIkZvbnROYW1lIjoiQ2FsaWJyaSIsIklzQm9sZCI6ZmFsc2UsIklzSXRhbGljIjpmYWxzZSwiSXNVbmRlcmxpbmVkIjpmYWxzZSwiUGFyZW50U3R5bGUiOm51bGx9LCJBdXRvU2l6ZSI6MCwiRm9yZWdyb3VuZCI6eyIkaWQiOiI1MjEiLCJDb2xvciI6eyIkaWQiOiI1MjI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UyMyIsIlRvcCI6MC4wLCJMZWZ0IjowLjAsIlJpZ2h0IjowLjAsIkJvdHRvbSI6MC4wfSwiUGFkZGluZyI6eyIkaWQiOiI1MjQiLCJUb3AiOjAuMCwiTGVmdCI6MC4wLCJSaWdodCI6MC4wLCJCb3R0b20iOjAuMH0sIkJhY2tncm91bmQiOnsiJGlkIjoiNTI1IiwiQ29sb3IiOnsiJGlkIjoiNTI2IiwiQSI6MjU1LCJSIjo2OCwiRyI6ODQsIkIiOjEwNn19LCJJc1Zpc2libGUiOnRydWUsIldpZHRoIjowLjAsIkhlaWdodCI6MC4wLCJCb3JkZXJTdHlsZSI6eyIkaWQiOiI1MjciLCJMaW5lQ29sb3IiOm51bGwsIkxpbmVXZWlnaHQiOjAuMCwiTGluZVR5cGUiOjAsIlBhcmVudFN0eWxlIjpudWxsfSwiUGFyZW50U3R5bGUiOm51bGx9LCJEYXRlRm9ybWF0Ijp7IiRpZCI6IjU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kiLCJGb3JtYXQiOjAsIklzVmlzaWJsZSI6ZmFsc2UsIkxhc3RLbm93blZpc2liaWxpdHlTdGF0ZSI6ZmFsc2V9LCJJc1Zpc2libGUiOnRydWUsIlZhcmlhbmNlU3R5bGUiOnsiJGlkIjoiNTMwIiwiVGV4dFN0eWxlIjp7IiRpZCI6IjUzMSIsIkZvbnRTZXR0aW5ncyI6eyIkaWQiOiI1MzIiLCJGb250U2l6ZSI6MTAsIkZvbnROYW1lIjoiQ2FsaWJyaSIsIklzQm9sZCI6ZmFsc2UsIklzSXRhbGljIjpmYWxzZSwiSXNVbmRlcmxpbmVkIjpmYWxzZSwiUGFyZW50U3R5bGUiOm51bGx9LCJBdXRvU2l6ZSI6MCwiRm9yZWdyb3VuZCI6eyIkaWQiOiI1MzMiLCJDb2xvciI6eyIkaWQiOiI1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1IiwiVG9wIjowLjAsIkxlZnQiOjAuMCwiUmlnaHQiOjAuMCwiQm90dG9tIjowLjB9LCJQYWRkaW5nIjp7IiRpZCI6IjUzNiIsIlRvcCI6MC4wLCJMZWZ0IjowLjAsIlJpZ2h0IjowLjAsIkJvdHRvbSI6MC4wfSwiQmFja2dyb3VuZCI6eyIkaWQiOiI1MzciLCJDb2xvciI6eyIkaWQiOiI1MzgiLCJBIjoyNTUsIlIiOjAsIkciOjAsIkIiOjB9fSwiSXNWaXNpYmxlIjp0cnVlLCJXaWR0aCI6MC4wLCJIZWlnaHQiOjAuMCwiQm9yZGVyU3R5bGUiOnsiJGlkIjoiNTM5IiwiTGluZUNvbG9yIjpudWxsLCJMaW5lV2VpZ2h0IjowLjAsIkxpbmVUeXBlIjowLCJQYXJlbnRTdHlsZSI6bnVsbH0sIlBhcmVudFN0eWxlIjpudWxsfSwiUGFyZW50U3R5bGUiOm51bGx9LCJQYXJlbnRTdHlsZSI6bnVsbCwiX2V4cGxpY2l0bHlTZXQiOnsiJGlkIjoiNTQ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NTQxIiwiU2hhcGUiOjEsIkNvbm5lY3Rvck1hcmdpbiI6eyIkaWQiOiI1NDIiLCJUb3AiOjAuMCwiTGVmdCI6Mi4wLCJSaWdodCI6Mi4wLCJCb3R0b20iOjAuMH0sIkNvbm5lY3RvclN0eWxlIjp7IiRpZCI6IjU0MyIsIkxpbmVDb2xvciI6eyIkaWQiOiI1NDQiLCIkdHlwZSI6Ik5MUkUuQ29tbW9uLkRvbS5Tb2xpZENvbG9yQnJ1c2gsIE5MUkUuQ29tbW9uIiwiQ29sb3IiOnsiJGlkIjoiNTQ1IiwiQSI6MTI3LCJSIjoxMjcsIkciOjk2LCJCIjowfX0sIkxpbmVXZWlnaHQiOjEuMCwiTGluZVR5cGUiOjAsIlBhcmVudFN0eWxlIjpudWxsfSwiSXNCZWxvd1RpbWViYW5kIjpmYWxzZSwiUG9zaXRpb25PblRhc2siOjEsIkhpZGVEYXRlIjpmYWxzZSwiU2hhcGVTaXplIjowLCJTcGFjaW5nIjowLjAsIlBhZGRpbmciOnsiJGlkIjoiNTQ2IiwiVG9wIjo1LjAsIkxlZnQiOjMuMCwiUmlnaHQiOjAuMCwiQm90dG9tIjoyLjB9LCJTaGFwZVN0eWxlIjp7IiRpZCI6IjU0NyIsIk1hcmdpbiI6eyIkaWQiOiI1NDgiLCJUb3AiOjAuMCwiTGVmdCI6MC4wLCJSaWdodCI6MC4wLCJCb3R0b20iOjAuMH0sIlBhZGRpbmciOnsiJGlkIjoiNTQ5IiwiVG9wIjowLjAsIkxlZnQiOjAuMCwiUmlnaHQiOjAuMCwiQm90dG9tIjowLjB9LCJCYWNrZ3JvdW5kIjp7IiRpZCI6IjU1MCIsIkNvbG9yIjp7IiRpZCI6IjU1MSIsIkEiOjI1NSwiUiI6MTI3LCJHIjo5NiwiQiI6MH19LCJJc1Zpc2libGUiOnRydWUsIldpZHRoIjoxMi4wLCJIZWlnaHQiOjE0LjAsIkJvcmRlclN0eWxlIjp7IiRpZCI6IjU1MiIsIkxpbmVDb2xvciI6eyIkaWQiOiI1NTMiLCIkdHlwZSI6Ik5MUkUuQ29tbW9uLkRvbS5Tb2xpZENvbG9yQnJ1c2gsIE5MUkUuQ29tbW9uIiwiQ29sb3IiOnsiJGlkIjoiNTU0IiwiQSI6MjU1LCJSIjoyNTUsIkciOjI1NSwiQiI6MjU1fX0sIkxpbmVXZWlnaHQiOjAuMCwiTGluZVR5cGUiOjAsIlBhcmVudFN0eWxlIjpudWxsfSwiUGFyZW50U3R5bGUiOm51bGx9LCJUaXRsZVN0eWxlIjp7IiRpZCI6IjU1NSIsIkZvbnRTZXR0aW5ncyI6eyIkaWQiOiI1NTYiLCJGb250U2l6ZSI6MTEsIkZvbnROYW1lIjoiQ2FsaWJyaSIsIklzQm9sZCI6ZmFsc2UsIklzSXRhbGljIjpmYWxzZSwiSXNVbmRlcmxpbmVkIjpmYWxzZSwiUGFyZW50U3R5bGUiOm51bGx9LCJBdXRvU2l6ZSI6MCwiRm9yZWdyb3VuZCI6eyIkaWQiOiI1NTciLCJDb2xvciI6eyIkaWQiOiI1NT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TU5IiwiVG9wIjowLjAsIkxlZnQiOjAuMCwiUmlnaHQiOjAuMCwiQm90dG9tIjowLjB9LCJQYWRkaW5nIjp7IiRpZCI6IjU2MCIsIlRvcCI6MC4wLCJMZWZ0IjowLjAsIlJpZ2h0IjowLjAsIkJvdHRvbSI6MC4wfSwiQmFja2dyb3VuZCI6eyIkaWQiOiI1NjEiLCJDb2xvciI6eyIkaWQiOiI1NjIiLCJBIjoyNTUsIlIiOjAsIkciOjAsIkIiOjB9fSwiSXNWaXNpYmxlIjp0cnVlLCJXaWR0aCI6MC4wLCJIZWlnaHQiOjAuMCwiQm9yZGVyU3R5bGUiOnsiJGlkIjoiNTYzIiwiTGluZUNvbG9yIjpudWxsLCJMaW5lV2VpZ2h0IjowLjAsIkxpbmVUeXBlIjowLCJQYXJlbnRTdHlsZSI6bnVsbH0sIlBhcmVudFN0eWxlIjpudWxsfSwiRGF0ZVN0eWxlIjp7IiRpZCI6IjU2NCIsIkZvbnRTZXR0aW5ncyI6eyIkaWQiOiI1NjUiLCJGb250U2l6ZSI6MTAsIkZvbnROYW1lIjoiQ2FsaWJyaSIsIklzQm9sZCI6ZmFsc2UsIklzSXRhbGljIjpmYWxzZSwiSXNVbmRlcmxpbmVkIjpmYWxzZSwiUGFyZW50U3R5bGUiOm51bGx9LCJBdXRvU2l6ZSI6MCwiRm9yZWdyb3VuZCI6eyIkaWQiOiI1NjYiLCJDb2xvciI6eyIkaWQiOiI1Nj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U2OCIsIlRvcCI6MC4wLCJMZWZ0IjowLjAsIlJpZ2h0IjowLjAsIkJvdHRvbSI6MC4wfSwiUGFkZGluZyI6eyIkaWQiOiI1NjkiLCJUb3AiOjAuMCwiTGVmdCI6MC4wLCJSaWdodCI6MC4wLCJCb3R0b20iOjAuMH0sIkJhY2tncm91bmQiOnsiJGlkIjoiNTcwIiwiQ29sb3IiOnsiJGlkIjoiNTcxIiwiQSI6MjU1LCJSIjo2OCwiRyI6ODQsIkIiOjEwNn19LCJJc1Zpc2libGUiOnRydWUsIldpZHRoIjowLjAsIkhlaWdodCI6MC4wLCJCb3JkZXJTdHlsZSI6eyIkaWQiOiI1NzIiLCJMaW5lQ29sb3IiOm51bGwsIkxpbmVXZWlnaHQiOjAuMCwiTGluZVR5cGUiOjAsIlBhcmVudFN0eWxlIjpudWxsfSwiUGFyZW50U3R5bGUiOm51bGx9LCJEYXRlRm9ybWF0Ijp7IiRpZCI6IjU3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zQiLCJGb3JtYXQiOjAsIklzVmlzaWJsZSI6ZmFsc2UsIkxhc3RLbm93blZpc2liaWxpdHlTdGF0ZSI6ZmFsc2V9LCJJc1Zpc2libGUiOmZhbHNlLCJWYXJpYW5jZVN0eWxlIjp7IiRpZCI6IjU3NSIsIlRleHRTdHlsZSI6eyIkaWQiOiI1NzYiLCJGb250U2V0dGluZ3MiOnsiJGlkIjoiNTc3IiwiRm9udFNpemUiOjEwLCJGb250TmFtZSI6IkNhbGlicmkiLCJJc0JvbGQiOmZhbHNlLCJJc0l0YWxpYyI6ZmFsc2UsIklzVW5kZXJsaW5lZCI6ZmFsc2UsIlBhcmVudFN0eWxlIjpudWxsfSwiQXV0b1NpemUiOjAsIkZvcmVncm91bmQiOnsiJGlkIjoiNTc4IiwiQ29sb3IiOnsiJGlkIjoiNT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4MCIsIlRvcCI6MC4wLCJMZWZ0IjowLjAsIlJpZ2h0IjowLjAsIkJvdHRvbSI6MC4wfSwiUGFkZGluZyI6eyIkaWQiOiI1ODEiLCJUb3AiOjAuMCwiTGVmdCI6MC4wLCJSaWdodCI6MC4wLCJCb3R0b20iOjAuMH0sIkJhY2tncm91bmQiOnsiJGlkIjoiNTgyIiwiQ29sb3IiOnsiJGlkIjoiNTgzIiwiQSI6MjU1LCJSIjowLCJHIjowLCJCIjowfX0sIklzVmlzaWJsZSI6dHJ1ZSwiV2lkdGgiOjAuMCwiSGVpZ2h0IjowLjAsIkJvcmRlclN0eWxlIjp7IiRpZCI6IjU4NCIsIkxpbmVDb2xvciI6bnVsbCwiTGluZVdlaWdodCI6MC4wLCJMaW5lVHlwZSI6MCwiUGFyZW50U3R5bGUiOm51bGx9LCJQYXJlbnRTdHlsZSI6bnVsbH0sIlBhcmVudFN0eWxlIjpudWxsfSwiUGFyZW50U3R5bGUiOm51bGx9LCJEZWZhdWx0U3dpbWxhbmVNaWxlc3RvbmVTdHlsZSI6eyIkaWQiOiI1ODUiLCJUaXRsZVBvc2l0aW9uIjoiTGVmdCIsIkRhdGVQb3NpdGlvbiI6IlJpZ2h0IiwiVmFyaWFuY2VQb3NpdGlvbiI6IlJpZ2h0IiwiU2hhcGVUeXBlIjoxLCJTaGFwZVNpemUiOjAsIlNwYWNpbmciOjUsIlNoYXBlU3R5bGUiOnsiJGlkIjoiNTg2IiwiTWFyZ2luIjp7IiRpZCI6IjU4NyIsIlRvcCI6MC4wLCJMZWZ0IjowLjAsIlJpZ2h0IjowLjAsIkJvdHRvbSI6MC4wfSwiUGFkZGluZyI6eyIkaWQiOiI1ODgiLCJUb3AiOjAuMCwiTGVmdCI6MC4wLCJSaWdodCI6MC4wLCJCb3R0b20iOjAuMH0sIkJhY2tncm91bmQiOnsiJGlkIjoiNTg5IiwiQ29sb3IiOnsiJGlkIjoiNTkwIiwiQSI6MjU1LCJSIjoyNTUsIkciOjE5MiwiQiI6MH19LCJJc1Zpc2libGUiOnRydWUsIldpZHRoIjoxMi4wLCJIZWlnaHQiOjE0LjAsIkJvcmRlclN0eWxlIjp7IiRpZCI6IjU5MSIsIkxpbmVDb2xvciI6eyIkaWQiOiI1OTIiLCIkdHlwZSI6Ik5MUkUuQ29tbW9uLkRvbS5Tb2xpZENvbG9yQnJ1c2gsIE5MUkUuQ29tbW9uIiwiQ29sb3IiOnsiJGlkIjoiNTkzIiwiQSI6MjU1LCJSIjoyMzQsIkciOjIyLCJCIjozMH19LCJMaW5lV2VpZ2h0IjowLjAsIkxpbmVUeXBlIjowLCJQYXJlbnRTdHlsZSI6bnVsbH0sIlBhcmVudFN0eWxlIjpudWxsfSwiVGl0bGVTdHlsZSI6eyIkaWQiOiI1OTQiLCJGb250U2V0dGluZ3MiOnsiJGlkIjoiNTk1IiwiRm9udFNpemUiOjExLCJGb250TmFtZSI6IkNhbGlicmkiLCJJc0JvbGQiOmZhbHNlLCJJc0l0YWxpYyI6ZmFsc2UsIklzVW5kZXJsaW5lZCI6ZmFsc2UsIlBhcmVudFN0eWxlIjpudWxsfSwiQXV0b1NpemUiOjAsIkZvcmVncm91bmQiOnsiJGlkIjoiNTk2IiwiQ29sb3IiOnsiJGlkIjoiNTk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U5OCIsIlRvcCI6MC4wLCJMZWZ0IjowLjAsIlJpZ2h0IjowLjAsIkJvdHRvbSI6MC4wfSwiUGFkZGluZyI6eyIkaWQiOiI1OTkiLCJUb3AiOjAuMCwiTGVmdCI6MC4wLCJSaWdodCI6MC4wLCJCb3R0b20iOjAuMH0sIkJhY2tncm91bmQiOnsiJGlkIjoiNjAwIiwiQ29sb3IiOnsiJGlkIjoiNjAxIiwiQSI6MjU1LCJSIjowLCJHIjowLCJCIjowfX0sIklzVmlzaWJsZSI6dHJ1ZSwiV2lkdGgiOjAuMCwiSGVpZ2h0IjowLjAsIkJvcmRlclN0eWxlIjp7IiRpZCI6IjYwMiIsIkxpbmVDb2xvciI6bnVsbCwiTGluZVdlaWdodCI6MC4wLCJMaW5lVHlwZSI6MCwiUGFyZW50U3R5bGUiOm51bGx9LCJQYXJlbnRTdHlsZSI6bnVsbH0sIkRhdGVTdHlsZSI6eyIkaWQiOiI2MDMiLCJGb250U2V0dGluZ3MiOnsiJGlkIjoiNjA0IiwiRm9udFNpemUiOjEwLCJGb250TmFtZSI6IkNhbGlicmkiLCJJc0JvbGQiOmZhbHNlLCJJc0l0YWxpYyI6ZmFsc2UsIklzVW5kZXJsaW5lZCI6ZmFsc2UsIlBhcmVudFN0eWxlIjpudWxsfSwiQXV0b1NpemUiOjAsIkZvcmVncm91bmQiOnsiJGlkIjoiNjA1IiwiQ29sb3IiOnsiJGlkIjoiNjA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I1NSwiUiI6NjgsIkciOjg0LCJCIjoxMDZ9fSwiSXNWaXNpYmxlIjp0cnVlLCJXaWR0aCI6MC4wLCJIZWlnaHQiOjAuMCwiQm9yZGVyU3R5bGUiOnsiJGlkIjoiNjExIiwiTGluZUNvbG9yIjpudWxsLCJMaW5lV2VpZ2h0IjowLjAsIkxpbmVUeXBlIjowLCJQYXJlbnRTdHlsZSI6bnVsbH0sIlBhcmVudFN0eWxlIjpudWxsfSwiRGF0ZUZvcm1hdCI6eyIkaWQiOiI2MT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x9LCJEZWZhdWx0U3dpbWxhbmVBY3Rpdml0eVN0eWxlIjp7IiRpZCI6IjYyNCIsIkhlYWRlclN0eWxlIjp7IiRpZCI6IjYyNSIsIlRleHRTdHlsZSI6eyIkaWQiOiI2MjYiLCJGb250U2V0dGluZ3MiOnsiJGlkIjoiNjI3IiwiRm9udFNpemUiOjExLCJGb250TmFtZSI6IkNhbGlicmkiLCJJc0JvbGQiOmZhbHNlLCJJc0l0YWxpYyI6ZmFsc2UsIklzVW5kZXJsaW5lZCI6ZmFsc2UsIlBhcmVudFN0eWxlIjpudWxsfSwiQXV0b1NpemUiOjIsIkZvcmVncm91bmQiOnsiJGlkIjoiNjI4IiwiQ29sb3IiOnsiJGlkIjoiNj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jMwIiwiVG9wIjowLjAsIkxlZnQiOjAuMCwiUmlnaHQiOjAuMCwiQm90dG9tIjowLjB9LCJQYWRkaW5nIjp7IiRpZCI6IjYzMSIsIlRvcCI6MC4wLCJMZWZ0IjowLjAsIlJpZ2h0IjowLjAsIkJvdHRvbSI6MC4wfSwiQmFja2dyb3VuZCI6eyIkaWQiOiI2MzIiLCJDb2xvciI6eyIkaWQiOiI2MzMiLCJBIjoyNTUsIlIiOjY0LCJHIjo2NCwiQiI6NjR9fSwiSXNWaXNpYmxlIjp0cnVlLCJXaWR0aCI6MC4wLCJIZWlnaHQiOjAuMCwiQm9yZGVyU3R5bGUiOm51bGwsIlBhcmVudFN0eWxlIjpudWxsfSwiUmVjdGFuZ2xlU3R5bGUiOnsiJGlkIjoiNjM0IiwiTWFyZ2luIjp7IiRpZCI6IjYzNSIsIlRvcCI6MC4wLCJMZWZ0IjowLjAsIlJpZ2h0IjowLjAsIkJvdHRvbSI6MC4wfSwiUGFkZGluZyI6eyIkaWQiOiI2MzYiLCJUb3AiOjAuMCwiTGVmdCI6MC4wLCJSaWdodCI6MC4wLCJCb3R0b20iOjAuMH0sIkJhY2tncm91bmQiOnsiJGlkIjoiNjM3IiwiQ29sb3IiOnsiJGlkIjoiNjM4IiwiQSI6MTI3LCJSIjoyNTUsIkciOjE5MiwiQiI6MH19LCJJc1Zpc2libGUiOnRydWUsIldpZHRoIjowLjAsIkhlaWdodCI6MC4wLCJCb3JkZXJTdHlsZSI6eyIkaWQiOiI2MzkiLCJMaW5lQ29sb3IiOnsiJGlkIjoiNjQwIiwiJHR5cGUiOiJOTFJFLkNvbW1vbi5Eb20uU29saWRDb2xvckJydXNoLCBOTFJFLkNvbW1vbiIsIkNvbG9yIjp7IiRpZCI6IjY0MSIsIkEiOjI1NSwiUiI6MjU1LCJHIjoyNTUsIkIiOjI1NX19LCJMaW5lV2VpZ2h0IjowLjAsIkxpbmVUeXBlIjowLCJQYXJlbnRTdHlsZSI6bnVsbH0sIlBhcmVudFN0eWxlIjpudWxsfSwiTWFyZ2luIjp7IiRpZCI6IjY0MiIsIlRvcCI6MC4wLCJMZWZ0IjowLjAsIlJpZ2h0IjowLjAsIkJvdHRvbSI6MC4wfSwiUGFkZGluZyI6eyIkaWQiOiI2NDMiLCJUb3AiOjAuMCwiTGVmdCI6MC4wLCJSaWdodCI6MC4wLCJCb3R0b20iOjAuMH0sIkJhY2tncm91bmQiOm51bGwsIklzVmlzaWJsZSI6dHJ1ZSwiV2lkdGgiOjAuMCwiSGVpZ2h0IjowLjAsIkJvcmRlclN0eWxlIjpudWxsLCJQYXJlbnRTdHlsZSI6bnVsbH0sIkJhY2tncm91bmRTdHlsZSI6eyIkaWQiOiI2NDQiLCJNYXJnaW4iOnsiJGlkIjoiNjQ1IiwiVG9wIjowLjAsIkxlZnQiOjAuMCwiUmlnaHQiOjAuMCwiQm90dG9tIjowLjB9LCJQYWRkaW5nIjp7IiRpZCI6IjY0NiIsIlRvcCI6MC4wLCJMZWZ0IjowLjAsIlJpZ2h0IjowLjAsIkJvdHRvbSI6MC4wfSwiQmFja2dyb3VuZCI6eyIkaWQiOiI2NDciLCJDb2xvciI6eyIkaWQiOiI2NDgiLCJBIjo1MSwiUiI6MjAwLCJHIjoyMDAsIkIiOjIwMH19LCJJc1Zpc2libGUiOnRydWUsIldpZHRoIjowLjAsIkhlaWdodCI6MC4wLCJCb3JkZXJTdHlsZSI6eyIkaWQiOiI2NDkiLCJMaW5lQ29sb3IiOnsiJGlkIjoiNjUwIiwiJHR5cGUiOiJOTFJFLkNvbW1vbi5Eb20uU29saWRDb2xvckJydXNoLCBOTFJFLkNvbW1vbiIsIkNvbG9yIjp7IiRpZCI6IjY1MSIsIkEiOjI1NSwiUiI6MjM0LCJHIjoyMiwiQiI6MzB9fSwiTGluZVdlaWdodCI6MC4wLCJMaW5lVHlwZSI6MCwiUGFyZW50U3R5bGUiOm51bGx9LCJQYXJlbnRTdHlsZSI6bnVsbH0sIk1hcmdpbiI6eyIkaWQiOiI2NTIiLCJUb3AiOjAuMCwiTGVmdCI6MC4wLCJSaWdodCI6MC4wLCJCb3R0b20iOjAuMH0sIlBhZGRpbmciOnsiJGlkIjoiNjUzIiwiVG9wIjowLjAsIkxlZnQiOjAuMCwiUmlnaHQiOjAuMCwiQm90dG9tIjowLjB9LCJJc1Zpc2libGUiOnRydWUsIldpZHRoIjowLjAsIkhlaWdodCI6MC4wLCJCb3JkZXJTdHlsZSI6eyIkaWQiOiI2NTQiLCJMaW5lQ29sb3IiOm51bGwsIkxpbmVXZWlnaHQiOjAuMCwiTGluZVR5cGUiOjAsIlBhcmVudFN0eWxlIjpudWxsfSwiUGFyZW50U3R5bGUiOm51bGx9LCJNYXJnaW4iOnsiJGlkIjoiNjU1IiwiVG9wIjowLjAsIkxlZnQiOjAuMCwiUmlnaHQiOjAuMCwiQm90dG9tIjowLjB9LCJQYWRkaW5nIjp7IiRpZCI6IjY1NiIsIlRvcCI6MC4wLCJMZWZ0IjowLjAsIlJpZ2h0IjowLjAsIkJvdHRvbSI6MC4wfSwiSXNWaXNpYmxlIjpmYWxzZSwiV2lkdGgiOjAuMCwiSGVpZ2h0IjowLjAsIkJvcmRlclN0eWxlIjp7IiRpZCI6IjY1NyIsIkxpbmVDb2xvciI6bnVsbCwiTGluZVdlaWdodCI6MC4wLCJMaW5lVHlwZSI6MCwiUGFyZW50U3R5bGUiOm51bGx9LCJQYXJlbnRTdHlsZSI6bnVsbH19LHsiJGlkIjoiNjU4IiwiX2FjdGl2aXRpZXMiOlt7IiRpZCI6IjY1OSIsIl9yb3dzIjpbeyIkaWQiOiI2NjAiLCJfdGFza3MiOlt7IiRpZCI6IjY2MSIsIl9hdHRhY2hlZE1pbGVzdG9uZXMiOltdLCJUYXNrRGVmaW5pdGlvbiI6eyIkaWQiOiI2NjIiLCJHcm91cE5hbWUiOm51bGwsIlN0YXJ0RGF0ZSI6IjIwMjYtMDUtMDNUMDA6MDA6MDAiLCJFbmREYXRlIjoiMjAyNi0wNS0yMlQyMzo1OTowMCIsIlBlcmNlbnRhZ2VDb21wbGV0ZSI6bnVsbCwiU3R5bGUiOnsiJGlkIjoiNjYzIiwiU2hhcGUiOjEsIlNoYXBlVGhpY2tuZXNzIjowLCJEdXJhdGlvbkZvcm1hdCI6MCwiSW5jbHVkZU5vbldvcmtpbmdEYXlzSW5EdXJhdGlvbiI6ZmFsc2UsIlBlcmNlbnRhZ2VDb21wbGV0ZVN0eWxlIjp7IiRpZCI6IjY2NCIsIkZvbnRTZXR0aW5ncyI6eyIkaWQiOiI2NjUiLCJGb250U2l6ZSI6MTAsIkZvbnROYW1lIjoiQ2FsaWJyaSIsIklzQm9sZCI6ZmFsc2UsIklzSXRhbGljIjpmYWxzZSwiSXNVbmRlcmxpbmVkIjpmYWxzZSwiUGFyZW50U3R5bGUiOm51bGx9LCJBdXRvU2l6ZSI6MCwiRm9yZWdyb3VuZCI6eyIkaWQiOiI2NjYiLCJDb2xvciI6eyIkaWQiOiI2Njc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jY4IiwiVG9wIjowLjAsIkxlZnQiOjAuMCwiUmlnaHQiOjAuMCwiQm90dG9tIjowLjB9LCJQYWRkaW5nIjp7IiRpZCI6IjY2OSIsIlRvcCI6MC4wLCJMZWZ0IjowLjAsIlJpZ2h0IjowLjAsIkJvdHRvbSI6MC4wfSwiQmFja2dyb3VuZCI6eyIkaWQiOiI2NzAiLCJDb2xvciI6eyIkaWQiOiI2NzEiLCJBIjo4OSwiUiI6MCwiRyI6MCwiQiI6MH19LCJJc1Zpc2libGUiOnRydWUsIldpZHRoIjowLjAsIkhlaWdodCI6MC4wLCJCb3JkZXJTdHlsZSI6eyIkaWQiOiI2NzIiLCJMaW5lQ29sb3IiOm51bGwsIkxpbmVXZWlnaHQiOjAuMCwiTGluZVR5cGUiOjAsIlBhcmVudFN0eWxlIjpudWxsfSwiUGFyZW50U3R5bGUiOm51bGx9LCJEdXJhdGlvblN0eWxlIjp7IiRpZCI6IjY3MyIsIkZvbnRTZXR0aW5ncyI6eyIkaWQiOiI2NzQiLCJGb250U2l6ZSI6MTAsIkZvbnROYW1lIjoiQ2FsaWJyaSIsIklzQm9sZCI6ZmFsc2UsIklzSXRhbGljIjpmYWxzZSwiSXNVbmRlcmxpbmVkIjpmYWxzZSwiUGFyZW50U3R5bGUiOm51bGx9LCJBdXRvU2l6ZSI6MCwiRm9yZWdyb3VuZCI6eyIkaWQiOiI2NzUiLCJDb2xvciI6eyIkaWQiOiI2NzY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Y3NyIsIlRvcCI6MC4wLCJMZWZ0IjowLjAsIlJpZ2h0IjowLjAsIkJvdHRvbSI6MC4wfSwiUGFkZGluZyI6eyIkaWQiOiI2NzgiLCJUb3AiOjAuMCwiTGVmdCI6MC4wLCJSaWdodCI6MC4wLCJCb3R0b20iOjAuMH0sIkJhY2tncm91bmQiOnsiJGlkIjoiNjc5IiwiQ29sb3IiOnsiJGlkIjoiNjgwIiwiQSI6MjU1LCJSIjo2OCwiRyI6ODQsIkIiOjEwNn19LCJJc1Zpc2libGUiOnRydWUsIldpZHRoIjowLjAsIkhlaWdodCI6MC4wLCJCb3JkZXJTdHlsZSI6eyIkaWQiOiI2ODEiLCJMaW5lQ29sb3IiOm51bGwsIkxpbmVXZWlnaHQiOjAuMCwiTGluZVR5cGUiOjAsIlBhcmVudFN0eWxlIjpudWxsfSwiUGFyZW50U3R5bGUiOm51bGx9LCJIb3Jpem9udGFsQ29ubmVjdG9yU3R5bGUiOnsiJGlkIjoiNjgyIiwiTGluZUNvbG9yIjp7IiRpZCI6IjY4MyIsIiR0eXBlIjoiTkxSRS5Db21tb24uRG9tLlNvbGlkQ29sb3JCcnVzaCwgTkxSRS5Db21tb24iLCJDb2xvciI6eyIkaWQiOiI2ODQiLCJBIjoyNTUsIlIiOjAsIkciOjAsIkIiOjB9fSwiTGluZVdlaWdodCI6MC4wLCJMaW5lVHlwZSI6MCwiUGFyZW50U3R5bGUiOm51bGx9LCJWZXJ0aWNhbENvbm5lY3RvclN0eWxlIjp7IiRpZCI6IjY4NSIsIkxpbmVDb2xvciI6eyIkaWQiOiI2ODYiLCIkdHlwZSI6Ik5MUkUuQ29tbW9uLkRvbS5Tb2xpZENvbG9yQnJ1c2gsIE5MUkUuQ29tbW9uIiwiQ29sb3IiOnsiJGlkIjoiNjg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2ODgiLCJTaGFwZVN0eWxlIjp7IiRpZCI6IjY4OSIsIk1hcmdpbiI6eyIkaWQiOiI2OTAiLCJUb3AiOjAuMCwiTGVmdCI6MC4wLCJSaWdodCI6MC4wLCJCb3R0b20iOjAuMH0sIlBhZGRpbmciOnsiJGlkIjoiNjkxIiwiVG9wIjowLjAsIkxlZnQiOjAuMCwiUmlnaHQiOjAuMCwiQm90dG9tIjowLjB9LCJCYWNrZ3JvdW5kIjp7IiRpZCI6IjY5MiIsIkNvbG9yIjp7IiRpZCI6IjY5MyIsIkEiOjE1MywiUiI6MCwiRyI6MCwiQiI6MH19LCJJc1Zpc2libGUiOnRydWUsIldpZHRoIjowLjAsIkhlaWdodCI6MC4wLCJCb3JkZXJTdHlsZSI6bnVsbCwiUGFyZW50U3R5bGUiOm51bGx9LCJNYXJnaW4iOnsiJGlkIjoiNjk0IiwiVG9wIjowLjAsIkxlZnQiOjAuMCwiUmlnaHQiOjAuMCwiQm90dG9tIjowLjB9LCJQYWRkaW5nIjp7IiRpZCI6IjY5NSIsIlRvcCI6MC4wLCJMZWZ0IjowLjAsIlJpZ2h0IjowLjAsIkJvdHRvbSI6MC4wfSwiQmFja2dyb3VuZCI6bnVsbCwiSXNWaXNpYmxlIjp0cnVlLCJXaWR0aCI6MC4wLCJIZWlnaHQiOjAuMCwiQm9yZGVyU3R5bGUiOm51bGwsIlBhcmVudFN0eWxlIjpudWxsfSwiU2hhcGVTdHlsZSI6eyIkaWQiOiI2OTYiLCJNYXJnaW4iOnsiJGlkIjoiNjk3IiwiVG9wIjowLjAsIkxlZnQiOjQuMCwiUmlnaHQiOjQuMCwiQm90dG9tIjowLjB9LCJQYWRkaW5nIjp7IiRpZCI6IjY5OCIsIlRvcCI6MC4wLCJMZWZ0IjowLjAsIlJpZ2h0IjowLjAsIkJvdHRvbSI6MC4wfSwiQmFja2dyb3VuZCI6eyIkaWQiOiI2OTkiLCJDb2xvciI6eyIkaWQiOiI3MDAiLCJBIjoyNTUsIlIiOjExMiwiRyI6MTczLCJCIjo3MX19LCJJc1Zpc2libGUiOnRydWUsIldpZHRoIjowLjAsIkhlaWdodCI6MTAuMCwiQm9yZGVyU3R5bGUiOnsiJGlkIjoiNzAxIiwiTGluZUNvbG9yIjp7IiRpZCI6IjcwMiIsIiR0eXBlIjoiTkxSRS5Db21tb24uRG9tLlNvbGlkQ29sb3JCcnVzaCwgTkxSRS5Db21tb24iLCJDb2xvciI6eyIkaWQiOiI3MDMiLCJBIjoyNTUsIlIiOjIzNCwiRyI6MjIsIkIiOjMwfX0sIkxpbmVXZWlnaHQiOjAuMCwiTGluZVR5cGUiOjAsIlBhcmVudFN0eWxlIjpudWxsfSwiUGFyZW50U3R5bGUiOm51bGx9LCJUaXRsZVN0eWxlIjp7IiRpZCI6IjcwNCIsIkZvbnRTZXR0aW5ncyI6eyIkaWQiOiI3MDUiLCJGb250U2l6ZSI6MTEsIkZvbnROYW1lIjoiVGl0aWxsaXVtIFdlYiIsIklzQm9sZCI6ZmFsc2UsIklzSXRhbGljIjpmYWxzZSwiSXNVbmRlcmxpbmVkIjpmYWxzZSwiUGFyZW50U3R5bGUiOm51bGx9LCJBdXRvU2l6ZSI6MCwiRm9yZWdyb3VuZCI6eyIkaWQiOiI3MDYiLCJDb2xvciI6eyIkaWQiOiI3MD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A4IiwiVG9wIjowLjAsIkxlZnQiOjAuMCwiUmlnaHQiOjAuMCwiQm90dG9tIjowLjB9LCJQYWRkaW5nIjp7IiRpZCI6IjcwOSIsIlRvcCI6MC4wLCJMZWZ0IjowLjAsIlJpZ2h0IjowLjAsIkJvdHRvbSI6MC4wfSwiQmFja2dyb3VuZCI6eyIkaWQiOiI3MTAiLCJDb2xvciI6eyIkaWQiOiI3MTEiLCJBIjowLCJSIjoyNTUsIkciOjI1NSwiQiI6MjU1fX0sIklzVmlzaWJsZSI6dHJ1ZSwiV2lkdGgiOjAuMCwiSGVpZ2h0IjowLjAsIkJvcmRlclN0eWxlIjp7IiRpZCI6IjcxMiIsIkxpbmVDb2xvciI6bnVsbCwiTGluZVdlaWdodCI6MC4wLCJMaW5lVHlwZSI6MCwiUGFyZW50U3R5bGUiOm51bGx9LCJQYXJlbnRTdHlsZSI6bnVsbH0sIkRhdGVTdHlsZSI6eyIkaWQiOiI3MTMiLCJGb250U2V0dGluZ3MiOnsiJGlkIjoiNzE0IiwiRm9udFNpemUiOjEwLCJGb250TmFtZSI6IlRpdGlsbGl1bSBXZWIiLCJJc0JvbGQiOmZhbHNlLCJJc0l0YWxpYyI6ZmFsc2UsIklzVW5kZXJsaW5lZCI6ZmFsc2UsIlBhcmVudFN0eWxlIjpudWxsfSwiQXV0b1NpemUiOjAsIkZvcmVncm91bmQiOnsiJGlkIjoiNzE1IiwiQ29sb3IiOnsiJGlkIjoiNzE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xNyIsIlRvcCI6MC4wLCJMZWZ0IjowLjAsIlJpZ2h0IjowLjAsIkJvdHRvbSI6MC4wfSwiUGFkZGluZyI6eyIkaWQiOiI3MTgiLCJUb3AiOjAuMCwiTGVmdCI6MC4wLCJSaWdodCI6MC4wLCJCb3R0b20iOjAuMH0sIkJhY2tncm91bmQiOnsiJGlkIjoiNzE5IiwiQ29sb3IiOnsiJGlkIjoiNzIwIiwiQSI6MCwiUiI6MjU1LCJHIjoyNTUsIkIiOjI1NX19LCJJc1Zpc2libGUiOnRydWUsIldpZHRoIjowLjAsIkhlaWdodCI6MC4wLCJCb3JkZXJTdHlsZSI6eyIkaWQiOiI3MjEiLCJMaW5lQ29sb3IiOm51bGwsIkxpbmVXZWlnaHQiOjAuMCwiTGluZVR5cGUiOjAsIlBhcmVudFN0eWxlIjpudWxsfSwiUGFyZW50U3R5bGUiOm51bGx9LCJEYXRlRm9ybWF0Ijp7IiRpZCI6Ijcy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jMiLCJGb3JtYXQiOjAsIklzVmlzaWJsZSI6ZmFsc2UsIkxhc3RLbm93blZpc2liaWxpdHlTdGF0ZSI6ZmFsc2V9LCJJc1Zpc2libGUiOnRydWUsIlZhcmlhbmNlU3R5bGUiOnsiJGlkIjoiNzI0IiwiVGV4dFN0eWxlIjp7IiRpZCI6IjcyNSIsIkZvbnRTZXR0aW5ncyI6eyIkaWQiOiI3MjYiLCJGb250U2l6ZSI6MTAsIkZvbnROYW1lIjoiQ2FsaWJyaSIsIklzQm9sZCI6ZmFsc2UsIklzSXRhbGljIjpmYWxzZSwiSXNVbmRlcmxpbmVkIjpmYWxzZSwiUGFyZW50U3R5bGUiOm51bGx9LCJBdXRvU2l6ZSI6MCwiRm9yZWdyb3VuZCI6eyIkaWQiOiI3MjciLCJDb2xvciI6eyIkaWQiOiI3Mj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I5IiwiVG9wIjowLjAsIkxlZnQiOjAuMCwiUmlnaHQiOjAuMCwiQm90dG9tIjowLjB9LCJQYWRkaW5nIjp7IiRpZCI6IjczMCIsIlRvcCI6MC4wLCJMZWZ0IjowLjAsIlJpZ2h0IjowLjAsIkJvdHRvbSI6MC4wfSwiQmFja2dyb3VuZCI6eyIkaWQiOiI3MzEiLCJDb2xvciI6eyIkaWQiOiI3MzIiLCJBIjoyNTUsIlIiOjAsIkciOjAsIkIiOjB9fSwiSXNWaXNpYmxlIjp0cnVlLCJXaWR0aCI6MC4wLCJIZWlnaHQiOjAuMCwiQm9yZGVyU3R5bGUiOnsiJGlkIjoiNzMzIiwiTGluZUNvbG9yIjpudWxsLCJMaW5lV2VpZ2h0IjowLjAsIkxpbmVUeXBlIjowLCJQYXJlbnRTdHlsZSI6bnVsbH0sIlBhcmVudFN0eWxlIjpudWxsfSwiUGFyZW50U3R5bGUiOm51bGx9LCJQYXJlbnRTdHlsZSI6bnVsbH0sIkluZGV4Ijo1LCJTbWFydER1cmF0aW9uQWN0aXZhdGVkIjpmYWxzZSwiRGF0ZUZvcm1hdCI6eyIkcmVmIjoiNzIyIn0sIldlZWtOdW1iZXJpbmciOnsiJGlkIjoiNzM0IiwiRm9ybWF0IjowLCJJc1Zpc2libGUiOmZhbHNlLCJMYXN0S25vd25WaXNpYmlsaXR5U3RhdGUiOmZhbHNlfSwiQmFzZWxpbmVEYXRhIjp7IiRpZCI6IjczNSIsIlN0YXJ0RGF0ZSI6IjIwMjYtMDUtMDNUMDA6MDA6MDAiLCJFbmREYXRlIjoiMjAyNi0wNS0yMlQyMzo1OTowMCJ9LCJJZCI6ImYzZjZiNjY5LTM2YTMtNDA0Yi1iMTg3LTlmMTM2MDVmNGQ4MyIsIkltcG9ydElkIjpudWxsLCJUaXRsZSI6IkRldlNlY09wcyBMZWFkIiwiTm90ZSI6bnVsbCwiSHlwZXJsaW5rIjp7IiRpZCI6IjczNiIsIkFkZHJlc3MiOiIiLCJTdWJBZGRyZXNzIjoiIn0sIklzQ2hhbmdlZCI6ZmFsc2UsIklzTmV3IjpmYWxzZX19XSwiX21pbGVzdG9uZXMiOltdLCJJZCI6IjAwMDAwMDAwLTAwMDAtMDAwMC0wMDAwLTAwMDAwMDAwMDAwMCIsIklzU2luZ2xlSXRlbVJvdyI6dHJ1ZX0seyIkaWQiOiI3MzciLCJfdGFza3MiOlt7IiRpZCI6IjczOCIsIl9hdHRhY2hlZE1pbGVzdG9uZXMiOltdLCJUYXNrRGVmaW5pdGlvbiI6eyIkaWQiOiI3MzkiLCJHcm91cE5hbWUiOm51bGwsIlN0YXJ0RGF0ZSI6IjIwMjYtMDUtMDNUMDA6MDA6MDAiLCJFbmREYXRlIjoiMjAyNi0wNS0yOVQyMzo1OTowMCIsIlBlcmNlbnRhZ2VDb21wbGV0ZSI6bnVsbCwiU3R5bGUiOnsiJGlkIjoiNzQwIiwiU2hhcGUiOjEsIlNoYXBlVGhpY2tuZXNzIjowLCJEdXJhdGlvbkZvcm1hdCI6MCwiSW5jbHVkZU5vbldvcmtpbmdEYXlzSW5EdXJhdGlvbiI6ZmFsc2UsIlBlcmNlbnRhZ2VDb21wbGV0ZVN0eWxlIjp7IiRpZCI6Ijc0MSIsIkZvbnRTZXR0aW5ncyI6eyIkaWQiOiI3NDIiLCJGb250U2l6ZSI6MTAsIkZvbnROYW1lIjoiQ2FsaWJyaSIsIklzQm9sZCI6ZmFsc2UsIklzSXRhbGljIjpmYWxzZSwiSXNVbmRlcmxpbmVkIjpmYWxzZSwiUGFyZW50U3R5bGUiOm51bGx9LCJBdXRvU2l6ZSI6MCwiRm9yZWdyb3VuZCI6eyIkaWQiOiI3NDMiLCJDb2xvciI6eyIkaWQiOiI3N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zQ1IiwiVG9wIjowLjAsIkxlZnQiOjAuMCwiUmlnaHQiOjAuMCwiQm90dG9tIjowLjB9LCJQYWRkaW5nIjp7IiRpZCI6Ijc0NiIsIlRvcCI6MC4wLCJMZWZ0IjowLjAsIlJpZ2h0IjowLjAsIkJvdHRvbSI6MC4wfSwiQmFja2dyb3VuZCI6eyIkaWQiOiI3NDciLCJDb2xvciI6eyIkaWQiOiI3NDgiLCJBIjo4OSwiUiI6MCwiRyI6MCwiQiI6MH19LCJJc1Zpc2libGUiOnRydWUsIldpZHRoIjowLjAsIkhlaWdodCI6MC4wLCJCb3JkZXJTdHlsZSI6eyIkaWQiOiI3NDkiLCJMaW5lQ29sb3IiOm51bGwsIkxpbmVXZWlnaHQiOjAuMCwiTGluZVR5cGUiOjAsIlBhcmVudFN0eWxlIjpudWxsfSwiUGFyZW50U3R5bGUiOm51bGx9LCJEdXJhdGlvblN0eWxlIjp7IiRpZCI6Ijc1MCIsIkZvbnRTZXR0aW5ncyI6eyIkaWQiOiI3NTEiLCJGb250U2l6ZSI6MTAsIkZvbnROYW1lIjoiQ2FsaWJyaSIsIklzQm9sZCI6ZmFsc2UsIklzSXRhbGljIjpmYWxzZSwiSXNVbmRlcmxpbmVkIjpmYWxzZSwiUGFyZW50U3R5bGUiOm51bGx9LCJBdXRvU2l6ZSI6MCwiRm9yZWdyb3VuZCI6eyIkaWQiOiI3NTIiLCJDb2xvciI6eyIkaWQiOiI3N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c1NCIsIlRvcCI6MC4wLCJMZWZ0IjowLjAsIlJpZ2h0IjowLjAsIkJvdHRvbSI6MC4wfSwiUGFkZGluZyI6eyIkaWQiOiI3NTUiLCJUb3AiOjAuMCwiTGVmdCI6MC4wLCJSaWdodCI6MC4wLCJCb3R0b20iOjAuMH0sIkJhY2tncm91bmQiOnsiJGlkIjoiNzU2IiwiQ29sb3IiOnsiJGlkIjoiNzU3IiwiQSI6MjU1LCJSIjo2OCwiRyI6ODQsIkIiOjEwNn19LCJJc1Zpc2libGUiOnRydWUsIldpZHRoIjowLjAsIkhlaWdodCI6MC4wLCJCb3JkZXJTdHlsZSI6eyIkaWQiOiI3NTgiLCJMaW5lQ29sb3IiOm51bGwsIkxpbmVXZWlnaHQiOjAuMCwiTGluZVR5cGUiOjAsIlBhcmVudFN0eWxlIjpudWxsfSwiUGFyZW50U3R5bGUiOm51bGx9LCJIb3Jpem9udGFsQ29ubmVjdG9yU3R5bGUiOnsiJGlkIjoiNzU5IiwiTGluZUNvbG9yIjp7IiRpZCI6Ijc2MCIsIiR0eXBlIjoiTkxSRS5Db21tb24uRG9tLlNvbGlkQ29sb3JCcnVzaCwgTkxSRS5Db21tb24iLCJDb2xvciI6eyIkaWQiOiI3NjEiLCJBIjoyNTUsIlIiOjAsIkciOjAsIkIiOjB9fSwiTGluZVdlaWdodCI6MC4wLCJMaW5lVHlwZSI6MCwiUGFyZW50U3R5bGUiOm51bGx9LCJWZXJ0aWNhbENvbm5lY3RvclN0eWxlIjp7IiRpZCI6Ijc2MiIsIkxpbmVDb2xvciI6eyIkaWQiOiI3NjMiLCIkdHlwZSI6Ik5MUkUuQ29tbW9uLkRvbS5Tb2xpZENvbG9yQnJ1c2gsIE5MUkUuQ29tbW9uIiwiQ29sb3IiOnsiJGlkIjoiNzY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3NjUiLCJTaGFwZVN0eWxlIjp7IiRpZCI6Ijc2NiIsIk1hcmdpbiI6eyIkaWQiOiI3NjciLCJUb3AiOjAuMCwiTGVmdCI6MC4wLCJSaWdodCI6MC4wLCJCb3R0b20iOjAuMH0sIlBhZGRpbmciOnsiJGlkIjoiNzY4IiwiVG9wIjowLjAsIkxlZnQiOjAuMCwiUmlnaHQiOjAuMCwiQm90dG9tIjowLjB9LCJCYWNrZ3JvdW5kIjp7IiRpZCI6Ijc2OSIsIkNvbG9yIjp7IiRpZCI6Ijc3MCIsIkEiOjE1MywiUiI6MCwiRyI6MCwiQiI6MH19LCJJc1Zpc2libGUiOnRydWUsIldpZHRoIjowLjAsIkhlaWdodCI6MC4wLCJCb3JkZXJTdHlsZSI6bnVsbCwiUGFyZW50U3R5bGUiOm51bGx9LCJNYXJnaW4iOnsiJGlkIjoiNzcxIiwiVG9wIjowLjAsIkxlZnQiOjAuMCwiUmlnaHQiOjAuMCwiQm90dG9tIjowLjB9LCJQYWRkaW5nIjp7IiRpZCI6Ijc3MiIsIlRvcCI6MC4wLCJMZWZ0IjowLjAsIlJpZ2h0IjowLjAsIkJvdHRvbSI6MC4wfSwiQmFja2dyb3VuZCI6bnVsbCwiSXNWaXNpYmxlIjp0cnVlLCJXaWR0aCI6MC4wLCJIZWlnaHQiOjAuMCwiQm9yZGVyU3R5bGUiOm51bGwsIlBhcmVudFN0eWxlIjpudWxsfSwiU2hhcGVTdHlsZSI6eyIkaWQiOiI3NzMiLCJNYXJnaW4iOnsiJGlkIjoiNzc0IiwiVG9wIjowLjAsIkxlZnQiOjQuMCwiUmlnaHQiOjQuMCwiQm90dG9tIjowLjB9LCJQYWRkaW5nIjp7IiRpZCI6Ijc3NSIsIlRvcCI6MC4wLCJMZWZ0IjowLjAsIlJpZ2h0IjowLjAsIkJvdHRvbSI6MC4wfSwiQmFja2dyb3VuZCI6eyIkaWQiOiI3NzYiLCJDb2xvciI6eyIkaWQiOiI3NzciLCJBIjoyNTUsIlIiOjExMiwiRyI6MTczLCJCIjo3MX19LCJJc1Zpc2libGUiOnRydWUsIldpZHRoIjowLjAsIkhlaWdodCI6MTAuMCwiQm9yZGVyU3R5bGUiOnsiJGlkIjoiNzc4IiwiTGluZUNvbG9yIjp7IiRpZCI6Ijc3OSIsIiR0eXBlIjoiTkxSRS5Db21tb24uRG9tLlNvbGlkQ29sb3JCcnVzaCwgTkxSRS5Db21tb24iLCJDb2xvciI6eyIkaWQiOiI3ODAiLCJBIjoyNTUsIlIiOjIzNCwiRyI6MjIsIkIiOjMwfX0sIkxpbmVXZWlnaHQiOjAuMCwiTGluZVR5cGUiOjAsIlBhcmVudFN0eWxlIjpudWxsfSwiUGFyZW50U3R5bGUiOm51bGx9LCJUaXRsZVN0eWxlIjp7IiRpZCI6Ijc4MSIsIkZvbnRTZXR0aW5ncyI6eyIkaWQiOiI3ODIiLCJGb250U2l6ZSI6MTEsIkZvbnROYW1lIjoiVGl0aWxsaXVtIFdlYiIsIklzQm9sZCI6ZmFsc2UsIklzSXRhbGljIjpmYWxzZSwiSXNVbmRlcmxpbmVkIjpmYWxzZSwiUGFyZW50U3R5bGUiOm51bGx9LCJBdXRvU2l6ZSI6MCwiRm9yZWdyb3VuZCI6eyIkaWQiOiI3ODMiLCJDb2xvciI6eyIkaWQiOiI3ODQ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g1IiwiVG9wIjowLjAsIkxlZnQiOjAuMCwiUmlnaHQiOjAuMCwiQm90dG9tIjowLjB9LCJQYWRkaW5nIjp7IiRpZCI6Ijc4NiIsIlRvcCI6MC4wLCJMZWZ0IjowLjAsIlJpZ2h0IjowLjAsIkJvdHRvbSI6MC4wfSwiQmFja2dyb3VuZCI6eyIkaWQiOiI3ODciLCJDb2xvciI6eyIkaWQiOiI3ODgiLCJBIjowLCJSIjoyNTUsIkciOjI1NSwiQiI6MjU1fX0sIklzVmlzaWJsZSI6dHJ1ZSwiV2lkdGgiOjAuMCwiSGVpZ2h0IjowLjAsIkJvcmRlclN0eWxlIjp7IiRpZCI6Ijc4OSIsIkxpbmVDb2xvciI6bnVsbCwiTGluZVdlaWdodCI6MC4wLCJMaW5lVHlwZSI6MCwiUGFyZW50U3R5bGUiOm51bGx9LCJQYXJlbnRTdHlsZSI6bnVsbH0sIkRhdGVTdHlsZSI6eyIkaWQiOiI3OTAiLCJGb250U2V0dGluZ3MiOnsiJGlkIjoiNzkxIiwiRm9udFNpemUiOjEwLCJGb250TmFtZSI6IlRpdGlsbGl1bSBXZWIiLCJJc0JvbGQiOmZhbHNlLCJJc0l0YWxpYyI6ZmFsc2UsIklzVW5kZXJsaW5lZCI6ZmFsc2UsIlBhcmVudFN0eWxlIjpudWxsfSwiQXV0b1NpemUiOjAsIkZvcmVncm91bmQiOnsiJGlkIjoiNzkyIiwiQ29sb3IiOnsiJGlkIjoiNzkz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5NCIsIlRvcCI6MC4wLCJMZWZ0IjowLjAsIlJpZ2h0IjowLjAsIkJvdHRvbSI6MC4wfSwiUGFkZGluZyI6eyIkaWQiOiI3OTUiLCJUb3AiOjAuMCwiTGVmdCI6MC4wLCJSaWdodCI6MC4wLCJCb3R0b20iOjAuMH0sIkJhY2tncm91bmQiOnsiJGlkIjoiNzk2IiwiQ29sb3IiOnsiJGlkIjoiNzk3IiwiQSI6MCwiUiI6MjU1LCJHIjoyNTUsIkIiOjI1NX19LCJJc1Zpc2libGUiOnRydWUsIldpZHRoIjowLjAsIkhlaWdodCI6MC4wLCJCb3JkZXJTdHlsZSI6eyIkaWQiOiI3OTgiLCJMaW5lQ29sb3IiOm51bGwsIkxpbmVXZWlnaHQiOjAuMCwiTGluZVR5cGUiOjAsIlBhcmVudFN0eWxlIjpudWxsfSwiUGFyZW50U3R5bGUiOm51bGx9LCJEYXRlRm9ybWF0Ijp7IiRpZCI6Ijc5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DAiLCJGb3JtYXQiOjAsIklzVmlzaWJsZSI6ZmFsc2UsIkxhc3RLbm93blZpc2liaWxpdHlTdGF0ZSI6ZmFsc2V9LCJJc1Zpc2libGUiOnRydWUsIlZhcmlhbmNlU3R5bGUiOnsiJGlkIjoiODAxIiwiVGV4dFN0eWxlIjp7IiRpZCI6IjgwMiIsIkZvbnRTZXR0aW5ncyI6eyIkaWQiOiI4MDMiLCJGb250U2l6ZSI6MTAsIkZvbnROYW1lIjoiQ2FsaWJyaSIsIklzQm9sZCI6ZmFsc2UsIklzSXRhbGljIjpmYWxzZSwiSXNVbmRlcmxpbmVkIjpmYWxzZSwiUGFyZW50U3R5bGUiOm51bGx9LCJBdXRvU2l6ZSI6MCwiRm9yZWdyb3VuZCI6eyIkaWQiOiI4MDQiLCJDb2xvciI6eyIkaWQiOiI4M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A2IiwiVG9wIjowLjAsIkxlZnQiOjAuMCwiUmlnaHQiOjAuMCwiQm90dG9tIjowLjB9LCJQYWRkaW5nIjp7IiRpZCI6IjgwNyIsIlRvcCI6MC4wLCJMZWZ0IjowLjAsIlJpZ2h0IjowLjAsIkJvdHRvbSI6MC4wfSwiQmFja2dyb3VuZCI6eyIkaWQiOiI4MDgiLCJDb2xvciI6eyIkaWQiOiI4MDkiLCJBIjoyNTUsIlIiOjAsIkciOjAsIkIiOjB9fSwiSXNWaXNpYmxlIjp0cnVlLCJXaWR0aCI6MC4wLCJIZWlnaHQiOjAuMCwiQm9yZGVyU3R5bGUiOnsiJGlkIjoiODEwIiwiTGluZUNvbG9yIjpudWxsLCJMaW5lV2VpZ2h0IjowLjAsIkxpbmVUeXBlIjowLCJQYXJlbnRTdHlsZSI6bnVsbH0sIlBhcmVudFN0eWxlIjpudWxsfSwiUGFyZW50U3R5bGUiOm51bGx9LCJQYXJlbnRTdHlsZSI6bnVsbH0sIkluZGV4Ijo2LCJTbWFydER1cmF0aW9uQWN0aXZhdGVkIjpmYWxzZSwiRGF0ZUZvcm1hdCI6eyIkcmVmIjoiNzk5In0sIldlZWtOdW1iZXJpbmciOnsiJGlkIjoiODExIiwiRm9ybWF0IjowLCJJc1Zpc2libGUiOmZhbHNlLCJMYXN0S25vd25WaXNpYmlsaXR5U3RhdGUiOmZhbHNlfSwiQmFzZWxpbmVEYXRhIjp7IiRpZCI6IjgxMiIsIlN0YXJ0RGF0ZSI6IjIwMjYtMDUtMDNUMDA6MDA6MDAiLCJFbmREYXRlIjoiMjAyNi0wNS0yOVQyMzo1OTowMCJ9LCJJZCI6IjI5ZjMxNWRiLTFhZDYtNDBiNC1iMTA2LWY2OWY4ZmEwZGRmNSIsIkltcG9ydElkIjpudWxsLCJUaXRsZSI6IkluZnJhc3RydWN0dXJlIExlYWQiLCJOb3RlIjpudWxsLCJIeXBlcmxpbmsiOnsiJGlkIjoiODEzIiwiQWRkcmVzcyI6IiIsIlN1YkFkZHJlc3MiOiIifSwiSXNDaGFuZ2VkIjpmYWxzZSwiSXNOZXciOmZhbHNlfX1dLCJfbWlsZXN0b25lcyI6W10sIklkIjoiMDAwMDAwMDAtMDAwMC0wMDAwLTAwMDAtMDAwMDAwMDAwMDAwIiwiSXNTaW5nbGVJdGVtUm93Ijp0cnVlfSx7IiRpZCI6IjgxNCIsIl90YXNrcyI6W3siJGlkIjoiODE1IiwiX2F0dGFjaGVkTWlsZXN0b25lcyI6W10sIlRhc2tEZWZpbml0aW9uIjp7IiRpZCI6IjgxNiIsIkdyb3VwTmFtZSI6bnVsbCwiU3RhcnREYXRlIjoiMjAyNi0wNS0wM1QwMDowMDowMCIsIkVuZERhdGUiOiIyMDI2LTA2LTA1VDIzOjU5OjAwIiwiUGVyY2VudGFnZUNvbXBsZXRlIjpudWxsLCJTdHlsZSI6eyIkaWQiOiI4MTciLCJTaGFwZSI6MSwiU2hhcGVUaGlja25lc3MiOjAsIkR1cmF0aW9uRm9ybWF0IjowLCJJbmNsdWRlTm9uV29ya2luZ0RheXNJbkR1cmF0aW9uIjpmYWxzZSwiUGVyY2VudGFnZUNvbXBsZXRlU3R5bGUiOnsiJGlkIjoiODE4IiwiRm9udFNldHRpbmdzIjp7IiRpZCI6IjgxOSIsIkZvbnRTaXplIjoxMCwiRm9udE5hbWUiOiJDYWxpYnJpIiwiSXNCb2xkIjpmYWxzZSwiSXNJdGFsaWMiOmZhbHNlLCJJc1VuZGVybGluZWQiOmZhbHNlLCJQYXJlbnRTdHlsZSI6bnVsbH0sIkF1dG9TaXplIjowLCJGb3JlZ3JvdW5kIjp7IiRpZCI6IjgyMCIsIkNvbG9yIjp7IiRpZCI6IjgyM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4MjIiLCJUb3AiOjAuMCwiTGVmdCI6MC4wLCJSaWdodCI6MC4wLCJCb3R0b20iOjAuMH0sIlBhZGRpbmciOnsiJGlkIjoiODIzIiwiVG9wIjowLjAsIkxlZnQiOjAuMCwiUmlnaHQiOjAuMCwiQm90dG9tIjowLjB9LCJCYWNrZ3JvdW5kIjp7IiRpZCI6IjgyNCIsIkNvbG9yIjp7IiRpZCI6IjgyNSIsIkEiOjg5LCJSIjowLCJHIjowLCJCIjowfX0sIklzVmlzaWJsZSI6dHJ1ZSwiV2lkdGgiOjAuMCwiSGVpZ2h0IjowLjAsIkJvcmRlclN0eWxlIjp7IiRpZCI6IjgyNiIsIkxpbmVDb2xvciI6bnVsbCwiTGluZVdlaWdodCI6MC4wLCJMaW5lVHlwZSI6MCwiUGFyZW50U3R5bGUiOm51bGx9LCJQYXJlbnRTdHlsZSI6bnVsbH0sIkR1cmF0aW9uU3R5bGUiOnsiJGlkIjoiODI3IiwiRm9udFNldHRpbmdzIjp7IiRpZCI6IjgyOCIsIkZvbnRTaXplIjoxMCwiRm9udE5hbWUiOiJDYWxpYnJpIiwiSXNCb2xkIjpmYWxzZSwiSXNJdGFsaWMiOmZhbHNlLCJJc1VuZGVybGluZWQiOmZhbHNlLCJQYXJlbnRTdHlsZSI6bnVsbH0sIkF1dG9TaXplIjowLCJGb3JlZ3JvdW5kIjp7IiRpZCI6IjgyOSIsIkNvbG9yIjp7IiRpZCI6Ijgz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ODMxIiwiVG9wIjowLjAsIkxlZnQiOjAuMCwiUmlnaHQiOjAuMCwiQm90dG9tIjowLjB9LCJQYWRkaW5nIjp7IiRpZCI6IjgzMiIsIlRvcCI6MC4wLCJMZWZ0IjowLjAsIlJpZ2h0IjowLjAsIkJvdHRvbSI6MC4wfSwiQmFja2dyb3VuZCI6eyIkaWQiOiI4MzMiLCJDb2xvciI6eyIkaWQiOiI4MzQiLCJBIjoyNTUsIlIiOjY4LCJHIjo4NCwiQiI6MTA2fX0sIklzVmlzaWJsZSI6dHJ1ZSwiV2lkdGgiOjAuMCwiSGVpZ2h0IjowLjAsIkJvcmRlclN0eWxlIjp7IiRpZCI6IjgzNSIsIkxpbmVDb2xvciI6bnVsbCwiTGluZVdlaWdodCI6MC4wLCJMaW5lVHlwZSI6MCwiUGFyZW50U3R5bGUiOm51bGx9LCJQYXJlbnRTdHlsZSI6bnVsbH0sIkhvcml6b250YWxDb25uZWN0b3JTdHlsZSI6eyIkaWQiOiI4MzYiLCJMaW5lQ29sb3IiOnsiJGlkIjoiODM3IiwiJHR5cGUiOiJOTFJFLkNvbW1vbi5Eb20uU29saWRDb2xvckJydXNoLCBOTFJFLkNvbW1vbiIsIkNvbG9yIjp7IiRpZCI6IjgzOCIsIkEiOjI1NSwiUiI6MCwiRyI6MCwiQiI6MH19LCJMaW5lV2VpZ2h0IjowLjAsIkxpbmVUeXBlIjowLCJQYXJlbnRTdHlsZSI6bnVsbH0sIlZlcnRpY2FsQ29ubmVjdG9yU3R5bGUiOnsiJGlkIjoiODM5IiwiTGluZUNvbG9yIjp7IiRpZCI6Ijg0MCIsIiR0eXBlIjoiTkxSRS5Db21tb24uRG9tLlNvbGlkQ29sb3JCcnVzaCwgTkxSRS5Db21tb24iLCJDb2xvciI6eyIkaWQiOiI4N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g0MiIsIlNoYXBlU3R5bGUiOnsiJGlkIjoiODQzIiwiTWFyZ2luIjp7IiRpZCI6Ijg0NCIsIlRvcCI6MC4wLCJMZWZ0IjowLjAsIlJpZ2h0IjowLjAsIkJvdHRvbSI6MC4wfSwiUGFkZGluZyI6eyIkaWQiOiI4NDUiLCJUb3AiOjAuMCwiTGVmdCI6MC4wLCJSaWdodCI6MC4wLCJCb3R0b20iOjAuMH0sIkJhY2tncm91bmQiOnsiJGlkIjoiODQ2IiwiQ29sb3IiOnsiJGlkIjoiODQ3IiwiQSI6MTUzLCJSIjowLCJHIjowLCJCIjowfX0sIklzVmlzaWJsZSI6dHJ1ZSwiV2lkdGgiOjAuMCwiSGVpZ2h0IjowLjAsIkJvcmRlclN0eWxlIjpudWxsLCJQYXJlbnRTdHlsZSI6bnVsbH0sIk1hcmdpbiI6eyIkaWQiOiI4NDgiLCJUb3AiOjAuMCwiTGVmdCI6MC4wLCJSaWdodCI6MC4wLCJCb3R0b20iOjAuMH0sIlBhZGRpbmciOnsiJGlkIjoiODQ5IiwiVG9wIjowLjAsIkxlZnQiOjAuMCwiUmlnaHQiOjAuMCwiQm90dG9tIjowLjB9LCJCYWNrZ3JvdW5kIjpudWxsLCJJc1Zpc2libGUiOnRydWUsIldpZHRoIjowLjAsIkhlaWdodCI6MC4wLCJCb3JkZXJTdHlsZSI6bnVsbCwiUGFyZW50U3R5bGUiOm51bGx9LCJTaGFwZVN0eWxlIjp7IiRpZCI6Ijg1MCIsIk1hcmdpbiI6eyIkaWQiOiI4NTEiLCJUb3AiOjAuMCwiTGVmdCI6NC4wLCJSaWdodCI6NC4wLCJCb3R0b20iOjAuMH0sIlBhZGRpbmciOnsiJGlkIjoiODUyIiwiVG9wIjowLjAsIkxlZnQiOjAuMCwiUmlnaHQiOjAuMCwiQm90dG9tIjowLjB9LCJCYWNrZ3JvdW5kIjp7IiRpZCI6Ijg1MyIsIkNvbG9yIjp7IiRpZCI6Ijg1NCIsIkEiOjI1NSwiUiI6MTEyLCJHIjoxNzMsIkIiOjcxfX0sIklzVmlzaWJsZSI6dHJ1ZSwiV2lkdGgiOjAuMCwiSGVpZ2h0IjoxMC4wLCJCb3JkZXJTdHlsZSI6eyIkaWQiOiI4NTUiLCJMaW5lQ29sb3IiOnsiJGlkIjoiODU2IiwiJHR5cGUiOiJOTFJFLkNvbW1vbi5Eb20uU29saWRDb2xvckJydXNoLCBOTFJFLkNvbW1vbiIsIkNvbG9yIjp7IiRpZCI6Ijg1NyIsIkEiOjI1NSwiUiI6MjM0LCJHIjoyMiwiQiI6MzB9fSwiTGluZVdlaWdodCI6MC4wLCJMaW5lVHlwZSI6MCwiUGFyZW50U3R5bGUiOm51bGx9LCJQYXJlbnRTdHlsZSI6bnVsbH0sIlRpdGxlU3R5bGUiOnsiJGlkIjoiODU4IiwiRm9udFNldHRpbmdzIjp7IiRpZCI6Ijg1OSIsIkZvbnRTaXplIjoxMSwiRm9udE5hbWUiOiJUaXRpbGxpdW0gV2ViIiwiSXNCb2xkIjpmYWxzZSwiSXNJdGFsaWMiOmZhbHNlLCJJc1VuZGVybGluZWQiOmZhbHNlLCJQYXJlbnRTdHlsZSI6bnVsbH0sIkF1dG9TaXplIjowLCJGb3JlZ3JvdW5kIjp7IiRpZCI6Ijg2MCIsIkNvbG9yIjp7IiRpZCI6Ijg2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AsIlIiOjI1NSwiRyI6MjU1LCJCIjoyNTV9fSwiSXNWaXNpYmxlIjp0cnVlLCJXaWR0aCI6MC4wLCJIZWlnaHQiOjAuMCwiQm9yZGVyU3R5bGUiOnsiJGlkIjoiODY2IiwiTGluZUNvbG9yIjpudWxsLCJMaW5lV2VpZ2h0IjowLjAsIkxpbmVUeXBlIjowLCJQYXJlbnRTdHlsZSI6bnVsbH0sIlBhcmVudFN0eWxlIjpudWxsfSwiRGF0ZVN0eWxlIjp7IiRpZCI6Ijg2NyIsIkZvbnRTZXR0aW5ncyI6eyIkaWQiOiI4NjgiLCJGb250U2l6ZSI6MTAsIkZvbnROYW1lIjoiVGl0aWxsaXVtIFdlYiIsIklzQm9sZCI6ZmFsc2UsIklzSXRhbGljIjpmYWxzZSwiSXNVbmRlcmxpbmVkIjpmYWxzZSwiUGFyZW50U3R5bGUiOm51bGx9LCJBdXRvU2l6ZSI6MCwiRm9yZWdyb3VuZCI6eyIkaWQiOiI4NjkiLCJDb2xvciI6eyIkaWQiOiI4Nz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ODcxIiwiVG9wIjowLjAsIkxlZnQiOjAuMCwiUmlnaHQiOjAuMCwiQm90dG9tIjowLjB9LCJQYWRkaW5nIjp7IiRpZCI6Ijg3MiIsIlRvcCI6MC4wLCJMZWZ0IjowLjAsIlJpZ2h0IjowLjAsIkJvdHRvbSI6MC4wfSwiQmFja2dyb3VuZCI6eyIkaWQiOiI4NzMiLCJDb2xvciI6eyIkaWQiOiI4NzQiLCJBIjowLCJSIjoyNTUsIkciOjI1NSwiQiI6MjU1fX0sIklzVmlzaWJsZSI6dHJ1ZSwiV2lkdGgiOjAuMCwiSGVpZ2h0IjowLjAsIkJvcmRlclN0eWxlIjp7IiRpZCI6Ijg3NSIsIkxpbmVDb2xvciI6bnVsbCwiTGluZVdlaWdodCI6MC4wLCJMaW5lVHlwZSI6MCwiUGFyZW50U3R5bGUiOm51bGx9LCJQYXJlbnRTdHlsZSI6bnVsbH0sIkRhdGVGb3JtYXQiOnsiJGlkIjoiODc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NyIsIkZvcm1hdCI6MCwiSXNWaXNpYmxlIjpmYWxzZSwiTGFzdEtub3duVmlzaWJpbGl0eVN0YXRlIjpmYWxzZX0sIklzVmlzaWJsZSI6dHJ1ZSwiVmFyaWFuY2VTdHlsZSI6eyIkaWQiOiI4NzgiLCJUZXh0U3R5bGUiOnsiJGlkIjoiODc5IiwiRm9udFNldHRpbmdzIjp7IiRpZCI6Ijg4MCIsIkZvbnRTaXplIjoxMCwiRm9udE5hbWUiOiJDYWxpYnJpIiwiSXNCb2xkIjpmYWxzZSwiSXNJdGFsaWMiOmZhbHNlLCJJc1VuZGVybGluZWQiOmZhbHNlLCJQYXJlbnRTdHlsZSI6bnVsbH0sIkF1dG9TaXplIjowLCJGb3JlZ3JvdW5kIjp7IiRpZCI6Ijg4MSIsIkNvbG9yIjp7IiRpZCI6Ijg4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ODMiLCJUb3AiOjAuMCwiTGVmdCI6MC4wLCJSaWdodCI6MC4wLCJCb3R0b20iOjAuMH0sIlBhZGRpbmciOnsiJGlkIjoiODg0IiwiVG9wIjowLjAsIkxlZnQiOjAuMCwiUmlnaHQiOjAuMCwiQm90dG9tIjowLjB9LCJCYWNrZ3JvdW5kIjp7IiRpZCI6Ijg4NSIsIkNvbG9yIjp7IiRpZCI6Ijg4NiIsIkEiOjI1NSwiUiI6MCwiRyI6MCwiQiI6MH19LCJJc1Zpc2libGUiOnRydWUsIldpZHRoIjowLjAsIkhlaWdodCI6MC4wLCJCb3JkZXJTdHlsZSI6eyIkaWQiOiI4ODciLCJMaW5lQ29sb3IiOm51bGwsIkxpbmVXZWlnaHQiOjAuMCwiTGluZVR5cGUiOjAsIlBhcmVudFN0eWxlIjpudWxsfSwiUGFyZW50U3R5bGUiOm51bGx9LCJQYXJlbnRTdHlsZSI6bnVsbH0sIlBhcmVudFN0eWxlIjpudWxsfSwiSW5kZXgiOjcsIlNtYXJ0RHVyYXRpb25BY3RpdmF0ZWQiOmZhbHNlLCJEYXRlRm9ybWF0Ijp7IiRyZWYiOiI4NzYifSwiV2Vla051bWJlcmluZyI6eyIkaWQiOiI4ODgiLCJGb3JtYXQiOjAsIklzVmlzaWJsZSI6ZmFsc2UsIkxhc3RLbm93blZpc2liaWxpdHlTdGF0ZSI6ZmFsc2V9LCJCYXNlbGluZURhdGEiOnsiJGlkIjoiODg5IiwiU3RhcnREYXRlIjoiMjAyNi0wNS0wM1QwMDowMDowMCIsIkVuZERhdGUiOiIyMDI2LTA2LTA1VDIzOjU5OjAwIn0sIklkIjoiNmRmNTM5NjktZGJiYi00MDdjLThjOWQtNjdhMTMyMTVjMWM1IiwiSW1wb3J0SWQiOm51bGwsIlRpdGxlIjoiRGV2cyIsIk5vdGUiOm51bGwsIkh5cGVybGluayI6eyIkaWQiOiI4OTAiLCJBZGRyZXNzIjoiIiwiU3ViQWRkcmVzcyI6IiJ9LCJJc0NoYW5nZWQiOmZhbHNlLCJJc05ldyI6ZmFsc2V9fV0sIl9taWxlc3RvbmVzIjpbXSwiSWQiOiIwMDAwMDAwMC0wMDAwLTAwMDAtMDAwMC0wMDAwMDAwMDAwMDAiLCJJc1NpbmdsZUl0ZW1Sb3ciOnRydWV9XSwiSW5kZXgiOjQsIklkIjoiMjc2Y2U1NTEtY2E1ZC00ODRhLThlMTQtNjIzNDc5YTNiMGJkIiwiSGVhZGVyVGV4dCI6bnVsbCwiSXNEZWZhdWx0Ijp0cnVlLCJTdHlsZSI6eyIkaWQiOiI4OTEiLCJIZWFkZXJTdHlsZSI6eyIkaWQiOiI4OTIiLCJUZXh0U3R5bGUiOnsiJGlkIjoiODkzIiwiRm9udFNldHRpbmdzIjp7IiRpZCI6Ijg5NCIsIkZvbnRTaXplIjoxMSwiRm9udE5hbWUiOiJDYWxpYnJpIiwiSXNCb2xkIjpmYWxzZSwiSXNJdGFsaWMiOmZhbHNlLCJJc1VuZGVybGluZWQiOmZhbHNlLCJQYXJlbnRTdHlsZSI6bnVsbH0sIkF1dG9TaXplIjoyLCJGb3JlZ3JvdW5kIjp7IiRpZCI6Ijg5NSIsIkNvbG9yIjp7IiRpZCI6Ijg5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g5NyIsIlRvcCI6MC4wLCJMZWZ0IjowLjAsIlJpZ2h0IjowLjAsIkJvdHRvbSI6MC4wfSwiUGFkZGluZyI6eyIkaWQiOiI4OTgiLCJUb3AiOjAuMCwiTGVmdCI6MC4wLCJSaWdodCI6MC4wLCJCb3R0b20iOjAuMH0sIkJhY2tncm91bmQiOnsiJGlkIjoiODk5IiwiQ29sb3IiOnsiJGlkIjoiOTAwIiwiQSI6MjU1LCJSIjo2NCwiRyI6NjQsIkIiOjY0fX0sIklzVmlzaWJsZSI6dHJ1ZSwiV2lkdGgiOjAuMCwiSGVpZ2h0IjowLjAsIkJvcmRlclN0eWxlIjpudWxsLCJQYXJlbnRTdHlsZSI6bnVsbH0sIlJlY3RhbmdsZVN0eWxlIjp7IiRpZCI6IjkwMSIsIk1hcmdpbiI6eyIkaWQiOiI5MDIiLCJUb3AiOjAuMCwiTGVmdCI6MC4wLCJSaWdodCI6MC4wLCJCb3R0b20iOjAuMH0sIlBhZGRpbmciOnsiJGlkIjoiOTAzIiwiVG9wIjowLjAsIkxlZnQiOjAuMCwiUmlnaHQiOjAuMCwiQm90dG9tIjowLjB9LCJCYWNrZ3JvdW5kIjp7IiRpZCI6IjkwNCIsIkNvbG9yIjp7IiRpZCI6IjkwNSIsIkEiOjEyNywiUiI6MTEyLCJHIjoxNzMsIkIiOjcxfX0sIklzVmlzaWJsZSI6dHJ1ZSwiV2lkdGgiOjAuMCwiSGVpZ2h0IjowLjAsIkJvcmRlclN0eWxlIjp7IiRpZCI6IjkwNiIsIkxpbmVDb2xvciI6eyIkaWQiOiI5MDciLCIkdHlwZSI6Ik5MUkUuQ29tbW9uLkRvbS5Tb2xpZENvbG9yQnJ1c2gsIE5MUkUuQ29tbW9uIiwiQ29sb3IiOnsiJGlkIjoiOTA4IiwiQSI6MjU1LCJSIjoyNTUsIkciOjI1NSwiQiI6MjU1fX0sIkxpbmVXZWlnaHQiOjAuMCwiTGluZVR5cGUiOjAsIlBhcmVudFN0eWxlIjpudWxsfSwiUGFyZW50U3R5bGUiOm51bGx9LCJNYXJnaW4iOnsiJGlkIjoiOTA5IiwiVG9wIjowLjAsIkxlZnQiOjAuMCwiUmlnaHQiOjAuMCwiQm90dG9tIjowLjB9LCJQYWRkaW5nIjp7IiRpZCI6IjkxMCIsIlRvcCI6MC4wLCJMZWZ0IjowLjAsIlJpZ2h0IjowLjAsIkJvdHRvbSI6MC4wfSwiQmFja2dyb3VuZCI6bnVsbCwiSXNWaXNpYmxlIjp0cnVlLCJXaWR0aCI6MC4wLCJIZWlnaHQiOjAuMCwiQm9yZGVyU3R5bGUiOm51bGwsIlBhcmVudFN0eWxlIjpudWxsfSwiQmFja2dyb3VuZFN0eWxlIjp7IiRpZCI6IjkxMSIsIk1hcmdpbiI6eyIkaWQiOiI5MTIiLCJUb3AiOjAuMCwiTGVmdCI6MC4wLCJSaWdodCI6MC4wLCJCb3R0b20iOjAuMH0sIlBhZGRpbmciOnsiJGlkIjoiOTEzIiwiVG9wIjowLjAsIkxlZnQiOjAuMCwiUmlnaHQiOjAuMCwiQm90dG9tIjowLjB9LCJCYWNrZ3JvdW5kIjp7IiRpZCI6IjkxNCIsIkNvbG9yIjp7IiRpZCI6IjkxNSIsIkEiOjUxLCJSIjoyMDAsIkciOjIwMCwiQiI6MjAwfX0sIklzVmlzaWJsZSI6dHJ1ZSwiV2lkdGgiOjAuMCwiSGVpZ2h0IjowLjAsIkJvcmRlclN0eWxlIjp7IiRpZCI6IjkxNiIsIkxpbmVDb2xvciI6eyIkaWQiOiI5MTciLCIkdHlwZSI6Ik5MUkUuQ29tbW9uLkRvbS5Tb2xpZENvbG9yQnJ1c2gsIE5MUkUuQ29tbW9uIiwiQ29sb3IiOnsiJGlkIjoiOTE4IiwiQSI6MjU1LCJSIjoyMzQsIkciOjIyLCJCIjozMH19LCJMaW5lV2VpZ2h0IjowLjAsIkxpbmVUeXBlIjowLCJQYXJlbnRTdHlsZSI6bnVsbH0sIlBhcmVudFN0eWxlIjpudWxsfSwiTWFyZ2luIjp7IiRpZCI6IjkxOSIsIlRvcCI6MC4wLCJMZWZ0IjowLjAsIlJpZ2h0IjowLjAsIkJvdHRvbSI6MC4wfSwiUGFkZGluZyI6eyIkaWQiOiI5MjAiLCJUb3AiOjAuMCwiTGVmdCI6MC4wLCJSaWdodCI6MC4wLCJCb3R0b20iOjAuMH0sIklzVmlzaWJsZSI6dHJ1ZSwiV2lkdGgiOjAuMCwiSGVpZ2h0IjowLjAsIkJvcmRlclN0eWxlIjp7IiRpZCI6IjkyMSIsIkxpbmVDb2xvciI6bnVsbCwiTGluZVdlaWdodCI6MC4wLCJMaW5lVHlwZSI6MCwiUGFyZW50U3R5bGUiOm51bGx9LCJQYXJlbnRTdHlsZSI6bnVsbH19XSwiSWQiOiJlMTllMDhjOC1lZThjLTQzZmItYjc3YS02MzJiZjAzOTY2NjMiLCJJbmRleCI6NCwiSGVhZGVyVGV4dCI6IlJlc291cmNpbmciLCJTdHlsZSI6eyIkaWQiOiI5MjIiLCJTdHlsZUlkIjoiYjI0ZjgwNDUtZjY5Yi00YTQzLTgyOWYtYTU2NTAzZmRjZDY5IiwiSGVhZGVyU3R5bGUiOnsiJGlkIjoiOTIzIiwiVGV4dElzVmVydGljYWwiOmZhbHNlLCJUZXh0U3R5bGUiOnsiJGlkIjoiOTI0IiwiRm9udFNldHRpbmdzIjp7IiRpZCI6IjkyNSIsIkZvbnRTaXplIjoxMSwiRm9udE5hbWUiOiJUaXRpbGxpdW0gV2ViIiwiSXNCb2xkIjpmYWxzZSwiSXNJdGFsaWMiOmZhbHNlLCJJc1VuZGVybGluZWQiOmZhbHNlLCJQYXJlbnRTdHlsZSI6bnVsbH0sIkF1dG9TaXplIjoyLCJGb3JlZ3JvdW5kIjp7IiRpZCI6IjkyNiIsIkNvbG9yIjp7IiRpZCI6Ijky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kyOCIsIlRvcCI6MC4wLCJMZWZ0IjowLjAsIlJpZ2h0IjowLjAsIkJvdHRvbSI6MC4wfSwiUGFkZGluZyI6eyIkaWQiOiI5MjkiLCJUb3AiOjAuMCwiTGVmdCI6MC4wLCJSaWdodCI6MC4wLCJCb3R0b20iOjAuMH0sIkJhY2tncm91bmQiOnsiJGlkIjoiOTMwIiwiQ29sb3IiOnsiJGlkIjoiOTMxIiwiQSI6MjU1LCJSIjoyNTUsIkciOjI1NSwiQiI6MjU1fX0sIklzVmlzaWJsZSI6dHJ1ZSwiV2lkdGgiOjAuMCwiSGVpZ2h0IjowLjAsIkJvcmRlclN0eWxlIjpudWxsLCJQYXJlbnRTdHlsZSI6bnVsbH0sIlJlY3RhbmdsZVN0eWxlIjp7IiRpZCI6IjkzMiIsIk1hcmdpbiI6eyIkaWQiOiI5MzMiLCJUb3AiOjAuMCwiTGVmdCI6MC4wLCJSaWdodCI6MC4wLCJCb3R0b20iOjAuMH0sIlBhZGRpbmciOnsiJGlkIjoiOTM0IiwiVG9wIjowLjAsIkxlZnQiOjAuMCwiUmlnaHQiOjAuMCwiQm90dG9tIjowLjB9LCJCYWNrZ3JvdW5kIjp7IiRpZCI6IjkzNSIsIkNvbG9yIjp7IiRpZCI6IjkzNiIsIkEiOjI1NSwiUiI6MTEyLCJHIjoxNzMsIkIiOjcxfX0sIklzVmlzaWJsZSI6dHJ1ZSwiV2lkdGgiOjAuMCwiSGVpZ2h0IjowLjAsIkJvcmRlclN0eWxlIjp7IiRpZCI6IjkzNyIsIkxpbmVDb2xvciI6eyIkaWQiOiI5MzgiLCIkdHlwZSI6Ik5MUkUuQ29tbW9uLkRvbS5Tb2xpZENvbG9yQnJ1c2gsIE5MUkUuQ29tbW9uIiwiQ29sb3IiOnsiJGlkIjoiOTM5IiwiQSI6MjU1LCJSIjoyNTUsIkciOjI1NSwiQiI6MjU1fX0sIkxpbmVXZWlnaHQiOjAuMCwiTGluZVR5cGUiOjAsIlBhcmVudFN0eWxlIjpudWxsfSwiUGFyZW50U3R5bGUiOm51bGx9LCJNYXJnaW4iOnsiJGlkIjoiOTQwIiwiVG9wIjowLjAsIkxlZnQiOjAuMCwiUmlnaHQiOjAuMCwiQm90dG9tIjowLjB9LCJQYWRkaW5nIjp7IiRpZCI6Ijk0MSIsIlRvcCI6MC4wLCJMZWZ0IjowLjAsIlJpZ2h0IjowLjAsIkJvdHRvbSI6MC4wfSwiQmFja2dyb3VuZCI6bnVsbCwiSXNWaXNpYmxlIjp0cnVlLCJXaWR0aCI6MC4wLCJIZWlnaHQiOjAuMCwiQm9yZGVyU3R5bGUiOm51bGwsIlBhcmVudFN0eWxlIjpudWxsfSwiQmFja2dyb3VuZFN0eWxlIjp7IiRpZCI6Ijk0MiIsIk1hcmdpbiI6eyIkaWQiOiI5NDMiLCJUb3AiOjAuMCwiTGVmdCI6MC4wLCJSaWdodCI6MC4wLCJCb3R0b20iOjAuMH0sIlBhZGRpbmciOnsiJGlkIjoiOTQ0IiwiVG9wIjowLjAsIkxlZnQiOjAuMCwiUmlnaHQiOjAuMCwiQm90dG9tIjowLjB9LCJCYWNrZ3JvdW5kIjp7IiRpZCI6Ijk0NSIsIkNvbG9yIjp7IiRpZCI6Ijk0NiIsIkEiOjUxLCJSIjoyMDAsIkciOjIwMCwiQiI6MjAwfX0sIklzVmlzaWJsZSI6dHJ1ZSwiV2lkdGgiOjAuMCwiSGVpZ2h0IjowLjAsIkJvcmRlclN0eWxlIjp7IiRpZCI6Ijk0NyIsIkxpbmVDb2xvciI6eyIkaWQiOiI5NDgiLCIkdHlwZSI6Ik5MUkUuQ29tbW9uLkRvbS5Tb2xpZENvbG9yQnJ1c2gsIE5MUkUuQ29tbW9uIiwiQ29sb3IiOnsiJGlkIjoiOTQ5IiwiQSI6MjU1LCJSIjoyMzQsIkciOjIyLCJCIjozMH19LCJMaW5lV2VpZ2h0IjowLjAsIkxpbmVUeXBlIjowLCJQYXJlbnRTdHlsZSI6bnVsbH0sIlBhcmVudFN0eWxlIjpudWxsfSwiSXNBYm92ZVRpbWViYW5kIjpmYWxzZSwiU3BhY2luZyI6MiwiRGVmYXVsdFN3aW1sYW5lVGFza1N0eWxlIjp7IiRpZCI6Ijk1MCIsIiR0eXBlIjoiTkxSRS5Db21tb24uRG9tLlN0eWxlcy5FeHBsaWNpdFNldGFibGVUYXNrU3R5bGUsIE5MUkUuQ29tbW9uIiwiU2hhcGUiOjEsIlNoYXBlVGhpY2tuZXNzIjowLCJEdXJhdGlvbkZvcm1hdCI6MCwiSW5jbHVkZU5vbldvcmtpbmdEYXlzSW5EdXJhdGlvbiI6ZmFsc2UsIlBlcmNlbnRhZ2VDb21wbGV0ZVN0eWxlIjp7IiRpZCI6Ijk1MSIsIkZvbnRTZXR0aW5ncyI6eyIkaWQiOiI5NTIiLCJGb250U2l6ZSI6MTAsIkZvbnROYW1lIjoiQ2FsaWJyaSIsIklzQm9sZCI6ZmFsc2UsIklzSXRhbGljIjpmYWxzZSwiSXNVbmRlcmxpbmVkIjpmYWxzZSwiUGFyZW50U3R5bGUiOm51bGx9LCJBdXRvU2l6ZSI6MCwiRm9yZWdyb3VuZCI6eyIkaWQiOiI5NTMiLCJDb2xvciI6eyIkaWQiOiI5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OTU1IiwiVG9wIjowLjAsIkxlZnQiOjAuMCwiUmlnaHQiOjAuMCwiQm90dG9tIjowLjB9LCJQYWRkaW5nIjp7IiRpZCI6Ijk1NiIsIlRvcCI6MC4wLCJMZWZ0IjowLjAsIlJpZ2h0IjowLjAsIkJvdHRvbSI6MC4wfSwiQmFja2dyb3VuZCI6eyIkaWQiOiI5NTciLCJDb2xvciI6eyIkaWQiOiI5NTgiLCJBIjo4OSwiUiI6MCwiRyI6MCwiQiI6MH19LCJJc1Zpc2libGUiOnRydWUsIldpZHRoIjowLjAsIkhlaWdodCI6MC4wLCJCb3JkZXJTdHlsZSI6eyIkaWQiOiI5NTkiLCJMaW5lQ29sb3IiOm51bGwsIkxpbmVXZWlnaHQiOjAuMCwiTGluZVR5cGUiOjAsIlBhcmVudFN0eWxlIjpudWxsfSwiUGFyZW50U3R5bGUiOm51bGx9LCJEdXJhdGlvblN0eWxlIjp7IiRpZCI6Ijk2MCIsIkZvbnRTZXR0aW5ncyI6eyIkaWQiOiI5NjEiLCJGb250U2l6ZSI6MTAsIkZvbnROYW1lIjoiQ2FsaWJyaSIsIklzQm9sZCI6ZmFsc2UsIklzSXRhbGljIjpmYWxzZSwiSXNVbmRlcmxpbmVkIjpmYWxzZSwiUGFyZW50U3R5bGUiOm51bGx9LCJBdXRvU2l6ZSI6MCwiRm9yZWdyb3VuZCI6eyIkaWQiOiI5NjIiLCJDb2xvciI6eyIkaWQiOiI5Nj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k2NCIsIlRvcCI6MC4wLCJMZWZ0IjowLjAsIlJpZ2h0IjowLjAsIkJvdHRvbSI6MC4wfSwiUGFkZGluZyI6eyIkaWQiOiI5NjUiLCJUb3AiOjAuMCwiTGVmdCI6MC4wLCJSaWdodCI6MC4wLCJCb3R0b20iOjAuMH0sIkJhY2tncm91bmQiOnsiJGlkIjoiOTY2IiwiQ29sb3IiOnsiJGlkIjoiOTY3IiwiQSI6MjU1LCJSIjo2OCwiRyI6ODQsIkIiOjEwNn19LCJJc1Zpc2libGUiOnRydWUsIldpZHRoIjowLjAsIkhlaWdodCI6MC4wLCJCb3JkZXJTdHlsZSI6eyIkaWQiOiI5NjgiLCJMaW5lQ29sb3IiOm51bGwsIkxpbmVXZWlnaHQiOjAuMCwiTGluZVR5cGUiOjAsIlBhcmVudFN0eWxlIjpudWxsfSwiUGFyZW50U3R5bGUiOm51bGx9LCJIb3Jpem9udGFsQ29ubmVjdG9yU3R5bGUiOnsiJGlkIjoiOTY5IiwiTGluZUNvbG9yIjp7IiRpZCI6Ijk3MCIsIiR0eXBlIjoiTkxSRS5Db21tb24uRG9tLlNvbGlkQ29sb3JCcnVzaCwgTkxSRS5Db21tb24iLCJDb2xvciI6eyIkaWQiOiI5NzEiLCJBIjoyNTUsIlIiOjAsIkciOjAsIkIiOjB9fSwiTGluZVdlaWdodCI6MC4wLCJMaW5lVHlwZSI6MCwiUGFyZW50U3R5bGUiOm51bGx9LCJWZXJ0aWNhbENvbm5lY3RvclN0eWxlIjp7IiRpZCI6Ijk3MiIsIkxpbmVDb2xvciI6eyIkaWQiOiI5NzMiLCIkdHlwZSI6Ik5MUkUuQ29tbW9uLkRvbS5Tb2xpZENvbG9yQnJ1c2gsIE5MUkUuQ29tbW9uIiwiQ29sb3IiOnsiJGlkIjoiOTc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OTc1IiwiU2hhcGVTdHlsZSI6eyIkaWQiOiI5NzYiLCJNYXJnaW4iOnsiJGlkIjoiOTc3IiwiVG9wIjowLjAsIkxlZnQiOjAuMCwiUmlnaHQiOjAuMCwiQm90dG9tIjowLjB9LCJQYWRkaW5nIjp7IiRpZCI6Ijk3OCIsIlRvcCI6MC4wLCJMZWZ0IjowLjAsIlJpZ2h0IjowLjAsIkJvdHRvbSI6MC4wfSwiQmFja2dyb3VuZCI6eyIkaWQiOiI5NzkiLCJDb2xvciI6eyIkaWQiOiI5ODAiLCJBIjoxNTMsIlIiOjAsIkciOjAsIkIiOjB9fSwiSXNWaXNpYmxlIjp0cnVlLCJXaWR0aCI6MC4wLCJIZWlnaHQiOjAuMCwiQm9yZGVyU3R5bGUiOnsiJGlkIjoiOTgxIiwiTGluZUNvbG9yIjp7IiRpZCI6Ijk4MiIsIiR0eXBlIjoiTkxSRS5Db21tb24uRG9tLlNvbGlkQ29sb3JCcnVzaCwgTkxSRS5Db21tb24iLCJDb2xvciI6eyIkaWQiOiI5ODMiLCJBIjoyNTUsIlIiOjI1NSwiRyI6MCwiQiI6MH19LCJMaW5lV2VpZ2h0IjowLjAsIkxpbmVUeXBlIjowLCJQYXJlbnRTdHlsZSI6bnVsbH0sIlBhcmVudFN0eWxlIjpudWxsfSwiTWFyZ2luIjp7IiRpZCI6Ijk4NCIsIlRvcCI6MC4wLCJMZWZ0IjowLjAsIlJpZ2h0IjowLjAsIkJvdHRvbSI6MC4wfSwiUGFkZGluZyI6eyIkaWQiOiI5ODUiLCJUb3AiOjAuMCwiTGVmdCI6MC4wLCJSaWdodCI6MC4wLCJCb3R0b20iOjAuMH0sIkJhY2tncm91bmQiOm51bGwsIklzVmlzaWJsZSI6dHJ1ZSwiV2lkdGgiOjAuMCwiSGVpZ2h0IjowLjAsIkJvcmRlclN0eWxlIjpudWxsLCJQYXJlbnRTdHlsZSI6bnVsbH0sIlNoYXBlU3R5bGUiOnsiJGlkIjoiOTg2IiwiTWFyZ2luIjp7IiRpZCI6Ijk4NyIsIlRvcCI6MC4wLCJMZWZ0Ijo0LjAsIlJpZ2h0Ijo0LjAsIkJvdHRvbSI6MC4wfSwiUGFkZGluZyI6eyIkaWQiOiI5ODgiLCJUb3AiOjAuMCwiTGVmdCI6MC4wLCJSaWdodCI6MC4wLCJCb3R0b20iOjAuMH0sIkJhY2tncm91bmQiOnsiJGlkIjoiOTg5IiwiQ29sb3IiOnsiJGlkIjoiOTkwIiwiQSI6MjU1LCJSIjoxMTIsIkciOjE3MywiQiI6NzF9fSwiSXNWaXNpYmxlIjp0cnVlLCJXaWR0aCI6MC4wLCJIZWlnaHQiOjEwLjAsIkJvcmRlclN0eWxlIjp7IiRpZCI6Ijk5MSIsIkxpbmVDb2xvciI6eyIkaWQiOiI5OTIiLCIkdHlwZSI6Ik5MUkUuQ29tbW9uLkRvbS5Tb2xpZENvbG9yQnJ1c2gsIE5MUkUuQ29tbW9uIiwiQ29sb3IiOnsiJGlkIjoiOTkzIiwiQSI6MjU1LCJSIjoyMzQsIkciOjIyLCJCIjozMH19LCJMaW5lV2VpZ2h0IjowLjAsIkxpbmVUeXBlIjowLCJQYXJlbnRTdHlsZSI6bnVsbH0sIlBhcmVudFN0eWxlIjpudWxsfSwiVGl0bGVTdHlsZSI6eyIkaWQiOiI5OTQiLCJGb250U2V0dGluZ3MiOnsiJGlkIjoiOTk1IiwiRm9udFNpemUiOjExLCJGb250TmFtZSI6IkNhbGlicmkiLCJJc0JvbGQiOmZhbHNlLCJJc0l0YWxpYyI6ZmFsc2UsIklzVW5kZXJsaW5lZCI6ZmFsc2UsIlBhcmVudFN0eWxlIjpudWxsfSwiQXV0b1NpemUiOjAsIkZvcmVncm91bmQiOnsiJGlkIjoiOTk2IiwiQ29sb3IiOnsiJGlkIjoiOTk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5OCIsIlRvcCI6MC4wLCJMZWZ0IjowLjAsIlJpZ2h0IjowLjAsIkJvdHRvbSI6MC4wfSwiUGFkZGluZyI6eyIkaWQiOiI5OTkiLCJUb3AiOjAuMCwiTGVmdCI6MC4wLCJSaWdodCI6MC4wLCJCb3R0b20iOjAuMH0sIkJhY2tncm91bmQiOnsiJGlkIjoiMTAwMCIsIkNvbG9yIjp7IiRpZCI6IjEwMDEiLCJBIjoyNTUsIlIiOjAsIkciOjAsIkIiOjB9fSwiSXNWaXNpYmxlIjp0cnVlLCJXaWR0aCI6MC4wLCJIZWlnaHQiOjAuMCwiQm9yZGVyU3R5bGUiOnsiJGlkIjoiMTAwMiIsIkxpbmVDb2xvciI6bnVsbCwiTGluZVdlaWdodCI6MC4wLCJMaW5lVHlwZSI6MCwiUGFyZW50U3R5bGUiOm51bGx9LCJQYXJlbnRTdHlsZSI6bnVsbH0sIkRhdGVTdHlsZSI6eyIkaWQiOiIxMDAzIiwiRm9udFNldHRpbmdzIjp7IiRpZCI6IjEwMDQiLCJGb250U2l6ZSI6MTAsIkZvbnROYW1lIjoiQ2FsaWJyaSIsIklzQm9sZCI6ZmFsc2UsIklzSXRhbGljIjpmYWxzZSwiSXNVbmRlcmxpbmVkIjpmYWxzZSwiUGFyZW50U3R5bGUiOm51bGx9LCJBdXRvU2l6ZSI6MCwiRm9yZWdyb3VuZCI6eyIkaWQiOiIxMDA1IiwiQ29sb3IiOnsiJGlkIjoiMTAwN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TAwNyIsIlRvcCI6MC4wLCJMZWZ0IjowLjAsIlJpZ2h0IjowLjAsIkJvdHRvbSI6MC4wfSwiUGFkZGluZyI6eyIkaWQiOiIxMDA4IiwiVG9wIjowLjAsIkxlZnQiOjAuMCwiUmlnaHQiOjAuMCwiQm90dG9tIjowLjB9LCJCYWNrZ3JvdW5kIjp7IiRpZCI6IjEwMDkiLCJDb2xvciI6eyIkaWQiOiIxMDEwIiwiQSI6MjU1LCJSIjo2OCwiRyI6ODQsIkIiOjEwNn19LCJJc1Zpc2libGUiOnRydWUsIldpZHRoIjowLjAsIkhlaWdodCI6MC4wLCJCb3JkZXJTdHlsZSI6eyIkaWQiOiIxMDExIiwiTGluZUNvbG9yIjpudWxsLCJMaW5lV2VpZ2h0IjowLjAsIkxpbmVUeXBlIjowLCJQYXJlbnRTdHlsZSI6bnVsbH0sIlBhcmVudFN0eWxlIjpudWxsfSwiRGF0ZUZvcm1hdCI6eyIkaWQiOiIxMDE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TMiLCJGb3JtYXQiOjAsIklzVmlzaWJsZSI6ZmFsc2UsIkxhc3RLbm93blZpc2liaWxpdHlTdGF0ZSI6ZmFsc2V9LCJJc1Zpc2libGUiOnRydWUsIlZhcmlhbmNlU3R5bGUiOnsiJGlkIjoiMTAxNCIsIlRleHRTdHlsZSI6eyIkaWQiOiIxMDE1IiwiRm9udFNldHRpbmdzIjp7IiRpZCI6IjEwMTYiLCJGb250U2l6ZSI6MTAsIkZvbnROYW1lIjoiQ2FsaWJyaSIsIklzQm9sZCI6ZmFsc2UsIklzSXRhbGljIjpmYWxzZSwiSXNVbmRlcmxpbmVkIjpmYWxzZSwiUGFyZW50U3R5bGUiOm51bGx9LCJBdXRvU2l6ZSI6MCwiRm9yZWdyb3VuZCI6eyIkaWQiOiIxMDE3IiwiQ29sb3IiOnsiJGlkIjoiMTA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E5IiwiVG9wIjowLjAsIkxlZnQiOjAuMCwiUmlnaHQiOjAuMCwiQm90dG9tIjowLjB9LCJQYWRkaW5nIjp7IiRpZCI6IjEwMjAiLCJUb3AiOjAuMCwiTGVmdCI6MC4wLCJSaWdodCI6MC4wLCJCb3R0b20iOjAuMH0sIkJhY2tncm91bmQiOnsiJGlkIjoiMTAyMSIsIkNvbG9yIjp7IiRpZCI6IjEwMjIiLCJBIjoyNTUsIlIiOjAsIkciOjAsIkIiOjB9fSwiSXNWaXNpYmxlIjp0cnVlLCJXaWR0aCI6MC4wLCJIZWlnaHQiOjAuMCwiQm9yZGVyU3R5bGUiOnsiJGlkIjoiMTAyMyIsIkxpbmVDb2xvciI6bnVsbCwiTGluZVdlaWdodCI6MC4wLCJMaW5lVHlwZSI6MCwiUGFyZW50U3R5bGUiOm51bGx9LCJQYXJlbnRTdHlsZSI6bnVsbH0sIlBhcmVudFN0eWxlIjpudWxsfSwiUGFyZW50U3R5bGUiOm51bGwsIl9leHBsaWNpdGx5U2V0Ijp7IiRpZCI6IjEwMj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MDI1IiwiU2hhcGUiOjEsIkNvbm5lY3Rvck1hcmdpbiI6eyIkaWQiOiIxMDI2IiwiVG9wIjowLjAsIkxlZnQiOjIuMCwiUmlnaHQiOjIuMCwiQm90dG9tIjowLjB9LCJDb25uZWN0b3JTdHlsZSI6eyIkaWQiOiIxMDI3IiwiTGluZUNvbG9yIjp7IiRpZCI6IjEwMjgiLCIkdHlwZSI6Ik5MUkUuQ29tbW9uLkRvbS5Tb2xpZENvbG9yQnJ1c2gsIE5MUkUuQ29tbW9uIiwiQ29sb3IiOnsiJGlkIjoiMTAyOSIsIkEiOjEyNywiUiI6NTYsIkciOjg2LCJCIjozNX19LCJMaW5lV2VpZ2h0IjoxLjAsIkxpbmVUeXBlIjowLCJQYXJlbnRTdHlsZSI6bnVsbH0sIklzQmVsb3dUaW1lYmFuZCI6ZmFsc2UsIlBvc2l0aW9uT25UYXNrIjoxLCJIaWRlRGF0ZSI6ZmFsc2UsIlNoYXBlU2l6ZSI6MCwiU3BhY2luZyI6MC4wLCJQYWRkaW5nIjp7IiRpZCI6IjEwMzAiLCJUb3AiOjUuMCwiTGVmdCI6My4wLCJSaWdodCI6MC4wLCJCb3R0b20iOjIuMH0sIlNoYXBlU3R5bGUiOnsiJGlkIjoiMTAzMSIsIk1hcmdpbiI6eyIkaWQiOiIxMDMyIiwiVG9wIjowLjAsIkxlZnQiOjAuMCwiUmlnaHQiOjAuMCwiQm90dG9tIjowLjB9LCJQYWRkaW5nIjp7IiRpZCI6IjEwMzMiLCJUb3AiOjAuMCwiTGVmdCI6MC4wLCJSaWdodCI6MC4wLCJCb3R0b20iOjAuMH0sIkJhY2tncm91bmQiOnsiJGlkIjoiMTAzNCIsIkNvbG9yIjp7IiRpZCI6IjEwMzUiLCJBIjoyNTUsIlIiOjU2LCJHIjo4NiwiQiI6MzV9fSwiSXNWaXNpYmxlIjp0cnVlLCJXaWR0aCI6MTIuMCwiSGVpZ2h0IjoxNC4wLCJCb3JkZXJTdHlsZSI6eyIkaWQiOiIxMDM2IiwiTGluZUNvbG9yIjp7IiRpZCI6IjEwMzciLCIkdHlwZSI6Ik5MUkUuQ29tbW9uLkRvbS5Tb2xpZENvbG9yQnJ1c2gsIE5MUkUuQ29tbW9uIiwiQ29sb3IiOnsiJGlkIjoiMTAzOCIsIkEiOjI1NSwiUiI6MjU1LCJHIjoyNTUsIkIiOjI1NX19LCJMaW5lV2VpZ2h0IjowLjAsIkxpbmVUeXBlIjowLCJQYXJlbnRTdHlsZSI6bnVsbH0sIlBhcmVudFN0eWxlIjpudWxsfSwiVGl0bGVTdHlsZSI6eyIkaWQiOiIxMDM5IiwiRm9udFNldHRpbmdzIjp7IiRpZCI6IjEwNDAiLCJGb250U2l6ZSI6MTEsIkZvbnROYW1lIjoiQ2FsaWJyaSIsIklzQm9sZCI6ZmFsc2UsIklzSXRhbGljIjpmYWxzZSwiSXNVbmRlcmxpbmVkIjpmYWxzZSwiUGFyZW50U3R5bGUiOm51bGx9LCJBdXRvU2l6ZSI6MCwiRm9yZWdyb3VuZCI6eyIkaWQiOiIxMDQxIiwiQ29sb3IiOnsiJGlkIjoiMTA0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DQzIiwiVG9wIjowLjAsIkxlZnQiOjAuMCwiUmlnaHQiOjAuMCwiQm90dG9tIjowLjB9LCJQYWRkaW5nIjp7IiRpZCI6IjEwNDQiLCJUb3AiOjAuMCwiTGVmdCI6MC4wLCJSaWdodCI6MC4wLCJCb3R0b20iOjAuMH0sIkJhY2tncm91bmQiOnsiJGlkIjoiMTA0NSIsIkNvbG9yIjp7IiRpZCI6IjEwNDYiLCJBIjoyNTUsIlIiOjAsIkciOjAsIkIiOjB9fSwiSXNWaXNpYmxlIjp0cnVlLCJXaWR0aCI6MC4wLCJIZWlnaHQiOjAuMCwiQm9yZGVyU3R5bGUiOnsiJGlkIjoiMTA0NyIsIkxpbmVDb2xvciI6bnVsbCwiTGluZVdlaWdodCI6MC4wLCJMaW5lVHlwZSI6MCwiUGFyZW50U3R5bGUiOm51bGx9LCJQYXJlbnRTdHlsZSI6bnVsbH0sIkRhdGVTdHlsZSI6eyIkaWQiOiIxMDQ4IiwiRm9udFNldHRpbmdzIjp7IiRpZCI6IjEwNDkiLCJGb250U2l6ZSI6MTAsIkZvbnROYW1lIjoiQ2FsaWJyaSIsIklzQm9sZCI6ZmFsc2UsIklzSXRhbGljIjpmYWxzZSwiSXNVbmRlcmxpbmVkIjpmYWxzZSwiUGFyZW50U3R5bGUiOm51bGx9LCJBdXRvU2l6ZSI6MCwiRm9yZWdyb3VuZCI6eyIkaWQiOiIxMDUwIiwiQ29sb3IiOnsiJGlkIjoiMTA1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A1MiIsIlRvcCI6MC4wLCJMZWZ0IjowLjAsIlJpZ2h0IjowLjAsIkJvdHRvbSI6MC4wfSwiUGFkZGluZyI6eyIkaWQiOiIxMDUzIiwiVG9wIjowLjAsIkxlZnQiOjAuMCwiUmlnaHQiOjAuMCwiQm90dG9tIjowLjB9LCJCYWNrZ3JvdW5kIjp7IiRpZCI6IjEwNTQiLCJDb2xvciI6eyIkaWQiOiIxMDU1IiwiQSI6MjU1LCJSIjo2OCwiRyI6ODQsIkIiOjEwNn19LCJJc1Zpc2libGUiOnRydWUsIldpZHRoIjowLjAsIkhlaWdodCI6MC4wLCJCb3JkZXJTdHlsZSI6eyIkaWQiOiIxMDU2IiwiTGluZUNvbG9yIjpudWxsLCJMaW5lV2VpZ2h0IjowLjAsIkxpbmVUeXBlIjowLCJQYXJlbnRTdHlsZSI6bnVsbH0sIlBhcmVudFN0eWxlIjpudWxsfSwiRGF0ZUZvcm1hdCI6eyIkaWQiOiIxMDU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4IiwiRm9ybWF0IjowLCJJc1Zpc2libGUiOmZhbHNlLCJMYXN0S25vd25WaXNpYmlsaXR5U3RhdGUiOmZhbHNlfSwiSXNWaXNpYmxlIjpmYWxzZSwiVmFyaWFuY2VTdHlsZSI6eyIkaWQiOiIxMDU5IiwiVGV4dFN0eWxlIjp7IiRpZCI6IjEwNjAiLCJGb250U2V0dGluZ3MiOnsiJGlkIjoiMTA2MSIsIkZvbnRTaXplIjoxMCwiRm9udE5hbWUiOiJDYWxpYnJpIiwiSXNCb2xkIjpmYWxzZSwiSXNJdGFsaWMiOmZhbHNlLCJJc1VuZGVybGluZWQiOmZhbHNlLCJQYXJlbnRTdHlsZSI6bnVsbH0sIkF1dG9TaXplIjowLCJGb3JlZ3JvdW5kIjp7IiRpZCI6IjEwNjIiLCJDb2xvciI6eyIkaWQiOiIxMD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jQiLCJUb3AiOjAuMCwiTGVmdCI6MC4wLCJSaWdodCI6MC4wLCJCb3R0b20iOjAuMH0sIlBhZGRpbmciOnsiJGlkIjoiMTA2NSIsIlRvcCI6MC4wLCJMZWZ0IjowLjAsIlJpZ2h0IjowLjAsIkJvdHRvbSI6MC4wfSwiQmFja2dyb3VuZCI6eyIkaWQiOiIxMDY2IiwiQ29sb3IiOnsiJGlkIjoiMTA2NyIsIkEiOjI1NSwiUiI6MCwiRyI6MCwiQiI6MH19LCJJc1Zpc2libGUiOnRydWUsIldpZHRoIjowLjAsIkhlaWdodCI6MC4wLCJCb3JkZXJTdHlsZSI6eyIkaWQiOiIxMDY4IiwiTGluZUNvbG9yIjpudWxsLCJMaW5lV2VpZ2h0IjowLjAsIkxpbmVUeXBlIjowLCJQYXJlbnRTdHlsZSI6bnVsbH0sIlBhcmVudFN0eWxlIjpudWxsfSwiUGFyZW50U3R5bGUiOm51bGx9LCJQYXJlbnRTdHlsZSI6bnVsbH0sIkRlZmF1bHRTd2ltbGFuZU1pbGVzdG9uZVN0eWxlIjp7IiRpZCI6IjEwNjkiLCJUaXRsZVBvc2l0aW9uIjoiTGVmdCIsIkRhdGVQb3NpdGlvbiI6IlJpZ2h0IiwiVmFyaWFuY2VQb3NpdGlvbiI6IlJpZ2h0IiwiU2hhcGVUeXBlIjoxLCJTaGFwZVNpemUiOjAsIlNwYWNpbmciOjUsIlNoYXBlU3R5bGUiOnsiJGlkIjoiMTA3MCIsIk1hcmdpbiI6eyIkaWQiOiIxMDcxIiwiVG9wIjowLjAsIkxlZnQiOjAuMCwiUmlnaHQiOjAuMCwiQm90dG9tIjowLjB9LCJQYWRkaW5nIjp7IiRpZCI6IjEwNzIiLCJUb3AiOjAuMCwiTGVmdCI6MC4wLCJSaWdodCI6MC4wLCJCb3R0b20iOjAuMH0sIkJhY2tncm91bmQiOnsiJGlkIjoiMTA3MyIsIkNvbG9yIjp7IiRpZCI6IjEwNzQiLCJBIjoyNTUsIlIiOjExMiwiRyI6MTczLCJCIjo3MX19LCJJc1Zpc2libGUiOnRydWUsIldpZHRoIjoxMi4wLCJIZWlnaHQiOjE0LjAsIkJvcmRlclN0eWxlIjp7IiRpZCI6IjEwNzUiLCJMaW5lQ29sb3IiOnsiJGlkIjoiMTA3NiIsIiR0eXBlIjoiTkxSRS5Db21tb24uRG9tLlNvbGlkQ29sb3JCcnVzaCwgTkxSRS5Db21tb24iLCJDb2xvciI6eyIkaWQiOiIxMDc3IiwiQSI6MjU1LCJSIjoyMzQsIkciOjIyLCJCIjozMH19LCJMaW5lV2VpZ2h0IjowLjAsIkxpbmVUeXBlIjowLCJQYXJlbnRTdHlsZSI6bnVsbH0sIlBhcmVudFN0eWxlIjpudWxsfSwiVGl0bGVTdHlsZSI6eyIkaWQiOiIxMDc4IiwiRm9udFNldHRpbmdzIjp7IiRpZCI6IjEwNzkiLCJGb250U2l6ZSI6MTEsIkZvbnROYW1lIjoiQ2FsaWJyaSIsIklzQm9sZCI6ZmFsc2UsIklzSXRhbGljIjpmYWxzZSwiSXNVbmRlcmxpbmVkIjpmYWxzZSwiUGFyZW50U3R5bGUiOm51bGx9LCJBdXRvU2l6ZSI6MCwiRm9yZWdyb3VuZCI6eyIkaWQiOiIxMDgwIiwiQ29sb3IiOnsiJGlkIjoiMTA4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MDgyIiwiVG9wIjowLjAsIkxlZnQiOjAuMCwiUmlnaHQiOjAuMCwiQm90dG9tIjowLjB9LCJQYWRkaW5nIjp7IiRpZCI6IjEwODMiLCJUb3AiOjAuMCwiTGVmdCI6MC4wLCJSaWdodCI6MC4wLCJCb3R0b20iOjAuMH0sIkJhY2tncm91bmQiOnsiJGlkIjoiMTA4NCIsIkNvbG9yIjp7IiRpZCI6IjEwODUiLCJBIjoyNTUsIlIiOjAsIkciOjAsIkIiOjB9fSwiSXNWaXNpYmxlIjp0cnVlLCJXaWR0aCI6MC4wLCJIZWlnaHQiOjAuMCwiQm9yZGVyU3R5bGUiOnsiJGlkIjoiMTA4NiIsIkxpbmVDb2xvciI6bnVsbCwiTGluZVdlaWdodCI6MC4wLCJMaW5lVHlwZSI6MCwiUGFyZW50U3R5bGUiOm51bGx9LCJQYXJlbnRTdHlsZSI6bnVsbH0sIkRhdGVTdHlsZSI6eyIkaWQiOiIxMDg3IiwiRm9udFNldHRpbmdzIjp7IiRpZCI6IjEwODgiLCJGb250U2l6ZSI6MTAsIkZvbnROYW1lIjoiQ2FsaWJyaSIsIklzQm9sZCI6ZmFsc2UsIklzSXRhbGljIjpmYWxzZSwiSXNVbmRlcmxpbmVkIjpmYWxzZSwiUGFyZW50U3R5bGUiOm51bGx9LCJBdXRvU2l6ZSI6MCwiRm9yZWdyb3VuZCI6eyIkaWQiOiIxMDg5IiwiQ29sb3IiOnsiJGlkIjoiMTA5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TA5MSIsIlRvcCI6MC4wLCJMZWZ0IjowLjAsIlJpZ2h0IjowLjAsIkJvdHRvbSI6MC4wfSwiUGFkZGluZyI6eyIkaWQiOiIxMDkyIiwiVG9wIjowLjAsIkxlZnQiOjAuMCwiUmlnaHQiOjAuMCwiQm90dG9tIjowLjB9LCJCYWNrZ3JvdW5kIjp7IiRpZCI6IjEwOTMiLCJDb2xvciI6eyIkaWQiOiIxMDk0IiwiQSI6MjU1LCJSIjo2OCwiRyI6ODQsIkIiOjEwNn19LCJJc1Zpc2libGUiOnRydWUsIldpZHRoIjowLjAsIkhlaWdodCI6MC4wLCJCb3JkZXJTdHlsZSI6eyIkaWQiOiIxMDk1IiwiTGluZUNvbG9yIjpudWxsLCJMaW5lV2VpZ2h0IjowLjAsIkxpbmVUeXBlIjowLCJQYXJlbnRTdHlsZSI6bnVsbH0sIlBhcmVudFN0eWxlIjpudWxsfSwiRGF0ZUZvcm1hdCI6eyIkaWQiOiIxMDk2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ciLCJGb3JtYXQiOjAsIklzVmlzaWJsZSI6ZmFsc2UsIkxhc3RLbm93blZpc2liaWxpdHlTdGF0ZSI6ZmFsc2V9LCJJc1Zpc2libGUiOnRydWUsIlZhcmlhbmNlU3R5bGUiOnsiJGlkIjoiMTA5OCIsIlRleHRTdHlsZSI6eyIkaWQiOiIxMDk5IiwiRm9udFNldHRpbmdzIjp7IiRpZCI6IjExMDAiLCJGb250U2l6ZSI6MTAsIkZvbnROYW1lIjoiQ2FsaWJyaSIsIklzQm9sZCI6ZmFsc2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yNTUsIlIiOjAsIkciOjAsIkIiOjB9fSwiSXNWaXNpYmxlIjp0cnVlLCJXaWR0aCI6MC4wLCJIZWlnaHQiOjAuMCwiQm9yZGVyU3R5bGUiOnsiJGlkIjoiMTEwNyIsIkxpbmVDb2xvciI6bnVsbCwiTGluZVdlaWdodCI6MC4wLCJMaW5lVHlwZSI6MCwiUGFyZW50U3R5bGUiOm51bGx9LCJQYXJlbnRTdHlsZSI6bnVsbH0sIlBhcmVudFN0eWxlIjpudWxsfSwiUGFyZW50U3R5bGUiOm51bGx9LCJEZWZhdWx0U3dpbWxhbmVBY3Rpdml0eVN0eWxlIjp7IiRpZCI6IjExMDgiLCJIZWFkZXJTdHlsZSI6eyIkaWQiOiIxMTA5IiwiVGV4dFN0eWxlIjp7IiRpZCI6IjExMTAiLCJGb250U2V0dGluZ3MiOnsiJGlkIjoiMTExMSIsIkZvbnRTaXplIjoxMSwiRm9udE5hbWUiOiJDYWxpYnJpIiwiSXNCb2xkIjpmYWxzZSwiSXNJdGFsaWMiOmZhbHNlLCJJc1VuZGVybGluZWQiOmZhbHNlLCJQYXJlbnRTdHlsZSI6bnVsbH0sIkF1dG9TaXplIjoyLCJGb3JlZ3JvdW5kIjp7IiRpZCI6IjExMTIiLCJDb2xvciI6eyIkaWQiOiIxMTEz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ExNCIsIlRvcCI6MC4wLCJMZWZ0IjowLjAsIlJpZ2h0IjowLjAsIkJvdHRvbSI6MC4wfSwiUGFkZGluZyI6eyIkaWQiOiIxMTE1IiwiVG9wIjowLjAsIkxlZnQiOjAuMCwiUmlnaHQiOjAuMCwiQm90dG9tIjowLjB9LCJCYWNrZ3JvdW5kIjp7IiRpZCI6IjExMTYiLCJDb2xvciI6eyIkaWQiOiIxMTE3IiwiQSI6MjU1LCJSIjo2NCwiRyI6NjQsIkIiOjY0fX0sIklzVmlzaWJsZSI6dHJ1ZSwiV2lkdGgiOjAuMCwiSGVpZ2h0IjowLjAsIkJvcmRlclN0eWxlIjpudWxsLCJQYXJlbnRTdHlsZSI6bnVsbH0sIlJlY3RhbmdsZVN0eWxlIjp7IiRpZCI6IjExMTgiLCJNYXJnaW4iOnsiJGlkIjoiMTExOSIsIlRvcCI6MC4wLCJMZWZ0IjowLjAsIlJpZ2h0IjowLjAsIkJvdHRvbSI6MC4wfSwiUGFkZGluZyI6eyIkaWQiOiIxMTIwIiwiVG9wIjowLjAsIkxlZnQiOjAuMCwiUmlnaHQiOjAuMCwiQm90dG9tIjowLjB9LCJCYWNrZ3JvdW5kIjp7IiRpZCI6IjExMjEiLCJDb2xvciI6eyIkaWQiOiIxMTIyIiwiQSI6MTI3LCJSIjoxMTIsIkciOjE3MywiQiI6NzF9fSwiSXNWaXNpYmxlIjp0cnVlLCJXaWR0aCI6MC4wLCJIZWlnaHQiOjAuMCwiQm9yZGVyU3R5bGUiOnsiJGlkIjoiMTEyMyIsIkxpbmVDb2xvciI6eyIkaWQiOiIxMTI0IiwiJHR5cGUiOiJOTFJFLkNvbW1vbi5Eb20uU29saWRDb2xvckJydXNoLCBOTFJFLkNvbW1vbiIsIkNvbG9yIjp7IiRpZCI6IjExMjUiLCJBIjoyNTUsIlIiOjI1NSwiRyI6MjU1LCJCIjoyNTV9fSwiTGluZVdlaWdodCI6MC4wLCJMaW5lVHlwZSI6MCwiUGFyZW50U3R5bGUiOm51bGx9LCJQYXJlbnRTdHlsZSI6bnVsbH0sIk1hcmdpbiI6eyIkaWQiOiIxMTI2IiwiVG9wIjowLjAsIkxlZnQiOjAuMCwiUmlnaHQiOjAuMCwiQm90dG9tIjowLjB9LCJQYWRkaW5nIjp7IiRpZCI6IjExMjciLCJUb3AiOjAuMCwiTGVmdCI6MC4wLCJSaWdodCI6MC4wLCJCb3R0b20iOjAuMH0sIkJhY2tncm91bmQiOm51bGwsIklzVmlzaWJsZSI6dHJ1ZSwiV2lkdGgiOjAuMCwiSGVpZ2h0IjowLjAsIkJvcmRlclN0eWxlIjpudWxsLCJQYXJlbnRTdHlsZSI6bnVsbH0sIkJhY2tncm91bmRTdHlsZSI6eyIkaWQiOiIxMTI4IiwiTWFyZ2luIjp7IiRpZCI6IjExMjkiLCJUb3AiOjAuMCwiTGVmdCI6MC4wLCJSaWdodCI6MC4wLCJCb3R0b20iOjAuMH0sIlBhZGRpbmciOnsiJGlkIjoiMTEzMCIsIlRvcCI6MC4wLCJMZWZ0IjowLjAsIlJpZ2h0IjowLjAsIkJvdHRvbSI6MC4wfSwiQmFja2dyb3VuZCI6eyIkaWQiOiIxMTMxIiwiQ29sb3IiOnsiJGlkIjoiMTEzMiIsIkEiOjUxLCJSIjoyMDAsIkciOjIwMCwiQiI6MjAwfX0sIklzVmlzaWJsZSI6dHJ1ZSwiV2lkdGgiOjAuMCwiSGVpZ2h0IjowLjAsIkJvcmRlclN0eWxlIjp7IiRpZCI6IjExMzMiLCJMaW5lQ29sb3IiOnsiJGlkIjoiMTEzNCIsIiR0eXBlIjoiTkxSRS5Db21tb24uRG9tLlNvbGlkQ29sb3JCcnVzaCwgTkxSRS5Db21tb24iLCJDb2xvciI6eyIkaWQiOiIxMTM1IiwiQSI6MjU1LCJSIjoyMzQsIkciOjIyLCJCIjozMH19LCJMaW5lV2VpZ2h0IjowLjAsIkxpbmVUeXBlIjowLCJQYXJlbnRTdHlsZSI6bnVsbH0sIlBhcmVudFN0eWxlIjpudWxsfSwiTWFyZ2luIjp7IiRpZCI6IjExMzYiLCJUb3AiOjAuMCwiTGVmdCI6MC4wLCJSaWdodCI6MC4wLCJCb3R0b20iOjAuMH0sIlBhZGRpbmciOnsiJGlkIjoiMTEzNyIsIlRvcCI6MC4wLCJMZWZ0IjowLjAsIlJpZ2h0IjowLjAsIkJvdHRvbSI6MC4wfSwiSXNWaXNpYmxlIjp0cnVlLCJXaWR0aCI6MC4wLCJIZWlnaHQiOjAuMCwiQm9yZGVyU3R5bGUiOnsiJGlkIjoiMTEzOCIsIkxpbmVDb2xvciI6bnVsbCwiTGluZVdlaWdodCI6MC4wLCJMaW5lVHlwZSI6MCwiUGFyZW50U3R5bGUiOm51bGx9LCJQYXJlbnRTdHlsZSI6bnVsbH0sIk1hcmdpbiI6eyIkaWQiOiIxMTM5IiwiVG9wIjowLjAsIkxlZnQiOjAuMCwiUmlnaHQiOjAuMCwiQm90dG9tIjowLjB9LCJQYWRkaW5nIjp7IiRpZCI6IjExNDAiLCJUb3AiOjAuMCwiTGVmdCI6MC4wLCJSaWdodCI6MC4wLCJCb3R0b20iOjAuMH0sIklzVmlzaWJsZSI6ZmFsc2UsIldpZHRoIjowLjAsIkhlaWdodCI6MC4wLCJCb3JkZXJTdHlsZSI6eyIkaWQiOiIxMTQxIiwiTGluZUNvbG9yIjpudWxsLCJMaW5lV2VpZ2h0IjowLjAsIkxpbmVUeXBlIjowLCJQYXJlbnRTdHlsZSI6bnVsbH0sIlBhcmVudFN0eWxlIjpudWxsfX0seyIkaWQiOiIxMTQyIiwiX2FjdGl2aXRpZXMiOlt7IiRpZCI6IjExNDMiLCJfcm93cyI6W3siJGlkIjoiMTE0NCIsIl90YXNrcyI6W3siJGlkIjoiMTE0NSIsIl9hdHRhY2hlZE1pbGVzdG9uZXMiOltdLCJUYXNrRGVmaW5pdGlvbiI6eyIkaWQiOiIxMTQ2IiwiR3JvdXBOYW1lIjpudWxsLCJTdGFydERhdGUiOiIyMDI2LTA1LTEwVDAwOjAwOjAwIiwiRW5kRGF0ZSI6IjIwMjYtMDYtMTRUMjM6NTk6MDAiLCJQZXJjZW50YWdlQ29tcGxldGUiOm51bGwsIlN0eWxlIjp7IiRpZCI6IjExNDciLCJTaGFwZSI6MSwiU2hhcGVUaGlja25lc3MiOjAsIkR1cmF0aW9uRm9ybWF0IjowLCJJbmNsdWRlTm9uV29ya2luZ0RheXNJbkR1cmF0aW9uIjpmYWxzZSwiUGVyY2VudGFnZUNvbXBsZXRlU3R5bGUiOnsiJGlkIjoiMTE0OCIsIkZvbnRTZXR0aW5ncyI6eyIkaWQiOiIxMTQ5IiwiRm9udFNpemUiOjEwLCJGb250TmFtZSI6IkNhbGlicmkiLCJJc0JvbGQiOmZhbHNlLCJJc0l0YWxpYyI6ZmFsc2UsIklzVW5kZXJsaW5lZCI6ZmFsc2UsIlBhcmVudFN0eWxlIjpudWxsfSwiQXV0b1NpemUiOjAsIkZvcmVncm91bmQiOnsiJGlkIjoiMTE1MCIsIkNvbG9yIjp7IiRpZCI6IjExNTE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E1MiIsIlRvcCI6MC4wLCJMZWZ0IjowLjAsIlJpZ2h0IjowLjAsIkJvdHRvbSI6MC4wfSwiUGFkZGluZyI6eyIkaWQiOiIxMTUzIiwiVG9wIjowLjAsIkxlZnQiOjAuMCwiUmlnaHQiOjAuMCwiQm90dG9tIjowLjB9LCJCYWNrZ3JvdW5kIjp7IiRpZCI6IjExNTQiLCJDb2xvciI6eyIkaWQiOiIxMTU1IiwiQSI6ODksIlIiOjAsIkciOjAsIkIiOjB9fSwiSXNWaXNpYmxlIjp0cnVlLCJXaWR0aCI6MC4wLCJIZWlnaHQiOjAuMCwiQm9yZGVyU3R5bGUiOnsiJGlkIjoiMTE1NiIsIkxpbmVDb2xvciI6bnVsbCwiTGluZVdlaWdodCI6MC4wLCJMaW5lVHlwZSI6MCwiUGFyZW50U3R5bGUiOm51bGx9LCJQYXJlbnRTdHlsZSI6bnVsbH0sIkR1cmF0aW9uU3R5bGUiOnsiJGlkIjoiMTE1NyIsIkZvbnRTZXR0aW5ncyI6eyIkaWQiOiIxMTU4IiwiRm9udFNpemUiOjEwLCJGb250TmFtZSI6IkNhbGlicmkiLCJJc0JvbGQiOmZhbHNlLCJJc0l0YWxpYyI6ZmFsc2UsIklzVW5kZXJsaW5lZCI6ZmFsc2UsIlBhcmVudFN0eWxlIjpudWxsfSwiQXV0b1NpemUiOjAsIkZvcmVncm91bmQiOnsiJGlkIjoiMTE1OSIsIkNvbG9yIjp7IiRpZCI6IjExN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xNjEiLCJUb3AiOjAuMCwiTGVmdCI6MC4wLCJSaWdodCI6MC4wLCJCb3R0b20iOjAuMH0sIlBhZGRpbmciOnsiJGlkIjoiMTE2MiIsIlRvcCI6MC4wLCJMZWZ0IjowLjAsIlJpZ2h0IjowLjAsIkJvdHRvbSI6MC4wfSwiQmFja2dyb3VuZCI6eyIkaWQiOiIxMTYzIiwiQ29sb3IiOnsiJGlkIjoiMTE2NCIsIkEiOjI1NSwiUiI6NjgsIkciOjg0LCJCIjoxMDZ9fSwiSXNWaXNpYmxlIjp0cnVlLCJXaWR0aCI6MC4wLCJIZWlnaHQiOjAuMCwiQm9yZGVyU3R5bGUiOnsiJGlkIjoiMTE2NSIsIkxpbmVDb2xvciI6bnVsbCwiTGluZVdlaWdodCI6MC4wLCJMaW5lVHlwZSI6MCwiUGFyZW50U3R5bGUiOm51bGx9LCJQYXJlbnRTdHlsZSI6bnVsbH0sIkhvcml6b250YWxDb25uZWN0b3JTdHlsZSI6eyIkaWQiOiIxMTY2IiwiTGluZUNvbG9yIjp7IiRpZCI6IjExNjciLCIkdHlwZSI6Ik5MUkUuQ29tbW9uLkRvbS5Tb2xpZENvbG9yQnJ1c2gsIE5MUkUuQ29tbW9uIiwiQ29sb3IiOnsiJGlkIjoiMTE2OCIsIkEiOjI1NSwiUiI6MCwiRyI6MCwiQiI6MH19LCJMaW5lV2VpZ2h0IjowLjAsIkxpbmVUeXBlIjowLCJQYXJlbnRTdHlsZSI6bnVsbH0sIlZlcnRpY2FsQ29ubmVjdG9yU3R5bGUiOnsiJGlkIjoiMTE2OSIsIkxpbmVDb2xvciI6eyIkaWQiOiIxMTcwIiwiJHR5cGUiOiJOTFJFLkNvbW1vbi5Eb20uU29saWRDb2xvckJydXNoLCBOTFJFLkNvbW1vbiIsIkNvbG9yIjp7IiRpZCI6IjExN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xNzIiLCJTaGFwZVN0eWxlIjp7IiRpZCI6IjExNzMiLCJNYXJnaW4iOnsiJGlkIjoiMTE3NCIsIlRvcCI6MC4wLCJMZWZ0IjowLjAsIlJpZ2h0IjowLjAsIkJvdHRvbSI6MC4wfSwiUGFkZGluZyI6eyIkaWQiOiIxMTc1IiwiVG9wIjowLjAsIkxlZnQiOjAuMCwiUmlnaHQiOjAuMCwiQm90dG9tIjowLjB9LCJCYWNrZ3JvdW5kIjp7IiRpZCI6IjExNzYiLCJDb2xvciI6eyIkaWQiOiIxMTc3IiwiQSI6MTUzLCJSIjowLCJHIjowLCJCIjowfX0sIklzVmlzaWJsZSI6dHJ1ZSwiV2lkdGgiOjAuMCwiSGVpZ2h0IjowLjAsIkJvcmRlclN0eWxlIjpudWxsLCJQYXJlbnRTdHlsZSI6bnVsbH0sIk1hcmdpbiI6eyIkaWQiOiIxMTc4IiwiVG9wIjowLjAsIkxlZnQiOjAuMCwiUmlnaHQiOjAuMCwiQm90dG9tIjowLjB9LCJQYWRkaW5nIjp7IiRpZCI6IjExNzkiLCJUb3AiOjAuMCwiTGVmdCI6MC4wLCJSaWdodCI6MC4wLCJCb3R0b20iOjAuMH0sIkJhY2tncm91bmQiOm51bGwsIklzVmlzaWJsZSI6dHJ1ZSwiV2lkdGgiOjAuMCwiSGVpZ2h0IjowLjAsIkJvcmRlclN0eWxlIjpudWxsLCJQYXJlbnRTdHlsZSI6bnVsbH0sIlNoYXBlU3R5bGUiOnsiJGlkIjoiMTE4MCIsIk1hcmdpbiI6eyIkaWQiOiIxMTgxIiwiVG9wIjowLjAsIkxlZnQiOjQuMCwiUmlnaHQiOjQuMCwiQm90dG9tIjowLjB9LCJQYWRkaW5nIjp7IiRpZCI6IjExODIiLCJUb3AiOjAuMCwiTGVmdCI6MC4wLCJSaWdodCI6MC4wLCJCb3R0b20iOjAuMH0sIkJhY2tncm91bmQiOnsiJGlkIjoiMTE4MyIsIkNvbG9yIjp7IiRpZCI6IjExODQiLCJBIjoyNTUsIlIiOjE2NSwiRyI6MTY1LCJCIjoxNjV9fSwiSXNWaXNpYmxlIjp0cnVlLCJXaWR0aCI6MC4wLCJIZWlnaHQiOjEwLjAsIkJvcmRlclN0eWxlIjp7IiRpZCI6IjExODUiLCJMaW5lQ29sb3IiOnsiJGlkIjoiMTE4NiIsIiR0eXBlIjoiTkxSRS5Db21tb24uRG9tLlNvbGlkQ29sb3JCcnVzaCwgTkxSRS5Db21tb24iLCJDb2xvciI6eyIkaWQiOiIxMTg3IiwiQSI6MjU1LCJSIjoyMzQsIkciOjIyLCJCIjozMH19LCJMaW5lV2VpZ2h0IjowLjAsIkxpbmVUeXBlIjowLCJQYXJlbnRTdHlsZSI6bnVsbH0sIlBhcmVudFN0eWxlIjpudWxsfSwiVGl0bGVTdHlsZSI6eyIkaWQiOiIxMTg4IiwiRm9udFNldHRpbmdzIjp7IiRpZCI6IjExODkiLCJGb250U2l6ZSI6MTEsIkZvbnROYW1lIjoiVGl0aWxsaXVtIFdlYiIsIklzQm9sZCI6ZmFsc2UsIklzSXRhbGljIjpmYWxzZSwiSXNVbmRlcmxpbmVkIjpmYWxzZSwiUGFyZW50U3R5bGUiOm51bGx9LCJBdXRvU2l6ZSI6MCwiRm9yZWdyb3VuZCI6eyIkaWQiOiIxMTkwIiwiQ29sb3IiOnsiJGlkIjoiMTE5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xMTkyIiwiVG9wIjowLjAsIkxlZnQiOjAuMCwiUmlnaHQiOjAuMCwiQm90dG9tIjowLjB9LCJQYWRkaW5nIjp7IiRpZCI6IjExOTMiLCJUb3AiOjAuMCwiTGVmdCI6MC4wLCJSaWdodCI6MC4wLCJCb3R0b20iOjAuMH0sIkJhY2tncm91bmQiOnsiJGlkIjoiMTE5NCIsIkNvbG9yIjp7IiRpZCI6IjExOTUiLCJBIjowLCJSIjoyNTUsIkciOjI1NSwiQiI6MjU1fX0sIklzVmlzaWJsZSI6dHJ1ZSwiV2lkdGgiOjAuMCwiSGVpZ2h0IjowLjAsIkJvcmRlclN0eWxlIjp7IiRpZCI6IjExOTYiLCJMaW5lQ29sb3IiOm51bGwsIkxpbmVXZWlnaHQiOjAuMCwiTGluZVR5cGUiOjAsIlBhcmVudFN0eWxlIjpudWxsfSwiUGFyZW50U3R5bGUiOm51bGx9LCJEYXRlU3R5bGUiOnsiJGlkIjoiMTE5NyIsIkZvbnRTZXR0aW5ncyI6eyIkaWQiOiIxMTk4IiwiRm9udFNpemUiOjEwLCJGb250TmFtZSI6IlRpdGlsbGl1bSBXZWIiLCJJc0JvbGQiOmZhbHNlLCJJc0l0YWxpYyI6ZmFsc2UsIklzVW5kZXJsaW5lZCI6ZmFsc2UsIlBhcmVudFN0eWxlIjpudWxsfSwiQXV0b1NpemUiOjAsIkZvcmVncm91bmQiOnsiJGlkIjoiMTE5OSIsIkNvbG9yIjp7IiRpZCI6IjEyMD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TIwMSIsIlRvcCI6MC4wLCJMZWZ0IjowLjAsIlJpZ2h0IjowLjAsIkJvdHRvbSI6MC4wfSwiUGFkZGluZyI6eyIkaWQiOiIxMjAyIiwiVG9wIjowLjAsIkxlZnQiOjAuMCwiUmlnaHQiOjAuMCwiQm90dG9tIjowLjB9LCJCYWNrZ3JvdW5kIjp7IiRpZCI6IjEyMDMiLCJDb2xvciI6eyIkaWQiOiIxMjA0IiwiQSI6MCwiUiI6MjU1LCJHIjoyNTUsIkIiOjI1NX19LCJJc1Zpc2libGUiOnRydWUsIldpZHRoIjowLjAsIkhlaWdodCI6MC4wLCJCb3JkZXJTdHlsZSI6eyIkaWQiOiIxMjA1IiwiTGluZUNvbG9yIjpudWxsLCJMaW5lV2VpZ2h0IjowLjAsIkxpbmVUeXBlIjowLCJQYXJlbnRTdHlsZSI6bnVsbH0sIlBhcmVudFN0eWxlIjpudWxsfSwiRGF0ZUZvcm1hdCI6eyIkaWQiOiIx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DciLCJGb3JtYXQiOjAsIklzVmlzaWJsZSI6ZmFsc2UsIkxhc3RLbm93blZpc2liaWxpdHlTdGF0ZSI6ZmFsc2V9LCJJc1Zpc2libGUiOnRydWUsIlZhcmlhbmNlU3R5bGUiOnsiJGlkIjoiMTIwOCIsIlRleHRTdHlsZSI6eyIkaWQiOiIxMjA5IiwiRm9udFNldHRpbmdzIjp7IiRpZCI6IjEyMTAiLCJGb250U2l6ZSI6MTAsIkZvbnROYW1lIjoiQ2FsaWJyaSIsIklzQm9sZCI6ZmFsc2UsIklzSXRhbGljIjpmYWxzZSwiSXNVbmRlcmxpbmVkIjpmYWxzZSwiUGFyZW50U3R5bGUiOm51bGx9LCJBdXRvU2l6ZSI6MCwiRm9yZWdyb3VuZCI6eyIkaWQiOiIxMjExIiwiQ29sb3IiOnsiJGlkIjoiMTIx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EzIiwiVG9wIjowLjAsIkxlZnQiOjAuMCwiUmlnaHQiOjAuMCwiQm90dG9tIjowLjB9LCJQYWRkaW5nIjp7IiRpZCI6IjEyMTQiLCJUb3AiOjAuMCwiTGVmdCI6MC4wLCJSaWdodCI6MC4wLCJCb3R0b20iOjAuMH0sIkJhY2tncm91bmQiOnsiJGlkIjoiMTIxNSIsIkNvbG9yIjp7IiRpZCI6IjEyMTYiLCJBIjoyNTUsIlIiOjAsIkciOjAsIkIiOjB9fSwiSXNWaXNpYmxlIjp0cnVlLCJXaWR0aCI6MC4wLCJIZWlnaHQiOjAuMCwiQm9yZGVyU3R5bGUiOnsiJGlkIjoiMTIxNyIsIkxpbmVDb2xvciI6bnVsbCwiTGluZVdlaWdodCI6MC4wLCJMaW5lVHlwZSI6MCwiUGFyZW50U3R5bGUiOm51bGx9LCJQYXJlbnRTdHlsZSI6bnVsbH0sIlBhcmVudFN0eWxlIjpudWxsfSwiUGFyZW50U3R5bGUiOm51bGx9LCJJbmRleCI6OSwiU21hcnREdXJhdGlvbkFjdGl2YXRlZCI6ZmFsc2UsIkRhdGVGb3JtYXQiOnsiJHJlZiI6IjEyMDYifSwiV2Vla051bWJlcmluZyI6eyIkaWQiOiIxMjE4IiwiRm9ybWF0IjowLCJJc1Zpc2libGUiOmZhbHNlLCJMYXN0S25vd25WaXNpYmlsaXR5U3RhdGUiOmZhbHNlfSwiQmFzZWxpbmVEYXRhIjp7IiRpZCI6IjEyMTkiLCJTdGFydERhdGUiOiIyMDI2LTA1LTEwVDAwOjAwOjAwIiwiRW5kRGF0ZSI6IjIwMjYtMDYtMTRUMjM6NTk6MDAifSwiSWQiOiJiYTA4MGIzNi1jYzUxLTQxNTEtODU4YS1kNDQ5NGVmNWFiMjMiLCJJbXBvcnRJZCI6bnVsbCwiVGl0bGUiOiJQcm90b3RpcG8gbmF2ZWdhYmxlIChTcHJpbnQgMyB5IDQpIiwiTm90ZSI6bnVsbCwiSHlwZXJsaW5rIjp7IiRpZCI6IjEyMjAiLCJBZGRyZXNzIjoiIiwiU3ViQWRkcmVzcyI6IiJ9LCJJc0NoYW5nZWQiOmZhbHNlLCJJc05ldyI6ZmFsc2V9fV0sIl9taWxlc3RvbmVzIjpbXSwiSWQiOiIwMDAwMDAwMC0wMDAwLTAwMDAtMDAwMC0wMDAwMDAwMDAwMDAiLCJJc1NpbmdsZUl0ZW1Sb3ciOnRydWV9XSwiSW5kZXgiOjgsIklkIjoiMzBhZWZhYTUtODhhOS00ZmU3LWE2OTktODk1M2JlY2MyYjEwIiwiSGVhZGVyVGV4dCI6bnVsbCwiSXNEZWZhdWx0Ijp0cnVlLCJTdHlsZSI6eyIkaWQiOiIxMjIxIiwiSGVhZGVyU3R5bGUiOnsiJGlkIjoiMTIyMiIsIlRleHRTdHlsZSI6eyIkaWQiOiIxMjIzIiwiRm9udFNldHRpbmdzIjp7IiRpZCI6IjEyMjQiLCJGb250U2l6ZSI6MTEsIkZvbnROYW1lIjoiQ2FsaWJyaSIsIklzQm9sZCI6ZmFsc2UsIklzSXRhbGljIjpmYWxzZSwiSXNVbmRlcmxpbmVkIjpmYWxzZSwiUGFyZW50U3R5bGUiOm51bGx9LCJBdXRvU2l6ZSI6MiwiRm9yZWdyb3VuZCI6eyIkaWQiOiIxMjI1IiwiQ29sb3IiOnsiJGlkIjoiMTIy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yMjciLCJUb3AiOjAuMCwiTGVmdCI6MC4wLCJSaWdodCI6MC4wLCJCb3R0b20iOjAuMH0sIlBhZGRpbmciOnsiJGlkIjoiMTIyOCIsIlRvcCI6MC4wLCJMZWZ0IjowLjAsIlJpZ2h0IjowLjAsIkJvdHRvbSI6MC4wfSwiQmFja2dyb3VuZCI6eyIkaWQiOiIxMjI5IiwiQ29sb3IiOnsiJGlkIjoiMTIzMCIsIkEiOjI1NSwiUiI6NjQsIkciOjY0LCJCIjo2NH19LCJJc1Zpc2libGUiOnRydWUsIldpZHRoIjowLjAsIkhlaWdodCI6MC4wLCJCb3JkZXJTdHlsZSI6bnVsbCwiUGFyZW50U3R5bGUiOm51bGx9LCJSZWN0YW5nbGVTdHlsZSI6eyIkaWQiOiIxMjMxIiwiTWFyZ2luIjp7IiRpZCI6IjEyMzIiLCJUb3AiOjAuMCwiTGVmdCI6MC4wLCJSaWdodCI6MC4wLCJCb3R0b20iOjAuMH0sIlBhZGRpbmciOnsiJGlkIjoiMTIzMyIsIlRvcCI6MC4wLCJMZWZ0IjowLjAsIlJpZ2h0IjowLjAsIkJvdHRvbSI6MC4wfSwiQmFja2dyb3VuZCI6eyIkaWQiOiIxMjM0IiwiQ29sb3IiOnsiJGlkIjoiMTIzNSIsIkEiOjEyNywiUiI6MTY1LCJHIjoxNjUsIkIiOjE2NX19LCJJc1Zpc2libGUiOnRydWUsIldpZHRoIjowLjAsIkhlaWdodCI6MC4wLCJCb3JkZXJTdHlsZSI6eyIkaWQiOiIxMjM2IiwiTGluZUNvbG9yIjp7IiRpZCI6IjEyMzciLCIkdHlwZSI6Ik5MUkUuQ29tbW9uLkRvbS5Tb2xpZENvbG9yQnJ1c2gsIE5MUkUuQ29tbW9uIiwiQ29sb3IiOnsiJGlkIjoiMTIzOCIsIkEiOjI1NSwiUiI6MjU1LCJHIjowLCJCIjowfX0sIkxpbmVXZWlnaHQiOjAuMCwiTGluZVR5cGUiOjAsIlBhcmVudFN0eWxlIjpudWxsfSwiUGFyZW50U3R5bGUiOm51bGx9LCJNYXJnaW4iOnsiJGlkIjoiMTIzOSIsIlRvcCI6MC4wLCJMZWZ0IjowLjAsIlJpZ2h0IjowLjAsIkJvdHRvbSI6MC4wfSwiUGFkZGluZyI6eyIkaWQiOiIxMjQwIiwiVG9wIjowLjAsIkxlZnQiOjAuMCwiUmlnaHQiOjAuMCwiQm90dG9tIjowLjB9LCJCYWNrZ3JvdW5kIjpudWxsLCJJc1Zpc2libGUiOnRydWUsIldpZHRoIjowLjAsIkhlaWdodCI6MC4wLCJCb3JkZXJTdHlsZSI6bnVsbCwiUGFyZW50U3R5bGUiOm51bGx9LCJCYWNrZ3JvdW5kU3R5bGUiOnsiJGlkIjoiMTI0MSIsIk1hcmdpbiI6eyIkaWQiOiIxMjQyIiwiVG9wIjowLjAsIkxlZnQiOjAuMCwiUmlnaHQiOjAuMCwiQm90dG9tIjowLjB9LCJQYWRkaW5nIjp7IiRpZCI6IjEyNDMiLCJUb3AiOjAuMCwiTGVmdCI6MC4wLCJSaWdodCI6MC4wLCJCb3R0b20iOjAuMH0sIkJhY2tncm91bmQiOnsiJGlkIjoiMTI0NCIsIkNvbG9yIjp7IiRpZCI6IjEyNDUiLCJBIjo1MSwiUiI6MjAwLCJHIjoyMDAsIkIiOjIwMH19LCJJc1Zpc2libGUiOnRydWUsIldpZHRoIjowLjAsIkhlaWdodCI6MC4wLCJCb3JkZXJTdHlsZSI6eyIkaWQiOiIxMjQ2IiwiTGluZUNvbG9yIjp7IiRpZCI6IjEyNDciLCIkdHlwZSI6Ik5MUkUuQ29tbW9uLkRvbS5Tb2xpZENvbG9yQnJ1c2gsIE5MUkUuQ29tbW9uIiwiQ29sb3IiOnsiJGlkIjoiMTI0OCIsIkEiOjI1NSwiUiI6MjM0LCJHIjoyMiwiQiI6MzB9fSwiTGluZVdlaWdodCI6MC4wLCJMaW5lVHlwZSI6MCwiUGFyZW50U3R5bGUiOm51bGx9LCJQYXJlbnRTdHlsZSI6bnVsbH0sIk1hcmdpbiI6eyIkaWQiOiIxMjQ5IiwiVG9wIjowLjAsIkxlZnQiOjAuMCwiUmlnaHQiOjAuMCwiQm90dG9tIjowLjB9LCJQYWRkaW5nIjp7IiRpZCI6IjEyNTAiLCJUb3AiOjAuMCwiTGVmdCI6MC4wLCJSaWdodCI6MC4wLCJCb3R0b20iOjAuMH0sIklzVmlzaWJsZSI6dHJ1ZSwiV2lkdGgiOjAuMCwiSGVpZ2h0IjowLjAsIkJvcmRlclN0eWxlIjp7IiRpZCI6IjEyNTEiLCJMaW5lQ29sb3IiOm51bGwsIkxpbmVXZWlnaHQiOjAuMCwiTGluZVR5cGUiOjAsIlBhcmVudFN0eWxlIjpudWxsfSwiUGFyZW50U3R5bGUiOm51bGx9fV0sIklkIjoiMWZkMzVkMGQtOGQ4MC00MGI3LWE5OWQtNWY2OTc1NjZhNmY5IiwiSW5kZXgiOjgsIkhlYWRlclRleHQiOiJVWC9VSSBEcmFmdCIsIlN0eWxlIjp7IiRpZCI6IjEyNTIiLCJTdHlsZUlkIjoiMDcwMmRlYTgtYzExNC00ZDcxLWJlNDAtY2QzMDYyYzQ2OTcwIiwiSGVhZGVyU3R5bGUiOnsiJGlkIjoiMTI1MyIsIlRleHRJc1ZlcnRpY2FsIjpmYWxzZSwiVGV4dFN0eWxlIjp7IiRpZCI6IjEyNTQiLCJGb250U2V0dGluZ3MiOnsiJGlkIjoiMTI1NSIsIkZvbnRTaXplIjoxMSwiRm9udE5hbWUiOiJUaXRpbGxpdW0gV2ViIiwiSXNCb2xkIjpmYWxzZSwiSXNJdGFsaWMiOmZhbHNlLCJJc1VuZGVybGluZWQiOmZhbHNlLCJQYXJlbnRTdHlsZSI6bnVsbH0sIkF1dG9TaXplIjoyLCJGb3JlZ3JvdW5kIjp7IiRpZCI6IjEyNTYiLCJDb2xvciI6eyIkaWQiOiIxMjU3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I1OCIsIlRvcCI6MC4wLCJMZWZ0IjowLjAsIlJpZ2h0IjowLjAsIkJvdHRvbSI6MC4wfSwiUGFkZGluZyI6eyIkaWQiOiIxMjU5IiwiVG9wIjowLjAsIkxlZnQiOjAuMCwiUmlnaHQiOjAuMCwiQm90dG9tIjowLjB9LCJCYWNrZ3JvdW5kIjp7IiRpZCI6IjEyNjAiLCJDb2xvciI6eyIkaWQiOiIxMjYxIiwiQSI6MjU1LCJSIjoyNTUsIkciOjI1NSwiQiI6MjU1fX0sIklzVmlzaWJsZSI6dHJ1ZSwiV2lkdGgiOjAuMCwiSGVpZ2h0IjowLjAsIkJvcmRlclN0eWxlIjpudWxsLCJQYXJlbnRTdHlsZSI6bnVsbH0sIlJlY3RhbmdsZVN0eWxlIjp7IiRpZCI6IjEyNjIiLCJNYXJnaW4iOnsiJGlkIjoiMTI2MyIsIlRvcCI6MC4wLCJMZWZ0IjowLjAsIlJpZ2h0IjowLjAsIkJvdHRvbSI6MC4wfSwiUGFkZGluZyI6eyIkaWQiOiIxMjY0IiwiVG9wIjowLjAsIkxlZnQiOjAuMCwiUmlnaHQiOjAuMCwiQm90dG9tIjowLjB9LCJCYWNrZ3JvdW5kIjp7IiRpZCI6IjEyNjUiLCJDb2xvciI6eyIkaWQiOiIxMjY2IiwiQSI6MjU1LCJSIjoxNjUsIkciOjE2NSwiQiI6MTY1fX0sIklzVmlzaWJsZSI6dHJ1ZSwiV2lkdGgiOjAuMCwiSGVpZ2h0IjowLjAsIkJvcmRlclN0eWxlIjp7IiRpZCI6IjEyNjciLCJMaW5lQ29sb3IiOnsiJGlkIjoiMTI2OCIsIiR0eXBlIjoiTkxSRS5Db21tb24uRG9tLlNvbGlkQ29sb3JCcnVzaCwgTkxSRS5Db21tb24iLCJDb2xvciI6eyIkaWQiOiIxMjY5IiwiQSI6MjU1LCJSIjoyNTUsIkciOjI1NSwiQiI6MjU1fX0sIkxpbmVXZWlnaHQiOjAuMCwiTGluZVR5cGUiOjAsIlBhcmVudFN0eWxlIjpudWxsfSwiUGFyZW50U3R5bGUiOm51bGx9LCJNYXJnaW4iOnsiJGlkIjoiMTI3MCIsIlRvcCI6MC4wLCJMZWZ0IjowLjAsIlJpZ2h0IjowLjAsIkJvdHRvbSI6MC4wfSwiUGFkZGluZyI6eyIkaWQiOiIxMjcxIiwiVG9wIjowLjAsIkxlZnQiOjAuMCwiUmlnaHQiOjAuMCwiQm90dG9tIjowLjB9LCJCYWNrZ3JvdW5kIjpudWxsLCJJc1Zpc2libGUiOnRydWUsIldpZHRoIjowLjAsIkhlaWdodCI6MC4wLCJCb3JkZXJTdHlsZSI6bnVsbCwiUGFyZW50U3R5bGUiOm51bGx9LCJCYWNrZ3JvdW5kU3R5bGUiOnsiJGlkIjoiMTI3MiIsIk1hcmdpbiI6eyIkaWQiOiIxMjczIiwiVG9wIjowLjAsIkxlZnQiOjAuMCwiUmlnaHQiOjAuMCwiQm90dG9tIjowLjB9LCJQYWRkaW5nIjp7IiRpZCI6IjEyNzQiLCJUb3AiOjAuMCwiTGVmdCI6MC4wLCJSaWdodCI6MC4wLCJCb3R0b20iOjAuMH0sIkJhY2tncm91bmQiOnsiJGlkIjoiMTI3NSIsIkNvbG9yIjp7IiRpZCI6IjEyNzYiLCJBIjo1MSwiUiI6MjAwLCJHIjoyMDAsIkIiOjIwMH19LCJJc1Zpc2libGUiOnRydWUsIldpZHRoIjowLjAsIkhlaWdodCI6MC4wLCJCb3JkZXJTdHlsZSI6eyIkaWQiOiIxMjc3IiwiTGluZUNvbG9yIjp7IiRpZCI6IjEyNzgiLCIkdHlwZSI6Ik5MUkUuQ29tbW9uLkRvbS5Tb2xpZENvbG9yQnJ1c2gsIE5MUkUuQ29tbW9uIiwiQ29sb3IiOnsiJGlkIjoiMTI3OSIsIkEiOjI1NSwiUiI6MjM0LCJHIjoyMiwiQiI6MzB9fSwiTGluZVdlaWdodCI6MC4wLCJMaW5lVHlwZSI6MCwiUGFyZW50U3R5bGUiOm51bGx9LCJQYXJlbnRTdHlsZSI6bnVsbH0sIklzQWJvdmVUaW1lYmFuZCI6ZmFsc2UsIlNwYWNpbmciOjIsIkRlZmF1bHRTd2ltbGFuZVRhc2tTdHlsZSI6eyIkaWQiOiIxMjgwIiwiJHR5cGUiOiJOTFJFLkNvbW1vbi5Eb20uU3R5bGVzLkV4cGxpY2l0U2V0YWJsZVRhc2tTdHlsZSwgTkxSRS5Db21tb24iLCJTaGFwZSI6MSwiU2hhcGVUaGlja25lc3MiOjAsIkR1cmF0aW9uRm9ybWF0IjowLCJJbmNsdWRlTm9uV29ya2luZ0RheXNJbkR1cmF0aW9uIjpmYWxzZSwiUGVyY2VudGFnZUNvbXBsZXRlU3R5bGUiOnsiJGlkIjoiMTI4MSIsIkZvbnRTZXR0aW5ncyI6eyIkaWQiOiIxMjgyIiwiRm9udFNpemUiOjEwLCJGb250TmFtZSI6IkNhbGlicmkiLCJJc0JvbGQiOmZhbHNlLCJJc0l0YWxpYyI6ZmFsc2UsIklzVW5kZXJsaW5lZCI6ZmFsc2UsIlBhcmVudFN0eWxlIjpudWxsfSwiQXV0b1NpemUiOjAsIkZvcmVncm91bmQiOnsiJGlkIjoiMTI4MyIsIkNvbG9yIjp7IiRpZCI6IjEyO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4NSIsIlRvcCI6MC4wLCJMZWZ0IjowLjAsIlJpZ2h0IjowLjAsIkJvdHRvbSI6MC4wfSwiUGFkZGluZyI6eyIkaWQiOiIxMjg2IiwiVG9wIjowLjAsIkxlZnQiOjAuMCwiUmlnaHQiOjAuMCwiQm90dG9tIjowLjB9LCJCYWNrZ3JvdW5kIjp7IiRpZCI6IjEyODciLCJDb2xvciI6eyIkaWQiOiIxMjg4IiwiQSI6ODksIlIiOjAsIkciOjAsIkIiOjB9fSwiSXNWaXNpYmxlIjp0cnVlLCJXaWR0aCI6MC4wLCJIZWlnaHQiOjAuMCwiQm9yZGVyU3R5bGUiOnsiJGlkIjoiMTI4OSIsIkxpbmVDb2xvciI6bnVsbCwiTGluZVdlaWdodCI6MC4wLCJMaW5lVHlwZSI6MCwiUGFyZW50U3R5bGUiOm51bGx9LCJQYXJlbnRTdHlsZSI6bnVsbH0sIkR1cmF0aW9uU3R5bGUiOnsiJGlkIjoiMTI5MCIsIkZvbnRTZXR0aW5ncyI6eyIkaWQiOiIxMjkxIiwiRm9udFNpemUiOjEwLCJGb250TmFtZSI6IkNhbGlicmkiLCJJc0JvbGQiOmZhbHNlLCJJc0l0YWxpYyI6ZmFsc2UsIklzVW5kZXJsaW5lZCI6ZmFsc2UsIlBhcmVudFN0eWxlIjpudWxsfSwiQXV0b1NpemUiOjAsIkZvcmVncm91bmQiOnsiJGlkIjoiMTI5MiIsIkNvbG9yIjp7IiRpZCI6IjEyO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yOTQiLCJUb3AiOjAuMCwiTGVmdCI6MC4wLCJSaWdodCI6MC4wLCJCb3R0b20iOjAuMH0sIlBhZGRpbmciOnsiJGlkIjoiMTI5NSIsIlRvcCI6MC4wLCJMZWZ0IjowLjAsIlJpZ2h0IjowLjAsIkJvdHRvbSI6MC4wfSwiQmFja2dyb3VuZCI6eyIkaWQiOiIxMjk2IiwiQ29sb3IiOnsiJGlkIjoiMTI5NyIsIkEiOjI1NSwiUiI6NjgsIkciOjg0LCJCIjoxMDZ9fSwiSXNWaXNpYmxlIjp0cnVlLCJXaWR0aCI6MC4wLCJIZWlnaHQiOjAuMCwiQm9yZGVyU3R5bGUiOnsiJGlkIjoiMTI5OCIsIkxpbmVDb2xvciI6bnVsbCwiTGluZVdlaWdodCI6MC4wLCJMaW5lVHlwZSI6MCwiUGFyZW50U3R5bGUiOm51bGx9LCJQYXJlbnRTdHlsZSI6bnVsbH0sIkhvcml6b250YWxDb25uZWN0b3JTdHlsZSI6eyIkaWQiOiIxMjk5IiwiTGluZUNvbG9yIjp7IiRpZCI6IjEzMDAiLCIkdHlwZSI6Ik5MUkUuQ29tbW9uLkRvbS5Tb2xpZENvbG9yQnJ1c2gsIE5MUkUuQ29tbW9uIiwiQ29sb3IiOnsiJGlkIjoiMTMwMSIsIkEiOjI1NSwiUiI6MCwiRyI6MCwiQiI6MH19LCJMaW5lV2VpZ2h0IjowLjAsIkxpbmVUeXBlIjowLCJQYXJlbnRTdHlsZSI6bnVsbH0sIlZlcnRpY2FsQ29ubmVjdG9yU3R5bGUiOnsiJGlkIjoiMTMwMiIsIkxpbmVDb2xvciI6eyIkaWQiOiIxMzAzIiwiJHR5cGUiOiJOTFJFLkNvbW1vbi5Eb20uU29saWRDb2xvckJydXNoLCBOTFJFLkNvbW1vbiIsIkNvbG9yIjp7IiRpZCI6IjEzMD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MzA1IiwiU2hhcGVTdHlsZSI6eyIkaWQiOiIxMzA2IiwiTWFyZ2luIjp7IiRpZCI6IjEzMDciLCJUb3AiOjAuMCwiTGVmdCI6MC4wLCJSaWdodCI6MC4wLCJCb3R0b20iOjAuMH0sIlBhZGRpbmciOnsiJGlkIjoiMTMwOCIsIlRvcCI6MC4wLCJMZWZ0IjowLjAsIlJpZ2h0IjowLjAsIkJvdHRvbSI6MC4wfSwiQmFja2dyb3VuZCI6eyIkaWQiOiIxMzA5IiwiQ29sb3IiOnsiJGlkIjoiMTMxMCIsIkEiOjE1MywiUiI6MCwiRyI6MCwiQiI6MH19LCJJc1Zpc2libGUiOnRydWUsIldpZHRoIjowLjAsIkhlaWdodCI6MC4wLCJCb3JkZXJTdHlsZSI6eyIkaWQiOiIxMzExIiwiTGluZUNvbG9yIjp7IiRpZCI6IjEzMTIiLCIkdHlwZSI6Ik5MUkUuQ29tbW9uLkRvbS5Tb2xpZENvbG9yQnJ1c2gsIE5MUkUuQ29tbW9uIiwiQ29sb3IiOnsiJGlkIjoiMTMxMyIsIkEiOjI1NSwiUiI6MjU1LCJHIjowLCJCIjowfX0sIkxpbmVXZWlnaHQiOjAuMCwiTGluZVR5cGUiOjAsIlBhcmVudFN0eWxlIjpudWxsfSwiUGFyZW50U3R5bGUiOm51bGx9LCJNYXJnaW4iOnsiJGlkIjoiMTMxNCIsIlRvcCI6MC4wLCJMZWZ0IjowLjAsIlJpZ2h0IjowLjAsIkJvdHRvbSI6MC4wfSwiUGFkZGluZyI6eyIkaWQiOiIxMzE1IiwiVG9wIjowLjAsIkxlZnQiOjAuMCwiUmlnaHQiOjAuMCwiQm90dG9tIjowLjB9LCJCYWNrZ3JvdW5kIjpudWxsLCJJc1Zpc2libGUiOnRydWUsIldpZHRoIjowLjAsIkhlaWdodCI6MC4wLCJCb3JkZXJTdHlsZSI6bnVsbCwiUGFyZW50U3R5bGUiOm51bGx9LCJTaGFwZVN0eWxlIjp7IiRpZCI6IjEzMTYiLCJNYXJnaW4iOnsiJGlkIjoiMTMxNyIsIlRvcCI6MC4wLCJMZWZ0Ijo0LjAsIlJpZ2h0Ijo0LjAsIkJvdHRvbSI6MC4wfSwiUGFkZGluZyI6eyIkaWQiOiIxMzE4IiwiVG9wIjowLjAsIkxlZnQiOjAuMCwiUmlnaHQiOjAuMCwiQm90dG9tIjowLjB9LCJCYWNrZ3JvdW5kIjp7IiRpZCI6IjEzMTkiLCJDb2xvciI6eyIkaWQiOiIxMzIwIiwiQSI6MjU1LCJSIjoxNjUsIkciOjE2NSwiQiI6MTY1fX0sIklzVmlzaWJsZSI6dHJ1ZSwiV2lkdGgiOjAuMCwiSGVpZ2h0IjoxMC4wLCJCb3JkZXJTdHlsZSI6eyIkaWQiOiIxMzIxIiwiTGluZUNvbG9yIjp7IiRpZCI6IjEzMjIiLCIkdHlwZSI6Ik5MUkUuQ29tbW9uLkRvbS5Tb2xpZENvbG9yQnJ1c2gsIE5MUkUuQ29tbW9uIiwiQ29sb3IiOnsiJGlkIjoiMTMyMyIsIkEiOjI1NSwiUiI6MjM0LCJHIjoyMiwiQiI6MzB9fSwiTGluZVdlaWdodCI6MC4wLCJMaW5lVHlwZSI6MCwiUGFyZW50U3R5bGUiOm51bGx9LCJQYXJlbnRTdHlsZSI6bnVsbH0sIlRpdGxlU3R5bGUiOnsiJGlkIjoiMTMyNCIsIkZvbnRTZXR0aW5ncyI6eyIkaWQiOiIxMzI1IiwiRm9udFNpemUiOjExLCJGb250TmFtZSI6IkNhbGlicmkiLCJJc0JvbGQiOmZhbHNlLCJJc0l0YWxpYyI6ZmFsc2UsIklzVW5kZXJsaW5lZCI6ZmFsc2UsIlBhcmVudFN0eWxlIjpudWxsfSwiQXV0b1NpemUiOjAsIkZvcmVncm91bmQiOnsiJGlkIjoiMTMyNiIsIkNvbG9yIjp7IiRpZCI6IjEzMj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yOCIsIlRvcCI6MC4wLCJMZWZ0IjowLjAsIlJpZ2h0IjowLjAsIkJvdHRvbSI6MC4wfSwiUGFkZGluZyI6eyIkaWQiOiIxMzI5IiwiVG9wIjowLjAsIkxlZnQiOjAuMCwiUmlnaHQiOjAuMCwiQm90dG9tIjowLjB9LCJCYWNrZ3JvdW5kIjp7IiRpZCI6IjEzMzAiLCJDb2xvciI6eyIkaWQiOiIxMzMxIiwiQSI6MjU1LCJSIjowLCJHIjowLCJCIjowfX0sIklzVmlzaWJsZSI6dHJ1ZSwiV2lkdGgiOjAuMCwiSGVpZ2h0IjowLjAsIkJvcmRlclN0eWxlIjp7IiRpZCI6IjEzMzIiLCJMaW5lQ29sb3IiOm51bGwsIkxpbmVXZWlnaHQiOjAuMCwiTGluZVR5cGUiOjAsIlBhcmVudFN0eWxlIjpudWxsfSwiUGFyZW50U3R5bGUiOm51bGx9LCJEYXRlU3R5bGUiOnsiJGlkIjoiMTMzMyIsIkZvbnRTZXR0aW5ncyI6eyIkaWQiOiIxMzM0IiwiRm9udFNpemUiOjEwLCJGb250TmFtZSI6IkNhbGlicmkiLCJJc0JvbGQiOmZhbHNlLCJJc0l0YWxpYyI6ZmFsc2UsIklzVW5kZXJsaW5lZCI6ZmFsc2UsIlBhcmVudFN0eWxlIjpudWxsfSwiQXV0b1NpemUiOjAsIkZvcmVncm91bmQiOnsiJGlkIjoiMTMzNSIsIkNvbG9yIjp7IiRpZCI6IjEzMzY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EzMzciLCJUb3AiOjAuMCwiTGVmdCI6MC4wLCJSaWdodCI6MC4wLCJCb3R0b20iOjAuMH0sIlBhZGRpbmciOnsiJGlkIjoiMTMzOCIsIlRvcCI6MC4wLCJMZWZ0IjowLjAsIlJpZ2h0IjowLjAsIkJvdHRvbSI6MC4wfSwiQmFja2dyb3VuZCI6eyIkaWQiOiIxMzM5IiwiQ29sb3IiOnsiJGlkIjoiMTM0MCIsIkEiOjI1NSwiUiI6NjgsIkciOjg0LCJCIjoxMDZ9fSwiSXNWaXNpYmxlIjp0cnVlLCJXaWR0aCI6MC4wLCJIZWlnaHQiOjAuMCwiQm9yZGVyU3R5bGUiOnsiJGlkIjoiMTM0MSIsIkxpbmVDb2xvciI6bnVsbCwiTGluZVdlaWdodCI6MC4wLCJMaW5lVHlwZSI6MCwiUGFyZW50U3R5bGUiOm51bGx9LCJQYXJlbnRTdHlsZSI6bnVsbH0sIkRhdGVGb3JtYXQiOnsiJGlkIjoiMTM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QzIiwiRm9ybWF0IjowLCJJc1Zpc2libGUiOmZhbHNlLCJMYXN0S25vd25WaXNpYmlsaXR5U3RhdGUiOmZhbHNlfSwiSXNWaXNpYmxlIjp0cnVlLCJWYXJpYW5jZVN0eWxlIjp7IiRpZCI6IjEzNDQiLCJUZXh0U3R5bGUiOnsiJGlkIjoiMTM0NSIsIkZvbnRTZXR0aW5ncyI6eyIkaWQiOiIxMzQ2IiwiRm9udFNpemUiOjEwLCJGb250TmFtZSI6IkNhbGlicmkiLCJJc0JvbGQiOmZhbHNlLCJJc0l0YWxpYyI6ZmFsc2UsIklzVW5kZXJsaW5lZCI6ZmFsc2UsIlBhcmVudFN0eWxlIjpudWxsfSwiQXV0b1NpemUiOjAsIkZvcmVncm91bmQiOnsiJGlkIjoiMTM0NyIsIkNvbG9yIjp7IiRpZCI6IjEzN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0OSIsIlRvcCI6MC4wLCJMZWZ0IjowLjAsIlJpZ2h0IjowLjAsIkJvdHRvbSI6MC4wfSwiUGFkZGluZyI6eyIkaWQiOiIxMzUwIiwiVG9wIjowLjAsIkxlZnQiOjAuMCwiUmlnaHQiOjAuMCwiQm90dG9tIjowLjB9LCJCYWNrZ3JvdW5kIjp7IiRpZCI6IjEzNTEiLCJDb2xvciI6eyIkaWQiOiIxMzUyIiwiQSI6MjU1LCJSIjowLCJHIjowLCJCIjowfX0sIklzVmlzaWJsZSI6dHJ1ZSwiV2lkdGgiOjAuMCwiSGVpZ2h0IjowLjAsIkJvcmRlclN0eWxlIjp7IiRpZCI6IjEzNTMiLCJMaW5lQ29sb3IiOm51bGwsIkxpbmVXZWlnaHQiOjAuMCwiTGluZVR5cGUiOjAsIlBhcmVudFN0eWxlIjpudWxsfSwiUGFyZW50U3R5bGUiOm51bGx9LCJQYXJlbnRTdHlsZSI6bnVsbH0sIlBhcmVudFN0eWxlIjpudWxsLCJfZXhwbGljaXRseVNldCI6eyIkaWQiOiIxMzU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M1NSIsIlNoYXBlIjoxLCJDb25uZWN0b3JNYXJnaW4iOnsiJGlkIjoiMTM1NiIsIlRvcCI6MC4wLCJMZWZ0IjoyLjAsIlJpZ2h0IjoyLjAsIkJvdHRvbSI6MC4wfSwiQ29ubmVjdG9yU3R5bGUiOnsiJGlkIjoiMTM1NyIsIkxpbmVDb2xvciI6eyIkaWQiOiIxMzU4IiwiJHR5cGUiOiJOTFJFLkNvbW1vbi5Eb20uU29saWRDb2xvckJydXNoLCBOTFJFLkNvbW1vbiIsIkNvbG9yIjp7IiRpZCI6IjEzNTkiLCJBIjoxMjcsIlIiOjU3LCJHIjo1NywiQiI6NTd9fSwiTGluZVdlaWdodCI6MS4wLCJMaW5lVHlwZSI6MCwiUGFyZW50U3R5bGUiOm51bGx9LCJJc0JlbG93VGltZWJhbmQiOmZhbHNlLCJQb3NpdGlvbk9uVGFzayI6MSwiSGlkZURhdGUiOmZhbHNlLCJTaGFwZVNpemUiOjAsIlNwYWNpbmciOjAuMCwiUGFkZGluZyI6eyIkaWQiOiIxMzYwIiwiVG9wIjo1LjAsIkxlZnQiOjMuMCwiUmlnaHQiOjAuMCwiQm90dG9tIjoyLjB9LCJTaGFwZVN0eWxlIjp7IiRpZCI6IjEzNjEiLCJNYXJnaW4iOnsiJGlkIjoiMTM2MiIsIlRvcCI6MC4wLCJMZWZ0IjowLjAsIlJpZ2h0IjowLjAsIkJvdHRvbSI6MC4wfSwiUGFkZGluZyI6eyIkaWQiOiIxMzYzIiwiVG9wIjowLjAsIkxlZnQiOjAuMCwiUmlnaHQiOjAuMCwiQm90dG9tIjowLjB9LCJCYWNrZ3JvdW5kIjp7IiRpZCI6IjEzNjQiLCJDb2xvciI6eyIkaWQiOiIxMzY1IiwiQSI6MjU1LCJSIjo1NywiRyI6NTcsIkIiOjU3fX0sIklzVmlzaWJsZSI6dHJ1ZSwiV2lkdGgiOjEyLjAsIkhlaWdodCI6MTQuMCwiQm9yZGVyU3R5bGUiOnsiJGlkIjoiMTM2NiIsIkxpbmVDb2xvciI6eyIkaWQiOiIxMzY3IiwiJHR5cGUiOiJOTFJFLkNvbW1vbi5Eb20uU29saWRDb2xvckJydXNoLCBOTFJFLkNvbW1vbiIsIkNvbG9yIjp7IiRpZCI6IjEzNjgiLCJBIjoyNTUsIlIiOjI1NSwiRyI6MCwiQiI6MH19LCJMaW5lV2VpZ2h0IjowLjAsIkxpbmVUeXBlIjowLCJQYXJlbnRTdHlsZSI6bnVsbH0sIlBhcmVudFN0eWxlIjpudWxsfSwiVGl0bGVTdHlsZSI6eyIkaWQiOiIxMzY5IiwiRm9udFNldHRpbmdzIjp7IiRpZCI6IjEzNzAiLCJGb250U2l6ZSI6MTEsIkZvbnROYW1lIjoiQ2FsaWJyaSIsIklzQm9sZCI6ZmFsc2UsIklzSXRhbGljIjpmYWxzZSwiSXNVbmRlcmxpbmVkIjpmYWxzZSwiUGFyZW50U3R5bGUiOm51bGx9LCJBdXRvU2l6ZSI6MCwiRm9yZWdyb3VuZCI6eyIkaWQiOiIxMzcxIiwiQ29sb3IiOnsiJGlkIjoiMTM3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zczIiwiVG9wIjowLjAsIkxlZnQiOjAuMCwiUmlnaHQiOjAuMCwiQm90dG9tIjowLjB9LCJQYWRkaW5nIjp7IiRpZCI6IjEzNzQiLCJUb3AiOjAuMCwiTGVmdCI6MC4wLCJSaWdodCI6MC4wLCJCb3R0b20iOjAuMH0sIkJhY2tncm91bmQiOnsiJGlkIjoiMTM3NSIsIkNvbG9yIjp7IiRpZCI6IjEzNzYiLCJBIjoyNTUsIlIiOjAsIkciOjAsIkIiOjB9fSwiSXNWaXNpYmxlIjp0cnVlLCJXaWR0aCI6MC4wLCJIZWlnaHQiOjAuMCwiQm9yZGVyU3R5bGUiOnsiJGlkIjoiMTM3NyIsIkxpbmVDb2xvciI6bnVsbCwiTGluZVdlaWdodCI6MC4wLCJMaW5lVHlwZSI6MCwiUGFyZW50U3R5bGUiOm51bGx9LCJQYXJlbnRTdHlsZSI6bnVsbH0sIkRhdGVTdHlsZSI6eyIkaWQiOiIxMzc4IiwiRm9udFNldHRpbmdzIjp7IiRpZCI6IjEzNzkiLCJGb250U2l6ZSI6MTAsIkZvbnROYW1lIjoiQ2FsaWJyaSIsIklzQm9sZCI6ZmFsc2UsIklzSXRhbGljIjpmYWxzZSwiSXNVbmRlcmxpbmVkIjpmYWxzZSwiUGFyZW50U3R5bGUiOm51bGx9LCJBdXRvU2l6ZSI6MCwiRm9yZWdyb3VuZCI6eyIkaWQiOiIxMzgwIiwiQ29sb3IiOnsiJGlkIjoiMTM4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M4MiIsIlRvcCI6MC4wLCJMZWZ0IjowLjAsIlJpZ2h0IjowLjAsIkJvdHRvbSI6MC4wfSwiUGFkZGluZyI6eyIkaWQiOiIxMzgzIiwiVG9wIjowLjAsIkxlZnQiOjAuMCwiUmlnaHQiOjAuMCwiQm90dG9tIjowLjB9LCJCYWNrZ3JvdW5kIjp7IiRpZCI6IjEzODQiLCJDb2xvciI6eyIkaWQiOiIxMzg1IiwiQSI6MjU1LCJSIjo2OCwiRyI6ODQsIkIiOjEwNn19LCJJc1Zpc2libGUiOnRydWUsIldpZHRoIjowLjAsIkhlaWdodCI6MC4wLCJCb3JkZXJTdHlsZSI6eyIkaWQiOiIxMzg2IiwiTGluZUNvbG9yIjpudWxsLCJMaW5lV2VpZ2h0IjowLjAsIkxpbmVUeXBlIjowLCJQYXJlbnRTdHlsZSI6bnVsbH0sIlBhcmVudFN0eWxlIjpudWxsfSwiRGF0ZUZvcm1hdCI6eyIkaWQiOiIxMzg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g4IiwiRm9ybWF0IjowLCJJc1Zpc2libGUiOmZhbHNlLCJMYXN0S25vd25WaXNpYmlsaXR5U3RhdGUiOmZhbHNlfSwiSXNWaXNpYmxlIjpmYWxzZSwiVmFyaWFuY2VTdHlsZSI6eyIkaWQiOiIxMzg5IiwiVGV4dFN0eWxlIjp7IiRpZCI6IjEzOTAiLCJGb250U2V0dGluZ3MiOnsiJGlkIjoiMTM5MSIsIkZvbnRTaXplIjoxMCwiRm9udE5hbWUiOiJDYWxpYnJpIiwiSXNCb2xkIjpmYWxzZSwiSXNJdGFsaWMiOmZhbHNlLCJJc1VuZGVybGluZWQiOmZhbHNlLCJQYXJlbnRTdHlsZSI6bnVsbH0sIkF1dG9TaXplIjowLCJGb3JlZ3JvdW5kIjp7IiRpZCI6IjEzOTIiLCJDb2xvciI6eyIkaWQiOiIxMzk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OTQiLCJUb3AiOjAuMCwiTGVmdCI6MC4wLCJSaWdodCI6MC4wLCJCb3R0b20iOjAuMH0sIlBhZGRpbmciOnsiJGlkIjoiMTM5NSIsIlRvcCI6MC4wLCJMZWZ0IjowLjAsIlJpZ2h0IjowLjAsIkJvdHRvbSI6MC4wfSwiQmFja2dyb3VuZCI6eyIkaWQiOiIxMzk2IiwiQ29sb3IiOnsiJGlkIjoiMTM5NyIsIkEiOjI1NSwiUiI6MCwiRyI6MCwiQiI6MH19LCJJc1Zpc2libGUiOnRydWUsIldpZHRoIjowLjAsIkhlaWdodCI6MC4wLCJCb3JkZXJTdHlsZSI6eyIkaWQiOiIxMzk4IiwiTGluZUNvbG9yIjpudWxsLCJMaW5lV2VpZ2h0IjowLjAsIkxpbmVUeXBlIjowLCJQYXJlbnRTdHlsZSI6bnVsbH0sIlBhcmVudFN0eWxlIjpudWxsfSwiUGFyZW50U3R5bGUiOm51bGx9LCJQYXJlbnRTdHlsZSI6bnVsbH0sIkRlZmF1bHRTd2ltbGFuZU1pbGVzdG9uZVN0eWxlIjp7IiRpZCI6IjEzOTkiLCJUaXRsZVBvc2l0aW9uIjoiTGVmdCIsIkRhdGVQb3NpdGlvbiI6IlJpZ2h0IiwiVmFyaWFuY2VQb3NpdGlvbiI6IlJpZ2h0IiwiU2hhcGVUeXBlIjoxLCJTaGFwZVNpemUiOjAsIlNwYWNpbmciOjUsIlNoYXBlU3R5bGUiOnsiJGlkIjoiMTQwMCIsIk1hcmdpbiI6eyIkaWQiOiIxNDAxIiwiVG9wIjowLjAsIkxlZnQiOjAuMCwiUmlnaHQiOjAuMCwiQm90dG9tIjowLjB9LCJQYWRkaW5nIjp7IiRpZCI6IjE0MDIiLCJUb3AiOjAuMCwiTGVmdCI6MC4wLCJSaWdodCI6MC4wLCJCb3R0b20iOjAuMH0sIkJhY2tncm91bmQiOnsiJGlkIjoiMTQwMyIsIkNvbG9yIjp7IiRpZCI6IjE0MDQiLCJBIjoyNTUsIlIiOjE2NSwiRyI6MTY1LCJCIjoxNjV9fSwiSXNWaXNpYmxlIjp0cnVlLCJXaWR0aCI6MTIuMCwiSGVpZ2h0IjoxNC4wLCJCb3JkZXJTdHlsZSI6eyIkaWQiOiIxNDA1IiwiTGluZUNvbG9yIjp7IiRpZCI6IjE0MDYiLCIkdHlwZSI6Ik5MUkUuQ29tbW9uLkRvbS5Tb2xpZENvbG9yQnJ1c2gsIE5MUkUuQ29tbW9uIiwiQ29sb3IiOnsiJGlkIjoiMTQwNyIsIkEiOjI1NSwiUiI6MjM0LCJHIjoyMiwiQiI6MzB9fSwiTGluZVdlaWdodCI6MC4wLCJMaW5lVHlwZSI6MCwiUGFyZW50U3R5bGUiOm51bGx9LCJQYXJlbnRTdHlsZSI6bnVsbH0sIlRpdGxlU3R5bGUiOnsiJGlkIjoiMTQwOCIsIkZvbnRTZXR0aW5ncyI6eyIkaWQiOiIxNDA5IiwiRm9udFNpemUiOjExLCJGb250TmFtZSI6IkNhbGlicmkiLCJJc0JvbGQiOmZhbHNlLCJJc0l0YWxpYyI6ZmFsc2UsIklzVW5kZXJsaW5lZCI6ZmFsc2UsIlBhcmVudFN0eWxlIjpudWxsfSwiQXV0b1NpemUiOjAsIkZvcmVncm91bmQiOnsiJGlkIjoiMTQxMCIsIkNvbG9yIjp7IiRpZCI6IjE0MT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xMiIsIlRvcCI6MC4wLCJMZWZ0IjowLjAsIlJpZ2h0IjowLjAsIkJvdHRvbSI6MC4wfSwiUGFkZGluZyI6eyIkaWQiOiIxNDEzIiwiVG9wIjowLjAsIkxlZnQiOjAuMCwiUmlnaHQiOjAuMCwiQm90dG9tIjowLjB9LCJCYWNrZ3JvdW5kIjp7IiRpZCI6IjE0MTQiLCJDb2xvciI6eyIkaWQiOiIxNDE1IiwiQSI6MjU1LCJSIjowLCJHIjowLCJCIjowfX0sIklzVmlzaWJsZSI6dHJ1ZSwiV2lkdGgiOjAuMCwiSGVpZ2h0IjowLjAsIkJvcmRlclN0eWxlIjp7IiRpZCI6IjE0MTYiLCJMaW5lQ29sb3IiOm51bGwsIkxpbmVXZWlnaHQiOjAuMCwiTGluZVR5cGUiOjAsIlBhcmVudFN0eWxlIjpudWxsfSwiUGFyZW50U3R5bGUiOm51bGx9LCJEYXRlU3R5bGUiOnsiJGlkIjoiMTQxNyIsIkZvbnRTZXR0aW5ncyI6eyIkaWQiOiIxNDE4IiwiRm9udFNpemUiOjEwLCJGb250TmFtZSI6IkNhbGlicmkiLCJJc0JvbGQiOmZhbHNlLCJJc0l0YWxpYyI6ZmFsc2UsIklzVW5kZXJsaW5lZCI6ZmFsc2UsIlBhcmVudFN0eWxlIjpudWxsfSwiQXV0b1NpemUiOjAsIkZvcmVncm91bmQiOnsiJGlkIjoiMTQxOSIsIkNvbG9yIjp7IiRpZCI6IjE0M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0MjEiLCJUb3AiOjAuMCwiTGVmdCI6MC4wLCJSaWdodCI6MC4wLCJCb3R0b20iOjAuMH0sIlBhZGRpbmciOnsiJGlkIjoiMTQyMiIsIlRvcCI6MC4wLCJMZWZ0IjowLjAsIlJpZ2h0IjowLjAsIkJvdHRvbSI6MC4wfSwiQmFja2dyb3VuZCI6eyIkaWQiOiIxNDIzIiwiQ29sb3IiOnsiJGlkIjoiMTQyNCIsIkEiOjI1NSwiUiI6NjgsIkciOjg0LCJCIjoxMDZ9fSwiSXNWaXNpYmxlIjp0cnVlLCJXaWR0aCI6MC4wLCJIZWlnaHQiOjAuMCwiQm9yZGVyU3R5bGUiOnsiJGlkIjoiMTQyNSIsIkxpbmVDb2xvciI6bnVsbCwiTGluZVdlaWdodCI6MC4wLCJMaW5lVHlwZSI6MCwiUGFyZW50U3R5bGUiOm51bGx9LCJQYXJlbnRTdHlsZSI6bnVsbH0sIkRhdGVGb3JtYXQiOnsiJGlkIjoiMTQyNi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I3IiwiRm9ybWF0IjowLCJJc1Zpc2libGUiOmZhbHNlLCJMYXN0S25vd25WaXNpYmlsaXR5U3RhdGUiOmZhbHNlfSwiSXNWaXNpYmxlIjp0cnVlLCJWYXJpYW5jZVN0eWxlIjp7IiRpZCI6IjE0MjgiLCJUZXh0U3R5bGUiOnsiJGlkIjoiMTQyOSIsIkZvbnRTZXR0aW5ncyI6eyIkaWQiOiIxNDMwIiwiRm9udFNpemUiOjEwLCJGb250TmFtZSI6IkNhbGlicmkiLCJJc0JvbGQiOmZhbHNlLCJJc0l0YWxpYyI6ZmFsc2UsIklzVW5kZXJsaW5lZCI6ZmFsc2UsIlBhcmVudFN0eWxlIjpudWxsfSwiQXV0b1NpemUiOjAsIkZvcmVncm91bmQiOnsiJGlkIjoiMTQzMSIsIkNvbG9yIjp7IiRpZCI6IjE0M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zMyIsIlRvcCI6MC4wLCJMZWZ0IjowLjAsIlJpZ2h0IjowLjAsIkJvdHRvbSI6MC4wfSwiUGFkZGluZyI6eyIkaWQiOiIxNDM0IiwiVG9wIjowLjAsIkxlZnQiOjAuMCwiUmlnaHQiOjAuMCwiQm90dG9tIjowLjB9LCJCYWNrZ3JvdW5kIjp7IiRpZCI6IjE0MzUiLCJDb2xvciI6eyIkaWQiOiIxNDM2IiwiQSI6MjU1LCJSIjowLCJHIjowLCJCIjowfX0sIklzVmlzaWJsZSI6dHJ1ZSwiV2lkdGgiOjAuMCwiSGVpZ2h0IjowLjAsIkJvcmRlclN0eWxlIjp7IiRpZCI6IjE0MzciLCJMaW5lQ29sb3IiOm51bGwsIkxpbmVXZWlnaHQiOjAuMCwiTGluZVR5cGUiOjAsIlBhcmVudFN0eWxlIjpudWxsfSwiUGFyZW50U3R5bGUiOm51bGx9LCJQYXJlbnRTdHlsZSI6bnVsbH0sIlBhcmVudFN0eWxlIjpudWxsfSwiRGVmYXVsdFN3aW1sYW5lQWN0aXZpdHlTdHlsZSI6eyIkaWQiOiIxNDM4IiwiSGVhZGVyU3R5bGUiOnsiJGlkIjoiMTQzOSIsIlRleHRTdHlsZSI6eyIkaWQiOiIxNDQwIiwiRm9udFNldHRpbmdzIjp7IiRpZCI6IjE0NDEiLCJGb250U2l6ZSI6MTEsIkZvbnROYW1lIjoiQ2FsaWJyaSIsIklzQm9sZCI6ZmFsc2UsIklzSXRhbGljIjpmYWxzZSwiSXNVbmRlcmxpbmVkIjpmYWxzZSwiUGFyZW50U3R5bGUiOm51bGx9LCJBdXRvU2l6ZSI6MiwiRm9yZWdyb3VuZCI6eyIkaWQiOiIxNDQyIiwiQ29sb3IiOnsiJGlkIjoiMTQ0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0NDQiLCJUb3AiOjAuMCwiTGVmdCI6MC4wLCJSaWdodCI6MC4wLCJCb3R0b20iOjAuMH0sIlBhZGRpbmciOnsiJGlkIjoiMTQ0NSIsIlRvcCI6MC4wLCJMZWZ0IjowLjAsIlJpZ2h0IjowLjAsIkJvdHRvbSI6MC4wfSwiQmFja2dyb3VuZCI6eyIkaWQiOiIxNDQ2IiwiQ29sb3IiOnsiJGlkIjoiMTQ0NyIsIkEiOjI1NSwiUiI6NjQsIkciOjY0LCJCIjo2NH19LCJJc1Zpc2libGUiOnRydWUsIldpZHRoIjowLjAsIkhlaWdodCI6MC4wLCJCb3JkZXJTdHlsZSI6bnVsbCwiUGFyZW50U3R5bGUiOm51bGx9LCJSZWN0YW5nbGVTdHlsZSI6eyIkaWQiOiIxNDQ4IiwiTWFyZ2luIjp7IiRpZCI6IjE0NDkiLCJUb3AiOjAuMCwiTGVmdCI6MC4wLCJSaWdodCI6MC4wLCJCb3R0b20iOjAuMH0sIlBhZGRpbmciOnsiJGlkIjoiMTQ1MCIsIlRvcCI6MC4wLCJMZWZ0IjowLjAsIlJpZ2h0IjowLjAsIkJvdHRvbSI6MC4wfSwiQmFja2dyb3VuZCI6eyIkaWQiOiIxNDUxIiwiQ29sb3IiOnsiJGlkIjoiMTQ1MiIsIkEiOjEyNywiUiI6MTY1LCJHIjoxNjUsIkIiOjE2NX19LCJJc1Zpc2libGUiOnRydWUsIldpZHRoIjowLjAsIkhlaWdodCI6MC4wLCJCb3JkZXJTdHlsZSI6eyIkaWQiOiIxNDUzIiwiTGluZUNvbG9yIjp7IiRpZCI6IjE0NTQiLCIkdHlwZSI6Ik5MUkUuQ29tbW9uLkRvbS5Tb2xpZENvbG9yQnJ1c2gsIE5MUkUuQ29tbW9uIiwiQ29sb3IiOnsiJGlkIjoiMTQ1NSIsIkEiOjI1NSwiUiI6MjU1LCJHIjowLCJCIjowfX0sIkxpbmVXZWlnaHQiOjAuMCwiTGluZVR5cGUiOjAsIlBhcmVudFN0eWxlIjpudWxsfSwiUGFyZW50U3R5bGUiOm51bGx9LCJNYXJnaW4iOnsiJGlkIjoiMTQ1NiIsIlRvcCI6MC4wLCJMZWZ0IjowLjAsIlJpZ2h0IjowLjAsIkJvdHRvbSI6MC4wfSwiUGFkZGluZyI6eyIkaWQiOiIxNDU3IiwiVG9wIjowLjAsIkxlZnQiOjAuMCwiUmlnaHQiOjAuMCwiQm90dG9tIjowLjB9LCJCYWNrZ3JvdW5kIjpudWxsLCJJc1Zpc2libGUiOnRydWUsIldpZHRoIjowLjAsIkhlaWdodCI6MC4wLCJCb3JkZXJTdHlsZSI6bnVsbCwiUGFyZW50U3R5bGUiOm51bGx9LCJCYWNrZ3JvdW5kU3R5bGUiOnsiJGlkIjoiMTQ1OCIsIk1hcmdpbiI6eyIkaWQiOiIxNDU5IiwiVG9wIjowLjAsIkxlZnQiOjAuMCwiUmlnaHQiOjAuMCwiQm90dG9tIjowLjB9LCJQYWRkaW5nIjp7IiRpZCI6IjE0NjAiLCJUb3AiOjAuMCwiTGVmdCI6MC4wLCJSaWdodCI6MC4wLCJCb3R0b20iOjAuMH0sIkJhY2tncm91bmQiOnsiJGlkIjoiMTQ2MSIsIkNvbG9yIjp7IiRpZCI6IjE0NjIiLCJBIjo1MSwiUiI6MjAwLCJHIjoyMDAsIkIiOjIwMH19LCJJc1Zpc2libGUiOnRydWUsIldpZHRoIjowLjAsIkhlaWdodCI6MC4wLCJCb3JkZXJTdHlsZSI6eyIkaWQiOiIxNDYzIiwiTGluZUNvbG9yIjp7IiRpZCI6IjE0NjQiLCIkdHlwZSI6Ik5MUkUuQ29tbW9uLkRvbS5Tb2xpZENvbG9yQnJ1c2gsIE5MUkUuQ29tbW9uIiwiQ29sb3IiOnsiJGlkIjoiMTQ2NSIsIkEiOjI1NSwiUiI6MjM0LCJHIjoyMiwiQiI6MzB9fSwiTGluZVdlaWdodCI6MC4wLCJMaW5lVHlwZSI6MCwiUGFyZW50U3R5bGUiOm51bGx9LCJQYXJlbnRTdHlsZSI6bnVsbH0sIk1hcmdpbiI6eyIkaWQiOiIxNDY2IiwiVG9wIjowLjAsIkxlZnQiOjAuMCwiUmlnaHQiOjAuMCwiQm90dG9tIjowLjB9LCJQYWRkaW5nIjp7IiRpZCI6IjE0NjciLCJUb3AiOjAuMCwiTGVmdCI6MC4wLCJSaWdodCI6MC4wLCJCb3R0b20iOjAuMH0sIklzVmlzaWJsZSI6dHJ1ZSwiV2lkdGgiOjAuMCwiSGVpZ2h0IjowLjAsIkJvcmRlclN0eWxlIjp7IiRpZCI6IjE0NjgiLCJMaW5lQ29sb3IiOm51bGwsIkxpbmVXZWlnaHQiOjAuMCwiTGluZVR5cGUiOjAsIlBhcmVudFN0eWxlIjpudWxsfSwiUGFyZW50U3R5bGUiOm51bGx9LCJNYXJnaW4iOnsiJGlkIjoiMTQ2OSIsIlRvcCI6MC4wLCJMZWZ0IjowLjAsIlJpZ2h0IjowLjAsIkJvdHRvbSI6MC4wfSwiUGFkZGluZyI6eyIkaWQiOiIxNDcwIiwiVG9wIjowLjAsIkxlZnQiOjAuMCwiUmlnaHQiOjAuMCwiQm90dG9tIjowLjB9LCJJc1Zpc2libGUiOmZhbHNlLCJXaWR0aCI6MC4wLCJIZWlnaHQiOjAuMCwiQm9yZGVyU3R5bGUiOnsiJGlkIjoiMTQ3MSIsIkxpbmVDb2xvciI6bnVsbCwiTGluZVdlaWdodCI6MC4wLCJMaW5lVHlwZSI6MCwiUGFyZW50U3R5bGUiOm51bGx9LCJQYXJlbnRTdHlsZSI6bnVsbH19LHsiJGlkIjoiMTQ3MiIsIl9hY3Rpdml0aWVzIjpbeyIkaWQiOiIxNDczIiwiX3Jvd3MiOlt7IiRpZCI6IjE0NzQiLCJfdGFza3MiOlt7IiRpZCI6IjE0NzUiLCJfYXR0YWNoZWRNaWxlc3RvbmVzIjpbXSwiVGFza0RlZmluaXRpb24iOnsiJGlkIjoiMTQ3NiIsIkdyb3VwTmFtZSI6bnVsbCwiU3RhcnREYXRlIjoiMjAyNi0wNy0wMVQwMDowMDowMFoiLCJFbmREYXRlIjoiMjAyNi0wOS0zMFQyMzo1OTowMFoiLCJQZXJjZW50YWdlQ29tcGxldGUiOm51bGwsIlN0eWxlIjp7IiRpZCI6IjE0NzciLCJTaGFwZSI6MSwiU2hhcGVUaGlja25lc3MiOjAsIkR1cmF0aW9uRm9ybWF0IjowLCJJbmNsdWRlTm9uV29ya2luZ0RheXNJbkR1cmF0aW9uIjpmYWxzZSwiUGVyY2VudGFnZUNvbXBsZXRlU3R5bGUiOnsiJGlkIjoiMTQ3OCIsIkZvbnRTZXR0aW5ncyI6eyIkaWQiOiIxNDc5IiwiRm9udFNpemUiOjEwLCJGb250TmFtZSI6IkNhbGlicmkiLCJJc0JvbGQiOmZhbHNlLCJJc0l0YWxpYyI6ZmFsc2UsIklzVW5kZXJsaW5lZCI6ZmFsc2UsIlBhcmVudFN0eWxlIjpudWxsfSwiQXV0b1NpemUiOjAsIkZvcmVncm91bmQiOnsiJGlkIjoiMTQ4MCIsIkNvbG9yIjp7IiRpZCI6IjE0ODE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4MiIsIlRvcCI6MC4wLCJMZWZ0IjowLjAsIlJpZ2h0IjowLjAsIkJvdHRvbSI6MC4wfSwiUGFkZGluZyI6eyIkaWQiOiIxNDgzIiwiVG9wIjowLjAsIkxlZnQiOjAuMCwiUmlnaHQiOjAuMCwiQm90dG9tIjowLjB9LCJCYWNrZ3JvdW5kIjp7IiRpZCI6IjE0ODQiLCJDb2xvciI6eyIkaWQiOiIxNDg1IiwiQSI6ODksIlIiOjAsIkciOjAsIkIiOjB9fSwiSXNWaXNpYmxlIjp0cnVlLCJXaWR0aCI6MC4wLCJIZWlnaHQiOjAuMCwiQm9yZGVyU3R5bGUiOnsiJGlkIjoiMTQ4NiIsIkxpbmVDb2xvciI6bnVsbCwiTGluZVdlaWdodCI6MC4wLCJMaW5lVHlwZSI6MCwiUGFyZW50U3R5bGUiOm51bGx9LCJQYXJlbnRTdHlsZSI6bnVsbH0sIkR1cmF0aW9uU3R5bGUiOnsiJGlkIjoiMTQ4NyIsIkZvbnRTZXR0aW5ncyI6eyIkaWQiOiIxNDg4IiwiRm9udFNpemUiOjEwLCJGb250TmFtZSI6IkNhbGlicmkiLCJJc0JvbGQiOmZhbHNlLCJJc0l0YWxpYyI6ZmFsc2UsIklzVW5kZXJsaW5lZCI6ZmFsc2UsIlBhcmVudFN0eWxlIjpudWxsfSwiQXV0b1NpemUiOjAsIkZvcmVncm91bmQiOnsiJGlkIjoiMTQ4OSIsIkNvbG9yIjp7IiRpZCI6IjE0OT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0OTEiLCJUb3AiOjAuMCwiTGVmdCI6MC4wLCJSaWdodCI6MC4wLCJCb3R0b20iOjAuMH0sIlBhZGRpbmciOnsiJGlkIjoiMTQ5MiIsIlRvcCI6MC4wLCJMZWZ0IjowLjAsIlJpZ2h0IjowLjAsIkJvdHRvbSI6MC4wfSwiQmFja2dyb3VuZCI6eyIkaWQiOiIxNDkzIiwiQ29sb3IiOnsiJGlkIjoiMTQ5NCIsIkEiOjI1NSwiUiI6NjgsIkciOjg0LCJCIjoxMDZ9fSwiSXNWaXNpYmxlIjp0cnVlLCJXaWR0aCI6MC4wLCJIZWlnaHQiOjAuMCwiQm9yZGVyU3R5bGUiOnsiJGlkIjoiMTQ5NSIsIkxpbmVDb2xvciI6bnVsbCwiTGluZVdlaWdodCI6MC4wLCJMaW5lVHlwZSI6MCwiUGFyZW50U3R5bGUiOm51bGx9LCJQYXJlbnRTdHlsZSI6bnVsbH0sIkhvcml6b250YWxDb25uZWN0b3JTdHlsZSI6eyIkaWQiOiIxNDk2IiwiTGluZUNvbG9yIjp7IiRpZCI6IjE0OTciLCIkdHlwZSI6Ik5MUkUuQ29tbW9uLkRvbS5Tb2xpZENvbG9yQnJ1c2gsIE5MUkUuQ29tbW9uIiwiQ29sb3IiOnsiJGlkIjoiMTQ5OCIsIkEiOjI1NSwiUiI6MCwiRyI6MCwiQiI6MH19LCJMaW5lV2VpZ2h0IjowLjAsIkxpbmVUeXBlIjowLCJQYXJlbnRTdHlsZSI6bnVsbH0sIlZlcnRpY2FsQ29ubmVjdG9yU3R5bGUiOnsiJGlkIjoiMTQ5OSIsIkxpbmVDb2xvciI6eyIkaWQiOiIxNTAwIiwiJHR5cGUiOiJOTFJFLkNvbW1vbi5Eb20uU29saWRDb2xvckJydXNoLCBOTFJFLkNvbW1vbiIsIkNvbG9yIjp7IiRpZCI6IjE1M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1MDIiLCJTaGFwZVN0eWxlIjp7IiRpZCI6IjE1MDMiLCJNYXJnaW4iOnsiJGlkIjoiMTUwNCIsIlRvcCI6MC4wLCJMZWZ0IjowLjAsIlJpZ2h0IjowLjAsIkJvdHRvbSI6MC4wfSwiUGFkZGluZyI6eyIkaWQiOiIxNTA1IiwiVG9wIjowLjAsIkxlZnQiOjAuMCwiUmlnaHQiOjAuMCwiQm90dG9tIjowLjB9LCJCYWNrZ3JvdW5kIjp7IiRpZCI6IjE1MDYiLCJDb2xvciI6eyIkaWQiOiIxNTA3IiwiQSI6MTUzLCJSIjowLCJHIjowLCJCIjowfX0sIklzVmlzaWJsZSI6dHJ1ZSwiV2lkdGgiOjAuMCwiSGVpZ2h0IjowLjAsIkJvcmRlclN0eWxlIjpudWxsLCJQYXJlbnRTdHlsZSI6bnVsbH0sIk1hcmdpbiI6eyIkaWQiOiIxNTA4IiwiVG9wIjowLjAsIkxlZnQiOjAuMCwiUmlnaHQiOjAuMCwiQm90dG9tIjowLjB9LCJQYWRkaW5nIjp7IiRpZCI6IjE1MDkiLCJUb3AiOjAuMCwiTGVmdCI6MC4wLCJSaWdodCI6MC4wLCJCb3R0b20iOjAuMH0sIkJhY2tncm91bmQiOm51bGwsIklzVmlzaWJsZSI6dHJ1ZSwiV2lkdGgiOjAuMCwiSGVpZ2h0IjowLjAsIkJvcmRlclN0eWxlIjpudWxsLCJQYXJlbnRTdHlsZSI6bnVsbH0sIlNoYXBlU3R5bGUiOnsiJGlkIjoiMTUxMCIsIk1hcmdpbiI6eyIkaWQiOiIxNTExIiwiVG9wIjowLjAsIkxlZnQiOjQuMCwiUmlnaHQiOjQuMCwiQm90dG9tIjowLjB9LCJQYWRkaW5nIjp7IiRpZCI6IjE1MTIiLCJUb3AiOjAuMCwiTGVmdCI6MC4wLCJSaWdodCI6MC4wLCJCb3R0b20iOjAuMH0sIkJhY2tncm91bmQiOnsiJGlkIjoiMTUxMyIsIkNvbG9yIjp7IiRpZCI6IjE1MTQiLCJBIjoyNTUsIlIiOjY4LCJHIjoxMTQsIkIiOjE5Nn19LCJJc1Zpc2libGUiOnRydWUsIldpZHRoIjowLjAsIkhlaWdodCI6MTAuMCwiQm9yZGVyU3R5bGUiOnsiJGlkIjoiMTUxNSIsIkxpbmVDb2xvciI6eyIkaWQiOiIxNTE2IiwiJHR5cGUiOiJOTFJFLkNvbW1vbi5Eb20uU29saWRDb2xvckJydXNoLCBOTFJFLkNvbW1vbiIsIkNvbG9yIjp7IiRpZCI6IjE1MTciLCJBIjoyNTUsIlIiOjIzNCwiRyI6MjIsIkIiOjMwfX0sIkxpbmVXZWlnaHQiOjAuMCwiTGluZVR5cGUiOjAsIlBhcmVudFN0eWxlIjpudWxsfSwiUGFyZW50U3R5bGUiOm51bGx9LCJUaXRsZVN0eWxlIjp7IiRpZCI6IjE1MTgiLCJGb250U2V0dGluZ3MiOnsiJGlkIjoiMTUxOSIsIkZvbnRTaXplIjoxMSwiRm9udE5hbWUiOiJUaXRpbGxpdW0gV2ViIiwiSXNCb2xkIjpmYWxzZSwiSXNJdGFsaWMiOmZhbHNlLCJJc1VuZGVybGluZWQiOmZhbHNlLCJQYXJlbnRTdHlsZSI6bnVsbH0sIkF1dG9TaXplIjowLCJGb3JlZ3JvdW5kIjp7IiRpZCI6IjE1MjAiLCJDb2xvciI6eyIkaWQiOiIxNTIxIiwiQSI6MjU1LCJSIjoyNTUsIkciOjI1NSwiQiI6MjU1fX0sIk1heFdpZHRoIjo3MjAuMCwiTWF4SGVpZ2h0IjoiSW5maW5pdHkiLCJTbWFydEZvcmVncm91bmRJc0FjdGl2ZSI6ZmFsc2UsIkhvcml6b250YWxBbGlnbm1lbnQiOjAsIlZlcnRpY2FsQWxpZ25tZW50IjowLCJTbWFydEZvcmVncm91bmQiOm51bGwsIkJhY2tncm91bmRGaWxsVHlwZSI6MCwiTWFyZ2luIjp7IiRpZCI6IjE1MjIiLCJUb3AiOjAuMCwiTGVmdCI6MC4wLCJSaWdodCI6MC4wLCJCb3R0b20iOjAuMH0sIlBhZGRpbmciOnsiJGlkIjoiMTUyMyIsIlRvcCI6MC4wLCJMZWZ0IjowLjAsIlJpZ2h0IjowLjAsIkJvdHRvbSI6MC4wfSwiQmFja2dyb3VuZCI6eyIkaWQiOiIxNTI0IiwiQ29sb3IiOnsiJGlkIjoiMTUyNSIsIkEiOjAsIlIiOjI1NSwiRyI6MjU1LCJCIjoyNTV9fSwiSXNWaXNpYmxlIjp0cnVlLCJXaWR0aCI6MC4wLCJIZWlnaHQiOjAuMCwiQm9yZGVyU3R5bGUiOnsiJGlkIjoiMTUyNiIsIkxpbmVDb2xvciI6bnVsbCwiTGluZVdlaWdodCI6MC4wLCJMaW5lVHlwZSI6MCwiUGFyZW50U3R5bGUiOm51bGx9LCJQYXJlbnRTdHlsZSI6bnVsbH0sIkRhdGVTdHlsZSI6eyIkaWQiOiIxNTI3IiwiRm9udFNldHRpbmdzIjp7IiRpZCI6IjE1MjgiLCJGb250U2l6ZSI6MTAsIkZvbnROYW1lIjoiVGl0aWxsaXVtIFdlYiIsIklzQm9sZCI6ZmFsc2UsIklzSXRhbGljIjpmYWxzZSwiSXNVbmRlcmxpbmVkIjpmYWxzZSwiUGFyZW50U3R5bGUiOm51bGx9LCJBdXRvU2l6ZSI6MCwiRm9yZWdyb3VuZCI6eyIkaWQiOiIxNTI5IiwiQ29sb3IiOnsiJGlkIjoiMTUzMC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aWQiOiIxNTMxIiwiVG9wIjowLjAsIkxlZnQiOjAuMCwiUmlnaHQiOjAuMCwiQm90dG9tIjowLjB9LCJQYWRkaW5nIjp7IiRpZCI6IjE1MzIiLCJUb3AiOjAuMCwiTGVmdCI6MC4wLCJSaWdodCI6MC4wLCJCb3R0b20iOjAuMH0sIkJhY2tncm91bmQiOnsiJGlkIjoiMTUzMyIsIkNvbG9yIjp7IiRpZCI6IjE1MzQiLCJBIjowLCJSIjoyNTUsIkciOjI1NSwiQiI6MjU1fX0sIklzVmlzaWJsZSI6dHJ1ZSwiV2lkdGgiOjAuMCwiSGVpZ2h0IjowLjAsIkJvcmRlclN0eWxlIjp7IiRpZCI6IjE1MzUiLCJMaW5lQ29sb3IiOm51bGwsIkxpbmVXZWlnaHQiOjAuMCwiTGluZVR5cGUiOjAsIlBhcmVudFN0eWxlIjpudWxsfSwiUGFyZW50U3R5bGUiOm51bGx9LCJEYXRlRm9ybWF0Ijp7IiRpZCI6IjE1M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yIsIkZvcm1hdCI6MCwiSXNWaXNpYmxlIjpmYWxzZSwiTGFzdEtub3duVmlzaWJpbGl0eVN0YXRlIjpmYWxzZX0sIklzVmlzaWJsZSI6dHJ1ZSwiVmFyaWFuY2VTdHlsZSI6eyIkaWQiOiIxNTM4IiwiVGV4dFN0eWxlIjp7IiRpZCI6IjE1MzkiLCJGb250U2V0dGluZ3MiOnsiJGlkIjoiMTU0MCIsIkZvbnRTaXplIjoxMCwiRm9udE5hbWUiOiJDYWxpYnJpIiwiSXNCb2xkIjpmYWxzZSwiSXNJdGFsaWMiOmZhbHNlLCJJc1VuZGVybGluZWQiOmZhbHNlLCJQYXJlbnRTdHlsZSI6bnVsbH0sIkF1dG9TaXplIjowLCJGb3JlZ3JvdW5kIjp7IiRpZCI6IjE1NDEiLCJDb2xvciI6eyIkaWQiOiIxNTQ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1NDMiLCJUb3AiOjAuMCwiTGVmdCI6MC4wLCJSaWdodCI6MC4wLCJCb3R0b20iOjAuMH0sIlBhZGRpbmciOnsiJGlkIjoiMTU0NCIsIlRvcCI6MC4wLCJMZWZ0IjowLjAsIlJpZ2h0IjowLjAsIkJvdHRvbSI6MC4wfSwiQmFja2dyb3VuZCI6eyIkaWQiOiIxNTQ1IiwiQ29sb3IiOnsiJGlkIjoiMTU0NiIsIkEiOjI1NSwiUiI6MCwiRyI6MCwiQiI6MH19LCJJc1Zpc2libGUiOnRydWUsIldpZHRoIjowLjAsIkhlaWdodCI6MC4wLCJCb3JkZXJTdHlsZSI6bnVsbCwiUGFyZW50U3R5bGUiOm51bGx9LCJQYXJlbnRTdHlsZSI6bnVsbH0sIlBhcmVudFN0eWxlIjpudWxsfSwiSW5kZXgiOjExLCJTbWFydER1cmF0aW9uQWN0aXZhdGVkIjpmYWxzZSwiRGF0ZUZvcm1hdCI6eyIkcmVmIjoiMTUzNiJ9LCJXZWVrTnVtYmVyaW5nIjp7IiRpZCI6IjE1NDciLCJGb3JtYXQiOjAsIklzVmlzaWJsZSI6ZmFsc2UsIkxhc3RLbm93blZpc2liaWxpdHlTdGF0ZSI6ZmFsc2V9LCJCYXNlbGluZURhdGEiOnsiJGlkIjoiMTU0OCIsIlN0YXJ0RGF0ZSI6IjIwMjYtMDctMDFUMDA6MDA6MDAiLCJFbmREYXRlIjoiMjAyNi0wOS0zMFQyMzo1OTowMCJ9LCJJZCI6ImQyM2QyZDY4LWRjNmYtNDAwNC05NGYxLWE4YTAzMzNiZDM1MCIsIkltcG9ydElkIjpudWxsLCJUaXRsZSI6IlByaW1lcmFzIGZ1bmNpb25lcyBpbnRlZ3JhZGFzIChTcHJpbnQgNSAtIDEwKSIsIk5vdGUiOm51bGwsIkh5cGVybGluayI6eyIkaWQiOiIxNTQ5IiwiQWRkcmVzcyI6IiIsIlN1YkFkZHJlc3MiOiIifSwiSXNDaGFuZ2VkIjpmYWxzZSwiSXNOZXciOmZhbHNlfX1dLCJfbWlsZXN0b25lcyI6W10sIklkIjoiMDAwMDAwMDAtMDAwMC0wMDAwLTAwMDAtMDAwMDAwMDAwMDAwIiwiSXNTaW5nbGVJdGVtUm93Ijp0cnVlfV0sIkluZGV4IjoxMCwiSWQiOiJiNjkxZTllYy00ODhjLTQ4NmItOGQ1YS1jOTRmNTlmNzg1MDEiLCJIZWFkZXJUZXh0IjpudWxsLCJJc0RlZmF1bHQiOnRydWUsIlN0eWxlIjp7IiRpZCI6IjE1NTAiLCJIZWFkZXJTdHlsZSI6eyIkaWQiOiIxNTUxIiwiVGV4dFN0eWxlIjp7IiRpZCI6IjE1NTIiLCJGb250U2V0dGluZ3MiOnsiJGlkIjoiMTU1MyIsIkZvbnRTaXplIjoxMSwiRm9udE5hbWUiOiJDYWxpYnJpIiwiSXNCb2xkIjpmYWxzZSwiSXNJdGFsaWMiOmZhbHNlLCJJc1VuZGVybGluZWQiOmZhbHNlLCJQYXJlbnRTdHlsZSI6bnVsbH0sIkF1dG9TaXplIjowLCJGb3JlZ3JvdW5kIjp7IiRpZCI6IjE1NTQiLCJDb2xvciI6eyIkaWQiOiIxNTU1IiwiQSI6MjU1LCJSIjo2NCwiRyI6NjQsIkIiOjY0fX0sIk1heFdpZHRoIjowLjAsIk1heEhlaWdodCI6MC4wLCJTbWFydEZvcmVncm91bmRJc0FjdGl2ZSI6ZmFsc2UsIkhvcml6b250YWxBbGlnbm1lbnQiOjAsIlZlcnRpY2FsQWxpZ25tZW50IjowLCJTbWFydEZvcmVncm91bmQiOm51bGwsIkJhY2tncm91bmRGaWxsVHlwZSI6MCwiTWFyZ2luIjp7IiRpZCI6IjE1NTYiLCJUb3AiOjAuMCwiTGVmdCI6MC4wLCJSaWdodCI6MC4wLCJCb3R0b20iOjAuMH0sIlBhZGRpbmciOnsiJGlkIjoiMTU1NyIsIlRvcCI6MC4wLCJMZWZ0IjowLjAsIlJpZ2h0IjowLjAsIkJvdHRvbSI6MC4wfSwiQmFja2dyb3VuZCI6eyIkaWQiOiIxNTU4IiwiQ29sb3IiOnsiJGlkIjoiMTU1OSIsIkEiOjI1NSwiUiI6NjQsIkciOjY0LCJCIjo2NH19LCJJc1Zpc2libGUiOmZhbHNlLCJXaWR0aCI6MC4wLCJIZWlnaHQiOjAuMCwiQm9yZGVyU3R5bGUiOm51bGwsIlBhcmVudFN0eWxlIjpudWxsfSwiUmVjdGFuZ2xlU3R5bGUiOnsiJGlkIjoiMTU2MCIsIk1hcmdpbiI6eyIkaWQiOiIxNTYxIiwiVG9wIjowLjAsIkxlZnQiOjAuMCwiUmlnaHQiOjAuMCwiQm90dG9tIjowLjB9LCJQYWRkaW5nIjp7IiRpZCI6IjE1NjIiLCJUb3AiOjAuMCwiTGVmdCI6MC4wLCJSaWdodCI6MC4wLCJCb3R0b20iOjAuMH0sIkJhY2tncm91bmQiOnsiJGlkIjoiMTU2MyIsIkNvbG9yIjp7IiRpZCI6IjE1NjQiLCJBIjoxMjcsIlIiOjY4LCJHIjoxMTQsIkIiOjE5Nn19LCJJc1Zpc2libGUiOmZhbHNlLCJXaWR0aCI6MC4wLCJIZWlnaHQiOjAuMCwiQm9yZGVyU3R5bGUiOnsiJGlkIjoiMTU2NSIsIkxpbmVDb2xvciI6eyIkaWQiOiIxNTY2IiwiJHR5cGUiOiJOTFJFLkNvbW1vbi5Eb20uU29saWRDb2xvckJydXNoLCBOTFJFLkNvbW1vbiIsIkNvbG9yIjp7IiRpZCI6IjE1NjciLCJBIjoyNTUsIlIiOjI1NSwiRyI6MCwiQiI6MH19LCJMaW5lV2VpZ2h0IjowLjAsIkxpbmVUeXBlIjowLCJQYXJlbnRTdHlsZSI6bnVsbH0sIlBhcmVudFN0eWxlIjpudWxsfSwiTWFyZ2luIjp7IiRpZCI6IjE1NjgiLCJUb3AiOjAuMCwiTGVmdCI6MC4wLCJSaWdodCI6MC4wLCJCb3R0b20iOjAuMH0sIlBhZGRpbmciOnsiJGlkIjoiMTU2OSIsIlRvcCI6MC4wLCJMZWZ0IjowLjAsIlJpZ2h0IjowLjAsIkJvdHRvbSI6MC4wfSwiQmFja2dyb3VuZCI6bnVsbCwiSXNWaXNpYmxlIjp0cnVlLCJXaWR0aCI6MC4wLCJIZWlnaHQiOjAuMCwiQm9yZGVyU3R5bGUiOm51bGwsIlBhcmVudFN0eWxlIjpudWxsfSwiQmFja2dyb3VuZFN0eWxlIjp7IiRpZCI6IjE1NzAiLCJNYXJnaW4iOnsiJGlkIjoiMTU3MSIsIlRvcCI6MC4wLCJMZWZ0IjowLjAsIlJpZ2h0IjowLjAsIkJvdHRvbSI6MC4wfSwiUGFkZGluZyI6eyIkaWQiOiIxNTcyIiwiVG9wIjowLjAsIkxlZnQiOjAuMCwiUmlnaHQiOjAuMCwiQm90dG9tIjowLjB9LCJCYWNrZ3JvdW5kIjp7IiRpZCI6IjE1NzMiLCJDb2xvciI6eyIkaWQiOiIxNTc0IiwiQSI6NTEsIlIiOjIwMCwiRyI6MjAwLCJCIjoyMDB9fSwiSXNWaXNpYmxlIjp0cnVlLCJXaWR0aCI6MC4wLCJIZWlnaHQiOjAuMCwiQm9yZGVyU3R5bGUiOnsiJGlkIjoiMTU3NSIsIkxpbmVDb2xvciI6eyIkaWQiOiIxNTc2IiwiJHR5cGUiOiJOTFJFLkNvbW1vbi5Eb20uU29saWRDb2xvckJydXNoLCBOTFJFLkNvbW1vbiIsIkNvbG9yIjp7IiRpZCI6IjE1NzciLCJBIjoyNTUsIlIiOjIzNCwiRyI6MjIsIkIiOjMwfX0sIkxpbmVXZWlnaHQiOjAuMCwiTGluZVR5cGUiOjAsIlBhcmVudFN0eWxlIjpudWxsfSwiUGFyZW50U3R5bGUiOm51bGx9LCJNYXJnaW4iOnsiJGlkIjoiMTU3OCIsIlRvcCI6MC4wLCJMZWZ0IjowLjAsIlJpZ2h0IjowLjAsIkJvdHRvbSI6MC4wfSwiUGFkZGluZyI6eyIkaWQiOiIxNTc5IiwiVG9wIjowLjAsIkxlZnQiOjAuMCwiUmlnaHQiOjAuMCwiQm90dG9tIjowLjB9LCJJc1Zpc2libGUiOnRydWUsIldpZHRoIjowLjAsIkhlaWdodCI6MC4wLCJCb3JkZXJTdHlsZSI6eyIkaWQiOiIxNTgwIiwiTGluZUNvbG9yIjpudWxsLCJMaW5lV2VpZ2h0IjowLjAsIkxpbmVUeXBlIjowLCJQYXJlbnRTdHlsZSI6bnVsbH0sIlBhcmVudFN0eWxlIjpudWxsfX1dLCJJZCI6ImRlNTJjYjk0LWQwNmMtNDhmOS05NWRlLTEzZGZjN2Q5NzEwNSIsIkluZGV4IjoxMCwiSGVhZGVyVGV4dCI6IlByZS1BbHBoYVxyXG4iLCJTdHlsZSI6eyIkaWQiOiIxNTgxIiwiU3R5bGVJZCI6IjMzMmNmYjEzLWI0MDEtNGVjMy1iNjU1LTczOTY4ZDA0ZDc0OSIsIkhlYWRlclN0eWxlIjp7IiRpZCI6IjE1ODIiLCJUZXh0SXNWZXJ0aWNhbCI6ZmFsc2UsIlRleHRTdHlsZSI6eyIkaWQiOiIxNTgzIiwiRm9udFNldHRpbmdzIjp7IiRpZCI6IjE1ODQiLCJGb250U2l6ZSI6MTEsIkZvbnROYW1lIjoiQ2FsaWJyaSIsIklzQm9sZCI6ZmFsc2UsIklzSXRhbGljIjpmYWxzZSwiSXNVbmRlcmxpbmVkIjpmYWxzZSwiUGFyZW50U3R5bGUiOm51bGx9LCJBdXRvU2l6ZSI6MiwiRm9yZWdyb3VuZCI6eyIkaWQiOiIxNTg1IiwiQ29sb3IiOnsiJGlkIjoiMTU4N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1ODciLCJUb3AiOjAuMCwiTGVmdCI6MC4wLCJSaWdodCI6MC4wLCJCb3R0b20iOjAuMH0sIlBhZGRpbmciOnsiJGlkIjoiMTU4OCIsIlRvcCI6MC4wLCJMZWZ0IjowLjAsIlJpZ2h0IjowLjAsIkJvdHRvbSI6MC4wfSwiQmFja2dyb3VuZCI6eyIkaWQiOiIxNTg5IiwiQ29sb3IiOnsiJGlkIjoiMTU5MCIsIkEiOjI1NSwiUiI6MjU1LCJHIjoyNTUsIkIiOjI1NX19LCJJc1Zpc2libGUiOmZhbHNlLCJXaWR0aCI6MC4wLCJIZWlnaHQiOjAuMCwiQm9yZGVyU3R5bGUiOm51bGwsIlBhcmVudFN0eWxlIjpudWxsfSwiUmVjdGFuZ2xlU3R5bGUiOnsiJGlkIjoiMTU5MSIsIk1hcmdpbiI6eyIkaWQiOiIxNTkyIiwiVG9wIjowLjAsIkxlZnQiOjAuMCwiUmlnaHQiOjAuMCwiQm90dG9tIjowLjB9LCJQYWRkaW5nIjp7IiRpZCI6IjE1OTMiLCJUb3AiOjAuMCwiTGVmdCI6MC4wLCJSaWdodCI6MC4wLCJCb3R0b20iOjAuMH0sIkJhY2tncm91bmQiOnsiJGlkIjoiMTU5NCIsIkNvbG9yIjp7IiRpZCI6IjE1OTUiLCJBIjoyNTUsIlIiOjY4LCJHIjoxMTQsIkIiOjE5Nn19LCJJc1Zpc2libGUiOnRydWUsIldpZHRoIjowLjAsIkhlaWdodCI6MC4wLCJCb3JkZXJTdHlsZSI6eyIkaWQiOiIxNTk2IiwiTGluZUNvbG9yIjp7IiRpZCI6IjE1OTciLCIkdHlwZSI6Ik5MUkUuQ29tbW9uLkRvbS5Tb2xpZENvbG9yQnJ1c2gsIE5MUkUuQ29tbW9uIiwiQ29sb3IiOnsiJGlkIjoiMTU5OCIsIkEiOjI1NSwiUiI6MjU1LCJHIjoyNTUsIkIiOjI1NX19LCJMaW5lV2VpZ2h0IjowLjAsIkxpbmVUeXBlIjowLCJQYXJlbnRTdHlsZSI6bnVsbH0sIlBhcmVudFN0eWxlIjpudWxsfSwiTWFyZ2luIjp7IiRpZCI6IjE1OTkiLCJUb3AiOjAuMCwiTGVmdCI6MC4wLCJSaWdodCI6MC4wLCJCb3R0b20iOjAuMH0sIlBhZGRpbmciOnsiJGlkIjoiMTYwMCIsIlRvcCI6MC4wLCJMZWZ0IjowLjAsIlJpZ2h0IjowLjAsIkJvdHRvbSI6MC4wfSwiQmFja2dyb3VuZCI6bnVsbCwiSXNWaXNpYmxlIjp0cnVlLCJXaWR0aCI6MC4wLCJIZWlnaHQiOjAuMCwiQm9yZGVyU3R5bGUiOm51bGwsIlBhcmVudFN0eWxlIjpudWxsfSwiQmFja2dyb3VuZFN0eWxlIjp7IiRpZCI6IjE2MDEiLCJNYXJnaW4iOnsiJGlkIjoiMTYwMiIsIlRvcCI6MC4wLCJMZWZ0IjowLjAsIlJpZ2h0IjowLjAsIkJvdHRvbSI6MC4wfSwiUGFkZGluZyI6eyIkaWQiOiIxNjAzIiwiVG9wIjowLjAsIkxlZnQiOjAuMCwiUmlnaHQiOjAuMCwiQm90dG9tIjowLjB9LCJCYWNrZ3JvdW5kIjp7IiRpZCI6IjE2MDQiLCJDb2xvciI6eyIkaWQiOiIxNjA1IiwiQSI6NTEsIlIiOjIwMCwiRyI6MjAwLCJCIjoyMDB9fSwiSXNWaXNpYmxlIjp0cnVlLCJXaWR0aCI6MC4wLCJIZWlnaHQiOjAuMCwiQm9yZGVyU3R5bGUiOnsiJGlkIjoiMTYwNiIsIkxpbmVDb2xvciI6eyIkaWQiOiIxNjA3IiwiJHR5cGUiOiJOTFJFLkNvbW1vbi5Eb20uU29saWRDb2xvckJydXNoLCBOTFJFLkNvbW1vbiIsIkNvbG9yIjp7IiRpZCI6IjE2MDgiLCJBIjoyNTUsIlIiOjIzNCwiRyI6MjIsIkIiOjMwfX0sIkxpbmVXZWlnaHQiOjAuMCwiTGluZVR5cGUiOjAsIlBhcmVudFN0eWxlIjpudWxsfSwiUGFyZW50U3R5bGUiOm51bGx9LCJJc0Fib3ZlVGltZWJhbmQiOmZhbHNlLCJTcGFjaW5nIjoyLCJEZWZhdWx0U3dpbWxhbmVUYXNrU3R5bGUiOnsiJGlkIjoiMTYwOSIsIiR0eXBlIjoiTkxSRS5Db21tb24uRG9tLlN0eWxlcy5FeHBsaWNpdFNldGFibGVUYXNrU3R5bGUsIE5MUkUuQ29tbW9uIiwiU2hhcGUiOjEsIlNoYXBlVGhpY2tuZXNzIjowLCJEdXJhdGlvbkZvcm1hdCI6MCwiSW5jbHVkZU5vbldvcmtpbmdEYXlzSW5EdXJhdGlvbiI6ZmFsc2UsIlBlcmNlbnRhZ2VDb21wbGV0ZVN0eWxlIjp7IiRpZCI6IjE2MTAiLCJGb250U2V0dGluZ3MiOnsiJGlkIjoiMTYxMSIsIkZvbnRTaXplIjoxMCwiRm9udE5hbWUiOiJDYWxpYnJpIiwiSXNCb2xkIjpmYWxzZSwiSXNJdGFsaWMiOmZhbHNlLCJJc1VuZGVybGluZWQiOmZhbHNlLCJQYXJlbnRTdHlsZSI6bnVsbH0sIkF1dG9TaXplIjowLCJGb3JlZ3JvdW5kIjp7IiRpZCI6IjE2MTIiLCJDb2xvciI6eyIkaWQiOiIxNjE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2MTQiLCJUb3AiOjAuMCwiTGVmdCI6MC4wLCJSaWdodCI6MC4wLCJCb3R0b20iOjAuMH0sIlBhZGRpbmciOnsiJGlkIjoiMTYxNSIsIlRvcCI6MC4wLCJMZWZ0IjowLjAsIlJpZ2h0IjowLjAsIkJvdHRvbSI6MC4wfSwiQmFja2dyb3VuZCI6eyIkaWQiOiIxNjE2IiwiQ29sb3IiOnsiJGlkIjoiMTYxNyIsIkEiOjg5LCJSIjowLCJHIjowLCJCIjowfX0sIklzVmlzaWJsZSI6dHJ1ZSwiV2lkdGgiOjAuMCwiSGVpZ2h0IjowLjAsIkJvcmRlclN0eWxlIjp7IiRpZCI6IjE2MTgiLCJMaW5lQ29sb3IiOm51bGwsIkxpbmVXZWlnaHQiOjAuMCwiTGluZVR5cGUiOjAsIlBhcmVudFN0eWxlIjpudWxsfSwiUGFyZW50U3R5bGUiOm51bGx9LCJEdXJhdGlvblN0eWxlIjp7IiRpZCI6IjE2MTkiLCJGb250U2V0dGluZ3MiOnsiJGlkIjoiMTYyMCIsIkZvbnRTaXplIjoxMCwiRm9udE5hbWUiOiJDYWxpYnJpIiwiSXNCb2xkIjpmYWxzZSwiSXNJdGFsaWMiOmZhbHNlLCJJc1VuZGVybGluZWQiOmZhbHNlLCJQYXJlbnRTdHlsZSI6bnVsbH0sIkF1dG9TaXplIjowLCJGb3JlZ3JvdW5kIjp7IiRpZCI6IjE2MjEiLCJDb2xvciI6eyIkaWQiOiIxNjI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jIzIiwiVG9wIjowLjAsIkxlZnQiOjAuMCwiUmlnaHQiOjAuMCwiQm90dG9tIjowLjB9LCJQYWRkaW5nIjp7IiRpZCI6IjE2MjQiLCJUb3AiOjAuMCwiTGVmdCI6MC4wLCJSaWdodCI6MC4wLCJCb3R0b20iOjAuMH0sIkJhY2tncm91bmQiOnsiJGlkIjoiMTYyNSIsIkNvbG9yIjp7IiRpZCI6IjE2MjYiLCJBIjoyNTUsIlIiOjY4LCJHIjo4NCwiQiI6MTA2fX0sIklzVmlzaWJsZSI6dHJ1ZSwiV2lkdGgiOjAuMCwiSGVpZ2h0IjowLjAsIkJvcmRlclN0eWxlIjp7IiRpZCI6IjE2MjciLCJMaW5lQ29sb3IiOm51bGwsIkxpbmVXZWlnaHQiOjAuMCwiTGluZVR5cGUiOjAsIlBhcmVudFN0eWxlIjpudWxsfSwiUGFyZW50U3R5bGUiOm51bGx9LCJIb3Jpem9udGFsQ29ubmVjdG9yU3R5bGUiOnsiJGlkIjoiMTYyOCIsIkxpbmVDb2xvciI6eyIkaWQiOiIxNjI5IiwiJHR5cGUiOiJOTFJFLkNvbW1vbi5Eb20uU29saWRDb2xvckJydXNoLCBOTFJFLkNvbW1vbiIsIkNvbG9yIjp7IiRpZCI6IjE2MzAiLCJBIjoyNTUsIlIiOjAsIkciOjAsIkIiOjB9fSwiTGluZVdlaWdodCI6MC4wLCJMaW5lVHlwZSI6MCwiUGFyZW50U3R5bGUiOm51bGx9LCJWZXJ0aWNhbENvbm5lY3RvclN0eWxlIjp7IiRpZCI6IjE2MzEiLCJMaW5lQ29sb3IiOnsiJGlkIjoiMTYzMiIsIiR0eXBlIjoiTkxSRS5Db21tb24uRG9tLlNvbGlkQ29sb3JCcnVzaCwgTkxSRS5Db21tb24iLCJDb2xvciI6eyIkaWQiOiIxNjM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M0IiwiU2hhcGVTdHlsZSI6eyIkaWQiOiIxNjM1IiwiTWFyZ2luIjp7IiRpZCI6IjE2MzYiLCJUb3AiOjAuMCwiTGVmdCI6MC4wLCJSaWdodCI6MC4wLCJCb3R0b20iOjAuMH0sIlBhZGRpbmciOnsiJGlkIjoiMTYzNyIsIlRvcCI6MC4wLCJMZWZ0IjowLjAsIlJpZ2h0IjowLjAsIkJvdHRvbSI6MC4wfSwiQmFja2dyb3VuZCI6eyIkaWQiOiIxNjM4IiwiQ29sb3IiOnsiJGlkIjoiMTYzOSIsIkEiOjE1MywiUiI6MCwiRyI6MCwiQiI6MH19LCJJc1Zpc2libGUiOnRydWUsIldpZHRoIjowLjAsIkhlaWdodCI6MC4wLCJCb3JkZXJTdHlsZSI6eyIkaWQiOiIxNjQwIiwiTGluZUNvbG9yIjp7IiRpZCI6IjE2NDEiLCIkdHlwZSI6Ik5MUkUuQ29tbW9uLkRvbS5Tb2xpZENvbG9yQnJ1c2gsIE5MUkUuQ29tbW9uIiwiQ29sb3IiOnsiJGlkIjoiMTY0MiIsIkEiOjI1NSwiUiI6MjU1LCJHIjowLCJCIjowfX0sIkxpbmVXZWlnaHQiOjAuMCwiTGluZVR5cGUiOjAsIlBhcmVudFN0eWxlIjpudWxsfSwiUGFyZW50U3R5bGUiOm51bGx9LCJNYXJnaW4iOnsiJGlkIjoiMTY0MyIsIlRvcCI6MC4wLCJMZWZ0IjowLjAsIlJpZ2h0IjowLjAsIkJvdHRvbSI6MC4wfSwiUGFkZGluZyI6eyIkaWQiOiIxNjQ0IiwiVG9wIjowLjAsIkxlZnQiOjAuMCwiUmlnaHQiOjAuMCwiQm90dG9tIjowLjB9LCJCYWNrZ3JvdW5kIjpudWxsLCJJc1Zpc2libGUiOnRydWUsIldpZHRoIjowLjAsIkhlaWdodCI6MC4wLCJCb3JkZXJTdHlsZSI6bnVsbCwiUGFyZW50U3R5bGUiOm51bGx9LCJTaGFwZVN0eWxlIjp7IiRpZCI6IjE2NDUiLCJNYXJnaW4iOnsiJGlkIjoiMTY0NiIsIlRvcCI6MC4wLCJMZWZ0Ijo0LjAsIlJpZ2h0Ijo0LjAsIkJvdHRvbSI6MC4wfSwiUGFkZGluZyI6eyIkaWQiOiIxNjQ3IiwiVG9wIjowLjAsIkxlZnQiOjAuMCwiUmlnaHQiOjAuMCwiQm90dG9tIjowLjB9LCJCYWNrZ3JvdW5kIjp7IiRpZCI6IjE2NDgiLCJDb2xvciI6eyIkaWQiOiIxNjQ5IiwiQSI6MjU1LCJSIjo2OCwiRyI6MTE0LCJCIjoxOTZ9fSwiSXNWaXNpYmxlIjp0cnVlLCJXaWR0aCI6MC4wLCJIZWlnaHQiOjEwLjAsIkJvcmRlclN0eWxlIjp7IiRpZCI6IjE2NTAiLCJMaW5lQ29sb3IiOnsiJGlkIjoiMTY1MSIsIiR0eXBlIjoiTkxSRS5Db21tb24uRG9tLlNvbGlkQ29sb3JCcnVzaCwgTkxSRS5Db21tb24iLCJDb2xvciI6eyIkaWQiOiIxNjUyIiwiQSI6MjU1LCJSIjoyMzQsIkciOjIyLCJCIjozMH19LCJMaW5lV2VpZ2h0IjowLjAsIkxpbmVUeXBlIjowLCJQYXJlbnRTdHlsZSI6bnVsbH0sIlBhcmVudFN0eWxlIjpudWxsfSwiVGl0bGVTdHlsZSI6eyIkaWQiOiIxNjUzIiwiRm9udFNldHRpbmdzIjp7IiRpZCI6IjE2NTQiLCJGb250U2l6ZSI6MTEsIkZvbnROYW1lIjoiQ2FsaWJyaSIsIklzQm9sZCI6ZmFsc2UsIklzSXRhbGljIjpmYWxzZSwiSXNVbmRlcmxpbmVkIjpmYWxzZSwiUGFyZW50U3R5bGUiOm51bGx9LCJBdXRvU2l6ZSI6MCwiRm9yZWdyb3VuZCI6eyIkaWQiOiIxNjU1IiwiQ29sb3IiOnsiJGlkIjoiMTY1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jU3IiwiVG9wIjowLjAsIkxlZnQiOjAuMCwiUmlnaHQiOjAuMCwiQm90dG9tIjowLjB9LCJQYWRkaW5nIjp7IiRpZCI6IjE2NTgiLCJUb3AiOjAuMCwiTGVmdCI6MC4wLCJSaWdodCI6MC4wLCJCb3R0b20iOjAuMH0sIkJhY2tncm91bmQiOnsiJGlkIjoiMTY1OSIsIkNvbG9yIjp7IiRpZCI6IjE2NjAiLCJBIjoyNTUsIlIiOjAsIkciOjAsIkIiOjB9fSwiSXNWaXNpYmxlIjp0cnVlLCJXaWR0aCI6MC4wLCJIZWlnaHQiOjAuMCwiQm9yZGVyU3R5bGUiOnsiJGlkIjoiMTY2MSIsIkxpbmVDb2xvciI6bnVsbCwiTGluZVdlaWdodCI6MC4wLCJMaW5lVHlwZSI6MCwiUGFyZW50U3R5bGUiOm51bGx9LCJQYXJlbnRTdHlsZSI6bnVsbH0sIkRhdGVTdHlsZSI6eyIkaWQiOiIxNjYyIiwiRm9udFNldHRpbmdzIjp7IiRpZCI6IjE2NjMiLCJGb250U2l6ZSI6MTAsIkZvbnROYW1lIjoiQ2FsaWJyaSIsIklzQm9sZCI6ZmFsc2UsIklzSXRhbGljIjpmYWxzZSwiSXNVbmRlcmxpbmVkIjpmYWxzZSwiUGFyZW50U3R5bGUiOm51bGx9LCJBdXRvU2l6ZSI6MCwiRm9yZWdyb3VuZCI6eyIkaWQiOiIxNjY0IiwiQ29sb3IiOnsiJGlkIjoiMTY2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Y2NiIsIlRvcCI6MC4wLCJMZWZ0IjowLjAsIlJpZ2h0IjowLjAsIkJvdHRvbSI6MC4wfSwiUGFkZGluZyI6eyIkaWQiOiIxNjY3IiwiVG9wIjowLjAsIkxlZnQiOjAuMCwiUmlnaHQiOjAuMCwiQm90dG9tIjowLjB9LCJCYWNrZ3JvdW5kIjp7IiRpZCI6IjE2NjgiLCJDb2xvciI6eyIkaWQiOiIxNjY5IiwiQSI6MjU1LCJSIjo2OCwiRyI6ODQsIkIiOjEwNn19LCJJc1Zpc2libGUiOnRydWUsIldpZHRoIjowLjAsIkhlaWdodCI6MC4wLCJCb3JkZXJTdHlsZSI6eyIkaWQiOiIxNjcwIiwiTGluZUNvbG9yIjpudWxsLCJMaW5lV2VpZ2h0IjowLjAsIkxpbmVUeXBlIjowLCJQYXJlbnRTdHlsZSI6bnVsbH0sIlBhcmVudFN0eWxlIjpudWxsfSwiRGF0ZUZvcm1hdCI6eyIkaWQiOiIxN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NzIiLCJGb3JtYXQiOjAsIklzVmlzaWJsZSI6ZmFsc2UsIkxhc3RLbm93blZpc2liaWxpdHlTdGF0ZSI6ZmFsc2V9LCJJc1Zpc2libGUiOnRydWUsIlZhcmlhbmNlU3R5bGUiOnsiJGlkIjoiMTY3MyIsIlRleHRTdHlsZSI6eyIkaWQiOiIxNjc0IiwiRm9udFNldHRpbmdzIjp7IiRpZCI6IjE2NzUiLCJGb250U2l6ZSI6MTAsIkZvbnROYW1lIjoiQ2FsaWJyaSIsIklzQm9sZCI6ZmFsc2UsIklzSXRhbGljIjpmYWxzZSwiSXNVbmRlcmxpbmVkIjpmYWxzZSwiUGFyZW50U3R5bGUiOm51bGx9LCJBdXRvU2l6ZSI6MCwiRm9yZWdyb3VuZCI6eyIkaWQiOiIxNjc2IiwiQ29sb3IiOnsiJGlkIjoiMTY3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c4IiwiVG9wIjowLjAsIkxlZnQiOjAuMCwiUmlnaHQiOjAuMCwiQm90dG9tIjowLjB9LCJQYWRkaW5nIjp7IiRpZCI6IjE2NzkiLCJUb3AiOjAuMCwiTGVmdCI6MC4wLCJSaWdodCI6MC4wLCJCb3R0b20iOjAuMH0sIkJhY2tncm91bmQiOnsiJGlkIjoiMTY4MCIsIkNvbG9yIjp7IiRpZCI6IjE2ODEiLCJBIjoyNTUsIlIiOjAsIkciOjAsIkIiOjB9fSwiSXNWaXNpYmxlIjp0cnVlLCJXaWR0aCI6MC4wLCJIZWlnaHQiOjAuMCwiQm9yZGVyU3R5bGUiOm51bGwsIlBhcmVudFN0eWxlIjpudWxsfSwiUGFyZW50U3R5bGUiOm51bGx9LCJQYXJlbnRTdHlsZSI6bnVsbCwiX2V4cGxpY2l0bHlTZXQiOnsiJGlkIjoiMTY4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2ODMiLCJTaGFwZSI6MSwiQ29ubmVjdG9yTWFyZ2luIjp7IiRpZCI6IjE2ODQiLCJUb3AiOjAuMCwiTGVmdCI6Mi4wLCJSaWdodCI6Mi4wLCJCb3R0b20iOjAuMH0sIkNvbm5lY3RvclN0eWxlIjp7IiRpZCI6IjE2ODUiLCJMaW5lQ29sb3IiOnsiJGlkIjoiMTY4NiIsIiR0eXBlIjoiTkxSRS5Db21tb24uRG9tLlNvbGlkQ29sb3JCcnVzaCwgTkxSRS5Db21tb24iLCJDb2xvciI6eyIkaWQiOiIxNjg3IiwiQSI6MTI3LCJSIjozNCwiRyI6NTcsIkIiOjk4fX0sIkxpbmVXZWlnaHQiOjEuMCwiTGluZVR5cGUiOjAsIlBhcmVudFN0eWxlIjpudWxsfSwiSXNCZWxvd1RpbWViYW5kIjpmYWxzZSwiUG9zaXRpb25PblRhc2siOjEsIkhpZGVEYXRlIjpmYWxzZSwiU2hhcGVTaXplIjowLCJTcGFjaW5nIjowLjAsIlBhZGRpbmciOnsiJGlkIjoiMTY4OCIsIlRvcCI6NS4wLCJMZWZ0IjozLjAsIlJpZ2h0IjowLjAsIkJvdHRvbSI6Mi4wfSwiU2hhcGVTdHlsZSI6eyIkaWQiOiIxNjg5IiwiTWFyZ2luIjp7IiRpZCI6IjE2OTAiLCJUb3AiOjAuMCwiTGVmdCI6MC4wLCJSaWdodCI6MC4wLCJCb3R0b20iOjAuMH0sIlBhZGRpbmciOnsiJGlkIjoiMTY5MSIsIlRvcCI6MC4wLCJMZWZ0IjowLjAsIlJpZ2h0IjowLjAsIkJvdHRvbSI6MC4wfSwiQmFja2dyb3VuZCI6eyIkaWQiOiIxNjkyIiwiQ29sb3IiOnsiJGlkIjoiMTY5MyIsIkEiOjI1NSwiUiI6MzQsIkciOjU3LCJCIjo5OH19LCJJc1Zpc2libGUiOnRydWUsIldpZHRoIjoxMi4wLCJIZWlnaHQiOjE0LjAsIkJvcmRlclN0eWxlIjp7IiRpZCI6IjE2OTQiLCJMaW5lQ29sb3IiOnsiJGlkIjoiMTY5NSIsIiR0eXBlIjoiTkxSRS5Db21tb24uRG9tLlNvbGlkQ29sb3JCcnVzaCwgTkxSRS5Db21tb24iLCJDb2xvciI6eyIkaWQiOiIxNjk2IiwiQSI6MjU1LCJSIjoyNTUsIkciOjAsIkIiOjB9fSwiTGluZVdlaWdodCI6MC4wLCJMaW5lVHlwZSI6MCwiUGFyZW50U3R5bGUiOm51bGx9LCJQYXJlbnRTdHlsZSI6bnVsbH0sIlRpdGxlU3R5bGUiOnsiJGlkIjoiMTY5NyIsIkZvbnRTZXR0aW5ncyI6eyIkaWQiOiIxNjk4IiwiRm9udFNpemUiOjExLCJGb250TmFtZSI6IkNhbGlicmkiLCJJc0JvbGQiOmZhbHNlLCJJc0l0YWxpYyI6ZmFsc2UsIklzVW5kZXJsaW5lZCI6ZmFsc2UsIlBhcmVudFN0eWxlIjpudWxsfSwiQXV0b1NpemUiOjAsIkZvcmVncm91bmQiOnsiJGlkIjoiMTY5OSIsIkNvbG9yIjp7IiRpZCI6IjE3MD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cwMSIsIlRvcCI6MC4wLCJMZWZ0IjowLjAsIlJpZ2h0IjowLjAsIkJvdHRvbSI6MC4wfSwiUGFkZGluZyI6eyIkaWQiOiIxNzAyIiwiVG9wIjowLjAsIkxlZnQiOjAuMCwiUmlnaHQiOjAuMCwiQm90dG9tIjowLjB9LCJCYWNrZ3JvdW5kIjp7IiRpZCI6IjE3MDMiLCJDb2xvciI6eyIkaWQiOiIxNzA0IiwiQSI6MjU1LCJSIjowLCJHIjowLCJCIjowfX0sIklzVmlzaWJsZSI6dHJ1ZSwiV2lkdGgiOjAuMCwiSGVpZ2h0IjowLjAsIkJvcmRlclN0eWxlIjp7IiRpZCI6IjE3MDUiLCJMaW5lQ29sb3IiOm51bGwsIkxpbmVXZWlnaHQiOjAuMCwiTGluZVR5cGUiOjAsIlBhcmVudFN0eWxlIjpudWxsfSwiUGFyZW50U3R5bGUiOm51bGx9LCJEYXRlU3R5bGUiOnsiJGlkIjoiMTcwNiIsIkZvbnRTZXR0aW5ncyI6eyIkaWQiOiIxNzA3IiwiRm9udFNpemUiOjEwLCJGb250TmFtZSI6IkNhbGlicmkiLCJJc0JvbGQiOmZhbHNlLCJJc0l0YWxpYyI6ZmFsc2UsIklzVW5kZXJsaW5lZCI6ZmFsc2UsIlBhcmVudFN0eWxlIjpudWxsfSwiQXV0b1NpemUiOjAsIkZvcmVncm91bmQiOnsiJGlkIjoiMTcwOCIsIkNvbG9yIjp7IiRpZCI6IjE3MD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3MTAiLCJUb3AiOjAuMCwiTGVmdCI6MC4wLCJSaWdodCI6MC4wLCJCb3R0b20iOjAuMH0sIlBhZGRpbmciOnsiJGlkIjoiMTcxMSIsIlRvcCI6MC4wLCJMZWZ0IjowLjAsIlJpZ2h0IjowLjAsIkJvdHRvbSI6MC4wfSwiQmFja2dyb3VuZCI6eyIkaWQiOiIxNzEyIiwiQ29sb3IiOnsiJGlkIjoiMTcxMyIsIkEiOjI1NSwiUiI6NjgsIkciOjg0LCJCIjoxMDZ9fSwiSXNWaXNpYmxlIjp0cnVlLCJXaWR0aCI6MC4wLCJIZWlnaHQiOjAuMCwiQm9yZGVyU3R5bGUiOnsiJGlkIjoiMTcxNCIsIkxpbmVDb2xvciI6bnVsbCwiTGluZVdlaWdodCI6MC4wLCJMaW5lVHlwZSI6MCwiUGFyZW50U3R5bGUiOm51bGx9LCJQYXJlbnRTdHlsZSI6bnVsbH0sIkRhdGVGb3JtYXQiOnsiJGlkIjoiMTcx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E2IiwiRm9ybWF0IjowLCJJc1Zpc2libGUiOmZhbHNlLCJMYXN0S25vd25WaXNpYmlsaXR5U3RhdGUiOmZhbHNlfSwiSXNWaXNpYmxlIjp0cnVlLCJWYXJpYW5jZVN0eWxlIjp7IiRpZCI6IjE3MTciLCJUZXh0U3R5bGUiOnsiJGlkIjoiMTcxOCIsIkZvbnRTZXR0aW5ncyI6eyIkaWQiOiIxNzE5IiwiRm9udFNpemUiOjEwLCJGb250TmFtZSI6IkNhbGlicmkiLCJJc0JvbGQiOmZhbHNlLCJJc0l0YWxpYyI6ZmFsc2UsIklzVW5kZXJsaW5lZCI6ZmFsc2UsIlBhcmVudFN0eWxlIjpudWxsfSwiQXV0b1NpemUiOjAsIkZvcmVncm91bmQiOnsiJGlkIjoiMTcyMCIsIkNvbG9yIjp7IiRpZCI6IjE3Mj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yMiIsIlRvcCI6MC4wLCJMZWZ0IjowLjAsIlJpZ2h0IjowLjAsIkJvdHRvbSI6MC4wfSwiUGFkZGluZyI6eyIkaWQiOiIxNzIzIiwiVG9wIjowLjAsIkxlZnQiOjAuMCwiUmlnaHQiOjAuMCwiQm90dG9tIjowLjB9LCJCYWNrZ3JvdW5kIjp7IiRpZCI6IjE3MjQiLCJDb2xvciI6eyIkaWQiOiIxNzI1IiwiQSI6MjU1LCJSIjowLCJHIjowLCJCIjowfX0sIklzVmlzaWJsZSI6dHJ1ZSwiV2lkdGgiOjAuMCwiSGVpZ2h0IjowLjAsIkJvcmRlclN0eWxlIjpudWxsLCJQYXJlbnRTdHlsZSI6bnVsbH0sIlBhcmVudFN0eWxlIjpudWxsfSwiUGFyZW50U3R5bGUiOm51bGx9LCJEZWZhdWx0U3dpbWxhbmVNaWxlc3RvbmVTdHlsZSI6eyIkaWQiOiIxNzI2IiwiVGl0bGVQb3NpdGlvbiI6IkxlZnQiLCJEYXRlUG9zaXRpb24iOiJSaWdodCIsIlZhcmlhbmNlUG9zaXRpb24iOiJSaWdodCIsIlNoYXBlVHlwZSI6MSwiU2hhcGVTaXplIjowLCJTcGFjaW5nIjo1LCJTaGFwZVN0eWxlIjp7IiRpZCI6IjE3MjciLCJNYXJnaW4iOnsiJGlkIjoiMTcyOCIsIlRvcCI6MC4wLCJMZWZ0IjowLjAsIlJpZ2h0IjowLjAsIkJvdHRvbSI6MC4wfSwiUGFkZGluZyI6eyIkaWQiOiIxNzI5IiwiVG9wIjowLjAsIkxlZnQiOjAuMCwiUmlnaHQiOjAuMCwiQm90dG9tIjowLjB9LCJCYWNrZ3JvdW5kIjp7IiRpZCI6IjE3MzAiLCJDb2xvciI6eyIkaWQiOiIxNzMxIiwiQSI6MjU1LCJSIjo2OCwiRyI6MTE0LCJCIjoxOTZ9fSwiSXNWaXNpYmxlIjp0cnVlLCJXaWR0aCI6MTIuMCwiSGVpZ2h0IjoxNC4wLCJCb3JkZXJTdHlsZSI6eyIkaWQiOiIxNzMyIiwiTGluZUNvbG9yIjp7IiRpZCI6IjE3MzMiLCIkdHlwZSI6Ik5MUkUuQ29tbW9uLkRvbS5Tb2xpZENvbG9yQnJ1c2gsIE5MUkUuQ29tbW9uIiwiQ29sb3IiOnsiJGlkIjoiMTczNCIsIkEiOjI1NSwiUiI6MjM0LCJHIjoyMiwiQiI6MzB9fSwiTGluZVdlaWdodCI6MC4wLCJMaW5lVHlwZSI6MCwiUGFyZW50U3R5bGUiOm51bGx9LCJQYXJlbnRTdHlsZSI6bnVsbH0sIlRpdGxlU3R5bGUiOnsiJGlkIjoiMTczNSIsIkZvbnRTZXR0aW5ncyI6eyIkaWQiOiIxNzM2IiwiRm9udFNpemUiOjExLCJGb250TmFtZSI6IkNhbGlicmkiLCJJc0JvbGQiOmZhbHNlLCJJc0l0YWxpYyI6ZmFsc2UsIklzVW5kZXJsaW5lZCI6ZmFsc2UsIlBhcmVudFN0eWxlIjpudWxsfSwiQXV0b1NpemUiOjAsIkZvcmVncm91bmQiOnsiJGlkIjoiMTczNyIsIkNvbG9yIjp7IiRpZCI6IjE3Mz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czOSIsIlRvcCI6MC4wLCJMZWZ0IjowLjAsIlJpZ2h0IjowLjAsIkJvdHRvbSI6MC4wfSwiUGFkZGluZyI6eyIkaWQiOiIxNzQwIiwiVG9wIjowLjAsIkxlZnQiOjAuMCwiUmlnaHQiOjAuMCwiQm90dG9tIjowLjB9LCJCYWNrZ3JvdW5kIjp7IiRpZCI6IjE3NDEiLCJDb2xvciI6eyIkaWQiOiIxNzQyIiwiQSI6MjU1LCJSIjowLCJHIjowLCJCIjowfX0sIklzVmlzaWJsZSI6dHJ1ZSwiV2lkdGgiOjAuMCwiSGVpZ2h0IjowLjAsIkJvcmRlclN0eWxlIjp7IiRpZCI6IjE3NDMiLCJMaW5lQ29sb3IiOm51bGwsIkxpbmVXZWlnaHQiOjAuMCwiTGluZVR5cGUiOjAsIlBhcmVudFN0eWxlIjpudWxsfSwiUGFyZW50U3R5bGUiOm51bGx9LCJEYXRlU3R5bGUiOnsiJGlkIjoiMTc0NCIsIkZvbnRTZXR0aW5ncyI6eyIkaWQiOiIxNzQ1IiwiRm9udFNpemUiOjEwLCJGb250TmFtZSI6IkNhbGlicmkiLCJJc0JvbGQiOmZhbHNlLCJJc0l0YWxpYyI6ZmFsc2UsIklzVW5kZXJsaW5lZCI6ZmFsc2UsIlBhcmVudFN0eWxlIjpudWxsfSwiQXV0b1NpemUiOjAsIkZvcmVncm91bmQiOnsiJGlkIjoiMTc0NiIsIkNvbG9yIjp7IiRpZCI6IjE3ND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3NDgiLCJUb3AiOjAuMCwiTGVmdCI6MC4wLCJSaWdodCI6MC4wLCJCb3R0b20iOjAuMH0sIlBhZGRpbmciOnsiJGlkIjoiMTc0OSIsIlRvcCI6MC4wLCJMZWZ0IjowLjAsIlJpZ2h0IjowLjAsIkJvdHRvbSI6MC4wfSwiQmFja2dyb3VuZCI6eyIkaWQiOiIxNzUwIiwiQ29sb3IiOnsiJGlkIjoiMTc1MSIsIkEiOjI1NSwiUiI6NjgsIkciOjg0LCJCIjoxMDZ9fSwiSXNWaXNpYmxlIjp0cnVlLCJXaWR0aCI6MC4wLCJIZWlnaHQiOjAuMCwiQm9yZGVyU3R5bGUiOnsiJGlkIjoiMTc1MiIsIkxpbmVDb2xvciI6bnVsbCwiTGluZVdlaWdodCI6MC4wLCJMaW5lVHlwZSI6MCwiUGFyZW50U3R5bGUiOm51bGx9LCJQYXJlbnRTdHlsZSI6bnVsbH0sIkRhdGVGb3JtYXQiOnsiJGlkIjoiMTc1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U0IiwiRm9ybWF0IjowLCJJc1Zpc2libGUiOmZhbHNlLCJMYXN0S25vd25WaXNpYmlsaXR5U3RhdGUiOmZhbHNlfSwiSXNWaXNpYmxlIjp0cnVlLCJWYXJpYW5jZVN0eWxlIjp7IiRpZCI6IjE3NTUiLCJUZXh0U3R5bGUiOnsiJGlkIjoiMTc1NiIsIkZvbnRTZXR0aW5ncyI6eyIkaWQiOiIxNzU3IiwiRm9udFNpemUiOjEwLCJGb250TmFtZSI6IkNhbGlicmkiLCJJc0JvbGQiOmZhbHNlLCJJc0l0YWxpYyI6ZmFsc2UsIklzVW5kZXJsaW5lZCI6ZmFsc2UsIlBhcmVudFN0eWxlIjpudWxsfSwiQXV0b1NpemUiOjAsIkZvcmVncm91bmQiOnsiJGlkIjoiMTc1OCIsIkNvbG9yIjp7IiRpZCI6IjE3N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CIsIlRvcCI6MC4wLCJMZWZ0IjowLjAsIlJpZ2h0IjowLjAsIkJvdHRvbSI6MC4wfSwiUGFkZGluZyI6eyIkaWQiOiIxNzYxIiwiVG9wIjowLjAsIkxlZnQiOjAuMCwiUmlnaHQiOjAuMCwiQm90dG9tIjowLjB9LCJCYWNrZ3JvdW5kIjp7IiRpZCI6IjE3NjIiLCJDb2xvciI6eyIkaWQiOiIxNzYzIiwiQSI6MjU1LCJSIjowLCJHIjowLCJCIjowfX0sIklzVmlzaWJsZSI6dHJ1ZSwiV2lkdGgiOjAuMCwiSGVpZ2h0IjowLjAsIkJvcmRlclN0eWxlIjpudWxsLCJQYXJlbnRTdHlsZSI6bnVsbH0sIlBhcmVudFN0eWxlIjpudWxsfSwiUGFyZW50U3R5bGUiOm51bGx9LCJEZWZhdWx0U3dpbWxhbmVBY3Rpdml0eVN0eWxlIjp7IiRpZCI6IjE3NjQiLCJIZWFkZXJTdHlsZSI6eyIkaWQiOiIxNzY1IiwiVGV4dFN0eWxlIjp7IiRpZCI6IjE3NjYiLCJGb250U2V0dGluZ3MiOnsiJGlkIjoiMTc2NyIsIkZvbnRTaXplIjoxMSwiRm9udE5hbWUiOiJDYWxpYnJpIiwiSXNCb2xkIjpmYWxzZSwiSXNJdGFsaWMiOmZhbHNlLCJJc1VuZGVybGluZWQiOmZhbHNlLCJQYXJlbnRTdHlsZSI6bnVsbH0sIkF1dG9TaXplIjowLCJGb3JlZ3JvdW5kIjp7IiRpZCI6IjE3NjgiLCJDb2xvciI6eyIkaWQiOiIxNzY5IiwiQSI6MjU1LCJSIjo2NCwiRyI6NjQsIkIiOjY0fX0sIk1heFdpZHRoIjowLjAsIk1heEhlaWdodCI6MC4wLCJTbWFydEZvcmVncm91bmRJc0FjdGl2ZSI6ZmFsc2UsIkhvcml6b250YWxBbGlnbm1lbnQiOjAsIlZlcnRpY2FsQWxpZ25tZW50IjowLCJTbWFydEZvcmVncm91bmQiOm51bGwsIkJhY2tncm91bmRGaWxsVHlwZSI6MCwiTWFyZ2luIjp7IiRpZCI6IjE3NzAiLCJUb3AiOjAuMCwiTGVmdCI6MC4wLCJSaWdodCI6MC4wLCJCb3R0b20iOjAuMH0sIlBhZGRpbmciOnsiJGlkIjoiMTc3MSIsIlRvcCI6MC4wLCJMZWZ0IjowLjAsIlJpZ2h0IjowLjAsIkJvdHRvbSI6MC4wfSwiQmFja2dyb3VuZCI6eyIkaWQiOiIxNzcyIiwiQ29sb3IiOnsiJGlkIjoiMTc3MyIsIkEiOjI1NSwiUiI6NjQsIkciOjY0LCJCIjo2NH19LCJJc1Zpc2libGUiOmZhbHNlLCJXaWR0aCI6MC4wLCJIZWlnaHQiOjAuMCwiQm9yZGVyU3R5bGUiOm51bGwsIlBhcmVudFN0eWxlIjpudWxsfSwiUmVjdGFuZ2xlU3R5bGUiOnsiJGlkIjoiMTc3NCIsIk1hcmdpbiI6eyIkaWQiOiIxNzc1IiwiVG9wIjowLjAsIkxlZnQiOjAuMCwiUmlnaHQiOjAuMCwiQm90dG9tIjowLjB9LCJQYWRkaW5nIjp7IiRpZCI6IjE3NzYiLCJUb3AiOjAuMCwiTGVmdCI6MC4wLCJSaWdodCI6MC4wLCJCb3R0b20iOjAuMH0sIkJhY2tncm91bmQiOnsiJGlkIjoiMTc3NyIsIkNvbG9yIjp7IiRpZCI6IjE3NzgiLCJBIjoxMjcsIlIiOjY4LCJHIjoxMTQsIkIiOjE5Nn19LCJJc1Zpc2libGUiOmZhbHNlLCJXaWR0aCI6MC4wLCJIZWlnaHQiOjAuMCwiQm9yZGVyU3R5bGUiOnsiJGlkIjoiMTc3OSIsIkxpbmVDb2xvciI6eyIkaWQiOiIxNzgwIiwiJHR5cGUiOiJOTFJFLkNvbW1vbi5Eb20uU29saWRDb2xvckJydXNoLCBOTFJFLkNvbW1vbiIsIkNvbG9yIjp7IiRpZCI6IjE3ODEiLCJBIjoyNTUsIlIiOjI1NSwiRyI6MCwiQiI6MH19LCJMaW5lV2VpZ2h0IjowLjAsIkxpbmVUeXBlIjowLCJQYXJlbnRTdHlsZSI6bnVsbH0sIlBhcmVudFN0eWxlIjpudWxsfSwiTWFyZ2luIjp7IiRpZCI6IjE3ODIiLCJUb3AiOjAuMCwiTGVmdCI6MC4wLCJSaWdodCI6MC4wLCJCb3R0b20iOjAuMH0sIlBhZGRpbmciOnsiJGlkIjoiMTc4MyIsIlRvcCI6MC4wLCJMZWZ0IjowLjAsIlJpZ2h0IjowLjAsIkJvdHRvbSI6MC4wfSwiQmFja2dyb3VuZCI6bnVsbCwiSXNWaXNpYmxlIjp0cnVlLCJXaWR0aCI6MC4wLCJIZWlnaHQiOjAuMCwiQm9yZGVyU3R5bGUiOm51bGwsIlBhcmVudFN0eWxlIjpudWxsfSwiQmFja2dyb3VuZFN0eWxlIjp7IiRpZCI6IjE3ODQiLCJNYXJnaW4iOnsiJGlkIjoiMTc4NSIsIlRvcCI6MC4wLCJMZWZ0IjowLjAsIlJpZ2h0IjowLjAsIkJvdHRvbSI6MC4wfSwiUGFkZGluZyI6eyIkaWQiOiIxNzg2IiwiVG9wIjowLjAsIkxlZnQiOjAuMCwiUmlnaHQiOjAuMCwiQm90dG9tIjowLjB9LCJCYWNrZ3JvdW5kIjp7IiRpZCI6IjE3ODciLCJDb2xvciI6eyIkaWQiOiIxNzg4IiwiQSI6NTEsIlIiOjIwMCwiRyI6MjAwLCJCIjoyMDB9fSwiSXNWaXNpYmxlIjp0cnVlLCJXaWR0aCI6MC4wLCJIZWlnaHQiOjAuMCwiQm9yZGVyU3R5bGUiOnsiJGlkIjoiMTc4OSIsIkxpbmVDb2xvciI6eyIkaWQiOiIxNzkwIiwiJHR5cGUiOiJOTFJFLkNvbW1vbi5Eb20uU29saWRDb2xvckJydXNoLCBOTFJFLkNvbW1vbiIsIkNvbG9yIjp7IiRpZCI6IjE3OTEiLCJBIjoyNTUsIlIiOjIzNCwiRyI6MjIsIkIiOjMwfX0sIkxpbmVXZWlnaHQiOjAuMCwiTGluZVR5cGUiOjAsIlBhcmVudFN0eWxlIjpudWxsfSwiUGFyZW50U3R5bGUiOm51bGx9LCJNYXJnaW4iOnsiJGlkIjoiMTc5MiIsIlRvcCI6MC4wLCJMZWZ0IjowLjAsIlJpZ2h0IjowLjAsIkJvdHRvbSI6MC4wfSwiUGFkZGluZyI6eyIkaWQiOiIxNzkzIiwiVG9wIjowLjAsIkxlZnQiOjAuMCwiUmlnaHQiOjAuMCwiQm90dG9tIjowLjB9LCJJc1Zpc2libGUiOnRydWUsIldpZHRoIjowLjAsIkhlaWdodCI6MC4wLCJCb3JkZXJTdHlsZSI6eyIkaWQiOiIxNzk0IiwiTGluZUNvbG9yIjpudWxsLCJMaW5lV2VpZ2h0IjowLjAsIkxpbmVUeXBlIjowLCJQYXJlbnRTdHlsZSI6bnVsbH0sIlBhcmVudFN0eWxlIjpudWxsfSwiTWFyZ2luIjp7IiRpZCI6IjE3OTUiLCJUb3AiOjAuMCwiTGVmdCI6MC4wLCJSaWdodCI6MC4wLCJCb3R0b20iOjAuMH0sIlBhZGRpbmciOnsiJGlkIjoiMTc5NiIsIlRvcCI6MC4wLCJMZWZ0IjowLjAsIlJpZ2h0IjowLjAsIkJvdHRvbSI6MC4wfSwiSXNWaXNpYmxlIjpmYWxzZSwiV2lkdGgiOjAuMCwiSGVpZ2h0IjowLjAsIkJvcmRlclN0eWxlIjp7IiRpZCI6IjE3OTciLCJMaW5lQ29sb3IiOm51bGwsIkxpbmVXZWlnaHQiOjAuMCwiTGluZVR5cGUiOjAsIlBhcmVudFN0eWxlIjpudWxsfSwiUGFyZW50U3R5bGUiOm51bGx9fSx7IiRpZCI6IjE3OTgiLCJfYWN0aXZpdGllcyI6W3siJGlkIjoiMTc5OSIsIl9yb3dzIjpbeyIkaWQiOiIxODAwIiwiX3Rhc2tzIjpbeyIkaWQiOiIxODAxIiwiX2F0dGFjaGVkTWlsZXN0b25lcyI6W10sIlRhc2tEZWZpbml0aW9uIjp7IiRpZCI6IjE4MDIiLCJHcm91cE5hbWUiOm51bGwsIlN0YXJ0RGF0ZSI6IjIwMjYtMTAtMDFUMDA6MDA6MDBaIiwiRW5kRGF0ZSI6IjIwMjYtMTEtMzBUMjM6NTk6MDBaIiwiUGVyY2VudGFnZUNvbXBsZXRlIjpudWxsLCJTdHlsZSI6eyIkaWQiOiIxODAzIiwiU2hhcGUiOjEsIlNoYXBlVGhpY2tuZXNzIjowLCJEdXJhdGlvbkZvcm1hdCI6MCwiSW5jbHVkZU5vbldvcmtpbmdEYXlzSW5EdXJhdGlvbiI6ZmFsc2UsIlBlcmNlbnRhZ2VDb21wbGV0ZVN0eWxlIjp7IiRpZCI6IjE4MDQiLCJGb250U2V0dGluZ3MiOnsiJGlkIjoiMTgwNSIsIkZvbnRTaXplIjoxMCwiRm9udE5hbWUiOiJDYWxpYnJpIiwiSXNCb2xkIjpmYWxzZSwiSXNJdGFsaWMiOmZhbHNlLCJJc1VuZGVybGluZWQiOmZhbHNlLCJQYXJlbnRTdHlsZSI6bnVsbH0sIkF1dG9TaXplIjowLCJGb3JlZ3JvdW5kIjp7IiRpZCI6IjE4MDYiLCJDb2xvciI6eyIkaWQiOiIxODA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4MDgiLCJUb3AiOjAuMCwiTGVmdCI6MC4wLCJSaWdodCI6MC4wLCJCb3R0b20iOjAuMH0sIlBhZGRpbmciOnsiJGlkIjoiMTgwOSIsIlRvcCI6MC4wLCJMZWZ0IjowLjAsIlJpZ2h0IjowLjAsIkJvdHRvbSI6MC4wfSwiQmFja2dyb3VuZCI6eyIkaWQiOiIxODEwIiwiQ29sb3IiOnsiJGlkIjoiMTgxMSIsIkEiOjg5LCJSIjowLCJHIjowLCJCIjowfX0sIklzVmlzaWJsZSI6dHJ1ZSwiV2lkdGgiOjAuMCwiSGVpZ2h0IjowLjAsIkJvcmRlclN0eWxlIjp7IiRpZCI6IjE4MTIiLCJMaW5lQ29sb3IiOm51bGwsIkxpbmVXZWlnaHQiOjAuMCwiTGluZVR5cGUiOjAsIlBhcmVudFN0eWxlIjpudWxsfSwiUGFyZW50U3R5bGUiOm51bGx9LCJEdXJhdGlvblN0eWxlIjp7IiRpZCI6IjE4MTMiLCJGb250U2V0dGluZ3MiOnsiJGlkIjoiMTgxNCIsIkZvbnRTaXplIjoxMCwiRm9udE5hbWUiOiJDYWxpYnJpIiwiSXNCb2xkIjpmYWxzZSwiSXNJdGFsaWMiOmZhbHNlLCJJc1VuZGVybGluZWQiOmZhbHNlLCJQYXJlbnRTdHlsZSI6bnVsbH0sIkF1dG9TaXplIjowLCJGb3JlZ3JvdW5kIjp7IiRpZCI6IjE4MTUiLCJDb2xvciI6eyIkaWQiOiIxODE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xODE3IiwiVG9wIjowLjAsIkxlZnQiOjAuMCwiUmlnaHQiOjAuMCwiQm90dG9tIjowLjB9LCJQYWRkaW5nIjp7IiRpZCI6IjE4MTgiLCJUb3AiOjAuMCwiTGVmdCI6MC4wLCJSaWdodCI6MC4wLCJCb3R0b20iOjAuMH0sIkJhY2tncm91bmQiOnsiJGlkIjoiMTgxOSIsIkNvbG9yIjp7IiRpZCI6IjE4MjAiLCJBIjoyNTUsIlIiOjY4LCJHIjo4NCwiQiI6MTA2fX0sIklzVmlzaWJsZSI6dHJ1ZSwiV2lkdGgiOjAuMCwiSGVpZ2h0IjowLjAsIkJvcmRlclN0eWxlIjp7IiRpZCI6IjE4MjEiLCJMaW5lQ29sb3IiOm51bGwsIkxpbmVXZWlnaHQiOjAuMCwiTGluZVR5cGUiOjAsIlBhcmVudFN0eWxlIjpudWxsfSwiUGFyZW50U3R5bGUiOm51bGx9LCJIb3Jpem9udGFsQ29ubmVjdG9yU3R5bGUiOnsiJGlkIjoiMTgyMiIsIkxpbmVDb2xvciI6eyIkaWQiOiIxODIzIiwiJHR5cGUiOiJOTFJFLkNvbW1vbi5Eb20uU29saWRDb2xvckJydXNoLCBOTFJFLkNvbW1vbiIsIkNvbG9yIjp7IiRpZCI6IjE4MjQiLCJBIjoyNTUsIlIiOjAsIkciOjAsIkIiOjB9fSwiTGluZVdlaWdodCI6MC4wLCJMaW5lVHlwZSI6MCwiUGFyZW50U3R5bGUiOm51bGx9LCJWZXJ0aWNhbENvbm5lY3RvclN0eWxlIjp7IiRpZCI6IjE4MjUiLCJMaW5lQ29sb3IiOnsiJGlkIjoiMTgyNiIsIiR0eXBlIjoiTkxSRS5Db21tb24uRG9tLlNvbGlkQ29sb3JCcnVzaCwgTkxSRS5Db21tb24iLCJDb2xvciI6eyIkaWQiOiIxODI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ODI4IiwiU2hhcGVTdHlsZSI6eyIkaWQiOiIxODI5IiwiTWFyZ2luIjp7IiRpZCI6IjE4MzAiLCJUb3AiOjAuMCwiTGVmdCI6MC4wLCJSaWdodCI6MC4wLCJCb3R0b20iOjAuMH0sIlBhZGRpbmciOnsiJGlkIjoiMTgzMSIsIlRvcCI6MC4wLCJMZWZ0IjowLjAsIlJpZ2h0IjowLjAsIkJvdHRvbSI6MC4wfSwiQmFja2dyb3VuZCI6eyIkaWQiOiIxODMyIiwiQ29sb3IiOnsiJGlkIjoiMTgzMyIsIkEiOjE1MywiUiI6MCwiRyI6MCwiQiI6MH19LCJJc1Zpc2libGUiOnRydWUsIldpZHRoIjowLjAsIkhlaWdodCI6MC4wLCJCb3JkZXJTdHlsZSI6bnVsbCwiUGFyZW50U3R5bGUiOm51bGx9LCJNYXJnaW4iOnsiJGlkIjoiMTgzNCIsIlRvcCI6MC4wLCJMZWZ0IjowLjAsIlJpZ2h0IjowLjAsIkJvdHRvbSI6MC4wfSwiUGFkZGluZyI6eyIkaWQiOiIxODM1IiwiVG9wIjowLjAsIkxlZnQiOjAuMCwiUmlnaHQiOjAuMCwiQm90dG9tIjowLjB9LCJCYWNrZ3JvdW5kIjpudWxsLCJJc1Zpc2libGUiOnRydWUsIldpZHRoIjowLjAsIkhlaWdodCI6MC4wLCJCb3JkZXJTdHlsZSI6bnVsbCwiUGFyZW50U3R5bGUiOm51bGx9LCJTaGFwZVN0eWxlIjp7IiRpZCI6IjE4MzYiLCJNYXJnaW4iOnsiJGlkIjoiMTgzNyIsIlRvcCI6MC4wLCJMZWZ0Ijo0LjAsIlJpZ2h0Ijo0LjAsIkJvdHRvbSI6MC4wfSwiUGFkZGluZyI6eyIkaWQiOiIxODM4IiwiVG9wIjowLjAsIkxlZnQiOjAuMCwiUmlnaHQiOjAuMCwiQm90dG9tIjowLjB9LCJCYWNrZ3JvdW5kIjp7IiRpZCI6IjE4MzkiLCJDb2xvciI6eyIkaWQiOiIxODQwIiwiQSI6MjU1LCJSIjoyNTUsIkciOjE5MiwiQiI6MH19LCJJc1Zpc2libGUiOnRydWUsIldpZHRoIjowLjAsIkhlaWdodCI6MTAuMCwiQm9yZGVyU3R5bGUiOnsiJGlkIjoiMTg0MSIsIkxpbmVDb2xvciI6eyIkaWQiOiIxODQyIiwiJHR5cGUiOiJOTFJFLkNvbW1vbi5Eb20uU29saWRDb2xvckJydXNoLCBOTFJFLkNvbW1vbiIsIkNvbG9yIjp7IiRpZCI6IjE4NDMiLCJBIjoyNTUsIlIiOjIzNCwiRyI6MjIsIkIiOjMwfX0sIkxpbmVXZWlnaHQiOjAuMCwiTGluZVR5cGUiOjAsIlBhcmVudFN0eWxlIjpudWxsfSwiUGFyZW50U3R5bGUiOm51bGx9LCJUaXRsZVN0eWxlIjp7IiRpZCI6IjE4NDQiLCJGb250U2V0dGluZ3MiOnsiJGlkIjoiMTg0NSIsIkZvbnRTaXplIjoxMSwiRm9udE5hbWUiOiJUaXRpbGxpdW0gV2ViIiwiSXNCb2xkIjpmYWxzZSwiSXNJdGFsaWMiOmZhbHNlLCJJc1VuZGVybGluZWQiOmZhbHNlLCJQYXJlbnRTdHlsZSI6bnVsbH0sIkF1dG9TaXplIjowLCJGb3JlZ3JvdW5kIjp7IiRpZCI6IjE4NDYiLCJDb2xvciI6eyIkaWQiOiIxODQ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E4NDgiLCJUb3AiOjAuMCwiTGVmdCI6MC4wLCJSaWdodCI6MC4wLCJCb3R0b20iOjAuMH0sIlBhZGRpbmciOnsiJGlkIjoiMTg0OSIsIlRvcCI6MC4wLCJMZWZ0IjowLjAsIlJpZ2h0IjowLjAsIkJvdHRvbSI6MC4wfSwiQmFja2dyb3VuZCI6eyIkaWQiOiIxODUwIiwiQ29sb3IiOnsiJGlkIjoiMTg1MSIsIkEiOjAsIlIiOjI1NSwiRyI6MjU1LCJCIjoyNTV9fSwiSXNWaXNpYmxlIjp0cnVlLCJXaWR0aCI6MC4wLCJIZWlnaHQiOjAuMCwiQm9yZGVyU3R5bGUiOnsiJGlkIjoiMTg1MiIsIkxpbmVDb2xvciI6bnVsbCwiTGluZVdlaWdodCI6MC4wLCJMaW5lVHlwZSI6MCwiUGFyZW50U3R5bGUiOm51bGx9LCJQYXJlbnRTdHlsZSI6bnVsbH0sIkRhdGVTdHlsZSI6eyIkaWQiOiIxODUzIiwiRm9udFNldHRpbmdzIjp7IiRpZCI6IjE4NTQiLCJGb250U2l6ZSI6MTAsIkZvbnROYW1lIjoiVGl0aWxsaXVtIFdlYiIsIklzQm9sZCI6ZmFsc2UsIklzSXRhbGljIjpmYWxzZSwiSXNVbmRlcmxpbmVkIjpmYWxzZSwiUGFyZW50U3R5bGUiOm51bGx9LCJBdXRvU2l6ZSI6MCwiRm9yZWdyb3VuZCI6eyIkaWQiOiIxODU1IiwiQ29sb3IiOnsiJGlkIjoiMTg1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xODU3IiwiVG9wIjowLjAsIkxlZnQiOjAuMCwiUmlnaHQiOjAuMCwiQm90dG9tIjowLjB9LCJQYWRkaW5nIjp7IiRpZCI6IjE4NTgiLCJUb3AiOjAuMCwiTGVmdCI6MC4wLCJSaWdodCI6MC4wLCJCb3R0b20iOjAuMH0sIkJhY2tncm91bmQiOnsiJGlkIjoiMTg1OSIsIkNvbG9yIjp7IiRpZCI6IjE4NjAiLCJBIjowLCJSIjoyNTUsIkciOjI1NSwiQiI6MjU1fX0sIklzVmlzaWJsZSI6dHJ1ZSwiV2lkdGgiOjAuMCwiSGVpZ2h0IjowLjAsIkJvcmRlclN0eWxlIjp7IiRpZCI6IjE4NjEiLCJMaW5lQ29sb3IiOm51bGwsIkxpbmVXZWlnaHQiOjAuMCwiTGluZVR5cGUiOjAsIlBhcmVudFN0eWxlIjpudWxsfSwiUGFyZW50U3R5bGUiOm51bGx9LCJEYXRlRm9ybWF0Ijp7IiRpZCI6IjE4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2MyIsIkZvcm1hdCI6MCwiSXNWaXNpYmxlIjpmYWxzZSwiTGFzdEtub3duVmlzaWJpbGl0eVN0YXRlIjpmYWxzZX0sIklzVmlzaWJsZSI6dHJ1ZSwiVmFyaWFuY2VTdHlsZSI6eyIkaWQiOiIxODY0IiwiVGV4dFN0eWxlIjp7IiRpZCI6IjE4NjUiLCJGb250U2V0dGluZ3MiOnsiJGlkIjoiMTg2NiIsIkZvbnRTaXplIjoxMCwiRm9udE5hbWUiOiJDYWxpYnJpIiwiSXNCb2xkIjpmYWxzZSwiSXNJdGFsaWMiOmZhbHNlLCJJc1VuZGVybGluZWQiOmZhbHNlLCJQYXJlbnRTdHlsZSI6bnVsbH0sIkF1dG9TaXplIjowLCJGb3JlZ3JvdW5kIjp7IiRpZCI6IjE4NjciLCJDb2xvciI6eyIkaWQiOiIxOD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NjkiLCJUb3AiOjAuMCwiTGVmdCI6MC4wLCJSaWdodCI6MC4wLCJCb3R0b20iOjAuMH0sIlBhZGRpbmciOnsiJGlkIjoiMTg3MCIsIlRvcCI6MC4wLCJMZWZ0IjowLjAsIlJpZ2h0IjowLjAsIkJvdHRvbSI6MC4wfSwiQmFja2dyb3VuZCI6eyIkaWQiOiIxODcxIiwiQ29sb3IiOnsiJGlkIjoiMTg3MiIsIkEiOjI1NSwiUiI6MCwiRyI6MCwiQiI6MH19LCJJc1Zpc2libGUiOnRydWUsIldpZHRoIjowLjAsIkhlaWdodCI6MC4wLCJCb3JkZXJTdHlsZSI6eyIkaWQiOiIxODczIiwiTGluZUNvbG9yIjpudWxsLCJMaW5lV2VpZ2h0IjowLjAsIkxpbmVUeXBlIjowLCJQYXJlbnRTdHlsZSI6bnVsbH0sIlBhcmVudFN0eWxlIjpudWxsfSwiUGFyZW50U3R5bGUiOm51bGx9LCJQYXJlbnRTdHlsZSI6bnVsbH0sIkluZGV4IjoxMywiU21hcnREdXJhdGlvbkFjdGl2YXRlZCI6ZmFsc2UsIkRhdGVGb3JtYXQiOnsiJHJlZiI6IjE4NjIifSwiV2Vla051bWJlcmluZyI6eyIkaWQiOiIxODc0IiwiRm9ybWF0IjowLCJJc1Zpc2libGUiOmZhbHNlLCJMYXN0S25vd25WaXNpYmlsaXR5U3RhdGUiOmZhbHNlfSwiQmFzZWxpbmVEYXRhIjp7IiRpZCI6IjE4NzUiLCJTdGFydERhdGUiOiIyMDI2LTEwLTAxVDAwOjAwOjAwIiwiRW5kRGF0ZSI6IjIwMjYtMTEtMzBUMjM6NTk6MDAifSwiSWQiOiIwYmQ2ZDFhMS1mY2FmLTRmMmMtOTRhNy03NDk1NGY5YTU5OGQiLCJJbXBvcnRJZCI6bnVsbCwiVGl0bGUiOiJGbHVqbyBlbmQtdG8tZW5kIChTcHJpbnRzICgxMSAtIDE0KSIsIk5vdGUiOm51bGwsIkh5cGVybGluayI6eyIkaWQiOiIxODc2IiwiQWRkcmVzcyI6IiIsIlN1YkFkZHJlc3MiOiIifSwiSXNDaGFuZ2VkIjpmYWxzZSwiSXNOZXciOmZhbHNlfX1dLCJfbWlsZXN0b25lcyI6W10sIklkIjoiMDAwMDAwMDAtMDAwMC0wMDAwLTAwMDAtMDAwMDAwMDAwMDAwIiwiSXNTaW5nbGVJdGVtUm93Ijp0cnVlfV0sIkluZGV4IjoxMiwiSWQiOiJjOWYxOGNkYy04MzUwLTQ5YTUtOGM2Mi0xN2Y3YzhiNzBiNzIiLCJIZWFkZXJUZXh0IjpudWxsLCJJc0RlZmF1bHQiOnRydWUsIlN0eWxlIjp7IiRpZCI6IjE4NzciLCJIZWFkZXJTdHlsZSI6eyIkaWQiOiIxODc4IiwiVGV4dFN0eWxlIjp7IiRpZCI6IjE4NzkiLCJGb250U2V0dGluZ3MiOnsiJGlkIjoiMTg4MCIsIkZvbnRTaXplIjoxMSwiRm9udE5hbWUiOiJDYWxpYnJpIiwiSXNCb2xkIjpmYWxzZSwiSXNJdGFsaWMiOmZhbHNlLCJJc1VuZGVybGluZWQiOmZhbHNlLCJQYXJlbnRTdHlsZSI6bnVsbH0sIkF1dG9TaXplIjoyLCJGb3JlZ3JvdW5kIjp7IiRpZCI6IjE4ODEiLCJDb2xvciI6eyIkaWQiOiIxODg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g4MyIsIlRvcCI6MC4wLCJMZWZ0IjowLjAsIlJpZ2h0IjowLjAsIkJvdHRvbSI6MC4wfSwiUGFkZGluZyI6eyIkaWQiOiIxODg0IiwiVG9wIjowLjAsIkxlZnQiOjAuMCwiUmlnaHQiOjAuMCwiQm90dG9tIjowLjB9LCJCYWNrZ3JvdW5kIjp7IiRpZCI6IjE4ODUiLCJDb2xvciI6eyIkaWQiOiIxODg2IiwiQSI6MjU1LCJSIjo2NCwiRyI6NjQsIkIiOjY0fX0sIklzVmlzaWJsZSI6dHJ1ZSwiV2lkdGgiOjAuMCwiSGVpZ2h0IjowLjAsIkJvcmRlclN0eWxlIjpudWxsLCJQYXJlbnRTdHlsZSI6bnVsbH0sIlJlY3RhbmdsZVN0eWxlIjp7IiRpZCI6IjE4ODciLCJNYXJnaW4iOnsiJGlkIjoiMTg4OCIsIlRvcCI6MC4wLCJMZWZ0IjowLjAsIlJpZ2h0IjowLjAsIkJvdHRvbSI6MC4wfSwiUGFkZGluZyI6eyIkaWQiOiIxODg5IiwiVG9wIjowLjAsIkxlZnQiOjAuMCwiUmlnaHQiOjAuMCwiQm90dG9tIjowLjB9LCJCYWNrZ3JvdW5kIjp7IiRpZCI6IjE4OTAiLCJDb2xvciI6eyIkaWQiOiIxODkxIiwiQSI6MTI3LCJSIjoyNTUsIkciOjE5MiwiQiI6MH19LCJJc1Zpc2libGUiOnRydWUsIldpZHRoIjowLjAsIkhlaWdodCI6MC4wLCJCb3JkZXJTdHlsZSI6eyIkaWQiOiIxODkyIiwiTGluZUNvbG9yIjp7IiRpZCI6IjE4OTMiLCIkdHlwZSI6Ik5MUkUuQ29tbW9uLkRvbS5Tb2xpZENvbG9yQnJ1c2gsIE5MUkUuQ29tbW9uIiwiQ29sb3IiOnsiJGlkIjoiMTg5NCIsIkEiOjI1NSwiUiI6MjU1LCJHIjoyNTUsIkIiOjI1NX19LCJMaW5lV2VpZ2h0IjowLjAsIkxpbmVUeXBlIjowLCJQYXJlbnRTdHlsZSI6bnVsbH0sIlBhcmVudFN0eWxlIjpudWxsfSwiTWFyZ2luIjp7IiRpZCI6IjE4OTUiLCJUb3AiOjAuMCwiTGVmdCI6MC4wLCJSaWdodCI6MC4wLCJCb3R0b20iOjAuMH0sIlBhZGRpbmciOnsiJGlkIjoiMTg5NiIsIlRvcCI6MC4wLCJMZWZ0IjowLjAsIlJpZ2h0IjowLjAsIkJvdHRvbSI6MC4wfSwiQmFja2dyb3VuZCI6bnVsbCwiSXNWaXNpYmxlIjp0cnVlLCJXaWR0aCI6MC4wLCJIZWlnaHQiOjAuMCwiQm9yZGVyU3R5bGUiOm51bGwsIlBhcmVudFN0eWxlIjpudWxsfSwiQmFja2dyb3VuZFN0eWxlIjp7IiRpZCI6IjE4OTciLCJNYXJnaW4iOnsiJGlkIjoiMTg5OCIsIlRvcCI6MC4wLCJMZWZ0IjowLjAsIlJpZ2h0IjowLjAsIkJvdHRvbSI6MC4wfSwiUGFkZGluZyI6eyIkaWQiOiIxODk5IiwiVG9wIjowLjAsIkxlZnQiOjAuMCwiUmlnaHQiOjAuMCwiQm90dG9tIjowLjB9LCJCYWNrZ3JvdW5kIjp7IiRpZCI6IjE5MDAiLCJDb2xvciI6eyIkaWQiOiIxOTAxIiwiQSI6NTEsIlIiOjIwMCwiRyI6MjAwLCJCIjoyMDB9fSwiSXNWaXNpYmxlIjp0cnVlLCJXaWR0aCI6MC4wLCJIZWlnaHQiOjAuMCwiQm9yZGVyU3R5bGUiOnsiJGlkIjoiMTkwMiIsIkxpbmVDb2xvciI6eyIkaWQiOiIxOTAzIiwiJHR5cGUiOiJOTFJFLkNvbW1vbi5Eb20uU29saWRDb2xvckJydXNoLCBOTFJFLkNvbW1vbiIsIkNvbG9yIjp7IiRpZCI6IjE5MDQiLCJBIjoyNTUsIlIiOjIzNCwiRyI6MjIsIkIiOjMwfX0sIkxpbmVXZWlnaHQiOjAuMCwiTGluZVR5cGUiOjAsIlBhcmVudFN0eWxlIjpudWxsfSwiUGFyZW50U3R5bGUiOm51bGx9LCJNYXJnaW4iOnsiJGlkIjoiMTkwNSIsIlRvcCI6MC4wLCJMZWZ0IjowLjAsIlJpZ2h0IjowLjAsIkJvdHRvbSI6MC4wfSwiUGFkZGluZyI6eyIkaWQiOiIxOTA2IiwiVG9wIjowLjAsIkxlZnQiOjAuMCwiUmlnaHQiOjAuMCwiQm90dG9tIjowLjB9LCJJc1Zpc2libGUiOnRydWUsIldpZHRoIjowLjAsIkhlaWdodCI6MC4wLCJCb3JkZXJTdHlsZSI6eyIkaWQiOiIxOTA3IiwiTGluZUNvbG9yIjpudWxsLCJMaW5lV2VpZ2h0IjowLjAsIkxpbmVUeXBlIjowLCJQYXJlbnRTdHlsZSI6bnVsbH0sIlBhcmVudFN0eWxlIjpudWxsfX1dLCJJZCI6IjhmMzc5YmNkLWQyNmUtNDJmNy1iZTI0LWI3ZTY0OWFlMDNkYyIsIkluZGV4IjoxMiwiSGVhZGVyVGV4dCI6IkFscGhhIiwiU3R5bGUiOnsiJGlkIjoiMTkwOCIsIlN0eWxlSWQiOiI5ODUxM2UxMC01NTFjLTRmMzAtYWMxMS1hMDY5MGU5MDMxMzQiLCJIZWFkZXJTdHlsZSI6eyIkaWQiOiIxOTA5IiwiVGV4dElzVmVydGljYWwiOmZhbHNlLCJUZXh0U3R5bGUiOnsiJGlkIjoiMTkxMCIsIkZvbnRTZXR0aW5ncyI6eyIkaWQiOiIxOTExIiwiRm9udFNpemUiOjExLCJGb250TmFtZSI6IlRpdGlsbGl1bSBXZWIiLCJJc0JvbGQiOmZhbHNlLCJJc0l0YWxpYyI6ZmFsc2UsIklzVW5kZXJsaW5lZCI6ZmFsc2UsIlBhcmVudFN0eWxlIjpudWxsfSwiQXV0b1NpemUiOjIsIkZvcmVncm91bmQiOnsiJGlkIjoiMTkxMiIsIkNvbG9yIjp7IiRpZCI6IjE5MT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OTE0IiwiVG9wIjowLjAsIkxlZnQiOjAuMCwiUmlnaHQiOjAuMCwiQm90dG9tIjowLjB9LCJQYWRkaW5nIjp7IiRpZCI6IjE5MTUiLCJUb3AiOjAuMCwiTGVmdCI6MC4wLCJSaWdodCI6MC4wLCJCb3R0b20iOjAuMH0sIkJhY2tncm91bmQiOnsiJGlkIjoiMTkxNiIsIkNvbG9yIjp7IiRpZCI6IjE5MTciLCJBIjoyNTUsIlIiOjM4LCJHIjozOCwiQiI6Mzh9fSwiSXNWaXNpYmxlIjp0cnVlLCJXaWR0aCI6MC4wLCJIZWlnaHQiOjAuMCwiQm9yZGVyU3R5bGUiOm51bGwsIlBhcmVudFN0eWxlIjpudWxsfSwiUmVjdGFuZ2xlU3R5bGUiOnsiJGlkIjoiMTkxOCIsIk1hcmdpbiI6eyIkaWQiOiIxOTE5IiwiVG9wIjowLjAsIkxlZnQiOjAuMCwiUmlnaHQiOjAuMCwiQm90dG9tIjowLjB9LCJQYWRkaW5nIjp7IiRpZCI6IjE5MjAiLCJUb3AiOjAuMCwiTGVmdCI6MC4wLCJSaWdodCI6MC4wLCJCb3R0b20iOjAuMH0sIkJhY2tncm91bmQiOnsiJGlkIjoiMTkyMSIsIkNvbG9yIjp7IiRpZCI6IjE5MjIiLCJBIjoyNTUsIlIiOjI1NSwiRyI6MTkyLCJCIjowfX0sIklzVmlzaWJsZSI6dHJ1ZSwiV2lkdGgiOjAuMCwiSGVpZ2h0IjowLjAsIkJvcmRlclN0eWxlIjp7IiRpZCI6IjE5MjMiLCJMaW5lQ29sb3IiOnsiJGlkIjoiMTkyNCIsIiR0eXBlIjoiTkxSRS5Db21tb24uRG9tLlNvbGlkQ29sb3JCcnVzaCwgTkxSRS5Db21tb24iLCJDb2xvciI6eyIkaWQiOiIxOTI1IiwiQSI6MjU1LCJSIjoyNTUsIkciOjI1NSwiQiI6MjU1fX0sIkxpbmVXZWlnaHQiOjAuMCwiTGluZVR5cGUiOjAsIlBhcmVudFN0eWxlIjpudWxsfSwiUGFyZW50U3R5bGUiOm51bGx9LCJNYXJnaW4iOnsiJGlkIjoiMTkyNiIsIlRvcCI6MC4wLCJMZWZ0IjowLjAsIlJpZ2h0IjowLjAsIkJvdHRvbSI6MC4wfSwiUGFkZGluZyI6eyIkaWQiOiIxOTI3IiwiVG9wIjowLjAsIkxlZnQiOjAuMCwiUmlnaHQiOjAuMCwiQm90dG9tIjowLjB9LCJCYWNrZ3JvdW5kIjpudWxsLCJJc1Zpc2libGUiOnRydWUsIldpZHRoIjowLjAsIkhlaWdodCI6MC4wLCJCb3JkZXJTdHlsZSI6bnVsbCwiUGFyZW50U3R5bGUiOm51bGx9LCJCYWNrZ3JvdW5kU3R5bGUiOnsiJGlkIjoiMTkyOCIsIk1hcmdpbiI6eyIkaWQiOiIxOTI5IiwiVG9wIjowLjAsIkxlZnQiOjAuMCwiUmlnaHQiOjAuMCwiQm90dG9tIjowLjB9LCJQYWRkaW5nIjp7IiRpZCI6IjE5MzAiLCJUb3AiOjAuMCwiTGVmdCI6MC4wLCJSaWdodCI6MC4wLCJCb3R0b20iOjAuMH0sIkJhY2tncm91bmQiOnsiJGlkIjoiMTkzMSIsIkNvbG9yIjp7IiRpZCI6IjE5MzIiLCJBIjo1MSwiUiI6MjAwLCJHIjoyMDAsIkIiOjIwMH19LCJJc1Zpc2libGUiOnRydWUsIldpZHRoIjowLjAsIkhlaWdodCI6MC4wLCJCb3JkZXJTdHlsZSI6eyIkaWQiOiIxOTMzIiwiTGluZUNvbG9yIjp7IiRpZCI6IjE5MzQiLCIkdHlwZSI6Ik5MUkUuQ29tbW9uLkRvbS5Tb2xpZENvbG9yQnJ1c2gsIE5MUkUuQ29tbW9uIiwiQ29sb3IiOnsiJGlkIjoiMTkzNSIsIkEiOjI1NSwiUiI6MjM0LCJHIjoyMiwiQiI6MzB9fSwiTGluZVdlaWdodCI6MC4wLCJMaW5lVHlwZSI6MCwiUGFyZW50U3R5bGUiOm51bGx9LCJQYXJlbnRTdHlsZSI6bnVsbH0sIklzQWJvdmVUaW1lYmFuZCI6ZmFsc2UsIlNwYWNpbmciOjIsIkRlZmF1bHRTd2ltbGFuZVRhc2tTdHlsZSI6eyIkaWQiOiIxOTM2IiwiJHR5cGUiOiJOTFJFLkNvbW1vbi5Eb20uU3R5bGVzLkV4cGxpY2l0U2V0YWJsZVRhc2tTdHlsZSwgTkxSRS5Db21tb24iLCJTaGFwZSI6MSwiU2hhcGVUaGlja25lc3MiOjAsIkR1cmF0aW9uRm9ybWF0IjowLCJJbmNsdWRlTm9uV29ya2luZ0RheXNJbkR1cmF0aW9uIjpmYWxzZSwiUGVyY2VudGFnZUNvbXBsZXRlU3R5bGUiOnsiJGlkIjoiMTkzNyIsIkZvbnRTZXR0aW5ncyI6eyIkaWQiOiIxOTM4IiwiRm9udFNpemUiOjEwLCJGb250TmFtZSI6IkNhbGlicmkiLCJJc0JvbGQiOmZhbHNlLCJJc0l0YWxpYyI6ZmFsc2UsIklzVW5kZXJsaW5lZCI6ZmFsc2UsIlBhcmVudFN0eWxlIjpudWxsfSwiQXV0b1NpemUiOjAsIkZvcmVncm91bmQiOnsiJGlkIjoiMTkzOSIsIkNvbG9yIjp7IiRpZCI6IjE5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0MSIsIlRvcCI6MC4wLCJMZWZ0IjowLjAsIlJpZ2h0IjowLjAsIkJvdHRvbSI6MC4wfSwiUGFkZGluZyI6eyIkaWQiOiIxOTQyIiwiVG9wIjowLjAsIkxlZnQiOjAuMCwiUmlnaHQiOjAuMCwiQm90dG9tIjowLjB9LCJCYWNrZ3JvdW5kIjp7IiRpZCI6IjE5NDMiLCJDb2xvciI6eyIkaWQiOiIxOTQ0IiwiQSI6ODksIlIiOjAsIkciOjAsIkIiOjB9fSwiSXNWaXNpYmxlIjp0cnVlLCJXaWR0aCI6MC4wLCJIZWlnaHQiOjAuMCwiQm9yZGVyU3R5bGUiOnsiJGlkIjoiMTk0NSIsIkxpbmVDb2xvciI6bnVsbCwiTGluZVdlaWdodCI6MC4wLCJMaW5lVHlwZSI6MCwiUGFyZW50U3R5bGUiOm51bGx9LCJQYXJlbnRTdHlsZSI6bnVsbH0sIkR1cmF0aW9uU3R5bGUiOnsiJGlkIjoiMTk0NiIsIkZvbnRTZXR0aW5ncyI6eyIkaWQiOiIxOTQ3IiwiRm9udFNpemUiOjEwLCJGb250TmFtZSI6IkNhbGlicmkiLCJJc0JvbGQiOmZhbHNlLCJJc0l0YWxpYyI6ZmFsc2UsIklzVW5kZXJsaW5lZCI6ZmFsc2UsIlBhcmVudFN0eWxlIjpudWxsfSwiQXV0b1NpemUiOjAsIkZvcmVncm91bmQiOnsiJGlkIjoiMTk0OCIsIkNvbG9yIjp7IiRpZCI6IjE5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5NTAiLCJUb3AiOjAuMCwiTGVmdCI6MC4wLCJSaWdodCI6MC4wLCJCb3R0b20iOjAuMH0sIlBhZGRpbmciOnsiJGlkIjoiMTk1MSIsIlRvcCI6MC4wLCJMZWZ0IjowLjAsIlJpZ2h0IjowLjAsIkJvdHRvbSI6MC4wfSwiQmFja2dyb3VuZCI6eyIkaWQiOiIxOTUyIiwiQ29sb3IiOnsiJGlkIjoiMTk1MyIsIkEiOjI1NSwiUiI6NjgsIkciOjg0LCJCIjoxMDZ9fSwiSXNWaXNpYmxlIjp0cnVlLCJXaWR0aCI6MC4wLCJIZWlnaHQiOjAuMCwiQm9yZGVyU3R5bGUiOnsiJGlkIjoiMTk1NCIsIkxpbmVDb2xvciI6bnVsbCwiTGluZVdlaWdodCI6MC4wLCJMaW5lVHlwZSI6MCwiUGFyZW50U3R5bGUiOm51bGx9LCJQYXJlbnRTdHlsZSI6bnVsbH0sIkhvcml6b250YWxDb25uZWN0b3JTdHlsZSI6eyIkaWQiOiIxOTU1IiwiTGluZUNvbG9yIjp7IiRpZCI6IjE5NTYiLCIkdHlwZSI6Ik5MUkUuQ29tbW9uLkRvbS5Tb2xpZENvbG9yQnJ1c2gsIE5MUkUuQ29tbW9uIiwiQ29sb3IiOnsiJGlkIjoiMTk1NyIsIkEiOjI1NSwiUiI6MCwiRyI6MCwiQiI6MH19LCJMaW5lV2VpZ2h0IjowLjAsIkxpbmVUeXBlIjowLCJQYXJlbnRTdHlsZSI6bnVsbH0sIlZlcnRpY2FsQ29ubmVjdG9yU3R5bGUiOnsiJGlkIjoiMTk1OCIsIkxpbmVDb2xvciI6eyIkaWQiOiIxOTU5IiwiJHR5cGUiOiJOTFJFLkNvbW1vbi5Eb20uU29saWRDb2xvckJydXNoLCBOTFJFLkNvbW1vbiIsIkNvbG9yIjp7IiRpZCI6IjE5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OTYxIiwiU2hhcGVTdHlsZSI6eyIkaWQiOiIxOTYyIiwiTWFyZ2luIjp7IiRpZCI6IjE5NjMiLCJUb3AiOjAuMCwiTGVmdCI6MC4wLCJSaWdodCI6MC4wLCJCb3R0b20iOjAuMH0sIlBhZGRpbmciOnsiJGlkIjoiMTk2NCIsIlRvcCI6MC4wLCJMZWZ0IjowLjAsIlJpZ2h0IjowLjAsIkJvdHRvbSI6MC4wfSwiQmFja2dyb3VuZCI6eyIkaWQiOiIxOTY1IiwiQ29sb3IiOnsiJGlkIjoiMTk2NiIsIkEiOjE1MywiUiI6MCwiRyI6MCwiQiI6MH19LCJJc1Zpc2libGUiOnRydWUsIldpZHRoIjowLjAsIkhlaWdodCI6MC4wLCJCb3JkZXJTdHlsZSI6eyIkaWQiOiIxOTY3IiwiTGluZUNvbG9yIjp7IiRpZCI6IjE5NjgiLCIkdHlwZSI6Ik5MUkUuQ29tbW9uLkRvbS5Tb2xpZENvbG9yQnJ1c2gsIE5MUkUuQ29tbW9uIiwiQ29sb3IiOnsiJGlkIjoiMTk2OSIsIkEiOjI1NSwiUiI6MjU1LCJHIjowLCJCIjowfX0sIkxpbmVXZWlnaHQiOjAuMCwiTGluZVR5cGUiOjAsIlBhcmVudFN0eWxlIjpudWxsfSwiUGFyZW50U3R5bGUiOm51bGx9LCJNYXJnaW4iOnsiJGlkIjoiMTk3MCIsIlRvcCI6MC4wLCJMZWZ0IjowLjAsIlJpZ2h0IjowLjAsIkJvdHRvbSI6MC4wfSwiUGFkZGluZyI6eyIkaWQiOiIxOTcxIiwiVG9wIjowLjAsIkxlZnQiOjAuMCwiUmlnaHQiOjAuMCwiQm90dG9tIjowLjB9LCJCYWNrZ3JvdW5kIjpudWxsLCJJc1Zpc2libGUiOnRydWUsIldpZHRoIjowLjAsIkhlaWdodCI6MC4wLCJCb3JkZXJTdHlsZSI6bnVsbCwiUGFyZW50U3R5bGUiOm51bGx9LCJTaGFwZVN0eWxlIjp7IiRpZCI6IjE5NzIiLCJNYXJnaW4iOnsiJGlkIjoiMTk3MyIsIlRvcCI6MC4wLCJMZWZ0Ijo0LjAsIlJpZ2h0Ijo0LjAsIkJvdHRvbSI6MC4wfSwiUGFkZGluZyI6eyIkaWQiOiIxOTc0IiwiVG9wIjowLjAsIkxlZnQiOjAuMCwiUmlnaHQiOjAuMCwiQm90dG9tIjowLjB9LCJCYWNrZ3JvdW5kIjp7IiRpZCI6IjE5NzUiLCJDb2xvciI6eyIkaWQiOiIxOTc2IiwiQSI6MjU1LCJSIjoyNTUsIkciOjE5MiwiQiI6MH19LCJJc1Zpc2libGUiOnRydWUsIldpZHRoIjowLjAsIkhlaWdodCI6MTAuMCwiQm9yZGVyU3R5bGUiOnsiJGlkIjoiMTk3NyIsIkxpbmVDb2xvciI6eyIkaWQiOiIxOTc4IiwiJHR5cGUiOiJOTFJFLkNvbW1vbi5Eb20uU29saWRDb2xvckJydXNoLCBOTFJFLkNvbW1vbiIsIkNvbG9yIjp7IiRpZCI6IjE5NzkiLCJBIjoyNTUsIlIiOjIzNCwiRyI6MjIsIkIiOjMwfX0sIkxpbmVXZWlnaHQiOjAuMCwiTGluZVR5cGUiOjAsIlBhcmVudFN0eWxlIjpudWxsfSwiUGFyZW50U3R5bGUiOm51bGx9LCJUaXRsZVN0eWxlIjp7IiRpZCI6IjE5ODAiLCJGb250U2V0dGluZ3MiOnsiJGlkIjoiMTk4MSIsIkZvbnRTaXplIjoxMSwiRm9udE5hbWUiOiJDYWxpYnJpIiwiSXNCb2xkIjpmYWxzZSwiSXNJdGFsaWMiOmZhbHNlLCJJc1VuZGVybGluZWQiOmZhbHNlLCJQYXJlbnRTdHlsZSI6bnVsbH0sIkF1dG9TaXplIjowLCJGb3JlZ3JvdW5kIjp7IiRpZCI6IjE5ODIiLCJDb2xvciI6eyIkaWQiOiIxOTg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ODQiLCJUb3AiOjAuMCwiTGVmdCI6MC4wLCJSaWdodCI6MC4wLCJCb3R0b20iOjAuMH0sIlBhZGRpbmciOnsiJGlkIjoiMTk4NSIsIlRvcCI6MC4wLCJMZWZ0IjowLjAsIlJpZ2h0IjowLjAsIkJvdHRvbSI6MC4wfSwiQmFja2dyb3VuZCI6eyIkaWQiOiIxOTg2IiwiQ29sb3IiOnsiJGlkIjoiMTk4NyIsIkEiOjI1NSwiUiI6MCwiRyI6MCwiQiI6MH19LCJJc1Zpc2libGUiOnRydWUsIldpZHRoIjowLjAsIkhlaWdodCI6MC4wLCJCb3JkZXJTdHlsZSI6eyIkaWQiOiIxOTg4IiwiTGluZUNvbG9yIjpudWxsLCJMaW5lV2VpZ2h0IjowLjAsIkxpbmVUeXBlIjowLCJQYXJlbnRTdHlsZSI6bnVsbH0sIlBhcmVudFN0eWxlIjpudWxsfSwiRGF0ZVN0eWxlIjp7IiRpZCI6IjE5ODkiLCJGb250U2V0dGluZ3MiOnsiJGlkIjoiMTk5MCIsIkZvbnRTaXplIjoxMCwiRm9udE5hbWUiOiJDYWxpYnJpIiwiSXNCb2xkIjpmYWxzZSwiSXNJdGFsaWMiOmZhbHNlLCJJc1VuZGVybGluZWQiOmZhbHNlLCJQYXJlbnRTdHlsZSI6bnVsbH0sIkF1dG9TaXplIjowLCJGb3JlZ3JvdW5kIjp7IiRpZCI6IjE5OTEiLCJDb2xvciI6eyIkaWQiOiIxOTk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xOTkzIiwiVG9wIjowLjAsIkxlZnQiOjAuMCwiUmlnaHQiOjAuMCwiQm90dG9tIjowLjB9LCJQYWRkaW5nIjp7IiRpZCI6IjE5OTQiLCJUb3AiOjAuMCwiTGVmdCI6MC4wLCJSaWdodCI6MC4wLCJCb3R0b20iOjAuMH0sIkJhY2tncm91bmQiOnsiJGlkIjoiMTk5NSIsIkNvbG9yIjp7IiRpZCI6IjE5OTYiLCJBIjoyNTUsIlIiOjY4LCJHIjo4NCwiQiI6MTA2fX0sIklzVmlzaWJsZSI6dHJ1ZSwiV2lkdGgiOjAuMCwiSGVpZ2h0IjowLjAsIkJvcmRlclN0eWxlIjp7IiRpZCI6IjE5OTciLCJMaW5lQ29sb3IiOm51bGwsIkxpbmVXZWlnaHQiOjAuMCwiTGluZVR5cGUiOjAsIlBhcmVudFN0eWxlIjpudWxsfSwiUGFyZW50U3R5bGUiOm51bGx9LCJEYXRlRm9ybWF0Ijp7IiRpZCI6IjE5O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5OSIsIkZvcm1hdCI6MCwiSXNWaXNpYmxlIjpmYWxzZSwiTGFzdEtub3duVmlzaWJpbGl0eVN0YXRlIjpmYWxzZX0sIklzVmlzaWJsZSI6dHJ1ZSwiVmFyaWFuY2VTdHlsZSI6eyIkaWQiOiIyMDAwIiwiVGV4dFN0eWxlIjp7IiRpZCI6IjIwMDEiLCJGb250U2V0dGluZ3MiOnsiJGlkIjoiMjAwMiIsIkZvbnRTaXplIjoxMCwiRm9udE5hbWUiOiJDYWxpYnJpIiwiSXNCb2xkIjpmYWxzZSwiSXNJdGFsaWMiOmZhbHNlLCJJc1VuZGVybGluZWQiOmZhbHNlLCJQYXJlbnRTdHlsZSI6bnVsbH0sIkF1dG9TaXplIjowLCJGb3JlZ3JvdW5kIjp7IiRpZCI6IjIwMDMiLCJDb2xvciI6eyIkaWQiOiIyM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MDUiLCJUb3AiOjAuMCwiTGVmdCI6MC4wLCJSaWdodCI6MC4wLCJCb3R0b20iOjAuMH0sIlBhZGRpbmciOnsiJGlkIjoiMjAwNiIsIlRvcCI6MC4wLCJMZWZ0IjowLjAsIlJpZ2h0IjowLjAsIkJvdHRvbSI6MC4wfSwiQmFja2dyb3VuZCI6eyIkaWQiOiIyMDA3IiwiQ29sb3IiOnsiJGlkIjoiMjAwOCIsIkEiOjI1NSwiUiI6MCwiRyI6MCwiQiI6MH19LCJJc1Zpc2libGUiOnRydWUsIldpZHRoIjowLjAsIkhlaWdodCI6MC4wLCJCb3JkZXJTdHlsZSI6eyIkaWQiOiIyMDA5IiwiTGluZUNvbG9yIjpudWxsLCJMaW5lV2VpZ2h0IjowLjAsIkxpbmVUeXBlIjowLCJQYXJlbnRTdHlsZSI6bnVsbH0sIlBhcmVudFN0eWxlIjpudWxsfSwiUGFyZW50U3R5bGUiOm51bGx9LCJQYXJlbnRTdHlsZSI6bnVsbCwiX2V4cGxpY2l0bHlTZXQiOnsiJGlkIjoiMjAx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wMTEiLCJTaGFwZSI6MSwiQ29ubmVjdG9yTWFyZ2luIjp7IiRpZCI6IjIwMTIiLCJUb3AiOjAuMCwiTGVmdCI6Mi4wLCJSaWdodCI6Mi4wLCJCb3R0b20iOjAuMH0sIkNvbm5lY3RvclN0eWxlIjp7IiRpZCI6IjIwMTMiLCJMaW5lQ29sb3IiOnsiJGlkIjoiMjAxNCIsIiR0eXBlIjoiTkxSRS5Db21tb24uRG9tLlNvbGlkQ29sb3JCcnVzaCwgTkxSRS5Db21tb24iLCJDb2xvciI6eyIkaWQiOiIyMDE1IiwiQSI6MTI3LCJSIjoxMjcsIkciOjk2LCJCIjowfX0sIkxpbmVXZWlnaHQiOjEuMCwiTGluZVR5cGUiOjAsIlBhcmVudFN0eWxlIjpudWxsfSwiSXNCZWxvd1RpbWViYW5kIjpmYWxzZSwiUG9zaXRpb25PblRhc2siOjEsIkhpZGVEYXRlIjpmYWxzZSwiU2hhcGVTaXplIjowLCJTcGFjaW5nIjowLjAsIlBhZGRpbmciOnsiJGlkIjoiMjAxNiIsIlRvcCI6NS4wLCJMZWZ0IjozLjAsIlJpZ2h0IjowLjAsIkJvdHRvbSI6Mi4wfSwiU2hhcGVTdHlsZSI6eyIkaWQiOiIyMDE3IiwiTWFyZ2luIjp7IiRpZCI6IjIwMTgiLCJUb3AiOjAuMCwiTGVmdCI6MC4wLCJSaWdodCI6MC4wLCJCb3R0b20iOjAuMH0sIlBhZGRpbmciOnsiJGlkIjoiMjAxOSIsIlRvcCI6MC4wLCJMZWZ0IjowLjAsIlJpZ2h0IjowLjAsIkJvdHRvbSI6MC4wfSwiQmFja2dyb3VuZCI6eyIkaWQiOiIyMDIwIiwiQ29sb3IiOnsiJGlkIjoiMjAyMSIsIkEiOjI1NSwiUiI6MTI3LCJHIjo5NiwiQiI6MH19LCJJc1Zpc2libGUiOnRydWUsIldpZHRoIjoxMi4wLCJIZWlnaHQiOjE0LjAsIkJvcmRlclN0eWxlIjp7IiRpZCI6IjIwMjIiLCJMaW5lQ29sb3IiOnsiJGlkIjoiMjAyMyIsIiR0eXBlIjoiTkxSRS5Db21tb24uRG9tLlNvbGlkQ29sb3JCcnVzaCwgTkxSRS5Db21tb24iLCJDb2xvciI6eyIkaWQiOiIyMDI0IiwiQSI6MjU1LCJSIjoyNTUsIkciOjI1NSwiQiI6MjU1fX0sIkxpbmVXZWlnaHQiOjAuMCwiTGluZVR5cGUiOjAsIlBhcmVudFN0eWxlIjpudWxsfSwiUGFyZW50U3R5bGUiOm51bGx9LCJUaXRsZVN0eWxlIjp7IiRpZCI6IjIwMjUiLCJGb250U2V0dGluZ3MiOnsiJGlkIjoiMjAyNiIsIkZvbnRTaXplIjoxMSwiRm9udE5hbWUiOiJDYWxpYnJpIiwiSXNCb2xkIjpmYWxzZSwiSXNJdGFsaWMiOmZhbHNlLCJJc1VuZGVybGluZWQiOmZhbHNlLCJQYXJlbnRTdHlsZSI6bnVsbH0sIkF1dG9TaXplIjowLCJGb3JlZ3JvdW5kIjp7IiRpZCI6IjIwMjciLCJDb2xvciI6eyIkaWQiOiIyMDI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wMjkiLCJUb3AiOjAuMCwiTGVmdCI6MC4wLCJSaWdodCI6MC4wLCJCb3R0b20iOjAuMH0sIlBhZGRpbmciOnsiJGlkIjoiMjAzMCIsIlRvcCI6MC4wLCJMZWZ0IjowLjAsIlJpZ2h0IjowLjAsIkJvdHRvbSI6MC4wfSwiQmFja2dyb3VuZCI6eyIkaWQiOiIyMDMxIiwiQ29sb3IiOnsiJGlkIjoiMjAzMiIsIkEiOjI1NSwiUiI6MCwiRyI6MCwiQiI6MH19LCJJc1Zpc2libGUiOnRydWUsIldpZHRoIjowLjAsIkhlaWdodCI6MC4wLCJCb3JkZXJTdHlsZSI6eyIkaWQiOiIyMDMzIiwiTGluZUNvbG9yIjpudWxsLCJMaW5lV2VpZ2h0IjowLjAsIkxpbmVUeXBlIjowLCJQYXJlbnRTdHlsZSI6bnVsbH0sIlBhcmVudFN0eWxlIjpudWxsfSwiRGF0ZVN0eWxlIjp7IiRpZCI6IjIwMzQiLCJGb250U2V0dGluZ3MiOnsiJGlkIjoiMjAzNSIsIkZvbnRTaXplIjoxMCwiRm9udE5hbWUiOiJDYWxpYnJpIiwiSXNCb2xkIjpmYWxzZSwiSXNJdGFsaWMiOmZhbHNlLCJJc1VuZGVybGluZWQiOmZhbHNlLCJQYXJlbnRTdHlsZSI6bnVsbH0sIkF1dG9TaXplIjowLCJGb3JlZ3JvdW5kIjp7IiRpZCI6IjIwMzYiLCJDb2xvciI6eyIkaWQiOiIyMDM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yMDM4IiwiVG9wIjowLjAsIkxlZnQiOjAuMCwiUmlnaHQiOjAuMCwiQm90dG9tIjowLjB9LCJQYWRkaW5nIjp7IiRpZCI6IjIwMzkiLCJUb3AiOjAuMCwiTGVmdCI6MC4wLCJSaWdodCI6MC4wLCJCb3R0b20iOjAuMH0sIkJhY2tncm91bmQiOnsiJGlkIjoiMjA0MCIsIkNvbG9yIjp7IiRpZCI6IjIwNDEiLCJBIjoyNTUsIlIiOjY4LCJHIjo4NCwiQiI6MTA2fX0sIklzVmlzaWJsZSI6dHJ1ZSwiV2lkdGgiOjAuMCwiSGVpZ2h0IjowLjAsIkJvcmRlclN0eWxlIjp7IiRpZCI6IjIwNDIiLCJMaW5lQ29sb3IiOm51bGwsIkxpbmVXZWlnaHQiOjAuMCwiTGluZVR5cGUiOjAsIlBhcmVudFN0eWxlIjpudWxsfSwiUGFyZW50U3R5bGUiOm51bGx9LCJEYXRlRm9ybWF0Ijp7IiRpZCI6IjIwND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0NCIsIkZvcm1hdCI6MCwiSXNWaXNpYmxlIjpmYWxzZSwiTGFzdEtub3duVmlzaWJpbGl0eVN0YXRlIjpmYWxzZX0sIklzVmlzaWJsZSI6ZmFsc2UsIlZhcmlhbmNlU3R5bGUiOnsiJGlkIjoiMjA0NSIsIlRleHRTdHlsZSI6eyIkaWQiOiIyMDQ2IiwiRm9udFNldHRpbmdzIjp7IiRpZCI6IjIwNDciLCJGb250U2l6ZSI6MTAsIkZvbnROYW1lIjoiQ2FsaWJyaSIsIklzQm9sZCI6ZmFsc2UsIklzSXRhbGljIjpmYWxzZSwiSXNVbmRlcmxpbmVkIjpmYWxzZSwiUGFyZW50U3R5bGUiOm51bGx9LCJBdXRvU2l6ZSI6MCwiRm9yZWdyb3VuZCI6eyIkaWQiOiIyMDQ4IiwiQ29sb3IiOnsiJGlkIjoiMjA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UwIiwiVG9wIjowLjAsIkxlZnQiOjAuMCwiUmlnaHQiOjAuMCwiQm90dG9tIjowLjB9LCJQYWRkaW5nIjp7IiRpZCI6IjIwNTEiLCJUb3AiOjAuMCwiTGVmdCI6MC4wLCJSaWdodCI6MC4wLCJCb3R0b20iOjAuMH0sIkJhY2tncm91bmQiOnsiJGlkIjoiMjA1MiIsIkNvbG9yIjp7IiRpZCI6IjIwNTMiLCJBIjoyNTUsIlIiOjAsIkciOjAsIkIiOjB9fSwiSXNWaXNpYmxlIjp0cnVlLCJXaWR0aCI6MC4wLCJIZWlnaHQiOjAuMCwiQm9yZGVyU3R5bGUiOnsiJGlkIjoiMjA1NCIsIkxpbmVDb2xvciI6bnVsbCwiTGluZVdlaWdodCI6MC4wLCJMaW5lVHlwZSI6MCwiUGFyZW50U3R5bGUiOm51bGx9LCJQYXJlbnRTdHlsZSI6bnVsbH0sIlBhcmVudFN0eWxlIjpudWxsfSwiUGFyZW50U3R5bGUiOm51bGx9LCJEZWZhdWx0U3dpbWxhbmVNaWxlc3RvbmVTdHlsZSI6eyIkaWQiOiIyMDU1IiwiVGl0bGVQb3NpdGlvbiI6IkxlZnQiLCJEYXRlUG9zaXRpb24iOiJSaWdodCIsIlZhcmlhbmNlUG9zaXRpb24iOiJSaWdodCIsIlNoYXBlVHlwZSI6MSwiU2hhcGVTaXplIjowLCJTcGFjaW5nIjo1LCJTaGFwZVN0eWxlIjp7IiRpZCI6IjIwNTYiLCJNYXJnaW4iOnsiJGlkIjoiMjA1NyIsIlRvcCI6MC4wLCJMZWZ0IjowLjAsIlJpZ2h0IjowLjAsIkJvdHRvbSI6MC4wfSwiUGFkZGluZyI6eyIkaWQiOiIyMDU4IiwiVG9wIjowLjAsIkxlZnQiOjAuMCwiUmlnaHQiOjAuMCwiQm90dG9tIjowLjB9LCJCYWNrZ3JvdW5kIjp7IiRpZCI6IjIwNTkiLCJDb2xvciI6eyIkaWQiOiIyMDYwIiwiQSI6MjU1LCJSIjoyNTUsIkciOjE5MiwiQiI6MH19LCJJc1Zpc2libGUiOnRydWUsIldpZHRoIjoxMi4wLCJIZWlnaHQiOjE0LjAsIkJvcmRlclN0eWxlIjp7IiRpZCI6IjIwNjEiLCJMaW5lQ29sb3IiOnsiJGlkIjoiMjA2MiIsIiR0eXBlIjoiTkxSRS5Db21tb24uRG9tLlNvbGlkQ29sb3JCcnVzaCwgTkxSRS5Db21tb24iLCJDb2xvciI6eyIkaWQiOiIyMDYzIiwiQSI6MjU1LCJSIjoyMzQsIkciOjIyLCJCIjozMH19LCJMaW5lV2VpZ2h0IjowLjAsIkxpbmVUeXBlIjowLCJQYXJlbnRTdHlsZSI6bnVsbH0sIlBhcmVudFN0eWxlIjpudWxsfSwiVGl0bGVTdHlsZSI6eyIkaWQiOiIyMDY0IiwiRm9udFNldHRpbmdzIjp7IiRpZCI6IjIwNjUiLCJGb250U2l6ZSI6MTEsIkZvbnROYW1lIjoiQ2FsaWJyaSIsIklzQm9sZCI6ZmFsc2UsIklzSXRhbGljIjpmYWxzZSwiSXNVbmRlcmxpbmVkIjpmYWxzZSwiUGFyZW50U3R5bGUiOm51bGx9LCJBdXRvU2l6ZSI6MCwiRm9yZWdyb3VuZCI6eyIkaWQiOiIyMDY2IiwiQ29sb3IiOnsiJGlkIjoiMjA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DY4IiwiVG9wIjowLjAsIkxlZnQiOjAuMCwiUmlnaHQiOjAuMCwiQm90dG9tIjowLjB9LCJQYWRkaW5nIjp7IiRpZCI6IjIwNjkiLCJUb3AiOjAuMCwiTGVmdCI6MC4wLCJSaWdodCI6MC4wLCJCb3R0b20iOjAuMH0sIkJhY2tncm91bmQiOnsiJGlkIjoiMjA3MCIsIkNvbG9yIjp7IiRpZCI6IjIwNzEiLCJBIjoyNTUsIlIiOjAsIkciOjAsIkIiOjB9fSwiSXNWaXNpYmxlIjp0cnVlLCJXaWR0aCI6MC4wLCJIZWlnaHQiOjAuMCwiQm9yZGVyU3R5bGUiOnsiJGlkIjoiMjA3MiIsIkxpbmVDb2xvciI6bnVsbCwiTGluZVdlaWdodCI6MC4wLCJMaW5lVHlwZSI6MCwiUGFyZW50U3R5bGUiOm51bGx9LCJQYXJlbnRTdHlsZSI6bnVsbH0sIkRhdGVTdHlsZSI6eyIkaWQiOiIyMDczIiwiRm9udFNldHRpbmdzIjp7IiRpZCI6IjIwNzQiLCJGb250U2l6ZSI6MTAsIkZvbnROYW1lIjoiQ2FsaWJyaSIsIklzQm9sZCI6ZmFsc2UsIklzSXRhbGljIjpmYWxzZSwiSXNVbmRlcmxpbmVkIjpmYWxzZSwiUGFyZW50U3R5bGUiOm51bGx9LCJBdXRvU2l6ZSI6MCwiRm9yZWdyb3VuZCI6eyIkaWQiOiIyMDc1IiwiQ29sb3IiOnsiJGlkIjoiMjA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A3NyIsIlRvcCI6MC4wLCJMZWZ0IjowLjAsIlJpZ2h0IjowLjAsIkJvdHRvbSI6MC4wfSwiUGFkZGluZyI6eyIkaWQiOiIyMDc4IiwiVG9wIjowLjAsIkxlZnQiOjAuMCwiUmlnaHQiOjAuMCwiQm90dG9tIjowLjB9LCJCYWNrZ3JvdW5kIjp7IiRpZCI6IjIwNzkiLCJDb2xvciI6eyIkaWQiOiIyMDgwIiwiQSI6MjU1LCJSIjo2OCwiRyI6ODQsIkIiOjEwNn19LCJJc1Zpc2libGUiOnRydWUsIldpZHRoIjowLjAsIkhlaWdodCI6MC4wLCJCb3JkZXJTdHlsZSI6eyIkaWQiOiIyMDgxIiwiTGluZUNvbG9yIjpudWxsLCJMaW5lV2VpZ2h0IjowLjAsIkxpbmVUeXBlIjowLCJQYXJlbnRTdHlsZSI6bnVsbH0sIlBhcmVudFN0eWxlIjpudWxsfSwiRGF0ZUZvcm1hdCI6eyIkaWQiOiIyMD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ODMiLCJGb3JtYXQiOjAsIklzVmlzaWJsZSI6ZmFsc2UsIkxhc3RLbm93blZpc2liaWxpdHlTdGF0ZSI6ZmFsc2V9LCJJc1Zpc2libGUiOnRydWUsIlZhcmlhbmNlU3R5bGUiOnsiJGlkIjoiMjA4NCIsIlRleHRTdHlsZSI6eyIkaWQiOiIyMDg1IiwiRm9udFNldHRpbmdzIjp7IiRpZCI6IjIwODYiLCJGb250U2l6ZSI6MTAsIkZvbnROYW1lIjoiQ2FsaWJyaSIsIklzQm9sZCI6ZmFsc2UsIklzSXRhbGljIjpmYWxzZSwiSXNVbmRlcmxpbmVkIjpmYWxzZSwiUGFyZW50U3R5bGUiOm51bGx9LCJBdXRvU2l6ZSI6MCwiRm9yZWdyb3VuZCI6eyIkaWQiOiIyMDg3IiwiQ29sb3IiOnsiJGlkIjoiMjA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g5IiwiVG9wIjowLjAsIkxlZnQiOjAuMCwiUmlnaHQiOjAuMCwiQm90dG9tIjowLjB9LCJQYWRkaW5nIjp7IiRpZCI6IjIwOTAiLCJUb3AiOjAuMCwiTGVmdCI6MC4wLCJSaWdodCI6MC4wLCJCb3R0b20iOjAuMH0sIkJhY2tncm91bmQiOnsiJGlkIjoiMjA5MSIsIkNvbG9yIjp7IiRpZCI6IjIwOTIiLCJBIjoyNTUsIlIiOjAsIkciOjAsIkIiOjB9fSwiSXNWaXNpYmxlIjp0cnVlLCJXaWR0aCI6MC4wLCJIZWlnaHQiOjAuMCwiQm9yZGVyU3R5bGUiOnsiJGlkIjoiMjA5MyIsIkxpbmVDb2xvciI6bnVsbCwiTGluZVdlaWdodCI6MC4wLCJMaW5lVHlwZSI6MCwiUGFyZW50U3R5bGUiOm51bGx9LCJQYXJlbnRTdHlsZSI6bnVsbH0sIlBhcmVudFN0eWxlIjpudWxsfSwiUGFyZW50U3R5bGUiOm51bGx9LCJEZWZhdWx0U3dpbWxhbmVBY3Rpdml0eVN0eWxlIjp7IiRpZCI6IjIwOTQiLCJIZWFkZXJTdHlsZSI6eyIkaWQiOiIyMDk1IiwiVGV4dFN0eWxlIjp7IiRpZCI6IjIwOTYiLCJGb250U2V0dGluZ3MiOnsiJGlkIjoiMjA5NyIsIkZvbnRTaXplIjoxMSwiRm9udE5hbWUiOiJDYWxpYnJpIiwiSXNCb2xkIjpmYWxzZSwiSXNJdGFsaWMiOmZhbHNlLCJJc1VuZGVybGluZWQiOmZhbHNlLCJQYXJlbnRTdHlsZSI6bnVsbH0sIkF1dG9TaXplIjoyLCJGb3JlZ3JvdW5kIjp7IiRpZCI6IjIwOTgiLCJDb2xvciI6eyIkaWQiOiIyMD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EwMCIsIlRvcCI6MC4wLCJMZWZ0IjowLjAsIlJpZ2h0IjowLjAsIkJvdHRvbSI6MC4wfSwiUGFkZGluZyI6eyIkaWQiOiIyMTAxIiwiVG9wIjowLjAsIkxlZnQiOjAuMCwiUmlnaHQiOjAuMCwiQm90dG9tIjowLjB9LCJCYWNrZ3JvdW5kIjp7IiRpZCI6IjIxMDIiLCJDb2xvciI6eyIkaWQiOiIyMTAzIiwiQSI6MjU1LCJSIjo2NCwiRyI6NjQsIkIiOjY0fX0sIklzVmlzaWJsZSI6dHJ1ZSwiV2lkdGgiOjAuMCwiSGVpZ2h0IjowLjAsIkJvcmRlclN0eWxlIjpudWxsLCJQYXJlbnRTdHlsZSI6bnVsbH0sIlJlY3RhbmdsZVN0eWxlIjp7IiRpZCI6IjIxMDQiLCJNYXJnaW4iOnsiJGlkIjoiMjEwNSIsIlRvcCI6MC4wLCJMZWZ0IjowLjAsIlJpZ2h0IjowLjAsIkJvdHRvbSI6MC4wfSwiUGFkZGluZyI6eyIkaWQiOiIyMTA2IiwiVG9wIjowLjAsIkxlZnQiOjAuMCwiUmlnaHQiOjAuMCwiQm90dG9tIjowLjB9LCJCYWNrZ3JvdW5kIjp7IiRpZCI6IjIxMDciLCJDb2xvciI6eyIkaWQiOiIyMTA4IiwiQSI6MTI3LCJSIjoyNTUsIkciOjE5MiwiQiI6MH19LCJJc1Zpc2libGUiOnRydWUsIldpZHRoIjowLjAsIkhlaWdodCI6MC4wLCJCb3JkZXJTdHlsZSI6eyIkaWQiOiIyMTA5IiwiTGluZUNvbG9yIjp7IiRpZCI6IjIxMTAiLCIkdHlwZSI6Ik5MUkUuQ29tbW9uLkRvbS5Tb2xpZENvbG9yQnJ1c2gsIE5MUkUuQ29tbW9uIiwiQ29sb3IiOnsiJGlkIjoiMjExMSIsIkEiOjI1NSwiUiI6MjU1LCJHIjoyNTUsIkIiOjI1NX19LCJMaW5lV2VpZ2h0IjowLjAsIkxpbmVUeXBlIjowLCJQYXJlbnRTdHlsZSI6bnVsbH0sIlBhcmVudFN0eWxlIjpudWxsfSwiTWFyZ2luIjp7IiRpZCI6IjIxMTIiLCJUb3AiOjAuMCwiTGVmdCI6MC4wLCJSaWdodCI6MC4wLCJCb3R0b20iOjAuMH0sIlBhZGRpbmciOnsiJGlkIjoiMjExMyIsIlRvcCI6MC4wLCJMZWZ0IjowLjAsIlJpZ2h0IjowLjAsIkJvdHRvbSI6MC4wfSwiQmFja2dyb3VuZCI6bnVsbCwiSXNWaXNpYmxlIjp0cnVlLCJXaWR0aCI6MC4wLCJIZWlnaHQiOjAuMCwiQm9yZGVyU3R5bGUiOm51bGwsIlBhcmVudFN0eWxlIjpudWxsfSwiQmFja2dyb3VuZFN0eWxlIjp7IiRpZCI6IjIxMTQiLCJNYXJnaW4iOnsiJGlkIjoiMjExNSIsIlRvcCI6MC4wLCJMZWZ0IjowLjAsIlJpZ2h0IjowLjAsIkJvdHRvbSI6MC4wfSwiUGFkZGluZyI6eyIkaWQiOiIyMTE2IiwiVG9wIjowLjAsIkxlZnQiOjAuMCwiUmlnaHQiOjAuMCwiQm90dG9tIjowLjB9LCJCYWNrZ3JvdW5kIjp7IiRpZCI6IjIxMTciLCJDb2xvciI6eyIkaWQiOiIyMTE4IiwiQSI6NTEsIlIiOjIwMCwiRyI6MjAwLCJCIjoyMDB9fSwiSXNWaXNpYmxlIjp0cnVlLCJXaWR0aCI6MC4wLCJIZWlnaHQiOjAuMCwiQm9yZGVyU3R5bGUiOnsiJGlkIjoiMjExOSIsIkxpbmVDb2xvciI6eyIkaWQiOiIyMTIwIiwiJHR5cGUiOiJOTFJFLkNvbW1vbi5Eb20uU29saWRDb2xvckJydXNoLCBOTFJFLkNvbW1vbiIsIkNvbG9yIjp7IiRpZCI6IjIxMjEiLCJBIjoyNTUsIlIiOjIzNCwiRyI6MjIsIkIiOjMwfX0sIkxpbmVXZWlnaHQiOjAuMCwiTGluZVR5cGUiOjAsIlBhcmVudFN0eWxlIjpudWxsfSwiUGFyZW50U3R5bGUiOm51bGx9LCJNYXJnaW4iOnsiJGlkIjoiMjEyMiIsIlRvcCI6MC4wLCJMZWZ0IjowLjAsIlJpZ2h0IjowLjAsIkJvdHRvbSI6MC4wfSwiUGFkZGluZyI6eyIkaWQiOiIyMTIzIiwiVG9wIjowLjAsIkxlZnQiOjAuMCwiUmlnaHQiOjAuMCwiQm90dG9tIjowLjB9LCJJc1Zpc2libGUiOnRydWUsIldpZHRoIjowLjAsIkhlaWdodCI6MC4wLCJCb3JkZXJTdHlsZSI6eyIkaWQiOiIyMTI0IiwiTGluZUNvbG9yIjpudWxsLCJMaW5lV2VpZ2h0IjowLjAsIkxpbmVUeXBlIjowLCJQYXJlbnRTdHlsZSI6bnVsbH0sIlBhcmVudFN0eWxlIjpudWxsfSwiTWFyZ2luIjp7IiRpZCI6IjIxMjUiLCJUb3AiOjAuMCwiTGVmdCI6MC4wLCJSaWdodCI6MC4wLCJCb3R0b20iOjAuMH0sIlBhZGRpbmciOnsiJGlkIjoiMjEyNiIsIlRvcCI6MC4wLCJMZWZ0IjowLjAsIlJpZ2h0IjowLjAsIkJvdHRvbSI6MC4wfSwiSXNWaXNpYmxlIjpmYWxzZSwiV2lkdGgiOjAuMCwiSGVpZ2h0IjowLjAsIkJvcmRlclN0eWxlIjp7IiRpZCI6IjIxMjciLCJMaW5lQ29sb3IiOm51bGwsIkxpbmVXZWlnaHQiOjAuMCwiTGluZVR5cGUiOjAsIlBhcmVudFN0eWxlIjpudWxsfSwiUGFyZW50U3R5bGUiOm51bGx9fSx7IiRpZCI6IjIxMjgiLCJfYWN0aXZpdGllcyI6W3siJGlkIjoiMjEyOSIsIl9yb3dzIjpbeyIkaWQiOiIyMTMwIiwiX3Rhc2tzIjpbeyIkaWQiOiIyMTMxIiwiX2F0dGFjaGVkTWlsZXN0b25lcyI6W10sIlRhc2tEZWZpbml0aW9uIjp7IiRpZCI6IjIxMzIiLCJHcm91cE5hbWUiOm51bGwsIlN0YXJ0RGF0ZSI6IjIwMjYtMTItMDFUMDA6MDA6MDBaIiwiRW5kRGF0ZSI6IjIwMjYtMTItMzFUMjM6NTk6MDBaIiwiUGVyY2VudGFnZUNvbXBsZXRlIjpudWxsLCJTdHlsZSI6eyIkaWQiOiIyMTMzIiwiU2hhcGUiOjEsIlNoYXBlVGhpY2tuZXNzIjowLCJEdXJhdGlvbkZvcm1hdCI6MCwiSW5jbHVkZU5vbldvcmtpbmdEYXlzSW5EdXJhdGlvbiI6ZmFsc2UsIlBlcmNlbnRhZ2VDb21wbGV0ZVN0eWxlIjp7IiRpZCI6IjIxMzQiLCJGb250U2V0dGluZ3MiOnsiJGlkIjoiMjEzNSIsIkZvbnRTaXplIjoxMCwiRm9udE5hbWUiOiJDYWxpYnJpIiwiSXNCb2xkIjpmYWxzZSwiSXNJdGFsaWMiOmZhbHNlLCJJc1VuZGVybGluZWQiOmZhbHNlLCJQYXJlbnRTdHlsZSI6bnVsbH0sIkF1dG9TaXplIjowLCJGb3JlZ3JvdW5kIjp7IiRpZCI6IjIxMzYiLCJDb2xvciI6eyIkaWQiOiIyMT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xMzgiLCJUb3AiOjAuMCwiTGVmdCI6MC4wLCJSaWdodCI6MC4wLCJCb3R0b20iOjAuMH0sIlBhZGRpbmciOnsiJGlkIjoiMjEzOSIsIlRvcCI6MC4wLCJMZWZ0IjowLjAsIlJpZ2h0IjowLjAsIkJvdHRvbSI6MC4wfSwiQmFja2dyb3VuZCI6eyIkaWQiOiIyMTQwIiwiQ29sb3IiOnsiJGlkIjoiMjE0MSIsIkEiOjg5LCJSIjowLCJHIjowLCJCIjowfX0sIklzVmlzaWJsZSI6dHJ1ZSwiV2lkdGgiOjAuMCwiSGVpZ2h0IjowLjAsIkJvcmRlclN0eWxlIjp7IiRpZCI6IjIxNDIiLCJMaW5lQ29sb3IiOm51bGwsIkxpbmVXZWlnaHQiOjAuMCwiTGluZVR5cGUiOjAsIlBhcmVudFN0eWxlIjpudWxsfSwiUGFyZW50U3R5bGUiOm51bGx9LCJEdXJhdGlvblN0eWxlIjp7IiRpZCI6IjIxNDMiLCJGb250U2V0dGluZ3MiOnsiJGlkIjoiMjE0NCIsIkZvbnRTaXplIjoxMCwiRm9udE5hbWUiOiJDYWxpYnJpIiwiSXNCb2xkIjpmYWxzZSwiSXNJdGFsaWMiOmZhbHNlLCJJc1VuZGVybGluZWQiOmZhbHNlLCJQYXJlbnRTdHlsZSI6bnVsbH0sIkF1dG9TaXplIjowLCJGb3JlZ3JvdW5kIjp7IiRpZCI6IjIxNDUiLCJDb2xvciI6eyIkaWQiOiIyMT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MTQ3IiwiVG9wIjowLjAsIkxlZnQiOjAuMCwiUmlnaHQiOjAuMCwiQm90dG9tIjowLjB9LCJQYWRkaW5nIjp7IiRpZCI6IjIxNDgiLCJUb3AiOjAuMCwiTGVmdCI6MC4wLCJSaWdodCI6MC4wLCJCb3R0b20iOjAuMH0sIkJhY2tncm91bmQiOnsiJGlkIjoiMjE0OSIsIkNvbG9yIjp7IiRpZCI6IjIxNTAiLCJBIjoyNTUsIlIiOjY4LCJHIjo4NCwiQiI6MTA2fX0sIklzVmlzaWJsZSI6dHJ1ZSwiV2lkdGgiOjAuMCwiSGVpZ2h0IjowLjAsIkJvcmRlclN0eWxlIjp7IiRpZCI6IjIxNTEiLCJMaW5lQ29sb3IiOm51bGwsIkxpbmVXZWlnaHQiOjAuMCwiTGluZVR5cGUiOjAsIlBhcmVudFN0eWxlIjpudWxsfSwiUGFyZW50U3R5bGUiOm51bGx9LCJIb3Jpem9udGFsQ29ubmVjdG9yU3R5bGUiOnsiJGlkIjoiMjE1MiIsIkxpbmVDb2xvciI6eyIkaWQiOiIyMTUzIiwiJHR5cGUiOiJOTFJFLkNvbW1vbi5Eb20uU29saWRDb2xvckJydXNoLCBOTFJFLkNvbW1vbiIsIkNvbG9yIjp7IiRpZCI6IjIxNTQiLCJBIjoyNTUsIlIiOjAsIkciOjAsIkIiOjB9fSwiTGluZVdlaWdodCI6MC4wLCJMaW5lVHlwZSI6MCwiUGFyZW50U3R5bGUiOm51bGx9LCJWZXJ0aWNhbENvbm5lY3RvclN0eWxlIjp7IiRpZCI6IjIxNTUiLCJMaW5lQ29sb3IiOnsiJGlkIjoiMjE1NiIsIiR0eXBlIjoiTkxSRS5Db21tb24uRG9tLlNvbGlkQ29sb3JCcnVzaCwgTkxSRS5Db21tb24iLCJDb2xvciI6eyIkaWQiOiIyMTU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MTU4IiwiU2hhcGVTdHlsZSI6eyIkaWQiOiIyMTU5IiwiTWFyZ2luIjp7IiRpZCI6IjIxNjAiLCJUb3AiOjAuMCwiTGVmdCI6MC4wLCJSaWdodCI6MC4wLCJCb3R0b20iOjAuMH0sIlBhZGRpbmciOnsiJGlkIjoiMjE2MSIsIlRvcCI6MC4wLCJMZWZ0IjowLjAsIlJpZ2h0IjowLjAsIkJvdHRvbSI6MC4wfSwiQmFja2dyb3VuZCI6eyIkaWQiOiIyMTYyIiwiQ29sb3IiOnsiJGlkIjoiMjE2MyIsIkEiOjE1MywiUiI6MCwiRyI6MCwiQiI6MH19LCJJc1Zpc2libGUiOnRydWUsIldpZHRoIjowLjAsIkhlaWdodCI6MC4wLCJCb3JkZXJTdHlsZSI6bnVsbCwiUGFyZW50U3R5bGUiOm51bGx9LCJNYXJnaW4iOnsiJGlkIjoiMjE2NCIsIlRvcCI6MC4wLCJMZWZ0IjowLjAsIlJpZ2h0IjowLjAsIkJvdHRvbSI6MC4wfSwiUGFkZGluZyI6eyIkaWQiOiIyMTY1IiwiVG9wIjowLjAsIkxlZnQiOjAuMCwiUmlnaHQiOjAuMCwiQm90dG9tIjowLjB9LCJCYWNrZ3JvdW5kIjpudWxsLCJJc1Zpc2libGUiOnRydWUsIldpZHRoIjowLjAsIkhlaWdodCI6MC4wLCJCb3JkZXJTdHlsZSI6bnVsbCwiUGFyZW50U3R5bGUiOm51bGx9LCJTaGFwZVN0eWxlIjp7IiRpZCI6IjIxNjYiLCJNYXJnaW4iOnsiJGlkIjoiMjE2NyIsIlRvcCI6MC4wLCJMZWZ0Ijo0LjAsIlJpZ2h0Ijo0LjAsIkJvdHRvbSI6MC4wfSwiUGFkZGluZyI6eyIkaWQiOiIyMTY4IiwiVG9wIjowLjAsIkxlZnQiOjAuMCwiUmlnaHQiOjAuMCwiQm90dG9tIjowLjB9LCJCYWNrZ3JvdW5kIjp7IiRpZCI6IjIxNjkiLCJDb2xvciI6eyIkaWQiOiIyMTcwIiwiQSI6MjU1LCJSIjoxMTIsIkciOjE3MywiQiI6NzF9fSwiSXNWaXNpYmxlIjp0cnVlLCJXaWR0aCI6MC4wLCJIZWlnaHQiOjEwLjAsIkJvcmRlclN0eWxlIjp7IiRpZCI6IjIxNzEiLCJMaW5lQ29sb3IiOnsiJGlkIjoiMjE3MiIsIiR0eXBlIjoiTkxSRS5Db21tb24uRG9tLlNvbGlkQ29sb3JCcnVzaCwgTkxSRS5Db21tb24iLCJDb2xvciI6eyIkaWQiOiIyMTczIiwiQSI6MjU1LCJSIjoyMzQsIkciOjIyLCJCIjozMH19LCJMaW5lV2VpZ2h0IjowLjAsIkxpbmVUeXBlIjowLCJQYXJlbnRTdHlsZSI6bnVsbH0sIlBhcmVudFN0eWxlIjpudWxsfSwiVGl0bGVTdHlsZSI6eyIkaWQiOiIyMTc0IiwiRm9udFNldHRpbmdzIjp7IiRpZCI6IjIxNzUiLCJGb250U2l6ZSI6MTEsIkZvbnROYW1lIjoiVGl0aWxsaXVtIFdlYiIsIklzQm9sZCI6ZmFsc2UsIklzSXRhbGljIjpmYWxzZSwiSXNVbmRlcmxpbmVkIjpmYWxzZSwiUGFyZW50U3R5bGUiOm51bGx9LCJBdXRvU2l6ZSI6MCwiRm9yZWdyb3VuZCI6eyIkaWQiOiIyMTc2IiwiQ29sb3IiOnsiJGlkIjoiMjE3Ny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yMTc4IiwiVG9wIjowLjAsIkxlZnQiOjAuMCwiUmlnaHQiOjAuMCwiQm90dG9tIjowLjB9LCJQYWRkaW5nIjp7IiRpZCI6IjIxNzkiLCJUb3AiOjAuMCwiTGVmdCI6MC4wLCJSaWdodCI6MC4wLCJCb3R0b20iOjAuMH0sIkJhY2tncm91bmQiOnsiJGlkIjoiMjE4MCIsIkNvbG9yIjp7IiRpZCI6IjIxODEiLCJBIjowLCJSIjoyNTUsIkciOjI1NSwiQiI6MjU1fX0sIklzVmlzaWJsZSI6dHJ1ZSwiV2lkdGgiOjAuMCwiSGVpZ2h0IjowLjAsIkJvcmRlclN0eWxlIjp7IiRpZCI6IjIxODIiLCJMaW5lQ29sb3IiOm51bGwsIkxpbmVXZWlnaHQiOjAuMCwiTGluZVR5cGUiOjAsIlBhcmVudFN0eWxlIjpudWxsfSwiUGFyZW50U3R5bGUiOm51bGx9LCJEYXRlU3R5bGUiOnsiJGlkIjoiMjE4MyIsIkZvbnRTZXR0aW5ncyI6eyIkaWQiOiIyMTg0IiwiRm9udFNpemUiOjEwLCJGb250TmFtZSI6IlRpdGlsbGl1bSBXZWIiLCJJc0JvbGQiOmZhbHNlLCJJc0l0YWxpYyI6ZmFsc2UsIklzVW5kZXJsaW5lZCI6ZmFsc2UsIlBhcmVudFN0eWxlIjpudWxsfSwiQXV0b1NpemUiOjAsIkZvcmVncm91bmQiOnsiJGlkIjoiMjE4NSIsIkNvbG9yIjp7IiRpZCI6IjIxODY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jE4NyIsIlRvcCI6MC4wLCJMZWZ0IjowLjAsIlJpZ2h0IjowLjAsIkJvdHRvbSI6MC4wfSwiUGFkZGluZyI6eyIkaWQiOiIyMTg4IiwiVG9wIjowLjAsIkxlZnQiOjAuMCwiUmlnaHQiOjAuMCwiQm90dG9tIjowLjB9LCJCYWNrZ3JvdW5kIjp7IiRpZCI6IjIxODkiLCJDb2xvciI6eyIkaWQiOiIyMTkwIiwiQSI6MCwiUiI6MjU1LCJHIjoyNTUsIkIiOjI1NX19LCJJc1Zpc2libGUiOnRydWUsIldpZHRoIjowLjAsIkhlaWdodCI6MC4wLCJCb3JkZXJTdHlsZSI6eyIkaWQiOiIyMTkxIiwiTGluZUNvbG9yIjpudWxsLCJMaW5lV2VpZ2h0IjowLjAsIkxpbmVUeXBlIjowLCJQYXJlbnRTdHlsZSI6bnVsbH0sIlBhcmVudFN0eWxlIjpudWxsfSwiRGF0ZUZvcm1hdCI6eyIkaWQiOiIyMT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OTMiLCJGb3JtYXQiOjAsIklzVmlzaWJsZSI6ZmFsc2UsIkxhc3RLbm93blZpc2liaWxpdHlTdGF0ZSI6ZmFsc2V9LCJJc1Zpc2libGUiOnRydWUsIlZhcmlhbmNlU3R5bGUiOnsiJGlkIjoiMjE5NCIsIlRleHRTdHlsZSI6eyIkaWQiOiIyMTk1IiwiRm9udFNldHRpbmdzIjp7IiRpZCI6IjIxOTYiLCJGb250U2l6ZSI6MTAsIkZvbnROYW1lIjoiQ2FsaWJyaSIsIklzQm9sZCI6ZmFsc2UsIklzSXRhbGljIjpmYWxzZSwiSXNVbmRlcmxpbmVkIjpmYWxzZSwiUGFyZW50U3R5bGUiOm51bGx9LCJBdXRvU2l6ZSI6MCwiRm9yZWdyb3VuZCI6eyIkaWQiOiIyMTk3IiwiQ29sb3IiOnsiJGlkIjoiMjE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Tk5IiwiVG9wIjowLjAsIkxlZnQiOjAuMCwiUmlnaHQiOjAuMCwiQm90dG9tIjowLjB9LCJQYWRkaW5nIjp7IiRpZCI6IjIyMDAiLCJUb3AiOjAuMCwiTGVmdCI6MC4wLCJSaWdodCI6MC4wLCJCb3R0b20iOjAuMH0sIkJhY2tncm91bmQiOnsiJGlkIjoiMjIwMSIsIkNvbG9yIjp7IiRpZCI6IjIyMDIiLCJBIjoyNTUsIlIiOjAsIkciOjAsIkIiOjB9fSwiSXNWaXNpYmxlIjp0cnVlLCJXaWR0aCI6MC4wLCJIZWlnaHQiOjAuMCwiQm9yZGVyU3R5bGUiOnsiJGlkIjoiMjIwMyIsIkxpbmVDb2xvciI6bnVsbCwiTGluZVdlaWdodCI6MC4wLCJMaW5lVHlwZSI6MCwiUGFyZW50U3R5bGUiOm51bGx9LCJQYXJlbnRTdHlsZSI6bnVsbH0sIlBhcmVudFN0eWxlIjpudWxsfSwiUGFyZW50U3R5bGUiOm51bGx9LCJJbmRleCI6MTUsIlNtYXJ0RHVyYXRpb25BY3RpdmF0ZWQiOmZhbHNlLCJEYXRlRm9ybWF0Ijp7IiRyZWYiOiIyMTkyIn0sIldlZWtOdW1iZXJpbmciOnsiJGlkIjoiMjIwNCIsIkZvcm1hdCI6MCwiSXNWaXNpYmxlIjpmYWxzZSwiTGFzdEtub3duVmlzaWJpbGl0eVN0YXRlIjpmYWxzZX0sIkJhc2VsaW5lRGF0YSI6eyIkaWQiOiIyMjA1IiwiU3RhcnREYXRlIjoiMjAyNi0xMi0wMVQwMDowMDowMCIsIkVuZERhdGUiOiIyMDI2LTEyLTMxVDIzOjU5OjAwIn0sIklkIjoiZDg3Y2UwYjktNWY1Mi00MzQ1LWJlYjgtNTZjNDdjN2U5M2UwIiwiSW1wb3J0SWQiOm51bGwsIlRpdGxlIjoiVmVyc2nDs24gbcOtbmltYSB2aWFibGUgKFNwcmludHMgMTUtMTcpIiwiTm90ZSI6bnVsbCwiSHlwZXJsaW5rIjp7IiRpZCI6IjIyMDYiLCJBZGRyZXNzIjoiIiwiU3ViQWRkcmVzcyI6IiJ9LCJJc0NoYW5nZWQiOmZhbHNlLCJJc05ldyI6ZmFsc2V9fV0sIl9taWxlc3RvbmVzIjpbXSwiSWQiOiIwMDAwMDAwMC0wMDAwLTAwMDAtMDAwMC0wMDAwMDAwMDAwMDAiLCJJc1NpbmdsZUl0ZW1Sb3ciOnRydWV9XSwiSW5kZXgiOjE0LCJJZCI6IjY0MmNlOWI3LTY3ZjUtNDQ2NS04YmJiLTQzMzVhNzUyOTE2YSIsIkhlYWRlclRleHQiOm51bGwsIklzRGVmYXVsdCI6dHJ1ZSwiU3R5bGUiOnsiJGlkIjoiMjIwNyIsIkhlYWRlclN0eWxlIjp7IiRpZCI6IjIyMDgiLCJUZXh0U3R5bGUiOnsiJGlkIjoiMjIwOSIsIkZvbnRTZXR0aW5ncyI6eyIkaWQiOiIyMjEwIiwiRm9udFNpemUiOjExLCJGb250TmFtZSI6IkNhbGlicmkiLCJJc0JvbGQiOmZhbHNlLCJJc0l0YWxpYyI6ZmFsc2UsIklzVW5kZXJsaW5lZCI6ZmFsc2UsIlBhcmVudFN0eWxlIjpudWxsfSwiQXV0b1NpemUiOjIsIkZvcmVncm91bmQiOnsiJGlkIjoiMjIxMSIsIkNvbG9yIjp7IiRpZCI6IjIyMTI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MjEzIiwiVG9wIjowLjAsIkxlZnQiOjAuMCwiUmlnaHQiOjAuMCwiQm90dG9tIjowLjB9LCJQYWRkaW5nIjp7IiRpZCI6IjIyMTQiLCJUb3AiOjAuMCwiTGVmdCI6MC4wLCJSaWdodCI6MC4wLCJCb3R0b20iOjAuMH0sIkJhY2tncm91bmQiOnsiJGlkIjoiMjIxNSIsIkNvbG9yIjp7IiRpZCI6IjIyMTYiLCJBIjoyNTUsIlIiOjY0LCJHIjo2NCwiQiI6NjR9fSwiSXNWaXNpYmxlIjp0cnVlLCJXaWR0aCI6MC4wLCJIZWlnaHQiOjAuMCwiQm9yZGVyU3R5bGUiOm51bGwsIlBhcmVudFN0eWxlIjpudWxsfSwiUmVjdGFuZ2xlU3R5bGUiOnsiJGlkIjoiMjIxNyIsIk1hcmdpbiI6eyIkaWQiOiIyMjE4IiwiVG9wIjowLjAsIkxlZnQiOjAuMCwiUmlnaHQiOjAuMCwiQm90dG9tIjowLjB9LCJQYWRkaW5nIjp7IiRpZCI6IjIyMTkiLCJUb3AiOjAuMCwiTGVmdCI6MC4wLCJSaWdodCI6MC4wLCJCb3R0b20iOjAuMH0sIkJhY2tncm91bmQiOnsiJGlkIjoiMjIyMCIsIkNvbG9yIjp7IiRpZCI6IjIyMjEiLCJBIjoxMjcsIlIiOjExMiwiRyI6MTczLCJCIjo3MX19LCJJc1Zpc2libGUiOnRydWUsIldpZHRoIjowLjAsIkhlaWdodCI6MC4wLCJCb3JkZXJTdHlsZSI6eyIkaWQiOiIyMjIyIiwiTGluZUNvbG9yIjp7IiRpZCI6IjIyMjMiLCIkdHlwZSI6Ik5MUkUuQ29tbW9uLkRvbS5Tb2xpZENvbG9yQnJ1c2gsIE5MUkUuQ29tbW9uIiwiQ29sb3IiOnsiJGlkIjoiMjIyNCIsIkEiOjI1NSwiUiI6MjU1LCJHIjoyNTUsIkIiOjI1NX19LCJMaW5lV2VpZ2h0IjowLjAsIkxpbmVUeXBlIjowLCJQYXJlbnRTdHlsZSI6bnVsbH0sIlBhcmVudFN0eWxlIjpudWxsfSwiTWFyZ2luIjp7IiRpZCI6IjIyMjUiLCJUb3AiOjAuMCwiTGVmdCI6MC4wLCJSaWdodCI6MC4wLCJCb3R0b20iOjAuMH0sIlBhZGRpbmciOnsiJGlkIjoiMjIyNiIsIlRvcCI6MC4wLCJMZWZ0IjowLjAsIlJpZ2h0IjowLjAsIkJvdHRvbSI6MC4wfSwiQmFja2dyb3VuZCI6bnVsbCwiSXNWaXNpYmxlIjp0cnVlLCJXaWR0aCI6MC4wLCJIZWlnaHQiOjAuMCwiQm9yZGVyU3R5bGUiOm51bGwsIlBhcmVudFN0eWxlIjpudWxsfSwiQmFja2dyb3VuZFN0eWxlIjp7IiRpZCI6IjIyMjciLCJNYXJnaW4iOnsiJGlkIjoiMjIyOCIsIlRvcCI6MC4wLCJMZWZ0IjowLjAsIlJpZ2h0IjowLjAsIkJvdHRvbSI6MC4wfSwiUGFkZGluZyI6eyIkaWQiOiIyMjI5IiwiVG9wIjowLjAsIkxlZnQiOjAuMCwiUmlnaHQiOjAuMCwiQm90dG9tIjowLjB9LCJCYWNrZ3JvdW5kIjp7IiRpZCI6IjIyMzAiLCJDb2xvciI6eyIkaWQiOiIyMjMxIiwiQSI6NTEsIlIiOjIwMCwiRyI6MjAwLCJCIjoyMDB9fSwiSXNWaXNpYmxlIjp0cnVlLCJXaWR0aCI6MC4wLCJIZWlnaHQiOjAuMCwiQm9yZGVyU3R5bGUiOnsiJGlkIjoiMjIzMiIsIkxpbmVDb2xvciI6eyIkaWQiOiIyMjMzIiwiJHR5cGUiOiJOTFJFLkNvbW1vbi5Eb20uU29saWRDb2xvckJydXNoLCBOTFJFLkNvbW1vbiIsIkNvbG9yIjp7IiRpZCI6IjIyMzQiLCJBIjoyNTUsIlIiOjIzNCwiRyI6MjIsIkIiOjMwfX0sIkxpbmVXZWlnaHQiOjAuMCwiTGluZVR5cGUiOjAsIlBhcmVudFN0eWxlIjpudWxsfSwiUGFyZW50U3R5bGUiOm51bGx9LCJNYXJnaW4iOnsiJGlkIjoiMjIzNSIsIlRvcCI6MC4wLCJMZWZ0IjowLjAsIlJpZ2h0IjowLjAsIkJvdHRvbSI6MC4wfSwiUGFkZGluZyI6eyIkaWQiOiIyMjM2IiwiVG9wIjowLjAsIkxlZnQiOjAuMCwiUmlnaHQiOjAuMCwiQm90dG9tIjowLjB9LCJJc1Zpc2libGUiOnRydWUsIldpZHRoIjowLjAsIkhlaWdodCI6MC4wLCJCb3JkZXJTdHlsZSI6eyIkaWQiOiIyMjM3IiwiTGluZUNvbG9yIjpudWxsLCJMaW5lV2VpZ2h0IjowLjAsIkxpbmVUeXBlIjowLCJQYXJlbnRTdHlsZSI6bnVsbH0sIlBhcmVudFN0eWxlIjpudWxsfX1dLCJJZCI6ImViYjhlZjFkLWU2ZDktNGI1ZS04YWZkLTJhOWY0ZWE0ODNhMSIsIkluZGV4IjoxNCwiSGVhZGVyVGV4dCI6Ik1WUFxyXG4iLCJTdHlsZSI6eyIkaWQiOiIyMjM4IiwiU3R5bGVJZCI6ImIyNGY4MDQ1LWY2OWItNGE0My04MjlmLWE1NjUwM2ZkY2Q2OSIsIkhlYWRlclN0eWxlIjp7IiRpZCI6IjIyMzkiLCJUZXh0SXNWZXJ0aWNhbCI6ZmFsc2UsIlRleHRTdHlsZSI6eyIkaWQiOiIyMjQwIiwiRm9udFNldHRpbmdzIjp7IiRpZCI6IjIyNDEiLCJGb250U2l6ZSI6MTEsIkZvbnROYW1lIjoiVGl0aWxsaXVtIFdlYiIsIklzQm9sZCI6ZmFsc2UsIklzSXRhbGljIjpmYWxzZSwiSXNVbmRlcmxpbmVkIjpmYWxzZSwiUGFyZW50U3R5bGUiOm51bGx9LCJBdXRvU2l6ZSI6MiwiRm9yZWdyb3VuZCI6eyIkaWQiOiIyMjQyIiwiQ29sb3IiOnsiJGlkIjoiMjI0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yNDQiLCJUb3AiOjAuMCwiTGVmdCI6MC4wLCJSaWdodCI6MC4wLCJCb3R0b20iOjAuMH0sIlBhZGRpbmciOnsiJGlkIjoiMjI0NSIsIlRvcCI6MC4wLCJMZWZ0IjowLjAsIlJpZ2h0IjowLjAsIkJvdHRvbSI6MC4wfSwiQmFja2dyb3VuZCI6eyIkaWQiOiIyMjQ2IiwiQ29sb3IiOnsiJGlkIjoiMjI0NyIsIkEiOjI1NSwiUiI6MjU1LCJHIjoyNTUsIkIiOjI1NX19LCJJc1Zpc2libGUiOnRydWUsIldpZHRoIjowLjAsIkhlaWdodCI6MC4wLCJCb3JkZXJTdHlsZSI6bnVsbCwiUGFyZW50U3R5bGUiOm51bGx9LCJSZWN0YW5nbGVTdHlsZSI6eyIkaWQiOiIyMjQ4IiwiTWFyZ2luIjp7IiRpZCI6IjIyNDkiLCJUb3AiOjAuMCwiTGVmdCI6MC4wLCJSaWdodCI6MC4wLCJCb3R0b20iOjAuMH0sIlBhZGRpbmciOnsiJGlkIjoiMjI1MCIsIlRvcCI6MC4wLCJMZWZ0IjowLjAsIlJpZ2h0IjowLjAsIkJvdHRvbSI6MC4wfSwiQmFja2dyb3VuZCI6eyIkaWQiOiIyMjUxIiwiQ29sb3IiOnsiJGlkIjoiMjI1MiIsIkEiOjI1NSwiUiI6MTEyLCJHIjoxNzMsIkIiOjcxfX0sIklzVmlzaWJsZSI6dHJ1ZSwiV2lkdGgiOjAuMCwiSGVpZ2h0IjowLjAsIkJvcmRlclN0eWxlIjp7IiRpZCI6IjIyNTMiLCJMaW5lQ29sb3IiOnsiJGlkIjoiMjI1NCIsIiR0eXBlIjoiTkxSRS5Db21tb24uRG9tLlNvbGlkQ29sb3JCcnVzaCwgTkxSRS5Db21tb24iLCJDb2xvciI6eyIkaWQiOiIyMjU1IiwiQSI6MjU1LCJSIjoyNTUsIkciOjI1NSwiQiI6MjU1fX0sIkxpbmVXZWlnaHQiOjAuMCwiTGluZVR5cGUiOjAsIlBhcmVudFN0eWxlIjpudWxsfSwiUGFyZW50U3R5bGUiOm51bGx9LCJNYXJnaW4iOnsiJGlkIjoiMjI1NiIsIlRvcCI6MC4wLCJMZWZ0IjowLjAsIlJpZ2h0IjowLjAsIkJvdHRvbSI6MC4wfSwiUGFkZGluZyI6eyIkaWQiOiIyMjU3IiwiVG9wIjowLjAsIkxlZnQiOjAuMCwiUmlnaHQiOjAuMCwiQm90dG9tIjowLjB9LCJCYWNrZ3JvdW5kIjpudWxsLCJJc1Zpc2libGUiOnRydWUsIldpZHRoIjowLjAsIkhlaWdodCI6MC4wLCJCb3JkZXJTdHlsZSI6bnVsbCwiUGFyZW50U3R5bGUiOm51bGx9LCJCYWNrZ3JvdW5kU3R5bGUiOnsiJGlkIjoiMjI1OCIsIk1hcmdpbiI6eyIkaWQiOiIyMjU5IiwiVG9wIjowLjAsIkxlZnQiOjAuMCwiUmlnaHQiOjAuMCwiQm90dG9tIjowLjB9LCJQYWRkaW5nIjp7IiRpZCI6IjIyNjAiLCJUb3AiOjAuMCwiTGVmdCI6MC4wLCJSaWdodCI6MC4wLCJCb3R0b20iOjAuMH0sIkJhY2tncm91bmQiOnsiJGlkIjoiMjI2MSIsIkNvbG9yIjp7IiRpZCI6IjIyNjIiLCJBIjo1MSwiUiI6MjAwLCJHIjoyMDAsIkIiOjIwMH19LCJJc1Zpc2libGUiOnRydWUsIldpZHRoIjowLjAsIkhlaWdodCI6MC4wLCJCb3JkZXJTdHlsZSI6eyIkaWQiOiIyMjYzIiwiTGluZUNvbG9yIjp7IiRpZCI6IjIyNjQiLCIkdHlwZSI6Ik5MUkUuQ29tbW9uLkRvbS5Tb2xpZENvbG9yQnJ1c2gsIE5MUkUuQ29tbW9uIiwiQ29sb3IiOnsiJGlkIjoiMjI2NSIsIkEiOjI1NSwiUiI6MjM0LCJHIjoyMiwiQiI6MzB9fSwiTGluZVdlaWdodCI6MC4wLCJMaW5lVHlwZSI6MCwiUGFyZW50U3R5bGUiOm51bGx9LCJQYXJlbnRTdHlsZSI6bnVsbH0sIklzQWJvdmVUaW1lYmFuZCI6ZmFsc2UsIlNwYWNpbmciOjIsIkRlZmF1bHRTd2ltbGFuZVRhc2tTdHlsZSI6eyIkaWQiOiIyMjY2IiwiJHR5cGUiOiJOTFJFLkNvbW1vbi5Eb20uU3R5bGVzLkV4cGxpY2l0U2V0YWJsZVRhc2tTdHlsZSwgTkxSRS5Db21tb24iLCJTaGFwZSI6MSwiU2hhcGVUaGlja25lc3MiOjAsIkR1cmF0aW9uRm9ybWF0IjowLCJJbmNsdWRlTm9uV29ya2luZ0RheXNJbkR1cmF0aW9uIjpmYWxzZSwiUGVyY2VudGFnZUNvbXBsZXRlU3R5bGUiOnsiJGlkIjoiMjI2NyIsIkZvbnRTZXR0aW5ncyI6eyIkaWQiOiIyMjY4IiwiRm9udFNpemUiOjEwLCJGb250TmFtZSI6IkNhbGlicmkiLCJJc0JvbGQiOmZhbHNlLCJJc0l0YWxpYyI6ZmFsc2UsIklzVW5kZXJsaW5lZCI6ZmFsc2UsIlBhcmVudFN0eWxlIjpudWxsfSwiQXV0b1NpemUiOjAsIkZvcmVncm91bmQiOnsiJGlkIjoiMjI2OSIsIkNvbG9yIjp7IiRpZCI6IjIy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I3MSIsIlRvcCI6MC4wLCJMZWZ0IjowLjAsIlJpZ2h0IjowLjAsIkJvdHRvbSI6MC4wfSwiUGFkZGluZyI6eyIkaWQiOiIyMjcyIiwiVG9wIjowLjAsIkxlZnQiOjAuMCwiUmlnaHQiOjAuMCwiQm90dG9tIjowLjB9LCJCYWNrZ3JvdW5kIjp7IiRpZCI6IjIyNzMiLCJDb2xvciI6eyIkaWQiOiIyMjc0IiwiQSI6ODksIlIiOjAsIkciOjAsIkIiOjB9fSwiSXNWaXNpYmxlIjp0cnVlLCJXaWR0aCI6MC4wLCJIZWlnaHQiOjAuMCwiQm9yZGVyU3R5bGUiOnsiJGlkIjoiMjI3NSIsIkxpbmVDb2xvciI6bnVsbCwiTGluZVdlaWdodCI6MC4wLCJMaW5lVHlwZSI6MCwiUGFyZW50U3R5bGUiOm51bGx9LCJQYXJlbnRTdHlsZSI6bnVsbH0sIkR1cmF0aW9uU3R5bGUiOnsiJGlkIjoiMjI3NiIsIkZvbnRTZXR0aW5ncyI6eyIkaWQiOiIyMjc3IiwiRm9udFNpemUiOjEwLCJGb250TmFtZSI6IkNhbGlicmkiLCJJc0JvbGQiOmZhbHNlLCJJc0l0YWxpYyI6ZmFsc2UsIklzVW5kZXJsaW5lZCI6ZmFsc2UsIlBhcmVudFN0eWxlIjpudWxsfSwiQXV0b1NpemUiOjAsIkZvcmVncm91bmQiOnsiJGlkIjoiMjI3OCIsIkNvbG9yIjp7IiRpZCI6IjIy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IyODAiLCJUb3AiOjAuMCwiTGVmdCI6MC4wLCJSaWdodCI6MC4wLCJCb3R0b20iOjAuMH0sIlBhZGRpbmciOnsiJGlkIjoiMjI4MSIsIlRvcCI6MC4wLCJMZWZ0IjowLjAsIlJpZ2h0IjowLjAsIkJvdHRvbSI6MC4wfSwiQmFja2dyb3VuZCI6eyIkaWQiOiIyMjgyIiwiQ29sb3IiOnsiJGlkIjoiMjI4MyIsIkEiOjI1NSwiUiI6NjgsIkciOjg0LCJCIjoxMDZ9fSwiSXNWaXNpYmxlIjp0cnVlLCJXaWR0aCI6MC4wLCJIZWlnaHQiOjAuMCwiQm9yZGVyU3R5bGUiOnsiJGlkIjoiMjI4NCIsIkxpbmVDb2xvciI6bnVsbCwiTGluZVdlaWdodCI6MC4wLCJMaW5lVHlwZSI6MCwiUGFyZW50U3R5bGUiOm51bGx9LCJQYXJlbnRTdHlsZSI6bnVsbH0sIkhvcml6b250YWxDb25uZWN0b3JTdHlsZSI6eyIkaWQiOiIyMjg1IiwiTGluZUNvbG9yIjp7IiRpZCI6IjIyODYiLCIkdHlwZSI6Ik5MUkUuQ29tbW9uLkRvbS5Tb2xpZENvbG9yQnJ1c2gsIE5MUkUuQ29tbW9uIiwiQ29sb3IiOnsiJGlkIjoiMjI4NyIsIkEiOjI1NSwiUiI6MCwiRyI6MCwiQiI6MH19LCJMaW5lV2VpZ2h0IjowLjAsIkxpbmVUeXBlIjowLCJQYXJlbnRTdHlsZSI6bnVsbH0sIlZlcnRpY2FsQ29ubmVjdG9yU3R5bGUiOnsiJGlkIjoiMjI4OCIsIkxpbmVDb2xvciI6eyIkaWQiOiIyMjg5IiwiJHR5cGUiOiJOTFJFLkNvbW1vbi5Eb20uU29saWRDb2xvckJydXNoLCBOTFJFLkNvbW1vbiIsIkNvbG9yIjp7IiRpZCI6IjIyOT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yMjkxIiwiU2hhcGVTdHlsZSI6eyIkaWQiOiIyMjkyIiwiTWFyZ2luIjp7IiRpZCI6IjIyOTMiLCJUb3AiOjAuMCwiTGVmdCI6MC4wLCJSaWdodCI6MC4wLCJCb3R0b20iOjAuMH0sIlBhZGRpbmciOnsiJGlkIjoiMjI5NCIsIlRvcCI6MC4wLCJMZWZ0IjowLjAsIlJpZ2h0IjowLjAsIkJvdHRvbSI6MC4wfSwiQmFja2dyb3VuZCI6eyIkaWQiOiIyMjk1IiwiQ29sb3IiOnsiJGlkIjoiMjI5NiIsIkEiOjE1MywiUiI6MCwiRyI6MCwiQiI6MH19LCJJc1Zpc2libGUiOnRydWUsIldpZHRoIjowLjAsIkhlaWdodCI6MC4wLCJCb3JkZXJTdHlsZSI6eyIkaWQiOiIyMjk3IiwiTGluZUNvbG9yIjp7IiRpZCI6IjIyOTgiLCIkdHlwZSI6Ik5MUkUuQ29tbW9uLkRvbS5Tb2xpZENvbG9yQnJ1c2gsIE5MUkUuQ29tbW9uIiwiQ29sb3IiOnsiJGlkIjoiMjI5OSIsIkEiOjI1NSwiUiI6MjU1LCJHIjowLCJCIjowfX0sIkxpbmVXZWlnaHQiOjAuMCwiTGluZVR5cGUiOjAsIlBhcmVudFN0eWxlIjpudWxsfSwiUGFyZW50U3R5bGUiOm51bGx9LCJNYXJnaW4iOnsiJGlkIjoiMjMwMCIsIlRvcCI6MC4wLCJMZWZ0IjowLjAsIlJpZ2h0IjowLjAsIkJvdHRvbSI6MC4wfSwiUGFkZGluZyI6eyIkaWQiOiIyMzAxIiwiVG9wIjowLjAsIkxlZnQiOjAuMCwiUmlnaHQiOjAuMCwiQm90dG9tIjowLjB9LCJCYWNrZ3JvdW5kIjpudWxsLCJJc1Zpc2libGUiOnRydWUsIldpZHRoIjowLjAsIkhlaWdodCI6MC4wLCJCb3JkZXJTdHlsZSI6bnVsbCwiUGFyZW50U3R5bGUiOm51bGx9LCJTaGFwZVN0eWxlIjp7IiRpZCI6IjIzMDIiLCJNYXJnaW4iOnsiJGlkIjoiMjMwMyIsIlRvcCI6MC4wLCJMZWZ0Ijo0LjAsIlJpZ2h0Ijo0LjAsIkJvdHRvbSI6MC4wfSwiUGFkZGluZyI6eyIkaWQiOiIyMzA0IiwiVG9wIjowLjAsIkxlZnQiOjAuMCwiUmlnaHQiOjAuMCwiQm90dG9tIjowLjB9LCJCYWNrZ3JvdW5kIjp7IiRpZCI6IjIzMDUiLCJDb2xvciI6eyIkaWQiOiIyMzA2IiwiQSI6MjU1LCJSIjoxMTIsIkciOjE3MywiQiI6NzF9fSwiSXNWaXNpYmxlIjp0cnVlLCJXaWR0aCI6MC4wLCJIZWlnaHQiOjEwLjAsIkJvcmRlclN0eWxlIjp7IiRpZCI6IjIzMDciLCJMaW5lQ29sb3IiOnsiJGlkIjoiMjMwOCIsIiR0eXBlIjoiTkxSRS5Db21tb24uRG9tLlNvbGlkQ29sb3JCcnVzaCwgTkxSRS5Db21tb24iLCJDb2xvciI6eyIkaWQiOiIyMzA5IiwiQSI6MjU1LCJSIjoyMzQsIkciOjIyLCJCIjozMH19LCJMaW5lV2VpZ2h0IjowLjAsIkxpbmVUeXBlIjowLCJQYXJlbnRTdHlsZSI6bnVsbH0sIlBhcmVudFN0eWxlIjpudWxsfSwiVGl0bGVTdHlsZSI6eyIkaWQiOiIyMzEwIiwiRm9udFNldHRpbmdzIjp7IiRpZCI6IjIzMTEiLCJGb250U2l6ZSI6MTEsIkZvbnROYW1lIjoiQ2FsaWJyaSIsIklzQm9sZCI6ZmFsc2UsIklzSXRhbGljIjpmYWxzZSwiSXNVbmRlcmxpbmVkIjpmYWxzZSwiUGFyZW50U3R5bGUiOm51bGx9LCJBdXRvU2l6ZSI6MCwiRm9yZWdyb3VuZCI6eyIkaWQiOiIyMzEyIiwiQ29sb3IiOnsiJGlkIjoiMjMx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E0IiwiVG9wIjowLjAsIkxlZnQiOjAuMCwiUmlnaHQiOjAuMCwiQm90dG9tIjowLjB9LCJQYWRkaW5nIjp7IiRpZCI6IjIzMTUiLCJUb3AiOjAuMCwiTGVmdCI6MC4wLCJSaWdodCI6MC4wLCJCb3R0b20iOjAuMH0sIkJhY2tncm91bmQiOnsiJGlkIjoiMjMxNiIsIkNvbG9yIjp7IiRpZCI6IjIzMTciLCJBIjoyNTUsIlIiOjAsIkciOjAsIkIiOjB9fSwiSXNWaXNpYmxlIjp0cnVlLCJXaWR0aCI6MC4wLCJIZWlnaHQiOjAuMCwiQm9yZGVyU3R5bGUiOnsiJGlkIjoiMjMxOCIsIkxpbmVDb2xvciI6bnVsbCwiTGluZVdlaWdodCI6MC4wLCJMaW5lVHlwZSI6MCwiUGFyZW50U3R5bGUiOm51bGx9LCJQYXJlbnRTdHlsZSI6bnVsbH0sIkRhdGVTdHlsZSI6eyIkaWQiOiIyMzE5IiwiRm9udFNldHRpbmdzIjp7IiRpZCI6IjIzMjAiLCJGb250U2l6ZSI6MTAsIkZvbnROYW1lIjoiQ2FsaWJyaSIsIklzQm9sZCI6ZmFsc2UsIklzSXRhbGljIjpmYWxzZSwiSXNVbmRlcmxpbmVkIjpmYWxzZSwiUGFyZW50U3R5bGUiOm51bGx9LCJBdXRvU2l6ZSI6MCwiRm9yZWdyb3VuZCI6eyIkaWQiOiIyMzIxIiwiQ29sb3IiOnsiJGlkIjoiMjMy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jMyMyIsIlRvcCI6MC4wLCJMZWZ0IjowLjAsIlJpZ2h0IjowLjAsIkJvdHRvbSI6MC4wfSwiUGFkZGluZyI6eyIkaWQiOiIyMzI0IiwiVG9wIjowLjAsIkxlZnQiOjAuMCwiUmlnaHQiOjAuMCwiQm90dG9tIjowLjB9LCJCYWNrZ3JvdW5kIjp7IiRpZCI6IjIzMjUiLCJDb2xvciI6eyIkaWQiOiIyMzI2IiwiQSI6MjU1LCJSIjo2OCwiRyI6ODQsIkIiOjEwNn19LCJJc1Zpc2libGUiOnRydWUsIldpZHRoIjowLjAsIkhlaWdodCI6MC4wLCJCb3JkZXJTdHlsZSI6eyIkaWQiOiIyMzI3IiwiTGluZUNvbG9yIjpudWxsLCJMaW5lV2VpZ2h0IjowLjAsIkxpbmVUeXBlIjowLCJQYXJlbnRTdHlsZSI6bnVsbH0sIlBhcmVudFN0eWxlIjpudWxsfSwiRGF0ZUZvcm1hdCI6eyIkaWQiOiIyMzI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jkiLCJGb3JtYXQiOjAsIklzVmlzaWJsZSI6ZmFsc2UsIkxhc3RLbm93blZpc2liaWxpdHlTdGF0ZSI6ZmFsc2V9LCJJc1Zpc2libGUiOnRydWUsIlZhcmlhbmNlU3R5bGUiOnsiJGlkIjoiMjMzMCIsIlRleHRTdHlsZSI6eyIkaWQiOiIyMzMxIiwiRm9udFNldHRpbmdzIjp7IiRpZCI6IjIzMzIiLCJGb250U2l6ZSI6MTAsIkZvbnROYW1lIjoiQ2FsaWJyaSIsIklzQm9sZCI6ZmFsc2UsIklzSXRhbGljIjpmYWxzZSwiSXNVbmRlcmxpbmVkIjpmYWxzZSwiUGFyZW50U3R5bGUiOm51bGx9LCJBdXRvU2l6ZSI6MCwiRm9yZWdyb3VuZCI6eyIkaWQiOiIyMzMzIiwiQ29sb3IiOnsiJGlkIjoiMjM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M1IiwiVG9wIjowLjAsIkxlZnQiOjAuMCwiUmlnaHQiOjAuMCwiQm90dG9tIjowLjB9LCJQYWRkaW5nIjp7IiRpZCI6IjIzMzYiLCJUb3AiOjAuMCwiTGVmdCI6MC4wLCJSaWdodCI6MC4wLCJCb3R0b20iOjAuMH0sIkJhY2tncm91bmQiOnsiJGlkIjoiMjMzNyIsIkNvbG9yIjp7IiRpZCI6IjIzMzgiLCJBIjoyNTUsIlIiOjAsIkciOjAsIkIiOjB9fSwiSXNWaXNpYmxlIjp0cnVlLCJXaWR0aCI6MC4wLCJIZWlnaHQiOjAuMCwiQm9yZGVyU3R5bGUiOnsiJGlkIjoiMjMzOSIsIkxpbmVDb2xvciI6bnVsbCwiTGluZVdlaWdodCI6MC4wLCJMaW5lVHlwZSI6MCwiUGFyZW50U3R5bGUiOm51bGx9LCJQYXJlbnRTdHlsZSI6bnVsbH0sIlBhcmVudFN0eWxlIjpudWxsfSwiUGFyZW50U3R5bGUiOm51bGwsIl9leHBsaWNpdGx5U2V0Ijp7IiRpZCI6IjIzND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yMzQxIiwiU2hhcGUiOjEsIkNvbm5lY3Rvck1hcmdpbiI6eyIkaWQiOiIyMzQyIiwiVG9wIjowLjAsIkxlZnQiOjIuMCwiUmlnaHQiOjIuMCwiQm90dG9tIjowLjB9LCJDb25uZWN0b3JTdHlsZSI6eyIkaWQiOiIyMzQzIiwiTGluZUNvbG9yIjp7IiRpZCI6IjIzNDQiLCIkdHlwZSI6Ik5MUkUuQ29tbW9uLkRvbS5Tb2xpZENvbG9yQnJ1c2gsIE5MUkUuQ29tbW9uIiwiQ29sb3IiOnsiJGlkIjoiMjM0NSIsIkEiOjEyNywiUiI6NTYsIkciOjg2LCJCIjozNX19LCJMaW5lV2VpZ2h0IjoxLjAsIkxpbmVUeXBlIjowLCJQYXJlbnRTdHlsZSI6bnVsbH0sIklzQmVsb3dUaW1lYmFuZCI6ZmFsc2UsIlBvc2l0aW9uT25UYXNrIjoxLCJIaWRlRGF0ZSI6ZmFsc2UsIlNoYXBlU2l6ZSI6MCwiU3BhY2luZyI6MC4wLCJQYWRkaW5nIjp7IiRpZCI6IjIzNDYiLCJUb3AiOjUuMCwiTGVmdCI6My4wLCJSaWdodCI6MC4wLCJCb3R0b20iOjIuMH0sIlNoYXBlU3R5bGUiOnsiJGlkIjoiMjM0NyIsIk1hcmdpbiI6eyIkaWQiOiIyMzQ4IiwiVG9wIjowLjAsIkxlZnQiOjAuMCwiUmlnaHQiOjAuMCwiQm90dG9tIjowLjB9LCJQYWRkaW5nIjp7IiRpZCI6IjIzNDkiLCJUb3AiOjAuMCwiTGVmdCI6MC4wLCJSaWdodCI6MC4wLCJCb3R0b20iOjAuMH0sIkJhY2tncm91bmQiOnsiJGlkIjoiMjM1MCIsIkNvbG9yIjp7IiRpZCI6IjIzNTEiLCJBIjoyNTUsIlIiOjU2LCJHIjo4NiwiQiI6MzV9fSwiSXNWaXNpYmxlIjp0cnVlLCJXaWR0aCI6MTIuMCwiSGVpZ2h0IjoxNC4wLCJCb3JkZXJTdHlsZSI6eyIkaWQiOiIyMzUyIiwiTGluZUNvbG9yIjp7IiRpZCI6IjIzNTMiLCIkdHlwZSI6Ik5MUkUuQ29tbW9uLkRvbS5Tb2xpZENvbG9yQnJ1c2gsIE5MUkUuQ29tbW9uIiwiQ29sb3IiOnsiJGlkIjoiMjM1NCIsIkEiOjI1NSwiUiI6MjU1LCJHIjoyNTUsIkIiOjI1NX19LCJMaW5lV2VpZ2h0IjowLjAsIkxpbmVUeXBlIjowLCJQYXJlbnRTdHlsZSI6bnVsbH0sIlBhcmVudFN0eWxlIjpudWxsfSwiVGl0bGVTdHlsZSI6eyIkaWQiOiIyMzU1IiwiRm9udFNldHRpbmdzIjp7IiRpZCI6IjIzNTYiLCJGb250U2l6ZSI6MTEsIkZvbnROYW1lIjoiQ2FsaWJyaSIsIklzQm9sZCI6ZmFsc2UsIklzSXRhbGljIjpmYWxzZSwiSXNVbmRlcmxpbmVkIjpmYWxzZSwiUGFyZW50U3R5bGUiOm51bGx9LCJBdXRvU2l6ZSI6MCwiRm9yZWdyb3VuZCI6eyIkaWQiOiIyMzU3IiwiQ29sb3IiOnsiJGlkIjoiMjM1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yMzU5IiwiVG9wIjowLjAsIkxlZnQiOjAuMCwiUmlnaHQiOjAuMCwiQm90dG9tIjowLjB9LCJQYWRkaW5nIjp7IiRpZCI6IjIzNjAiLCJUb3AiOjAuMCwiTGVmdCI6MC4wLCJSaWdodCI6MC4wLCJCb3R0b20iOjAuMH0sIkJhY2tncm91bmQiOnsiJGlkIjoiMjM2MSIsIkNvbG9yIjp7IiRpZCI6IjIzNjIiLCJBIjoyNTUsIlIiOjAsIkciOjAsIkIiOjB9fSwiSXNWaXNpYmxlIjp0cnVlLCJXaWR0aCI6MC4wLCJIZWlnaHQiOjAuMCwiQm9yZGVyU3R5bGUiOnsiJGlkIjoiMjM2MyIsIkxpbmVDb2xvciI6bnVsbCwiTGluZVdlaWdodCI6MC4wLCJMaW5lVHlwZSI6MCwiUGFyZW50U3R5bGUiOm51bGx9LCJQYXJlbnRTdHlsZSI6bnVsbH0sIkRhdGVTdHlsZSI6eyIkaWQiOiIyMzY0IiwiRm9udFNldHRpbmdzIjp7IiRpZCI6IjIzNjUiLCJGb250U2l6ZSI6MTAsIkZvbnROYW1lIjoiQ2FsaWJyaSIsIklzQm9sZCI6ZmFsc2UsIklzSXRhbGljIjpmYWxzZSwiSXNVbmRlcmxpbmVkIjpmYWxzZSwiUGFyZW50U3R5bGUiOm51bGx9LCJBdXRvU2l6ZSI6MCwiRm9yZWdyb3VuZCI6eyIkaWQiOiIyMzY2IiwiQ29sb3IiOnsiJGlkIjoiMjM2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jM2OCIsIlRvcCI6MC4wLCJMZWZ0IjowLjAsIlJpZ2h0IjowLjAsIkJvdHRvbSI6MC4wfSwiUGFkZGluZyI6eyIkaWQiOiIyMzY5IiwiVG9wIjowLjAsIkxlZnQiOjAuMCwiUmlnaHQiOjAuMCwiQm90dG9tIjowLjB9LCJCYWNrZ3JvdW5kIjp7IiRpZCI6IjIzNzAiLCJDb2xvciI6eyIkaWQiOiIyMzcxIiwiQSI6MjU1LCJSIjo2OCwiRyI6ODQsIkIiOjEwNn19LCJJc1Zpc2libGUiOnRydWUsIldpZHRoIjowLjAsIkhlaWdodCI6MC4wLCJCb3JkZXJTdHlsZSI6eyIkaWQiOiIyMzcyIiwiTGluZUNvbG9yIjpudWxsLCJMaW5lV2VpZ2h0IjowLjAsIkxpbmVUeXBlIjowLCJQYXJlbnRTdHlsZSI6bnVsbH0sIlBhcmVudFN0eWxlIjpudWxsfSwiRGF0ZUZvcm1hdCI6eyIkaWQiOiIyMzc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c0IiwiRm9ybWF0IjowLCJJc1Zpc2libGUiOmZhbHNlLCJMYXN0S25vd25WaXNpYmlsaXR5U3RhdGUiOmZhbHNlfSwiSXNWaXNpYmxlIjpmYWxzZSwiVmFyaWFuY2VTdHlsZSI6eyIkaWQiOiIyMzc1IiwiVGV4dFN0eWxlIjp7IiRpZCI6IjIzNzYiLCJGb250U2V0dGluZ3MiOnsiJGlkIjoiMjM3NyIsIkZvbnRTaXplIjoxMCwiRm9udE5hbWUiOiJDYWxpYnJpIiwiSXNCb2xkIjpmYWxzZSwiSXNJdGFsaWMiOmZhbHNlLCJJc1VuZGVybGluZWQiOmZhbHNlLCJQYXJlbnRTdHlsZSI6bnVsbH0sIkF1dG9TaXplIjowLCJGb3JlZ3JvdW5kIjp7IiRpZCI6IjIzNzgiLCJDb2xvciI6eyIkaWQiOiIyMz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zODAiLCJUb3AiOjAuMCwiTGVmdCI6MC4wLCJSaWdodCI6MC4wLCJCb3R0b20iOjAuMH0sIlBhZGRpbmciOnsiJGlkIjoiMjM4MSIsIlRvcCI6MC4wLCJMZWZ0IjowLjAsIlJpZ2h0IjowLjAsIkJvdHRvbSI6MC4wfSwiQmFja2dyb3VuZCI6eyIkaWQiOiIyMzgyIiwiQ29sb3IiOnsiJGlkIjoiMjM4MyIsIkEiOjI1NSwiUiI6MCwiRyI6MCwiQiI6MH19LCJJc1Zpc2libGUiOnRydWUsIldpZHRoIjowLjAsIkhlaWdodCI6MC4wLCJCb3JkZXJTdHlsZSI6eyIkaWQiOiIyMzg0IiwiTGluZUNvbG9yIjpudWxsLCJMaW5lV2VpZ2h0IjowLjAsIkxpbmVUeXBlIjowLCJQYXJlbnRTdHlsZSI6bnVsbH0sIlBhcmVudFN0eWxlIjpudWxsfSwiUGFyZW50U3R5bGUiOm51bGx9LCJQYXJlbnRTdHlsZSI6bnVsbH0sIkRlZmF1bHRTd2ltbGFuZU1pbGVzdG9uZVN0eWxlIjp7IiRpZCI6IjIzODUiLCJUaXRsZVBvc2l0aW9uIjoiTGVmdCIsIkRhdGVQb3NpdGlvbiI6IlJpZ2h0IiwiVmFyaWFuY2VQb3NpdGlvbiI6IlJpZ2h0IiwiU2hhcGVUeXBlIjoxLCJTaGFwZVNpemUiOjAsIlNwYWNpbmciOjUsIlNoYXBlU3R5bGUiOnsiJGlkIjoiMjM4NiIsIk1hcmdpbiI6eyIkaWQiOiIyMzg3IiwiVG9wIjowLjAsIkxlZnQiOjAuMCwiUmlnaHQiOjAuMCwiQm90dG9tIjowLjB9LCJQYWRkaW5nIjp7IiRpZCI6IjIzODgiLCJUb3AiOjAuMCwiTGVmdCI6MC4wLCJSaWdodCI6MC4wLCJCb3R0b20iOjAuMH0sIkJhY2tncm91bmQiOnsiJGlkIjoiMjM4OSIsIkNvbG9yIjp7IiRpZCI6IjIzOTAiLCJBIjoyNTUsIlIiOjExMiwiRyI6MTczLCJCIjo3MX19LCJJc1Zpc2libGUiOnRydWUsIldpZHRoIjoxMi4wLCJIZWlnaHQiOjE0LjAsIkJvcmRlclN0eWxlIjp7IiRpZCI6IjIzOTEiLCJMaW5lQ29sb3IiOnsiJGlkIjoiMjM5MiIsIiR0eXBlIjoiTkxSRS5Db21tb24uRG9tLlNvbGlkQ29sb3JCcnVzaCwgTkxSRS5Db21tb24iLCJDb2xvciI6eyIkaWQiOiIyMzkzIiwiQSI6MjU1LCJSIjoyMzQsIkciOjIyLCJCIjozMH19LCJMaW5lV2VpZ2h0IjowLjAsIkxpbmVUeXBlIjowLCJQYXJlbnRTdHlsZSI6bnVsbH0sIlBhcmVudFN0eWxlIjpudWxsfSwiVGl0bGVTdHlsZSI6eyIkaWQiOiIyMzk0IiwiRm9udFNldHRpbmdzIjp7IiRpZCI6IjIzOTUiLCJGb250U2l6ZSI6MTEsIkZvbnROYW1lIjoiQ2FsaWJyaSIsIklzQm9sZCI6ZmFsc2UsIklzSXRhbGljIjpmYWxzZSwiSXNVbmRlcmxpbmVkIjpmYWxzZSwiUGFyZW50U3R5bGUiOm51bGx9LCJBdXRvU2l6ZSI6MCwiRm9yZWdyb3VuZCI6eyIkaWQiOiIyMzk2IiwiQ29sb3IiOnsiJGlkIjoiMjM5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zk4IiwiVG9wIjowLjAsIkxlZnQiOjAuMCwiUmlnaHQiOjAuMCwiQm90dG9tIjowLjB9LCJQYWRkaW5nIjp7IiRpZCI6IjIzOTkiLCJUb3AiOjAuMCwiTGVmdCI6MC4wLCJSaWdodCI6MC4wLCJCb3R0b20iOjAuMH0sIkJhY2tncm91bmQiOnsiJGlkIjoiMjQwMCIsIkNvbG9yIjp7IiRpZCI6IjI0MDEiLCJBIjoyNTUsIlIiOjAsIkciOjAsIkIiOjB9fSwiSXNWaXNpYmxlIjp0cnVlLCJXaWR0aCI6MC4wLCJIZWlnaHQiOjAuMCwiQm9yZGVyU3R5bGUiOnsiJGlkIjoiMjQwMiIsIkxpbmVDb2xvciI6bnVsbCwiTGluZVdlaWdodCI6MC4wLCJMaW5lVHlwZSI6MCwiUGFyZW50U3R5bGUiOm51bGx9LCJQYXJlbnRTdHlsZSI6bnVsbH0sIkRhdGVTdHlsZSI6eyIkaWQiOiIyNDAzIiwiRm9udFNldHRpbmdzIjp7IiRpZCI6IjI0MDQiLCJGb250U2l6ZSI6MTAsIkZvbnROYW1lIjoiQ2FsaWJyaSIsIklzQm9sZCI6ZmFsc2UsIklzSXRhbGljIjpmYWxzZSwiSXNVbmRlcmxpbmVkIjpmYWxzZSwiUGFyZW50U3R5bGUiOm51bGx9LCJBdXRvU2l6ZSI6MCwiRm9yZWdyb3VuZCI6eyIkaWQiOiIyNDA1IiwiQ29sb3IiOnsiJGlkIjoiMjQw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wNyIsIlRvcCI6MC4wLCJMZWZ0IjowLjAsIlJpZ2h0IjowLjAsIkJvdHRvbSI6MC4wfSwiUGFkZGluZyI6eyIkaWQiOiIyNDA4IiwiVG9wIjowLjAsIkxlZnQiOjAuMCwiUmlnaHQiOjAuMCwiQm90dG9tIjowLjB9LCJCYWNrZ3JvdW5kIjp7IiRpZCI6IjI0MDkiLCJDb2xvciI6eyIkaWQiOiIyNDEwIiwiQSI6MjU1LCJSIjo2OCwiRyI6ODQsIkIiOjEwNn19LCJJc1Zpc2libGUiOnRydWUsIldpZHRoIjowLjAsIkhlaWdodCI6MC4wLCJCb3JkZXJTdHlsZSI6eyIkaWQiOiIyNDExIiwiTGluZUNvbG9yIjpudWxsLCJMaW5lV2VpZ2h0IjowLjAsIkxpbmVUeXBlIjowLCJQYXJlbnRTdHlsZSI6bnVsbH0sIlBhcmVudFN0eWxlIjpudWxsfSwiRGF0ZUZvcm1hdCI6eyIkaWQiOiIyNDE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MTMiLCJGb3JtYXQiOjAsIklzVmlzaWJsZSI6ZmFsc2UsIkxhc3RLbm93blZpc2liaWxpdHlTdGF0ZSI6ZmFsc2V9LCJJc1Zpc2libGUiOnRydWUsIlZhcmlhbmNlU3R5bGUiOnsiJGlkIjoiMjQxNCIsIlRleHRTdHlsZSI6eyIkaWQiOiIyNDE1IiwiRm9udFNldHRpbmdzIjp7IiRpZCI6IjI0MTYiLCJGb250U2l6ZSI6MTAsIkZvbnROYW1lIjoiQ2FsaWJyaSIsIklzQm9sZCI6ZmFsc2UsIklzSXRhbGljIjpmYWxzZSwiSXNVbmRlcmxpbmVkIjpmYWxzZSwiUGFyZW50U3R5bGUiOm51bGx9LCJBdXRvU2l6ZSI6MCwiRm9yZWdyb3VuZCI6eyIkaWQiOiIyNDE3IiwiQ29sb3IiOnsiJGlkIjoiMjQ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DE5IiwiVG9wIjowLjAsIkxlZnQiOjAuMCwiUmlnaHQiOjAuMCwiQm90dG9tIjowLjB9LCJQYWRkaW5nIjp7IiRpZCI6IjI0MjAiLCJUb3AiOjAuMCwiTGVmdCI6MC4wLCJSaWdodCI6MC4wLCJCb3R0b20iOjAuMH0sIkJhY2tncm91bmQiOnsiJGlkIjoiMjQyMSIsIkNvbG9yIjp7IiRpZCI6IjI0MjIiLCJBIjoyNTUsIlIiOjAsIkciOjAsIkIiOjB9fSwiSXNWaXNpYmxlIjp0cnVlLCJXaWR0aCI6MC4wLCJIZWlnaHQiOjAuMCwiQm9yZGVyU3R5bGUiOnsiJGlkIjoiMjQyMyIsIkxpbmVDb2xvciI6bnVsbCwiTGluZVdlaWdodCI6MC4wLCJMaW5lVHlwZSI6MCwiUGFyZW50U3R5bGUiOm51bGx9LCJQYXJlbnRTdHlsZSI6bnVsbH0sIlBhcmVudFN0eWxlIjpudWxsfSwiUGFyZW50U3R5bGUiOm51bGx9LCJEZWZhdWx0U3dpbWxhbmVBY3Rpdml0eVN0eWxlIjp7IiRpZCI6IjI0MjQiLCJIZWFkZXJTdHlsZSI6eyIkaWQiOiIyNDI1IiwiVGV4dFN0eWxlIjp7IiRpZCI6IjI0MjYiLCJGb250U2V0dGluZ3MiOnsiJGlkIjoiMjQyNyIsIkZvbnRTaXplIjoxMSwiRm9udE5hbWUiOiJDYWxpYnJpIiwiSXNCb2xkIjpmYWxzZSwiSXNJdGFsaWMiOmZhbHNlLCJJc1VuZGVybGluZWQiOmZhbHNlLCJQYXJlbnRTdHlsZSI6bnVsbH0sIkF1dG9TaXplIjoyLCJGb3JlZ3JvdW5kIjp7IiRpZCI6IjI0MjgiLCJDb2xvciI6eyIkaWQiOiIyND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QzMCIsIlRvcCI6MC4wLCJMZWZ0IjowLjAsIlJpZ2h0IjowLjAsIkJvdHRvbSI6MC4wfSwiUGFkZGluZyI6eyIkaWQiOiIyNDMxIiwiVG9wIjowLjAsIkxlZnQiOjAuMCwiUmlnaHQiOjAuMCwiQm90dG9tIjowLjB9LCJCYWNrZ3JvdW5kIjp7IiRpZCI6IjI0MzIiLCJDb2xvciI6eyIkaWQiOiIyNDMzIiwiQSI6MjU1LCJSIjo2NCwiRyI6NjQsIkIiOjY0fX0sIklzVmlzaWJsZSI6dHJ1ZSwiV2lkdGgiOjAuMCwiSGVpZ2h0IjowLjAsIkJvcmRlclN0eWxlIjpudWxsLCJQYXJlbnRTdHlsZSI6bnVsbH0sIlJlY3RhbmdsZVN0eWxlIjp7IiRpZCI6IjI0MzQiLCJNYXJnaW4iOnsiJGlkIjoiMjQzNSIsIlRvcCI6MC4wLCJMZWZ0IjowLjAsIlJpZ2h0IjowLjAsIkJvdHRvbSI6MC4wfSwiUGFkZGluZyI6eyIkaWQiOiIyNDM2IiwiVG9wIjowLjAsIkxlZnQiOjAuMCwiUmlnaHQiOjAuMCwiQm90dG9tIjowLjB9LCJCYWNrZ3JvdW5kIjp7IiRpZCI6IjI0MzciLCJDb2xvciI6eyIkaWQiOiIyNDM4IiwiQSI6MTI3LCJSIjoxMTIsIkciOjE3MywiQiI6NzF9fSwiSXNWaXNpYmxlIjp0cnVlLCJXaWR0aCI6MC4wLCJIZWlnaHQiOjAuMCwiQm9yZGVyU3R5bGUiOnsiJGlkIjoiMjQzOSIsIkxpbmVDb2xvciI6eyIkaWQiOiIyNDQwIiwiJHR5cGUiOiJOTFJFLkNvbW1vbi5Eb20uU29saWRDb2xvckJydXNoLCBOTFJFLkNvbW1vbiIsIkNvbG9yIjp7IiRpZCI6IjI0NDEiLCJBIjoyNTUsIlIiOjI1NSwiRyI6MjU1LCJCIjoyNTV9fSwiTGluZVdlaWdodCI6MC4wLCJMaW5lVHlwZSI6MCwiUGFyZW50U3R5bGUiOm51bGx9LCJQYXJlbnRTdHlsZSI6bnVsbH0sIk1hcmdpbiI6eyIkaWQiOiIyNDQyIiwiVG9wIjowLjAsIkxlZnQiOjAuMCwiUmlnaHQiOjAuMCwiQm90dG9tIjowLjB9LCJQYWRkaW5nIjp7IiRpZCI6IjI0NDMiLCJUb3AiOjAuMCwiTGVmdCI6MC4wLCJSaWdodCI6MC4wLCJCb3R0b20iOjAuMH0sIkJhY2tncm91bmQiOm51bGwsIklzVmlzaWJsZSI6dHJ1ZSwiV2lkdGgiOjAuMCwiSGVpZ2h0IjowLjAsIkJvcmRlclN0eWxlIjpudWxsLCJQYXJlbnRTdHlsZSI6bnVsbH0sIkJhY2tncm91bmRTdHlsZSI6eyIkaWQiOiIyNDQ0IiwiTWFyZ2luIjp7IiRpZCI6IjI0NDUiLCJUb3AiOjAuMCwiTGVmdCI6MC4wLCJSaWdodCI6MC4wLCJCb3R0b20iOjAuMH0sIlBhZGRpbmciOnsiJGlkIjoiMjQ0NiIsIlRvcCI6MC4wLCJMZWZ0IjowLjAsIlJpZ2h0IjowLjAsIkJvdHRvbSI6MC4wfSwiQmFja2dyb3VuZCI6eyIkaWQiOiIyNDQ3IiwiQ29sb3IiOnsiJGlkIjoiMjQ0OCIsIkEiOjUxLCJSIjoyMDAsIkciOjIwMCwiQiI6MjAwfX0sIklzVmlzaWJsZSI6dHJ1ZSwiV2lkdGgiOjAuMCwiSGVpZ2h0IjowLjAsIkJvcmRlclN0eWxlIjp7IiRpZCI6IjI0NDkiLCJMaW5lQ29sb3IiOnsiJGlkIjoiMjQ1MCIsIiR0eXBlIjoiTkxSRS5Db21tb24uRG9tLlNvbGlkQ29sb3JCcnVzaCwgTkxSRS5Db21tb24iLCJDb2xvciI6eyIkaWQiOiIyNDUxIiwiQSI6MjU1LCJSIjoyMzQsIkciOjIyLCJCIjozMH19LCJMaW5lV2VpZ2h0IjowLjAsIkxpbmVUeXBlIjowLCJQYXJlbnRTdHlsZSI6bnVsbH0sIlBhcmVudFN0eWxlIjpudWxsfSwiTWFyZ2luIjp7IiRpZCI6IjI0NTIiLCJUb3AiOjAuMCwiTGVmdCI6MC4wLCJSaWdodCI6MC4wLCJCb3R0b20iOjAuMH0sIlBhZGRpbmciOnsiJGlkIjoiMjQ1MyIsIlRvcCI6MC4wLCJMZWZ0IjowLjAsIlJpZ2h0IjowLjAsIkJvdHRvbSI6MC4wfSwiSXNWaXNpYmxlIjp0cnVlLCJXaWR0aCI6MC4wLCJIZWlnaHQiOjAuMCwiQm9yZGVyU3R5bGUiOnsiJGlkIjoiMjQ1NCIsIkxpbmVDb2xvciI6bnVsbCwiTGluZVdlaWdodCI6MC4wLCJMaW5lVHlwZSI6MCwiUGFyZW50U3R5bGUiOm51bGx9LCJQYXJlbnRTdHlsZSI6bnVsbH0sIk1hcmdpbiI6eyIkaWQiOiIyNDU1IiwiVG9wIjowLjAsIkxlZnQiOjAuMCwiUmlnaHQiOjAuMCwiQm90dG9tIjowLjB9LCJQYWRkaW5nIjp7IiRpZCI6IjI0NTYiLCJUb3AiOjAuMCwiTGVmdCI6MC4wLCJSaWdodCI6MC4wLCJCb3R0b20iOjAuMH0sIklzVmlzaWJsZSI6ZmFsc2UsIldpZHRoIjowLjAsIkhlaWdodCI6MC4wLCJCb3JkZXJTdHlsZSI6eyIkaWQiOiIyNDU3IiwiTGluZUNvbG9yIjpudWxsLCJMaW5lV2VpZ2h0IjowLjAsIkxpbmVUeXBlIjowLCJQYXJlbnRTdHlsZSI6bnVsbH0sIlBhcmVudFN0eWxlIjpudWxsfX0seyIkaWQiOiIyNDU4IiwiX2FjdGl2aXRpZXMiOlt7IiRpZCI6IjI0NTkiLCJfcm93cyI6W3siJGlkIjoiMjQ2MCIsIl90YXNrcyI6W3siJGlkIjoiMjQ2MSIsIl9hdHRhY2hlZE1pbGVzdG9uZXMiOltdLCJUYXNrRGVmaW5pdGlvbiI6eyIkaWQiOiIyNDYyIiwiR3JvdXBOYW1lIjpudWxsLCJTdGFydERhdGUiOiIyMDI3LTAxLTAxVDAwOjAwOjAwWiIsIkVuZERhdGUiOiIyMDI3LTA0LTMwVDIzOjU5OjAwWiIsIlBlcmNlbnRhZ2VDb21wbGV0ZSI6bnVsbCwiU3R5bGUiOnsiJGlkIjoiMjQ2MyIsIlNoYXBlIjoxLCJTaGFwZVRoaWNrbmVzcyI6MCwiRHVyYXRpb25Gb3JtYXQiOjAsIkluY2x1ZGVOb25Xb3JraW5nRGF5c0luRHVyYXRpb24iOmZhbHNlLCJQZXJjZW50YWdlQ29tcGxldGVTdHlsZSI6eyIkaWQiOiIyNDY0IiwiRm9udFNldHRpbmdzIjp7IiRpZCI6IjI0NjUiLCJGb250U2l6ZSI6MTAsIkZvbnROYW1lIjoiQ2FsaWJyaSIsIklzQm9sZCI6ZmFsc2UsIklzSXRhbGljIjpmYWxzZSwiSXNVbmRlcmxpbmVkIjpmYWxzZSwiUGFyZW50U3R5bGUiOm51bGx9LCJBdXRvU2l6ZSI6MCwiRm9yZWdyb3VuZCI6eyIkaWQiOiIyNDY2IiwiQ29sb3IiOnsiJGlkIjoiMjQ2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NDY4IiwiVG9wIjowLjAsIkxlZnQiOjAuMCwiUmlnaHQiOjAuMCwiQm90dG9tIjowLjB9LCJQYWRkaW5nIjp7IiRpZCI6IjI0NjkiLCJUb3AiOjAuMCwiTGVmdCI6MC4wLCJSaWdodCI6MC4wLCJCb3R0b20iOjAuMH0sIkJhY2tncm91bmQiOnsiJGlkIjoiMjQ3MCIsIkNvbG9yIjp7IiRpZCI6IjI0NzEiLCJBIjo4OSwiUiI6MCwiRyI6MCwiQiI6MH19LCJJc1Zpc2libGUiOnRydWUsIldpZHRoIjowLjAsIkhlaWdodCI6MC4wLCJCb3JkZXJTdHlsZSI6eyIkaWQiOiIyNDcyIiwiTGluZUNvbG9yIjpudWxsLCJMaW5lV2VpZ2h0IjowLjAsIkxpbmVUeXBlIjowLCJQYXJlbnRTdHlsZSI6bnVsbH0sIlBhcmVudFN0eWxlIjpudWxsfSwiRHVyYXRpb25TdHlsZSI6eyIkaWQiOiIyNDczIiwiRm9udFNldHRpbmdzIjp7IiRpZCI6IjI0NzQiLCJGb250U2l6ZSI6MTAsIkZvbnROYW1lIjoiQ2FsaWJyaSIsIklzQm9sZCI6ZmFsc2UsIklzSXRhbGljIjpmYWxzZSwiSXNVbmRlcmxpbmVkIjpmYWxzZSwiUGFyZW50U3R5bGUiOm51bGx9LCJBdXRvU2l6ZSI6MCwiRm9yZWdyb3VuZCI6eyIkaWQiOiIyNDc1IiwiQ29sb3IiOnsiJGlkIjoiMjQ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3NyIsIlRvcCI6MC4wLCJMZWZ0IjowLjAsIlJpZ2h0IjowLjAsIkJvdHRvbSI6MC4wfSwiUGFkZGluZyI6eyIkaWQiOiIyNDc4IiwiVG9wIjowLjAsIkxlZnQiOjAuMCwiUmlnaHQiOjAuMCwiQm90dG9tIjowLjB9LCJCYWNrZ3JvdW5kIjp7IiRpZCI6IjI0NzkiLCJDb2xvciI6eyIkaWQiOiIyNDgwIiwiQSI6MjU1LCJSIjo2OCwiRyI6ODQsIkIiOjEwNn19LCJJc1Zpc2libGUiOnRydWUsIldpZHRoIjowLjAsIkhlaWdodCI6MC4wLCJCb3JkZXJTdHlsZSI6eyIkaWQiOiIyNDgxIiwiTGluZUNvbG9yIjpudWxsLCJMaW5lV2VpZ2h0IjowLjAsIkxpbmVUeXBlIjowLCJQYXJlbnRTdHlsZSI6bnVsbH0sIlBhcmVudFN0eWxlIjpudWxsfSwiSG9yaXpvbnRhbENvbm5lY3RvclN0eWxlIjp7IiRpZCI6IjI0ODIiLCJMaW5lQ29sb3IiOnsiJGlkIjoiMjQ4MyIsIiR0eXBlIjoiTkxSRS5Db21tb24uRG9tLlNvbGlkQ29sb3JCcnVzaCwgTkxSRS5Db21tb24iLCJDb2xvciI6eyIkaWQiOiIyNDg0IiwiQSI6MjU1LCJSIjowLCJHIjowLCJCIjowfX0sIkxpbmVXZWlnaHQiOjAuMCwiTGluZVR5cGUiOjAsIlBhcmVudFN0eWxlIjpudWxsfSwiVmVydGljYWxDb25uZWN0b3JTdHlsZSI6eyIkaWQiOiIyNDg1IiwiTGluZUNvbG9yIjp7IiRpZCI6IjI0ODYiLCIkdHlwZSI6Ik5MUkUuQ29tbW9uLkRvbS5Tb2xpZENvbG9yQnJ1c2gsIE5MUkUuQ29tbW9uIiwiQ29sb3IiOnsiJGlkIjoiMjQ4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jQ4OCIsIlNoYXBlU3R5bGUiOnsiJGlkIjoiMjQ4OSIsIk1hcmdpbiI6eyIkaWQiOiIyNDkwIiwiVG9wIjowLjAsIkxlZnQiOjAuMCwiUmlnaHQiOjAuMCwiQm90dG9tIjowLjB9LCJQYWRkaW5nIjp7IiRpZCI6IjI0OTEiLCJUb3AiOjAuMCwiTGVmdCI6MC4wLCJSaWdodCI6MC4wLCJCb3R0b20iOjAuMH0sIkJhY2tncm91bmQiOnsiJGlkIjoiMjQ5MiIsIkNvbG9yIjp7IiRpZCI6IjI0OTMiLCJBIjoxNTMsIlIiOjAsIkciOjAsIkIiOjB9fSwiSXNWaXNpYmxlIjp0cnVlLCJXaWR0aCI6MC4wLCJIZWlnaHQiOjAuMCwiQm9yZGVyU3R5bGUiOm51bGwsIlBhcmVudFN0eWxlIjpudWxsfSwiTWFyZ2luIjp7IiRpZCI6IjI0OTQiLCJUb3AiOjAuMCwiTGVmdCI6MC4wLCJSaWdodCI6MC4wLCJCb3R0b20iOjAuMH0sIlBhZGRpbmciOnsiJGlkIjoiMjQ5NSIsIlRvcCI6MC4wLCJMZWZ0IjowLjAsIlJpZ2h0IjowLjAsIkJvdHRvbSI6MC4wfSwiQmFja2dyb3VuZCI6bnVsbCwiSXNWaXNpYmxlIjp0cnVlLCJXaWR0aCI6MC4wLCJIZWlnaHQiOjAuMCwiQm9yZGVyU3R5bGUiOm51bGwsIlBhcmVudFN0eWxlIjpudWxsfSwiU2hhcGVTdHlsZSI6eyIkaWQiOiIyNDk2IiwiTWFyZ2luIjp7IiRpZCI6IjI0OTciLCJUb3AiOjAuMCwiTGVmdCI6NC4wLCJSaWdodCI6NC4wLCJCb3R0b20iOjAuMH0sIlBhZGRpbmciOnsiJGlkIjoiMjQ5OCIsIlRvcCI6MC4wLCJMZWZ0IjowLjAsIlJpZ2h0IjowLjAsIkJvdHRvbSI6MC4wfSwiQmFja2dyb3VuZCI6eyIkaWQiOiIyNDk5IiwiQ29sb3IiOnsiJGlkIjoiMjUwMCIsIkEiOjI1NSwiUiI6MTY1LCJHIjoxNjUsIkIiOjE2NX19LCJJc1Zpc2libGUiOnRydWUsIldpZHRoIjowLjAsIkhlaWdodCI6MTAuMCwiQm9yZGVyU3R5bGUiOnsiJGlkIjoiMjUwMSIsIkxpbmVDb2xvciI6eyIkaWQiOiIyNTAyIiwiJHR5cGUiOiJOTFJFLkNvbW1vbi5Eb20uU29saWRDb2xvckJydXNoLCBOTFJFLkNvbW1vbiIsIkNvbG9yIjp7IiRpZCI6IjI1MDMiLCJBIjoyNTUsIlIiOjIzNCwiRyI6MjIsIkIiOjMwfX0sIkxpbmVXZWlnaHQiOjAuMCwiTGluZVR5cGUiOjAsIlBhcmVudFN0eWxlIjpudWxsfSwiUGFyZW50U3R5bGUiOm51bGx9LCJUaXRsZVN0eWxlIjp7IiRpZCI6IjI1MDQiLCJGb250U2V0dGluZ3MiOnsiJGlkIjoiMjUwNSIsIkZvbnRTaXplIjoxMSwiRm9udE5hbWUiOiJUaXRpbGxpdW0gV2ViIiwiSXNCb2xkIjpmYWxzZSwiSXNJdGFsaWMiOmZhbHNlLCJJc1VuZGVybGluZWQiOmZhbHNlLCJQYXJlbnRTdHlsZSI6bnVsbH0sIkF1dG9TaXplIjowLCJGb3JlZ3JvdW5kIjp7IiRpZCI6IjI1MDYiLCJDb2xvciI6eyIkaWQiOiIyNTA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I1MDgiLCJUb3AiOjAuMCwiTGVmdCI6MC4wLCJSaWdodCI6MC4wLCJCb3R0b20iOjAuMH0sIlBhZGRpbmciOnsiJGlkIjoiMjUwOSIsIlRvcCI6MC4wLCJMZWZ0IjowLjAsIlJpZ2h0IjowLjAsIkJvdHRvbSI6MC4wfSwiQmFja2dyb3VuZCI6eyIkaWQiOiIyNTEwIiwiQ29sb3IiOnsiJGlkIjoiMjUxMSIsIkEiOjAsIlIiOjI1NSwiRyI6MjU1LCJCIjoyNTV9fSwiSXNWaXNpYmxlIjp0cnVlLCJXaWR0aCI6MC4wLCJIZWlnaHQiOjAuMCwiQm9yZGVyU3R5bGUiOnsiJGlkIjoiMjUxMiIsIkxpbmVDb2xvciI6bnVsbCwiTGluZVdlaWdodCI6MC4wLCJMaW5lVHlwZSI6MCwiUGFyZW50U3R5bGUiOm51bGx9LCJQYXJlbnRTdHlsZSI6bnVsbH0sIkRhdGVTdHlsZSI6eyIkaWQiOiIyNTEzIiwiRm9udFNldHRpbmdzIjp7IiRpZCI6IjI1MTQiLCJGb250U2l6ZSI6MTAsIkZvbnROYW1lIjoiVGl0aWxsaXVtIFdlYiIsIklzQm9sZCI6ZmFsc2UsIklzSXRhbGljIjpmYWxzZSwiSXNVbmRlcmxpbmVkIjpmYWxzZSwiUGFyZW50U3R5bGUiOm51bGx9LCJBdXRvU2l6ZSI6MCwiRm9yZWdyb3VuZCI6eyIkaWQiOiIyNTE1IiwiQ29sb3IiOnsiJGlkIjoiMjUx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yNTE3IiwiVG9wIjowLjAsIkxlZnQiOjAuMCwiUmlnaHQiOjAuMCwiQm90dG9tIjowLjB9LCJQYWRkaW5nIjp7IiRpZCI6IjI1MTgiLCJUb3AiOjAuMCwiTGVmdCI6MC4wLCJSaWdodCI6MC4wLCJCb3R0b20iOjAuMH0sIkJhY2tncm91bmQiOnsiJGlkIjoiMjUxOSIsIkNvbG9yIjp7IiRpZCI6IjI1MjAiLCJBIjowLCJSIjoyNTUsIkciOjI1NSwiQiI6MjU1fX0sIklzVmlzaWJsZSI6dHJ1ZSwiV2lkdGgiOjAuMCwiSGVpZ2h0IjowLjAsIkJvcmRlclN0eWxlIjp7IiRpZCI6IjI1MjEiLCJMaW5lQ29sb3IiOm51bGwsIkxpbmVXZWlnaHQiOjAuMCwiTGluZVR5cGUiOjAsIlBhcmVudFN0eWxlIjpudWxsfSwiUGFyZW50U3R5bGUiOm51bGx9LCJEYXRlRm9ybWF0Ijp7IiRpZCI6IjI1M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yMyIsIkZvcm1hdCI6MCwiSXNWaXNpYmxlIjpmYWxzZSwiTGFzdEtub3duVmlzaWJpbGl0eVN0YXRlIjpmYWxzZX0sIklzVmlzaWJsZSI6dHJ1ZSwiVmFyaWFuY2VTdHlsZSI6eyIkaWQiOiIyNTI0IiwiVGV4dFN0eWxlIjp7IiRpZCI6IjI1MjUiLCJGb250U2V0dGluZ3MiOnsiJGlkIjoiMjUyNiIsIkZvbnRTaXplIjoxMCwiRm9udE5hbWUiOiJDYWxpYnJpIiwiSXNCb2xkIjpmYWxzZSwiSXNJdGFsaWMiOmZhbHNlLCJJc1VuZGVybGluZWQiOmZhbHNlLCJQYXJlbnRTdHlsZSI6bnVsbH0sIkF1dG9TaXplIjowLCJGb3JlZ3JvdW5kIjp7IiRpZCI6IjI1MjciLCJDb2xvciI6eyIkaWQiOiIyNTI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1MjkiLCJUb3AiOjAuMCwiTGVmdCI6MC4wLCJSaWdodCI6MC4wLCJCb3R0b20iOjAuMH0sIlBhZGRpbmciOnsiJGlkIjoiMjUzMCIsIlRvcCI6MC4wLCJMZWZ0IjowLjAsIlJpZ2h0IjowLjAsIkJvdHRvbSI6MC4wfSwiQmFja2dyb3VuZCI6eyIkaWQiOiIyNTMxIiwiQ29sb3IiOnsiJGlkIjoiMjUzMiIsIkEiOjI1NSwiUiI6MCwiRyI6MCwiQiI6MH19LCJJc1Zpc2libGUiOnRydWUsIldpZHRoIjowLjAsIkhlaWdodCI6MC4wLCJCb3JkZXJTdHlsZSI6eyIkaWQiOiIyNTMzIiwiTGluZUNvbG9yIjpudWxsLCJMaW5lV2VpZ2h0IjowLjAsIkxpbmVUeXBlIjowLCJQYXJlbnRTdHlsZSI6bnVsbH0sIlBhcmVudFN0eWxlIjpudWxsfSwiUGFyZW50U3R5bGUiOm51bGx9LCJQYXJlbnRTdHlsZSI6bnVsbH0sIkluZGV4IjoxNywiU21hcnREdXJhdGlvbkFjdGl2YXRlZCI6ZmFsc2UsIkRhdGVGb3JtYXQiOnsiJHJlZiI6IjI1MjIifSwiV2Vla051bWJlcmluZyI6eyIkaWQiOiIyNTM0IiwiRm9ybWF0IjowLCJJc1Zpc2libGUiOmZhbHNlLCJMYXN0S25vd25WaXNpYmlsaXR5U3RhdGUiOmZhbHNlfSwiQmFzZWxpbmVEYXRhIjp7IiRpZCI6IjI1MzUiLCJTdGFydERhdGUiOiIyMDI3LTAxLTAxVDAwOjAwOjAwIiwiRW5kRGF0ZSI6IjIwMjctMDQtMzBUMjM6NTk6MDAifSwiSWQiOiI1OTA1NjE0NS0yZGUxLTQ3MTMtODdjZi01Yjc3MTVlYTgzNTkiLCJJbXBvcnRJZCI6bnVsbCwiVGl0bGUiOiJQcnVlYmFzIGFtcGxpYXMgKFNwcmludCAxOC0yMykiLCJOb3RlIjpudWxsLCJIeXBlcmxpbmsiOnsiJGlkIjoiMjUzNiIsIkFkZHJlc3MiOiIiLCJTdWJBZGRyZXNzIjoiIn0sIklzQ2hhbmdlZCI6ZmFsc2UsIklzTmV3IjpmYWxzZX19XSwiX21pbGVzdG9uZXMiOltdLCJJZCI6IjAwMDAwMDAwLTAwMDAtMDAwMC0wMDAwLTAwMDAwMDAwMDAwMCIsIklzU2luZ2xlSXRlbVJvdyI6dHJ1ZX1dLCJJbmRleCI6MTYsIklkIjoiYzA3MTU2MDQtNDk4Zi00ZTM4LWIwODYtODRjOGUzYjdiMGViIiwiSGVhZGVyVGV4dCI6bnVsbCwiSXNEZWZhdWx0Ijp0cnVlLCJTdHlsZSI6eyIkaWQiOiIyNTM3IiwiSGVhZGVyU3R5bGUiOnsiJGlkIjoiMjUzOCIsIlRleHRTdHlsZSI6eyIkaWQiOiIyNTM5IiwiRm9udFNldHRpbmdzIjp7IiRpZCI6IjI1NDAiLCJGb250U2l6ZSI6MTEsIkZvbnROYW1lIjoiQ2FsaWJyaSIsIklzQm9sZCI6ZmFsc2UsIklzSXRhbGljIjpmYWxzZSwiSXNVbmRlcmxpbmVkIjpmYWxzZSwiUGFyZW50U3R5bGUiOm51bGx9LCJBdXRvU2l6ZSI6MiwiRm9yZWdyb3VuZCI6eyIkaWQiOiIyNTQxIiwiQ29sb3IiOnsiJGlkIjoiMjU0M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I1NDMiLCJUb3AiOjAuMCwiTGVmdCI6MC4wLCJSaWdodCI6MC4wLCJCb3R0b20iOjAuMH0sIlBhZGRpbmciOnsiJGlkIjoiMjU0NCIsIlRvcCI6MC4wLCJMZWZ0IjowLjAsIlJpZ2h0IjowLjAsIkJvdHRvbSI6MC4wfSwiQmFja2dyb3VuZCI6eyIkaWQiOiIyNTQ1IiwiQ29sb3IiOnsiJGlkIjoiMjU0NiIsIkEiOjI1NSwiUiI6NjQsIkciOjY0LCJCIjo2NH19LCJJc1Zpc2libGUiOnRydWUsIldpZHRoIjowLjAsIkhlaWdodCI6MC4wLCJCb3JkZXJTdHlsZSI6bnVsbCwiUGFyZW50U3R5bGUiOm51bGx9LCJSZWN0YW5nbGVTdHlsZSI6eyIkaWQiOiIyNTQ3IiwiTWFyZ2luIjp7IiRpZCI6IjI1NDgiLCJUb3AiOjAuMCwiTGVmdCI6MC4wLCJSaWdodCI6MC4wLCJCb3R0b20iOjAuMH0sIlBhZGRpbmciOnsiJGlkIjoiMjU0OSIsIlRvcCI6MC4wLCJMZWZ0IjowLjAsIlJpZ2h0IjowLjAsIkJvdHRvbSI6MC4wfSwiQmFja2dyb3VuZCI6eyIkaWQiOiIyNTUwIiwiQ29sb3IiOnsiJGlkIjoiMjU1MSIsIkEiOjEyNywiUiI6MTY1LCJHIjoxNjUsIkIiOjE2NX19LCJJc1Zpc2libGUiOnRydWUsIldpZHRoIjowLjAsIkhlaWdodCI6MC4wLCJCb3JkZXJTdHlsZSI6eyIkaWQiOiIyNTUyIiwiTGluZUNvbG9yIjp7IiRpZCI6IjI1NTMiLCIkdHlwZSI6Ik5MUkUuQ29tbW9uLkRvbS5Tb2xpZENvbG9yQnJ1c2gsIE5MUkUuQ29tbW9uIiwiQ29sb3IiOnsiJGlkIjoiMjU1NCIsIkEiOjI1NSwiUiI6MjU1LCJHIjowLCJCIjowfX0sIkxpbmVXZWlnaHQiOjAuMCwiTGluZVR5cGUiOjAsIlBhcmVudFN0eWxlIjpudWxsfSwiUGFyZW50U3R5bGUiOm51bGx9LCJNYXJnaW4iOnsiJGlkIjoiMjU1NSIsIlRvcCI6MC4wLCJMZWZ0IjowLjAsIlJpZ2h0IjowLjAsIkJvdHRvbSI6MC4wfSwiUGFkZGluZyI6eyIkaWQiOiIyNTU2IiwiVG9wIjowLjAsIkxlZnQiOjAuMCwiUmlnaHQiOjAuMCwiQm90dG9tIjowLjB9LCJCYWNrZ3JvdW5kIjpudWxsLCJJc1Zpc2libGUiOnRydWUsIldpZHRoIjowLjAsIkhlaWdodCI6MC4wLCJCb3JkZXJTdHlsZSI6bnVsbCwiUGFyZW50U3R5bGUiOm51bGx9LCJCYWNrZ3JvdW5kU3R5bGUiOnsiJGlkIjoiMjU1NyIsIk1hcmdpbiI6eyIkaWQiOiIyNTU4IiwiVG9wIjowLjAsIkxlZnQiOjAuMCwiUmlnaHQiOjAuMCwiQm90dG9tIjowLjB9LCJQYWRkaW5nIjp7IiRpZCI6IjI1NTkiLCJUb3AiOjAuMCwiTGVmdCI6MC4wLCJSaWdodCI6MC4wLCJCb3R0b20iOjAuMH0sIkJhY2tncm91bmQiOnsiJGlkIjoiMjU2MCIsIkNvbG9yIjp7IiRpZCI6IjI1NjEiLCJBIjo1MSwiUiI6MjAwLCJHIjoyMDAsIkIiOjIwMH19LCJJc1Zpc2libGUiOnRydWUsIldpZHRoIjowLjAsIkhlaWdodCI6MC4wLCJCb3JkZXJTdHlsZSI6eyIkaWQiOiIyNTYyIiwiTGluZUNvbG9yIjp7IiRpZCI6IjI1NjMiLCIkdHlwZSI6Ik5MUkUuQ29tbW9uLkRvbS5Tb2xpZENvbG9yQnJ1c2gsIE5MUkUuQ29tbW9uIiwiQ29sb3IiOnsiJGlkIjoiMjU2NCIsIkEiOjI1NSwiUiI6MjM0LCJHIjoyMiwiQiI6MzB9fSwiTGluZVdlaWdodCI6MC4wLCJMaW5lVHlwZSI6MCwiUGFyZW50U3R5bGUiOm51bGx9LCJQYXJlbnRTdHlsZSI6bnVsbH0sIk1hcmdpbiI6eyIkaWQiOiIyNTY1IiwiVG9wIjowLjAsIkxlZnQiOjAuMCwiUmlnaHQiOjAuMCwiQm90dG9tIjowLjB9LCJQYWRkaW5nIjp7IiRpZCI6IjI1NjYiLCJUb3AiOjAuMCwiTGVmdCI6MC4wLCJSaWdodCI6MC4wLCJCb3R0b20iOjAuMH0sIklzVmlzaWJsZSI6dHJ1ZSwiV2lkdGgiOjAuMCwiSGVpZ2h0IjowLjAsIkJvcmRlclN0eWxlIjp7IiRpZCI6IjI1NjciLCJMaW5lQ29sb3IiOm51bGwsIkxpbmVXZWlnaHQiOjAuMCwiTGluZVR5cGUiOjAsIlBhcmVudFN0eWxlIjpudWxsfSwiUGFyZW50U3R5bGUiOm51bGx9fV0sIklkIjoiZmEwMWFhYTEtZGRkNy00N2I0LTgxNWMtZTIzMGJkMzUyZTA1IiwiSW5kZXgiOjE2LCJIZWFkZXJUZXh0IjoiQmV0YVxyXG4iLCJTdHlsZSI6eyIkaWQiOiIyNTY4IiwiU3R5bGVJZCI6IjA3MDJkZWE4LWMxMTQtNGQ3MS1iZTQwLWNkMzA2MmM0Njk3MCIsIkhlYWRlclN0eWxlIjp7IiRpZCI6IjI1NjkiLCJUZXh0SXNWZXJ0aWNhbCI6ZmFsc2UsIlRleHRTdHlsZSI6eyIkaWQiOiIyNTcwIiwiRm9udFNldHRpbmdzIjp7IiRpZCI6IjI1NzEiLCJGb250U2l6ZSI6MTEsIkZvbnROYW1lIjoiVGl0aWxsaXVtIFdlYiIsIklzQm9sZCI6ZmFsc2UsIklzSXRhbGljIjpmYWxzZSwiSXNVbmRlcmxpbmVkIjpmYWxzZSwiUGFyZW50U3R5bGUiOm51bGx9LCJBdXRvU2l6ZSI6MiwiRm9yZWdyb3VuZCI6eyIkaWQiOiIyNTcyIiwiQ29sb3IiOnsiJGlkIjoiMjU3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1NzQiLCJUb3AiOjAuMCwiTGVmdCI6MC4wLCJSaWdodCI6MC4wLCJCb3R0b20iOjAuMH0sIlBhZGRpbmciOnsiJGlkIjoiMjU3NSIsIlRvcCI6MC4wLCJMZWZ0IjowLjAsIlJpZ2h0IjowLjAsIkJvdHRvbSI6MC4wfSwiQmFja2dyb3VuZCI6eyIkaWQiOiIyNTc2IiwiQ29sb3IiOnsiJGlkIjoiMjU3NyIsIkEiOjI1NSwiUiI6MjU1LCJHIjoyNTUsIkIiOjI1NX19LCJJc1Zpc2libGUiOnRydWUsIldpZHRoIjowLjAsIkhlaWdodCI6MC4wLCJCb3JkZXJTdHlsZSI6bnVsbCwiUGFyZW50U3R5bGUiOm51bGx9LCJSZWN0YW5nbGVTdHlsZSI6eyIkaWQiOiIyNTc4IiwiTWFyZ2luIjp7IiRpZCI6IjI1NzkiLCJUb3AiOjAuMCwiTGVmdCI6MC4wLCJSaWdodCI6MC4wLCJCb3R0b20iOjAuMH0sIlBhZGRpbmciOnsiJGlkIjoiMjU4MCIsIlRvcCI6MC4wLCJMZWZ0IjowLjAsIlJpZ2h0IjowLjAsIkJvdHRvbSI6MC4wfSwiQmFja2dyb3VuZCI6eyIkaWQiOiIyNTgxIiwiQ29sb3IiOnsiJGlkIjoiMjU4MiIsIkEiOjI1NSwiUiI6MTY1LCJHIjoxNjUsIkIiOjE2NX19LCJJc1Zpc2libGUiOnRydWUsIldpZHRoIjowLjAsIkhlaWdodCI6MC4wLCJCb3JkZXJTdHlsZSI6eyIkaWQiOiIyNTgzIiwiTGluZUNvbG9yIjp7IiRpZCI6IjI1ODQiLCIkdHlwZSI6Ik5MUkUuQ29tbW9uLkRvbS5Tb2xpZENvbG9yQnJ1c2gsIE5MUkUuQ29tbW9uIiwiQ29sb3IiOnsiJGlkIjoiMjU4NSIsIkEiOjI1NSwiUiI6MjU1LCJHIjoyNTUsIkIiOjI1NX19LCJMaW5lV2VpZ2h0IjowLjAsIkxpbmVUeXBlIjowLCJQYXJlbnRTdHlsZSI6bnVsbH0sIlBhcmVudFN0eWxlIjpudWxsfSwiTWFyZ2luIjp7IiRpZCI6IjI1ODYiLCJUb3AiOjAuMCwiTGVmdCI6MC4wLCJSaWdodCI6MC4wLCJCb3R0b20iOjAuMH0sIlBhZGRpbmciOnsiJGlkIjoiMjU4NyIsIlRvcCI6MC4wLCJMZWZ0IjowLjAsIlJpZ2h0IjowLjAsIkJvdHRvbSI6MC4wfSwiQmFja2dyb3VuZCI6bnVsbCwiSXNWaXNpYmxlIjp0cnVlLCJXaWR0aCI6MC4wLCJIZWlnaHQiOjAuMCwiQm9yZGVyU3R5bGUiOm51bGwsIlBhcmVudFN0eWxlIjpudWxsfSwiQmFja2dyb3VuZFN0eWxlIjp7IiRpZCI6IjI1ODgiLCJNYXJnaW4iOnsiJGlkIjoiMjU4OSIsIlRvcCI6MC4wLCJMZWZ0IjowLjAsIlJpZ2h0IjowLjAsIkJvdHRvbSI6MC4wfSwiUGFkZGluZyI6eyIkaWQiOiIyNTkwIiwiVG9wIjowLjAsIkxlZnQiOjAuMCwiUmlnaHQiOjAuMCwiQm90dG9tIjowLjB9LCJCYWNrZ3JvdW5kIjp7IiRpZCI6IjI1OTEiLCJDb2xvciI6eyIkaWQiOiIyNTkyIiwiQSI6NTEsIlIiOjIwMCwiRyI6MjAwLCJCIjoyMDB9fSwiSXNWaXNpYmxlIjp0cnVlLCJXaWR0aCI6MC4wLCJIZWlnaHQiOjAuMCwiQm9yZGVyU3R5bGUiOnsiJGlkIjoiMjU5MyIsIkxpbmVDb2xvciI6eyIkaWQiOiIyNTk0IiwiJHR5cGUiOiJOTFJFLkNvbW1vbi5Eb20uU29saWRDb2xvckJydXNoLCBOTFJFLkNvbW1vbiIsIkNvbG9yIjp7IiRpZCI6IjI1OTUiLCJBIjoyNTUsIlIiOjIzNCwiRyI6MjIsIkIiOjMwfX0sIkxpbmVXZWlnaHQiOjAuMCwiTGluZVR5cGUiOjAsIlBhcmVudFN0eWxlIjpudWxsfSwiUGFyZW50U3R5bGUiOm51bGx9LCJJc0Fib3ZlVGltZWJhbmQiOmZhbHNlLCJTcGFjaW5nIjoyLCJEZWZhdWx0U3dpbWxhbmVUYXNrU3R5bGUiOnsiJGlkIjoiMjU5NiIsIiR0eXBlIjoiTkxSRS5Db21tb24uRG9tLlN0eWxlcy5FeHBsaWNpdFNldGFibGVUYXNrU3R5bGUsIE5MUkUuQ29tbW9uIiwiU2hhcGUiOjEsIlNoYXBlVGhpY2tuZXNzIjowLCJEdXJhdGlvbkZvcm1hdCI6MCwiSW5jbHVkZU5vbldvcmtpbmdEYXlzSW5EdXJhdGlvbiI6ZmFsc2UsIlBlcmNlbnRhZ2VDb21wbGV0ZVN0eWxlIjp7IiRpZCI6IjI1OTciLCJGb250U2V0dGluZ3MiOnsiJGlkIjoiMjU5OCIsIkZvbnRTaXplIjoxMCwiRm9udE5hbWUiOiJDYWxpYnJpIiwiSXNCb2xkIjpmYWxzZSwiSXNJdGFsaWMiOmZhbHNlLCJJc1VuZGVybGluZWQiOmZhbHNlLCJQYXJlbnRTdHlsZSI6bnVsbH0sIkF1dG9TaXplIjowLCJGb3JlZ3JvdW5kIjp7IiRpZCI6IjI1OTkiLCJDb2xvciI6eyIkaWQiOiIyNjAw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2MDEiLCJUb3AiOjAuMCwiTGVmdCI6MC4wLCJSaWdodCI6MC4wLCJCb3R0b20iOjAuMH0sIlBhZGRpbmciOnsiJGlkIjoiMjYwMiIsIlRvcCI6MC4wLCJMZWZ0IjowLjAsIlJpZ2h0IjowLjAsIkJvdHRvbSI6MC4wfSwiQmFja2dyb3VuZCI6eyIkaWQiOiIyNjAzIiwiQ29sb3IiOnsiJGlkIjoiMjYwNCIsIkEiOjg5LCJSIjowLCJHIjowLCJCIjowfX0sIklzVmlzaWJsZSI6dHJ1ZSwiV2lkdGgiOjAuMCwiSGVpZ2h0IjowLjAsIkJvcmRlclN0eWxlIjp7IiRpZCI6IjI2MDUiLCJMaW5lQ29sb3IiOm51bGwsIkxpbmVXZWlnaHQiOjAuMCwiTGluZVR5cGUiOjAsIlBhcmVudFN0eWxlIjpudWxsfSwiUGFyZW50U3R5bGUiOm51bGx9LCJEdXJhdGlvblN0eWxlIjp7IiRpZCI6IjI2MDYiLCJGb250U2V0dGluZ3MiOnsiJGlkIjoiMjYwNyIsIkZvbnRTaXplIjoxMCwiRm9udE5hbWUiOiJDYWxpYnJpIiwiSXNCb2xkIjpmYWxzZSwiSXNJdGFsaWMiOmZhbHNlLCJJc1VuZGVybGluZWQiOmZhbHNlLCJQYXJlbnRTdHlsZSI6bnVsbH0sIkF1dG9TaXplIjowLCJGb3JlZ3JvdW5kIjp7IiRpZCI6IjI2MDgiLCJDb2xvciI6eyIkaWQiOiIyNjA5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jEwIiwiVG9wIjowLjAsIkxlZnQiOjAuMCwiUmlnaHQiOjAuMCwiQm90dG9tIjowLjB9LCJQYWRkaW5nIjp7IiRpZCI6IjI2MTEiLCJUb3AiOjAuMCwiTGVmdCI6MC4wLCJSaWdodCI6MC4wLCJCb3R0b20iOjAuMH0sIkJhY2tncm91bmQiOnsiJGlkIjoiMjYxMiIsIkNvbG9yIjp7IiRpZCI6IjI2MTMiLCJBIjoyNTUsIlIiOjY4LCJHIjo4NCwiQiI6MTA2fX0sIklzVmlzaWJsZSI6dHJ1ZSwiV2lkdGgiOjAuMCwiSGVpZ2h0IjowLjAsIkJvcmRlclN0eWxlIjp7IiRpZCI6IjI2MTQiLCJMaW5lQ29sb3IiOm51bGwsIkxpbmVXZWlnaHQiOjAuMCwiTGluZVR5cGUiOjAsIlBhcmVudFN0eWxlIjpudWxsfSwiUGFyZW50U3R5bGUiOm51bGx9LCJIb3Jpem9udGFsQ29ubmVjdG9yU3R5bGUiOnsiJGlkIjoiMjYxNSIsIkxpbmVDb2xvciI6eyIkaWQiOiIyNjE2IiwiJHR5cGUiOiJOTFJFLkNvbW1vbi5Eb20uU29saWRDb2xvckJydXNoLCBOTFJFLkNvbW1vbiIsIkNvbG9yIjp7IiRpZCI6IjI2MTciLCJBIjoyNTUsIlIiOjAsIkciOjAsIkIiOjB9fSwiTGluZVdlaWdodCI6MC4wLCJMaW5lVHlwZSI6MCwiUGFyZW50U3R5bGUiOm51bGx9LCJWZXJ0aWNhbENvbm5lY3RvclN0eWxlIjp7IiRpZCI6IjI2MTgiLCJMaW5lQ29sb3IiOnsiJGlkIjoiMjYxOSIsIiR0eXBlIjoiTkxSRS5Db21tb24uRG9tLlNvbGlkQ29sb3JCcnVzaCwgTkxSRS5Db21tb24iLCJDb2xvciI6eyIkaWQiOiIyNjI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jYyMSIsIlNoYXBlU3R5bGUiOnsiJGlkIjoiMjYyMiIsIk1hcmdpbiI6eyIkaWQiOiIyNjIzIiwiVG9wIjowLjAsIkxlZnQiOjAuMCwiUmlnaHQiOjAuMCwiQm90dG9tIjowLjB9LCJQYWRkaW5nIjp7IiRpZCI6IjI2MjQiLCJUb3AiOjAuMCwiTGVmdCI6MC4wLCJSaWdodCI6MC4wLCJCb3R0b20iOjAuMH0sIkJhY2tncm91bmQiOnsiJGlkIjoiMjYyNSIsIkNvbG9yIjp7IiRpZCI6IjI2MjYiLCJBIjoxNTMsIlIiOjAsIkciOjAsIkIiOjB9fSwiSXNWaXNpYmxlIjp0cnVlLCJXaWR0aCI6MC4wLCJIZWlnaHQiOjAuMCwiQm9yZGVyU3R5bGUiOnsiJGlkIjoiMjYyNyIsIkxpbmVDb2xvciI6eyIkaWQiOiIyNjI4IiwiJHR5cGUiOiJOTFJFLkNvbW1vbi5Eb20uU29saWRDb2xvckJydXNoLCBOTFJFLkNvbW1vbiIsIkNvbG9yIjp7IiRpZCI6IjI2MjkiLCJBIjoyNTUsIlIiOjI1NSwiRyI6MCwiQiI6MH19LCJMaW5lV2VpZ2h0IjowLjAsIkxpbmVUeXBlIjowLCJQYXJlbnRTdHlsZSI6bnVsbH0sIlBhcmVudFN0eWxlIjpudWxsfSwiTWFyZ2luIjp7IiRpZCI6IjI2MzAiLCJUb3AiOjAuMCwiTGVmdCI6MC4wLCJSaWdodCI6MC4wLCJCb3R0b20iOjAuMH0sIlBhZGRpbmciOnsiJGlkIjoiMjYzMSIsIlRvcCI6MC4wLCJMZWZ0IjowLjAsIlJpZ2h0IjowLjAsIkJvdHRvbSI6MC4wfSwiQmFja2dyb3VuZCI6bnVsbCwiSXNWaXNpYmxlIjp0cnVlLCJXaWR0aCI6MC4wLCJIZWlnaHQiOjAuMCwiQm9yZGVyU3R5bGUiOm51bGwsIlBhcmVudFN0eWxlIjpudWxsfSwiU2hhcGVTdHlsZSI6eyIkaWQiOiIyNjMyIiwiTWFyZ2luIjp7IiRpZCI6IjI2MzMiLCJUb3AiOjAuMCwiTGVmdCI6NC4wLCJSaWdodCI6NC4wLCJCb3R0b20iOjAuMH0sIlBhZGRpbmciOnsiJGlkIjoiMjYzNCIsIlRvcCI6MC4wLCJMZWZ0IjowLjAsIlJpZ2h0IjowLjAsIkJvdHRvbSI6MC4wfSwiQmFja2dyb3VuZCI6eyIkaWQiOiIyNjM1IiwiQ29sb3IiOnsiJGlkIjoiMjYzNiIsIkEiOjI1NSwiUiI6MTY1LCJHIjoxNjUsIkIiOjE2NX19LCJJc1Zpc2libGUiOnRydWUsIldpZHRoIjowLjAsIkhlaWdodCI6MTAuMCwiQm9yZGVyU3R5bGUiOnsiJGlkIjoiMjYzNyIsIkxpbmVDb2xvciI6eyIkaWQiOiIyNjM4IiwiJHR5cGUiOiJOTFJFLkNvbW1vbi5Eb20uU29saWRDb2xvckJydXNoLCBOTFJFLkNvbW1vbiIsIkNvbG9yIjp7IiRpZCI6IjI2MzkiLCJBIjoyNTUsIlIiOjIzNCwiRyI6MjIsIkIiOjMwfX0sIkxpbmVXZWlnaHQiOjAuMCwiTGluZVR5cGUiOjAsIlBhcmVudFN0eWxlIjpudWxsfSwiUGFyZW50U3R5bGUiOm51bGx9LCJUaXRsZVN0eWxlIjp7IiRpZCI6IjI2NDAiLCJGb250U2V0dGluZ3MiOnsiJGlkIjoiMjY0MSIsIkZvbnRTaXplIjoxMSwiRm9udE5hbWUiOiJDYWxpYnJpIiwiSXNCb2xkIjpmYWxzZSwiSXNJdGFsaWMiOmZhbHNlLCJJc1VuZGVybGluZWQiOmZhbHNlLCJQYXJlbnRTdHlsZSI6bnVsbH0sIkF1dG9TaXplIjowLCJGb3JlZ3JvdW5kIjp7IiRpZCI6IjI2NDIiLCJDb2xvciI6eyIkaWQiOiIyNjQ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DQiLCJUb3AiOjAuMCwiTGVmdCI6MC4wLCJSaWdodCI6MC4wLCJCb3R0b20iOjAuMH0sIlBhZGRpbmciOnsiJGlkIjoiMjY0NSIsIlRvcCI6MC4wLCJMZWZ0IjowLjAsIlJpZ2h0IjowLjAsIkJvdHRvbSI6MC4wfSwiQmFja2dyb3VuZCI6eyIkaWQiOiIyNjQ2IiwiQ29sb3IiOnsiJGlkIjoiMjY0NyIsIkEiOjI1NSwiUiI6MCwiRyI6MCwiQiI6MH19LCJJc1Zpc2libGUiOnRydWUsIldpZHRoIjowLjAsIkhlaWdodCI6MC4wLCJCb3JkZXJTdHlsZSI6eyIkaWQiOiIyNjQ4IiwiTGluZUNvbG9yIjpudWxsLCJMaW5lV2VpZ2h0IjowLjAsIkxpbmVUeXBlIjowLCJQYXJlbnRTdHlsZSI6bnVsbH0sIlBhcmVudFN0eWxlIjpudWxsfSwiRGF0ZVN0eWxlIjp7IiRpZCI6IjI2NDkiLCJGb250U2V0dGluZ3MiOnsiJGlkIjoiMjY1MCIsIkZvbnRTaXplIjoxMCwiRm9udE5hbWUiOiJDYWxpYnJpIiwiSXNCb2xkIjpmYWxzZSwiSXNJdGFsaWMiOmZhbHNlLCJJc1VuZGVybGluZWQiOmZhbHNlLCJQYXJlbnRTdHlsZSI6bnVsbH0sIkF1dG9TaXplIjowLCJGb3JlZ3JvdW5kIjp7IiRpZCI6IjI2NTEiLCJDb2xvciI6eyIkaWQiOiIyNjU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yNjUzIiwiVG9wIjowLjAsIkxlZnQiOjAuMCwiUmlnaHQiOjAuMCwiQm90dG9tIjowLjB9LCJQYWRkaW5nIjp7IiRpZCI6IjI2NTQiLCJUb3AiOjAuMCwiTGVmdCI6MC4wLCJSaWdodCI6MC4wLCJCb3R0b20iOjAuMH0sIkJhY2tncm91bmQiOnsiJGlkIjoiMjY1NSIsIkNvbG9yIjp7IiRpZCI6IjI2NTYiLCJBIjoyNTUsIlIiOjY4LCJHIjo4NCwiQiI6MTA2fX0sIklzVmlzaWJsZSI6dHJ1ZSwiV2lkdGgiOjAuMCwiSGVpZ2h0IjowLjAsIkJvcmRlclN0eWxlIjp7IiRpZCI6IjI2NTciLCJMaW5lQ29sb3IiOm51bGwsIkxpbmVXZWlnaHQiOjAuMCwiTGluZVR5cGUiOjAsIlBhcmVudFN0eWxlIjpudWxsfSwiUGFyZW50U3R5bGUiOm51bGx9LCJEYXRlRm9ybWF0Ijp7IiRpZCI6IjI2N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1OSIsIkZvcm1hdCI6MCwiSXNWaXNpYmxlIjpmYWxzZSwiTGFzdEtub3duVmlzaWJpbGl0eVN0YXRlIjpmYWxzZX0sIklzVmlzaWJsZSI6dHJ1ZSwiVmFyaWFuY2VTdHlsZSI6eyIkaWQiOiIyNjYwIiwiVGV4dFN0eWxlIjp7IiRpZCI6IjI2NjEiLCJGb250U2V0dGluZ3MiOnsiJGlkIjoiMjY2MiIsIkZvbnRTaXplIjoxMCwiRm9udE5hbWUiOiJDYWxpYnJpIiwiSXNCb2xkIjpmYWxzZSwiSXNJdGFsaWMiOmZhbHNlLCJJc1VuZGVybGluZWQiOmZhbHNlLCJQYXJlbnRTdHlsZSI6bnVsbH0sIkF1dG9TaXplIjowLCJGb3JlZ3JvdW5kIjp7IiRpZCI6IjI2NjMiLCJDb2xvciI6eyIkaWQiOiIyNjY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jUiLCJUb3AiOjAuMCwiTGVmdCI6MC4wLCJSaWdodCI6MC4wLCJCb3R0b20iOjAuMH0sIlBhZGRpbmciOnsiJGlkIjoiMjY2NiIsIlRvcCI6MC4wLCJMZWZ0IjowLjAsIlJpZ2h0IjowLjAsIkJvdHRvbSI6MC4wfSwiQmFja2dyb3VuZCI6eyIkaWQiOiIyNjY3IiwiQ29sb3IiOnsiJGlkIjoiMjY2OCIsIkEiOjI1NSwiUiI6MCwiRyI6MCwiQiI6MH19LCJJc1Zpc2libGUiOnRydWUsIldpZHRoIjowLjAsIkhlaWdodCI6MC4wLCJCb3JkZXJTdHlsZSI6eyIkaWQiOiIyNjY5IiwiTGluZUNvbG9yIjpudWxsLCJMaW5lV2VpZ2h0IjowLjAsIkxpbmVUeXBlIjowLCJQYXJlbnRTdHlsZSI6bnVsbH0sIlBhcmVudFN0eWxlIjpudWxsfSwiUGFyZW50U3R5bGUiOm51bGx9LCJQYXJlbnRTdHlsZSI6bnVsbCwiX2V4cGxpY2l0bHlTZXQiOnsiJGlkIjoiMjY3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2NzEiLCJTaGFwZSI6MSwiQ29ubmVjdG9yTWFyZ2luIjp7IiRpZCI6IjI2NzIiLCJUb3AiOjAuMCwiTGVmdCI6Mi4wLCJSaWdodCI6Mi4wLCJCb3R0b20iOjAuMH0sIkNvbm5lY3RvclN0eWxlIjp7IiRpZCI6IjI2NzMiLCJMaW5lQ29sb3IiOnsiJGlkIjoiMjY3NCIsIiR0eXBlIjoiTkxSRS5Db21tb24uRG9tLlNvbGlkQ29sb3JCcnVzaCwgTkxSRS5Db21tb24iLCJDb2xvciI6eyIkaWQiOiIyNjc1IiwiQSI6MTI3LCJSIjo1NywiRyI6NTcsIkIiOjU3fX0sIkxpbmVXZWlnaHQiOjEuMCwiTGluZVR5cGUiOjAsIlBhcmVudFN0eWxlIjpudWxsfSwiSXNCZWxvd1RpbWViYW5kIjpmYWxzZSwiUG9zaXRpb25PblRhc2siOjEsIkhpZGVEYXRlIjpmYWxzZSwiU2hhcGVTaXplIjowLCJTcGFjaW5nIjowLjAsIlBhZGRpbmciOnsiJGlkIjoiMjY3NiIsIlRvcCI6NS4wLCJMZWZ0IjozLjAsIlJpZ2h0IjowLjAsIkJvdHRvbSI6Mi4wfSwiU2hhcGVTdHlsZSI6eyIkaWQiOiIyNjc3IiwiTWFyZ2luIjp7IiRpZCI6IjI2NzgiLCJUb3AiOjAuMCwiTGVmdCI6MC4wLCJSaWdodCI6MC4wLCJCb3R0b20iOjAuMH0sIlBhZGRpbmciOnsiJGlkIjoiMjY3OSIsIlRvcCI6MC4wLCJMZWZ0IjowLjAsIlJpZ2h0IjowLjAsIkJvdHRvbSI6MC4wfSwiQmFja2dyb3VuZCI6eyIkaWQiOiIyNjgwIiwiQ29sb3IiOnsiJGlkIjoiMjY4MSIsIkEiOjI1NSwiUiI6NTcsIkciOjU3LCJCIjo1N319LCJJc1Zpc2libGUiOnRydWUsIldpZHRoIjoxMi4wLCJIZWlnaHQiOjE0LjAsIkJvcmRlclN0eWxlIjp7IiRpZCI6IjI2ODIiLCJMaW5lQ29sb3IiOnsiJGlkIjoiMjY4MyIsIiR0eXBlIjoiTkxSRS5Db21tb24uRG9tLlNvbGlkQ29sb3JCcnVzaCwgTkxSRS5Db21tb24iLCJDb2xvciI6eyIkaWQiOiIyNjg0IiwiQSI6MjU1LCJSIjoyNTUsIkciOjAsIkIiOjB9fSwiTGluZVdlaWdodCI6MC4wLCJMaW5lVHlwZSI6MCwiUGFyZW50U3R5bGUiOm51bGx9LCJQYXJlbnRTdHlsZSI6bnVsbH0sIlRpdGxlU3R5bGUiOnsiJGlkIjoiMjY4NSIsIkZvbnRTZXR0aW5ncyI6eyIkaWQiOiIyNjg2IiwiRm9udFNpemUiOjExLCJGb250TmFtZSI6IkNhbGlicmkiLCJJc0JvbGQiOmZhbHNlLCJJc0l0YWxpYyI6ZmFsc2UsIklzVW5kZXJsaW5lZCI6ZmFsc2UsIlBhcmVudFN0eWxlIjpudWxsfSwiQXV0b1NpemUiOjAsIkZvcmVncm91bmQiOnsiJGlkIjoiMjY4NyIsIkNvbG9yIjp7IiRpZCI6IjI2OD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jY4OSIsIlRvcCI6MC4wLCJMZWZ0IjowLjAsIlJpZ2h0IjowLjAsIkJvdHRvbSI6MC4wfSwiUGFkZGluZyI6eyIkaWQiOiIyNjkwIiwiVG9wIjowLjAsIkxlZnQiOjAuMCwiUmlnaHQiOjAuMCwiQm90dG9tIjowLjB9LCJCYWNrZ3JvdW5kIjp7IiRpZCI6IjI2OTEiLCJDb2xvciI6eyIkaWQiOiIyNjkyIiwiQSI6MjU1LCJSIjowLCJHIjowLCJCIjowfX0sIklzVmlzaWJsZSI6dHJ1ZSwiV2lkdGgiOjAuMCwiSGVpZ2h0IjowLjAsIkJvcmRlclN0eWxlIjp7IiRpZCI6IjI2OTMiLCJMaW5lQ29sb3IiOm51bGwsIkxpbmVXZWlnaHQiOjAuMCwiTGluZVR5cGUiOjAsIlBhcmVudFN0eWxlIjpudWxsfSwiUGFyZW50U3R5bGUiOm51bGx9LCJEYXRlU3R5bGUiOnsiJGlkIjoiMjY5NCIsIkZvbnRTZXR0aW5ncyI6eyIkaWQiOiIyNjk1IiwiRm9udFNpemUiOjEwLCJGb250TmFtZSI6IkNhbGlicmkiLCJJc0JvbGQiOmZhbHNlLCJJc0l0YWxpYyI6ZmFsc2UsIklzVW5kZXJsaW5lZCI6ZmFsc2UsIlBhcmVudFN0eWxlIjpudWxsfSwiQXV0b1NpemUiOjAsIkZvcmVncm91bmQiOnsiJGlkIjoiMjY5NiIsIkNvbG9yIjp7IiRpZCI6IjI2OT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I2OTgiLCJUb3AiOjAuMCwiTGVmdCI6MC4wLCJSaWdodCI6MC4wLCJCb3R0b20iOjAuMH0sIlBhZGRpbmciOnsiJGlkIjoiMjY5OSIsIlRvcCI6MC4wLCJMZWZ0IjowLjAsIlJpZ2h0IjowLjAsIkJvdHRvbSI6MC4wfSwiQmFja2dyb3VuZCI6eyIkaWQiOiIyNzAwIiwiQ29sb3IiOnsiJGlkIjoiMjcwMSIsIkEiOjI1NSwiUiI6NjgsIkciOjg0LCJCIjoxMDZ9fSwiSXNWaXNpYmxlIjp0cnVlLCJXaWR0aCI6MC4wLCJIZWlnaHQiOjAuMCwiQm9yZGVyU3R5bGUiOnsiJGlkIjoiMjcwMiIsIkxpbmVDb2xvciI6bnVsbCwiTGluZVdlaWdodCI6MC4wLCJMaW5lVHlwZSI6MCwiUGFyZW50U3R5bGUiOm51bGx9LCJQYXJlbnRTdHlsZSI6bnVsbH0sIkRhdGVGb3JtYXQiOnsiJGlkIjoiMjcwMyIsIkZvcm1hdFN0cmluZyI6Ik1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wNCIsIkZvcm1hdCI6MCwiSXNWaXNpYmxlIjpmYWxzZSwiTGFzdEtub3duVmlzaWJpbGl0eVN0YXRlIjpmYWxzZX0sIklzVmlzaWJsZSI6ZmFsc2UsIlZhcmlhbmNlU3R5bGUiOnsiJGlkIjoiMjcwNSIsIlRleHRTdHlsZSI6eyIkaWQiOiIyNzA2IiwiRm9udFNldHRpbmdzIjp7IiRpZCI6IjI3MDciLCJGb250U2l6ZSI6MTAsIkZvbnROYW1lIjoiQ2FsaWJyaSIsIklzQm9sZCI6ZmFsc2UsIklzSXRhbGljIjpmYWxzZSwiSXNVbmRlcmxpbmVkIjpmYWxzZSwiUGFyZW50U3R5bGUiOm51bGx9LCJBdXRvU2l6ZSI6MCwiRm9yZWdyb3VuZCI6eyIkaWQiOiIyNzA4IiwiQ29sb3IiOnsiJGlkIjoiMjcw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zEwIiwiVG9wIjowLjAsIkxlZnQiOjAuMCwiUmlnaHQiOjAuMCwiQm90dG9tIjowLjB9LCJQYWRkaW5nIjp7IiRpZCI6IjI3MTEiLCJUb3AiOjAuMCwiTGVmdCI6MC4wLCJSaWdodCI6MC4wLCJCb3R0b20iOjAuMH0sIkJhY2tncm91bmQiOnsiJGlkIjoiMjcxMiIsIkNvbG9yIjp7IiRpZCI6IjI3MTMiLCJBIjoyNTUsIlIiOjAsIkciOjAsIkIiOjB9fSwiSXNWaXNpYmxlIjp0cnVlLCJXaWR0aCI6MC4wLCJIZWlnaHQiOjAuMCwiQm9yZGVyU3R5bGUiOnsiJGlkIjoiMjcxNCIsIkxpbmVDb2xvciI6bnVsbCwiTGluZVdlaWdodCI6MC4wLCJMaW5lVHlwZSI6MCwiUGFyZW50U3R5bGUiOm51bGx9LCJQYXJlbnRTdHlsZSI6bnVsbH0sIlBhcmVudFN0eWxlIjpudWxsfSwiUGFyZW50U3R5bGUiOm51bGx9LCJEZWZhdWx0U3dpbWxhbmVNaWxlc3RvbmVTdHlsZSI6eyIkaWQiOiIyNzE1IiwiVGl0bGVQb3NpdGlvbiI6IkxlZnQiLCJEYXRlUG9zaXRpb24iOiJSaWdodCIsIlZhcmlhbmNlUG9zaXRpb24iOiJSaWdodCIsIlNoYXBlVHlwZSI6MSwiU2hhcGVTaXplIjowLCJTcGFjaW5nIjo1LCJTaGFwZVN0eWxlIjp7IiRpZCI6IjI3MTYiLCJNYXJnaW4iOnsiJGlkIjoiMjcxNyIsIlRvcCI6MC4wLCJMZWZ0IjowLjAsIlJpZ2h0IjowLjAsIkJvdHRvbSI6MC4wfSwiUGFkZGluZyI6eyIkaWQiOiIyNzE4IiwiVG9wIjowLjAsIkxlZnQiOjAuMCwiUmlnaHQiOjAuMCwiQm90dG9tIjowLjB9LCJCYWNrZ3JvdW5kIjp7IiRpZCI6IjI3MTkiLCJDb2xvciI6eyIkaWQiOiIyNzIwIiwiQSI6MjU1LCJSIjoxNjUsIkciOjE2NSwiQiI6MTY1fX0sIklzVmlzaWJsZSI6dHJ1ZSwiV2lkdGgiOjEyLjAsIkhlaWdodCI6MTQuMCwiQm9yZGVyU3R5bGUiOnsiJGlkIjoiMjcyMSIsIkxpbmVDb2xvciI6eyIkaWQiOiIyNzIyIiwiJHR5cGUiOiJOTFJFLkNvbW1vbi5Eb20uU29saWRDb2xvckJydXNoLCBOTFJFLkNvbW1vbiIsIkNvbG9yIjp7IiRpZCI6IjI3MjMiLCJBIjoyNTUsIlIiOjIzNCwiRyI6MjIsIkIiOjMwfX0sIkxpbmVXZWlnaHQiOjAuMCwiTGluZVR5cGUiOjAsIlBhcmVudFN0eWxlIjpudWxsfSwiUGFyZW50U3R5bGUiOm51bGx9LCJUaXRsZVN0eWxlIjp7IiRpZCI6IjI3MjQiLCJGb250U2V0dGluZ3MiOnsiJGlkIjoiMjcyNSIsIkZvbnRTaXplIjoxMSwiRm9udE5hbWUiOiJDYWxpYnJpIiwiSXNCb2xkIjpmYWxzZSwiSXNJdGFsaWMiOmZhbHNlLCJJc1VuZGVybGluZWQiOmZhbHNlLCJQYXJlbnRTdHlsZSI6bnVsbH0sIkF1dG9TaXplIjowLCJGb3JlZ3JvdW5kIjp7IiRpZCI6IjI3MjYiLCJDb2xvciI6eyIkaWQiOiIyNzI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I3MjgiLCJUb3AiOjAuMCwiTGVmdCI6MC4wLCJSaWdodCI6MC4wLCJCb3R0b20iOjAuMH0sIlBhZGRpbmciOnsiJGlkIjoiMjcyOSIsIlRvcCI6MC4wLCJMZWZ0IjowLjAsIlJpZ2h0IjowLjAsIkJvdHRvbSI6MC4wfSwiQmFja2dyb3VuZCI6eyIkaWQiOiIyNzMwIiwiQ29sb3IiOnsiJGlkIjoiMjczMSIsIkEiOjI1NSwiUiI6MCwiRyI6MCwiQiI6MH19LCJJc1Zpc2libGUiOnRydWUsIldpZHRoIjowLjAsIkhlaWdodCI6MC4wLCJCb3JkZXJTdHlsZSI6eyIkaWQiOiIyNzMyIiwiTGluZUNvbG9yIjpudWxsLCJMaW5lV2VpZ2h0IjowLjAsIkxpbmVUeXBlIjowLCJQYXJlbnRTdHlsZSI6bnVsbH0sIlBhcmVudFN0eWxlIjpudWxsfSwiRGF0ZVN0eWxlIjp7IiRpZCI6IjI3MzMiLCJGb250U2V0dGluZ3MiOnsiJGlkIjoiMjczNCIsIkZvbnRTaXplIjoxMCwiRm9udE5hbWUiOiJDYWxpYnJpIiwiSXNCb2xkIjpmYWxzZSwiSXNJdGFsaWMiOmZhbHNlLCJJc1VuZGVybGluZWQiOmZhbHNlLCJQYXJlbnRTdHlsZSI6bnVsbH0sIkF1dG9TaXplIjowLCJGb3JlZ3JvdW5kIjp7IiRpZCI6IjI3MzUiLCJDb2xvciI6eyIkaWQiOiIyNzM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zM3IiwiVG9wIjowLjAsIkxlZnQiOjAuMCwiUmlnaHQiOjAuMCwiQm90dG9tIjowLjB9LCJQYWRkaW5nIjp7IiRpZCI6IjI3MzgiLCJUb3AiOjAuMCwiTGVmdCI6MC4wLCJSaWdodCI6MC4wLCJCb3R0b20iOjAuMH0sIkJhY2tncm91bmQiOnsiJGlkIjoiMjczOSIsIkNvbG9yIjp7IiRpZCI6IjI3NDAiLCJBIjoyNTUsIlIiOjY4LCJHIjo4NCwiQiI6MTA2fX0sIklzVmlzaWJsZSI6dHJ1ZSwiV2lkdGgiOjAuMCwiSGVpZ2h0IjowLjAsIkJvcmRlclN0eWxlIjp7IiRpZCI6IjI3NDEiLCJMaW5lQ29sb3IiOm51bGwsIkxpbmVXZWlnaHQiOjAuMCwiTGluZVR5cGUiOjAsIlBhcmVudFN0eWxlIjpudWxsfSwiUGFyZW50U3R5bGUiOm51bGx9LCJEYXRlRm9ybWF0Ijp7IiRpZCI6IjI3ND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0MyIsIkZvcm1hdCI6MCwiSXNWaXNpYmxlIjpmYWxzZSwiTGFzdEtub3duVmlzaWJpbGl0eVN0YXRlIjpmYWxzZX0sIklzVmlzaWJsZSI6dHJ1ZSwiVmFyaWFuY2VTdHlsZSI6eyIkaWQiOiIyNzQ0IiwiVGV4dFN0eWxlIjp7IiRpZCI6IjI3NDUiLCJGb250U2V0dGluZ3MiOnsiJGlkIjoiMjc0NiIsIkZvbnRTaXplIjoxMCwiRm9udE5hbWUiOiJDYWxpYnJpIiwiSXNCb2xkIjpmYWxzZSwiSXNJdGFsaWMiOmZhbHNlLCJJc1VuZGVybGluZWQiOmZhbHNlLCJQYXJlbnRTdHlsZSI6bnVsbH0sIkF1dG9TaXplIjowLCJGb3JlZ3JvdW5kIjp7IiRpZCI6IjI3NDciLCJDb2xvciI6eyIkaWQiOiIyNzQ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3NDkiLCJUb3AiOjAuMCwiTGVmdCI6MC4wLCJSaWdodCI6MC4wLCJCb3R0b20iOjAuMH0sIlBhZGRpbmciOnsiJGlkIjoiMjc1MCIsIlRvcCI6MC4wLCJMZWZ0IjowLjAsIlJpZ2h0IjowLjAsIkJvdHRvbSI6MC4wfSwiQmFja2dyb3VuZCI6eyIkaWQiOiIyNzUxIiwiQ29sb3IiOnsiJGlkIjoiMjc1MiIsIkEiOjI1NSwiUiI6MCwiRyI6MCwiQiI6MH19LCJJc1Zpc2libGUiOnRydWUsIldpZHRoIjowLjAsIkhlaWdodCI6MC4wLCJCb3JkZXJTdHlsZSI6eyIkaWQiOiIyNzUzIiwiTGluZUNvbG9yIjpudWxsLCJMaW5lV2VpZ2h0IjowLjAsIkxpbmVUeXBlIjowLCJQYXJlbnRTdHlsZSI6bnVsbH0sIlBhcmVudFN0eWxlIjpudWxsfSwiUGFyZW50U3R5bGUiOm51bGx9LCJQYXJlbnRTdHlsZSI6bnVsbH0sIkRlZmF1bHRTd2ltbGFuZUFjdGl2aXR5U3R5bGUiOnsiJGlkIjoiMjc1NCIsIkhlYWRlclN0eWxlIjp7IiRpZCI6IjI3NTUiLCJUZXh0U3R5bGUiOnsiJGlkIjoiMjc1NiIsIkZvbnRTZXR0aW5ncyI6eyIkaWQiOiIyNzU3IiwiRm9udFNpemUiOjExLCJGb250TmFtZSI6IkNhbGlicmkiLCJJc0JvbGQiOmZhbHNlLCJJc0l0YWxpYyI6ZmFsc2UsIklzVW5kZXJsaW5lZCI6ZmFsc2UsIlBhcmVudFN0eWxlIjpudWxsfSwiQXV0b1NpemUiOjIsIkZvcmVncm91bmQiOnsiJGlkIjoiMjc1OCIsIkNvbG9yIjp7IiRpZCI6IjI3NTk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NzYwIiwiVG9wIjowLjAsIkxlZnQiOjAuMCwiUmlnaHQiOjAuMCwiQm90dG9tIjowLjB9LCJQYWRkaW5nIjp7IiRpZCI6IjI3NjEiLCJUb3AiOjAuMCwiTGVmdCI6MC4wLCJSaWdodCI6MC4wLCJCb3R0b20iOjAuMH0sIkJhY2tncm91bmQiOnsiJGlkIjoiMjc2MiIsIkNvbG9yIjp7IiRpZCI6IjI3NjMiLCJBIjoyNTUsIlIiOjY0LCJHIjo2NCwiQiI6NjR9fSwiSXNWaXNpYmxlIjp0cnVlLCJXaWR0aCI6MC4wLCJIZWlnaHQiOjAuMCwiQm9yZGVyU3R5bGUiOm51bGwsIlBhcmVudFN0eWxlIjpudWxsfSwiUmVjdGFuZ2xlU3R5bGUiOnsiJGlkIjoiMjc2NCIsIk1hcmdpbiI6eyIkaWQiOiIyNzY1IiwiVG9wIjowLjAsIkxlZnQiOjAuMCwiUmlnaHQiOjAuMCwiQm90dG9tIjowLjB9LCJQYWRkaW5nIjp7IiRpZCI6IjI3NjYiLCJUb3AiOjAuMCwiTGVmdCI6MC4wLCJSaWdodCI6MC4wLCJCb3R0b20iOjAuMH0sIkJhY2tncm91bmQiOnsiJGlkIjoiMjc2NyIsIkNvbG9yIjp7IiRpZCI6IjI3NjgiLCJBIjoxMjcsIlIiOjE2NSwiRyI6MTY1LCJCIjoxNjV9fSwiSXNWaXNpYmxlIjp0cnVlLCJXaWR0aCI6MC4wLCJIZWlnaHQiOjAuMCwiQm9yZGVyU3R5bGUiOnsiJGlkIjoiMjc2OSIsIkxpbmVDb2xvciI6eyIkaWQiOiIyNzcwIiwiJHR5cGUiOiJOTFJFLkNvbW1vbi5Eb20uU29saWRDb2xvckJydXNoLCBOTFJFLkNvbW1vbiIsIkNvbG9yIjp7IiRpZCI6IjI3NzEiLCJBIjoyNTUsIlIiOjI1NSwiRyI6MCwiQiI6MH19LCJMaW5lV2VpZ2h0IjowLjAsIkxpbmVUeXBlIjowLCJQYXJlbnRTdHlsZSI6bnVsbH0sIlBhcmVudFN0eWxlIjpudWxsfSwiTWFyZ2luIjp7IiRpZCI6IjI3NzIiLCJUb3AiOjAuMCwiTGVmdCI6MC4wLCJSaWdodCI6MC4wLCJCb3R0b20iOjAuMH0sIlBhZGRpbmciOnsiJGlkIjoiMjc3MyIsIlRvcCI6MC4wLCJMZWZ0IjowLjAsIlJpZ2h0IjowLjAsIkJvdHRvbSI6MC4wfSwiQmFja2dyb3VuZCI6bnVsbCwiSXNWaXNpYmxlIjp0cnVlLCJXaWR0aCI6MC4wLCJIZWlnaHQiOjAuMCwiQm9yZGVyU3R5bGUiOm51bGwsIlBhcmVudFN0eWxlIjpudWxsfSwiQmFja2dyb3VuZFN0eWxlIjp7IiRpZCI6IjI3NzQiLCJNYXJnaW4iOnsiJGlkIjoiMjc3NSIsIlRvcCI6MC4wLCJMZWZ0IjowLjAsIlJpZ2h0IjowLjAsIkJvdHRvbSI6MC4wfSwiUGFkZGluZyI6eyIkaWQiOiIyNzc2IiwiVG9wIjowLjAsIkxlZnQiOjAuMCwiUmlnaHQiOjAuMCwiQm90dG9tIjowLjB9LCJCYWNrZ3JvdW5kIjp7IiRpZCI6IjI3NzciLCJDb2xvciI6eyIkaWQiOiIyNzc4IiwiQSI6NTEsIlIiOjIwMCwiRyI6MjAwLCJCIjoyMDB9fSwiSXNWaXNpYmxlIjp0cnVlLCJXaWR0aCI6MC4wLCJIZWlnaHQiOjAuMCwiQm9yZGVyU3R5bGUiOnsiJGlkIjoiMjc3OSIsIkxpbmVDb2xvciI6eyIkaWQiOiIyNzgwIiwiJHR5cGUiOiJOTFJFLkNvbW1vbi5Eb20uU29saWRDb2xvckJydXNoLCBOTFJFLkNvbW1vbiIsIkNvbG9yIjp7IiRpZCI6IjI3ODEiLCJBIjoyNTUsIlIiOjIzNCwiRyI6MjIsIkIiOjMwfX0sIkxpbmVXZWlnaHQiOjAuMCwiTGluZVR5cGUiOjAsIlBhcmVudFN0eWxlIjpudWxsfSwiUGFyZW50U3R5bGUiOm51bGx9LCJNYXJnaW4iOnsiJGlkIjoiMjc4MiIsIlRvcCI6MC4wLCJMZWZ0IjowLjAsIlJpZ2h0IjowLjAsIkJvdHRvbSI6MC4wfSwiUGFkZGluZyI6eyIkaWQiOiIyNzgzIiwiVG9wIjowLjAsIkxlZnQiOjAuMCwiUmlnaHQiOjAuMCwiQm90dG9tIjowLjB9LCJJc1Zpc2libGUiOnRydWUsIldpZHRoIjowLjAsIkhlaWdodCI6MC4wLCJCb3JkZXJTdHlsZSI6eyIkaWQiOiIyNzg0IiwiTGluZUNvbG9yIjpudWxsLCJMaW5lV2VpZ2h0IjowLjAsIkxpbmVUeXBlIjowLCJQYXJlbnRTdHlsZSI6bnVsbH0sIlBhcmVudFN0eWxlIjpudWxsfSwiTWFyZ2luIjp7IiRpZCI6IjI3ODUiLCJUb3AiOjAuMCwiTGVmdCI6MC4wLCJSaWdodCI6MC4wLCJCb3R0b20iOjAuMH0sIlBhZGRpbmciOnsiJGlkIjoiMjc4NiIsIlRvcCI6MC4wLCJMZWZ0IjowLjAsIlJpZ2h0IjowLjAsIkJvdHRvbSI6MC4wfSwiSXNWaXNpYmxlIjpmYWxzZSwiV2lkdGgiOjAuMCwiSGVpZ2h0IjowLjAsIkJvcmRlclN0eWxlIjp7IiRpZCI6IjI3ODciLCJMaW5lQ29sb3IiOm51bGwsIkxpbmVXZWlnaHQiOjAuMCwiTGluZVR5cGUiOjAsIlBhcmVudFN0eWxlIjpudWxsfSwiUGFyZW50U3R5bGUiOm51bGx9fSx7IiRpZCI6IjI3ODgiLCJfYWN0aXZpdGllcyI6W3siJGlkIjoiMjc4OSIsIl9yb3dzIjpbeyIkaWQiOiIyNzkwIiwiX3Rhc2tzIjpbeyIkaWQiOiIyNzkxIiwiX2F0dGFjaGVkTWlsZXN0b25lcyI6W10sIlRhc2tEZWZpbml0aW9uIjp7IiRpZCI6IjI3OTIiLCJHcm91cE5hbWUiOm51bGwsIlN0YXJ0RGF0ZSI6IjIwMjctMDQtMDFUMDA6MDA6MDBaIiwiRW5kRGF0ZSI6IjIwMjctMDUtMzFUMjM6NTk6MDBaIiwiUGVyY2VudGFnZUNvbXBsZXRlIjpudWxsLCJTdHlsZSI6eyIkaWQiOiIyNzkzIiwiU2hhcGUiOjEsIlNoYXBlVGhpY2tuZXNzIjowLCJEdXJhdGlvbkZvcm1hdCI6MCwiSW5jbHVkZU5vbldvcmtpbmdEYXlzSW5EdXJhdGlvbiI6ZmFsc2UsIlBlcmNlbnRhZ2VDb21wbGV0ZVN0eWxlIjp7IiRpZCI6IjI3OTQiLCJGb250U2V0dGluZ3MiOnsiJGlkIjoiMjc5NSIsIkZvbnRTaXplIjoxMCwiRm9udE5hbWUiOiJDYWxpYnJpIiwiSXNCb2xkIjpmYWxzZSwiSXNJdGFsaWMiOmZhbHNlLCJJc1VuZGVybGluZWQiOmZhbHNlLCJQYXJlbnRTdHlsZSI6bnVsbH0sIkF1dG9TaXplIjowLCJGb3JlZ3JvdW5kIjp7IiRpZCI6IjI3OTYiLCJDb2xvciI6eyIkaWQiOiIyNzk3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3OTgiLCJUb3AiOjAuMCwiTGVmdCI6MC4wLCJSaWdodCI6MC4wLCJCb3R0b20iOjAuMH0sIlBhZGRpbmciOnsiJGlkIjoiMjc5OSIsIlRvcCI6MC4wLCJMZWZ0IjowLjAsIlJpZ2h0IjowLjAsIkJvdHRvbSI6MC4wfSwiQmFja2dyb3VuZCI6eyIkaWQiOiIyODAwIiwiQ29sb3IiOnsiJGlkIjoiMjgwMSIsIkEiOjg5LCJSIjowLCJHIjowLCJCIjowfX0sIklzVmlzaWJsZSI6dHJ1ZSwiV2lkdGgiOjAuMCwiSGVpZ2h0IjowLjAsIkJvcmRlclN0eWxlIjp7IiRpZCI6IjI4MDIiLCJMaW5lQ29sb3IiOm51bGwsIkxpbmVXZWlnaHQiOjAuMCwiTGluZVR5cGUiOjAsIlBhcmVudFN0eWxlIjpudWxsfSwiUGFyZW50U3R5bGUiOm51bGx9LCJEdXJhdGlvblN0eWxlIjp7IiRpZCI6IjI4MDMiLCJGb250U2V0dGluZ3MiOnsiJGlkIjoiMjgwNCIsIkZvbnRTaXplIjoxMCwiRm9udE5hbWUiOiJDYWxpYnJpIiwiSXNCb2xkIjpmYWxzZSwiSXNJdGFsaWMiOmZhbHNlLCJJc1VuZGVybGluZWQiOmZhbHNlLCJQYXJlbnRTdHlsZSI6bnVsbH0sIkF1dG9TaXplIjowLCJGb3JlZ3JvdW5kIjp7IiRpZCI6IjI4MDUiLCJDb2xvciI6eyIkaWQiOiIyODA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DA3IiwiVG9wIjowLjAsIkxlZnQiOjAuMCwiUmlnaHQiOjAuMCwiQm90dG9tIjowLjB9LCJQYWRkaW5nIjp7IiRpZCI6IjI4MDgiLCJUb3AiOjAuMCwiTGVmdCI6MC4wLCJSaWdodCI6MC4wLCJCb3R0b20iOjAuMH0sIkJhY2tncm91bmQiOnsiJGlkIjoiMjgwOSIsIkNvbG9yIjp7IiRpZCI6IjI4MTAiLCJBIjoyNTUsIlIiOjY4LCJHIjo4NCwiQiI6MTA2fX0sIklzVmlzaWJsZSI6dHJ1ZSwiV2lkdGgiOjAuMCwiSGVpZ2h0IjowLjAsIkJvcmRlclN0eWxlIjp7IiRpZCI6IjI4MTEiLCJMaW5lQ29sb3IiOm51bGwsIkxpbmVXZWlnaHQiOjAuMCwiTGluZVR5cGUiOjAsIlBhcmVudFN0eWxlIjpudWxsfSwiUGFyZW50U3R5bGUiOm51bGx9LCJIb3Jpem9udGFsQ29ubmVjdG9yU3R5bGUiOnsiJGlkIjoiMjgxMiIsIkxpbmVDb2xvciI6eyIkaWQiOiIyODEzIiwiJHR5cGUiOiJOTFJFLkNvbW1vbi5Eb20uU29saWRDb2xvckJydXNoLCBOTFJFLkNvbW1vbiIsIkNvbG9yIjp7IiRpZCI6IjI4MTQiLCJBIjoyNTUsIlIiOjAsIkciOjAsIkIiOjB9fSwiTGluZVdlaWdodCI6MC4wLCJMaW5lVHlwZSI6MCwiUGFyZW50U3R5bGUiOm51bGx9LCJWZXJ0aWNhbENvbm5lY3RvclN0eWxlIjp7IiRpZCI6IjI4MTUiLCJMaW5lQ29sb3IiOnsiJGlkIjoiMjgxNiIsIiR0eXBlIjoiTkxSRS5Db21tb24uRG9tLlNvbGlkQ29sb3JCcnVzaCwgTkxSRS5Db21tb24iLCJDb2xvciI6eyIkaWQiOiIyODE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ODE4IiwiU2hhcGVTdHlsZSI6eyIkaWQiOiIyODE5IiwiTWFyZ2luIjp7IiRpZCI6IjI4MjAiLCJUb3AiOjAuMCwiTGVmdCI6MC4wLCJSaWdodCI6MC4wLCJCb3R0b20iOjAuMH0sIlBhZGRpbmciOnsiJGlkIjoiMjgyMSIsIlRvcCI6MC4wLCJMZWZ0IjowLjAsIlJpZ2h0IjowLjAsIkJvdHRvbSI6MC4wfSwiQmFja2dyb3VuZCI6eyIkaWQiOiIyODIyIiwiQ29sb3IiOnsiJGlkIjoiMjgyMyIsIkEiOjE1MywiUiI6MCwiRyI6MCwiQiI6MH19LCJJc1Zpc2libGUiOnRydWUsIldpZHRoIjowLjAsIkhlaWdodCI6MC4wLCJCb3JkZXJTdHlsZSI6bnVsbCwiUGFyZW50U3R5bGUiOm51bGx9LCJNYXJnaW4iOnsiJGlkIjoiMjgyNCIsIlRvcCI6MC4wLCJMZWZ0IjowLjAsIlJpZ2h0IjowLjAsIkJvdHRvbSI6MC4wfSwiUGFkZGluZyI6eyIkaWQiOiIyODI1IiwiVG9wIjowLjAsIkxlZnQiOjAuMCwiUmlnaHQiOjAuMCwiQm90dG9tIjowLjB9LCJCYWNrZ3JvdW5kIjpudWxsLCJJc1Zpc2libGUiOnRydWUsIldpZHRoIjowLjAsIkhlaWdodCI6MC4wLCJCb3JkZXJTdHlsZSI6bnVsbCwiUGFyZW50U3R5bGUiOm51bGx9LCJTaGFwZVN0eWxlIjp7IiRpZCI6IjI4MjYiLCJNYXJnaW4iOnsiJGlkIjoiMjgyNyIsIlRvcCI6MC4wLCJMZWZ0Ijo0LjAsIlJpZ2h0Ijo0LjAsIkJvdHRvbSI6MC4wfSwiUGFkZGluZyI6eyIkaWQiOiIyODI4IiwiVG9wIjowLjAsIkxlZnQiOjAuMCwiUmlnaHQiOjAuMCwiQm90dG9tIjowLjB9LCJCYWNrZ3JvdW5kIjp7IiRpZCI6IjI4MjkiLCJDb2xvciI6eyIkaWQiOiIyODMwIiwiQSI6MjU1LCJSIjo2OCwiRyI6MTE0LCJCIjoxOTZ9fSwiSXNWaXNpYmxlIjp0cnVlLCJXaWR0aCI6MC4wLCJIZWlnaHQiOjEwLjAsIkJvcmRlclN0eWxlIjp7IiRpZCI6IjI4MzEiLCJMaW5lQ29sb3IiOnsiJGlkIjoiMjgzMiIsIiR0eXBlIjoiTkxSRS5Db21tb24uRG9tLlNvbGlkQ29sb3JCcnVzaCwgTkxSRS5Db21tb24iLCJDb2xvciI6eyIkaWQiOiIyODMzIiwiQSI6MjU1LCJSIjoyMzQsIkciOjIyLCJCIjozMH19LCJMaW5lV2VpZ2h0IjowLjAsIkxpbmVUeXBlIjowLCJQYXJlbnRTdHlsZSI6bnVsbH0sIlBhcmVudFN0eWxlIjpudWxsfSwiVGl0bGVTdHlsZSI6eyIkaWQiOiIyODM0IiwiRm9udFNldHRpbmdzIjp7IiRpZCI6IjI4MzUiLCJGb250U2l6ZSI6MTEsIkZvbnROYW1lIjoiVGl0aWxsaXVtIFdlYiIsIklzQm9sZCI6ZmFsc2UsIklzSXRhbGljIjpmYWxzZSwiSXNVbmRlcmxpbmVkIjpmYWxzZSwiUGFyZW50U3R5bGUiOm51bGx9LCJBdXRvU2l6ZSI6MCwiRm9yZWdyb3VuZCI6eyIkaWQiOiIyODM2IiwiQ29sb3IiOnsiJGlkIjoiMjgzN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yODM4IiwiVG9wIjowLjAsIkxlZnQiOjAuMCwiUmlnaHQiOjAuMCwiQm90dG9tIjowLjB9LCJQYWRkaW5nIjp7IiRpZCI6IjI4MzkiLCJUb3AiOjAuMCwiTGVmdCI6MC4wLCJSaWdodCI6MC4wLCJCb3R0b20iOjAuMH0sIkJhY2tncm91bmQiOnsiJGlkIjoiMjg0MCIsIkNvbG9yIjp7IiRpZCI6IjI4NDEiLCJBIjowLCJSIjoyNTUsIkciOjI1NSwiQiI6MjU1fX0sIklzVmlzaWJsZSI6dHJ1ZSwiV2lkdGgiOjAuMCwiSGVpZ2h0IjowLjAsIkJvcmRlclN0eWxlIjp7IiRpZCI6IjI4NDIiLCJMaW5lQ29sb3IiOm51bGwsIkxpbmVXZWlnaHQiOjAuMCwiTGluZVR5cGUiOjAsIlBhcmVudFN0eWxlIjpudWxsfSwiUGFyZW50U3R5bGUiOm51bGx9LCJEYXRlU3R5bGUiOnsiJGlkIjoiMjg0MyIsIkZvbnRTZXR0aW5ncyI6eyIkaWQiOiIyODQ0IiwiRm9udFNpemUiOjEwLCJGb250TmFtZSI6IlRpdGlsbGl1bSBXZWIiLCJJc0JvbGQiOmZhbHNlLCJJc0l0YWxpYyI6ZmFsc2UsIklzVW5kZXJsaW5lZCI6ZmFsc2UsIlBhcmVudFN0eWxlIjpudWxsfSwiQXV0b1NpemUiOjAsIkZvcmVncm91bmQiOnsiJGlkIjoiMjg0NSIsIkNvbG9yIjp7IiRpZCI6IjI4ND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GlkIjoiMjg0NyIsIlRvcCI6MC4wLCJMZWZ0IjowLjAsIlJpZ2h0IjowLjAsIkJvdHRvbSI6MC4wfSwiUGFkZGluZyI6eyIkaWQiOiIyODQ4IiwiVG9wIjowLjAsIkxlZnQiOjAuMCwiUmlnaHQiOjAuMCwiQm90dG9tIjowLjB9LCJCYWNrZ3JvdW5kIjp7IiRpZCI6IjI4NDkiLCJDb2xvciI6eyIkaWQiOiIyODUwIiwiQSI6MCwiUiI6MjU1LCJHIjoyNTUsIkIiOjI1NX19LCJJc1Zpc2libGUiOnRydWUsIldpZHRoIjowLjAsIkhlaWdodCI6MC4wLCJCb3JkZXJTdHlsZSI6eyIkaWQiOiIyODUxIiwiTGluZUNvbG9yIjpudWxsLCJMaW5lV2VpZ2h0IjowLjAsIkxpbmVUeXBlIjowLCJQYXJlbnRTdHlsZSI6bnVsbH0sIlBhcmVudFN0eWxlIjpudWxsfSwiRGF0ZUZvcm1hdCI6eyIkaWQiOiIyODU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TMiLCJGb3JtYXQiOjAsIklzVmlzaWJsZSI6ZmFsc2UsIkxhc3RLbm93blZpc2liaWxpdHlTdGF0ZSI6ZmFsc2V9LCJJc1Zpc2libGUiOnRydWUsIlZhcmlhbmNlU3R5bGUiOnsiJGlkIjoiMjg1NCIsIlRleHRTdHlsZSI6eyIkaWQiOiIyODU1IiwiRm9udFNldHRpbmdzIjp7IiRpZCI6IjI4NTYiLCJGb250U2l6ZSI6MTAsIkZvbnROYW1lIjoiQ2FsaWJyaSIsIklzQm9sZCI6ZmFsc2UsIklzSXRhbGljIjpmYWxzZSwiSXNVbmRlcmxpbmVkIjpmYWxzZSwiUGFyZW50U3R5bGUiOm51bGx9LCJBdXRvU2l6ZSI6MCwiRm9yZWdyb3VuZCI6eyIkaWQiOiIyODU3IiwiQ29sb3IiOnsiJGlkIjoiMjg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DU5IiwiVG9wIjowLjAsIkxlZnQiOjAuMCwiUmlnaHQiOjAuMCwiQm90dG9tIjowLjB9LCJQYWRkaW5nIjp7IiRpZCI6IjI4NjAiLCJUb3AiOjAuMCwiTGVmdCI6MC4wLCJSaWdodCI6MC4wLCJCb3R0b20iOjAuMH0sIkJhY2tncm91bmQiOnsiJGlkIjoiMjg2MSIsIkNvbG9yIjp7IiRpZCI6IjI4NjIiLCJBIjoyNTUsIlIiOjAsIkciOjAsIkIiOjB9fSwiSXNWaXNpYmxlIjp0cnVlLCJXaWR0aCI6MC4wLCJIZWlnaHQiOjAuMCwiQm9yZGVyU3R5bGUiOm51bGwsIlBhcmVudFN0eWxlIjpudWxsfSwiUGFyZW50U3R5bGUiOm51bGx9LCJQYXJlbnRTdHlsZSI6bnVsbH0sIkluZGV4IjoxOSwiU21hcnREdXJhdGlvbkFjdGl2YXRlZCI6ZmFsc2UsIkRhdGVGb3JtYXQiOnsiJHJlZiI6IjI4NTIifSwiV2Vla051bWJlcmluZyI6eyIkaWQiOiIyODYzIiwiRm9ybWF0IjowLCJJc1Zpc2libGUiOmZhbHNlLCJMYXN0S25vd25WaXNpYmlsaXR5U3RhdGUiOmZhbHNlfSwiQmFzZWxpbmVEYXRhIjp7IiRpZCI6IjI4NjQiLCJTdGFydERhdGUiOiIyMDI3LTA0LTAxVDAwOjAwOjAwIiwiRW5kRGF0ZSI6IjIwMjctMDUtMzFUMjM6NTk6MDAifSwiSWQiOiI1NDRjMGNjOC0zZmI4LTRkZTMtYWY3ZS05MWQ0MzU0ODI1YzQiLCJJbXBvcnRJZCI6bnVsbCwiVGl0bGUiOiJWZXJzacOzbiBjYW5kaWRhdGEgKFNwcmludHMgMjQtMjcpIiwiTm90ZSI6bnVsbCwiSHlwZXJsaW5rIjp7IiRpZCI6IjI4NjUiLCJBZGRyZXNzIjoiIiwiU3ViQWRkcmVzcyI6IiJ9LCJJc0NoYW5nZWQiOmZhbHNlLCJJc05ldyI6ZmFsc2V9fV0sIl9taWxlc3RvbmVzIjpbXSwiSWQiOiIwMDAwMDAwMC0wMDAwLTAwMDAtMDAwMC0wMDAwMDAwMDAwMDAiLCJJc1NpbmdsZUl0ZW1Sb3ciOnRydWV9XSwiSW5kZXgiOjE4LCJJZCI6ImM5YWMwOTk1LWQ3YzUtNDdjYy04MDY4LTQ2NzMwYWI0YTdjZiIsIkhlYWRlclRleHQiOm51bGwsIklzRGVmYXVsdCI6dHJ1ZSwiU3R5bGUiOnsiJGlkIjoiMjg2NiIsIkhlYWRlclN0eWxlIjp7IiRpZCI6IjI4NjciLCJUZXh0U3R5bGUiOnsiJGlkIjoiMjg2OCIsIkZvbnRTZXR0aW5ncyI6eyIkaWQiOiIyODY5IiwiRm9udFNpemUiOjExLCJGb250TmFtZSI6IkNhbGlicmkiLCJJc0JvbGQiOmZhbHNlLCJJc0l0YWxpYyI6ZmFsc2UsIklzVW5kZXJsaW5lZCI6ZmFsc2UsIlBhcmVudFN0eWxlIjpudWxsfSwiQXV0b1NpemUiOjAsIkZvcmVncm91bmQiOnsiJGlkIjoiMjg3MCIsIkNvbG9yIjp7IiRpZCI6IjI4NzEiLCJBIjoyNTUsIlIiOjY0LCJHIjo2NCwiQiI6NjR9fSwiTWF4V2lkdGgiOjAuMCwiTWF4SGVpZ2h0IjowLjAsIlNtYXJ0Rm9yZWdyb3VuZElzQWN0aXZlIjpmYWxzZSwiSG9yaXpvbnRhbEFsaWdubWVudCI6MCwiVmVydGljYWxBbGlnbm1lbnQiOjAsIlNtYXJ0Rm9yZWdyb3VuZCI6bnVsbCwiQmFja2dyb3VuZEZpbGxUeXBlIjowLCJNYXJnaW4iOnsiJGlkIjoiMjg3MiIsIlRvcCI6MC4wLCJMZWZ0IjowLjAsIlJpZ2h0IjowLjAsIkJvdHRvbSI6MC4wfSwiUGFkZGluZyI6eyIkaWQiOiIyODczIiwiVG9wIjowLjAsIkxlZnQiOjAuMCwiUmlnaHQiOjAuMCwiQm90dG9tIjowLjB9LCJCYWNrZ3JvdW5kIjp7IiRpZCI6IjI4NzQiLCJDb2xvciI6eyIkaWQiOiIyODc1IiwiQSI6MjU1LCJSIjo2NCwiRyI6NjQsIkIiOjY0fX0sIklzVmlzaWJsZSI6ZmFsc2UsIldpZHRoIjowLjAsIkhlaWdodCI6MC4wLCJCb3JkZXJTdHlsZSI6bnVsbCwiUGFyZW50U3R5bGUiOm51bGx9LCJSZWN0YW5nbGVTdHlsZSI6eyIkaWQiOiIyODc2IiwiTWFyZ2luIjp7IiRpZCI6IjI4NzciLCJUb3AiOjAuMCwiTGVmdCI6MC4wLCJSaWdodCI6MC4wLCJCb3R0b20iOjAuMH0sIlBhZGRpbmciOnsiJGlkIjoiMjg3OCIsIlRvcCI6MC4wLCJMZWZ0IjowLjAsIlJpZ2h0IjowLjAsIkJvdHRvbSI6MC4wfSwiQmFja2dyb3VuZCI6eyIkaWQiOiIyODc5IiwiQ29sb3IiOnsiJGlkIjoiMjg4MCIsIkEiOjEyNywiUiI6NjgsIkciOjExNCwiQiI6MTk2fX0sIklzVmlzaWJsZSI6ZmFsc2UsIldpZHRoIjowLjAsIkhlaWdodCI6MC4wLCJCb3JkZXJTdHlsZSI6eyIkaWQiOiIyODgxIiwiTGluZUNvbG9yIjp7IiRpZCI6IjI4ODIiLCIkdHlwZSI6Ik5MUkUuQ29tbW9uLkRvbS5Tb2xpZENvbG9yQnJ1c2gsIE5MUkUuQ29tbW9uIiwiQ29sb3IiOnsiJGlkIjoiMjg4MyIsIkEiOjI1NSwiUiI6MjU1LCJHIjowLCJCIjowfX0sIkxpbmVXZWlnaHQiOjAuMCwiTGluZVR5cGUiOjAsIlBhcmVudFN0eWxlIjpudWxsfSwiUGFyZW50U3R5bGUiOm51bGx9LCJNYXJnaW4iOnsiJGlkIjoiMjg4NCIsIlRvcCI6MC4wLCJMZWZ0IjowLjAsIlJpZ2h0IjowLjAsIkJvdHRvbSI6MC4wfSwiUGFkZGluZyI6eyIkaWQiOiIyODg1IiwiVG9wIjowLjAsIkxlZnQiOjAuMCwiUmlnaHQiOjAuMCwiQm90dG9tIjowLjB9LCJCYWNrZ3JvdW5kIjpudWxsLCJJc1Zpc2libGUiOnRydWUsIldpZHRoIjowLjAsIkhlaWdodCI6MC4wLCJCb3JkZXJTdHlsZSI6bnVsbCwiUGFyZW50U3R5bGUiOm51bGx9LCJCYWNrZ3JvdW5kU3R5bGUiOnsiJGlkIjoiMjg4NiIsIk1hcmdpbiI6eyIkaWQiOiIyODg3IiwiVG9wIjowLjAsIkxlZnQiOjAuMCwiUmlnaHQiOjAuMCwiQm90dG9tIjowLjB9LCJQYWRkaW5nIjp7IiRpZCI6IjI4ODgiLCJUb3AiOjAuMCwiTGVmdCI6MC4wLCJSaWdodCI6MC4wLCJCb3R0b20iOjAuMH0sIkJhY2tncm91bmQiOnsiJGlkIjoiMjg4OSIsIkNvbG9yIjp7IiRpZCI6IjI4OTAiLCJBIjo1MSwiUiI6MjAwLCJHIjoyMDAsIkIiOjIwMH19LCJJc1Zpc2libGUiOnRydWUsIldpZHRoIjowLjAsIkhlaWdodCI6MC4wLCJCb3JkZXJTdHlsZSI6eyIkaWQiOiIyODkxIiwiTGluZUNvbG9yIjp7IiRpZCI6IjI4OTIiLCIkdHlwZSI6Ik5MUkUuQ29tbW9uLkRvbS5Tb2xpZENvbG9yQnJ1c2gsIE5MUkUuQ29tbW9uIiwiQ29sb3IiOnsiJGlkIjoiMjg5MyIsIkEiOjI1NSwiUiI6MjM0LCJHIjoyMiwiQiI6MzB9fSwiTGluZVdlaWdodCI6MC4wLCJMaW5lVHlwZSI6MCwiUGFyZW50U3R5bGUiOm51bGx9LCJQYXJlbnRTdHlsZSI6bnVsbH0sIk1hcmdpbiI6eyIkaWQiOiIyODk0IiwiVG9wIjowLjAsIkxlZnQiOjAuMCwiUmlnaHQiOjAuMCwiQm90dG9tIjowLjB9LCJQYWRkaW5nIjp7IiRpZCI6IjI4OTUiLCJUb3AiOjAuMCwiTGVmdCI6MC4wLCJSaWdodCI6MC4wLCJCb3R0b20iOjAuMH0sIklzVmlzaWJsZSI6dHJ1ZSwiV2lkdGgiOjAuMCwiSGVpZ2h0IjowLjAsIkJvcmRlclN0eWxlIjp7IiRpZCI6IjI4OTYiLCJMaW5lQ29sb3IiOm51bGwsIkxpbmVXZWlnaHQiOjAuMCwiTGluZVR5cGUiOjAsIlBhcmVudFN0eWxlIjpudWxsfSwiUGFyZW50U3R5bGUiOm51bGx9fV0sIklkIjoiYjJjZGVkNDQtMjc5MS00ZTBkLThkNTMtOTMzYmVjZTE5NzFmIiwiSW5kZXgiOjE4LCJIZWFkZXJUZXh0IjoiUkMiLCJTdHlsZSI6eyIkaWQiOiIyODk3IiwiU3R5bGVJZCI6IjMzMmNmYjEzLWI0MDEtNGVjMy1iNjU1LTczOTY4ZDA0ZDc0OSIsIkhlYWRlclN0eWxlIjp7IiRpZCI6IjI4OTgiLCJUZXh0SXNWZXJ0aWNhbCI6ZmFsc2UsIlRleHRTdHlsZSI6eyIkaWQiOiIyODk5IiwiRm9udFNldHRpbmdzIjp7IiRpZCI6IjI5MDAiLCJGb250U2l6ZSI6MTEsIkZvbnROYW1lIjoiQ2FsaWJyaSIsIklzQm9sZCI6ZmFsc2UsIklzSXRhbGljIjpmYWxzZSwiSXNVbmRlcmxpbmVkIjpmYWxzZSwiUGFyZW50U3R5bGUiOm51bGx9LCJBdXRvU2l6ZSI6MiwiRm9yZWdyb3VuZCI6eyIkaWQiOiIyOTAxIiwiQ29sb3IiOnsiJGlkIjoiMjkwM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5MDMiLCJUb3AiOjAuMCwiTGVmdCI6MC4wLCJSaWdodCI6MC4wLCJCb3R0b20iOjAuMH0sIlBhZGRpbmciOnsiJGlkIjoiMjkwNCIsIlRvcCI6MC4wLCJMZWZ0IjowLjAsIlJpZ2h0IjowLjAsIkJvdHRvbSI6MC4wfSwiQmFja2dyb3VuZCI6eyIkaWQiOiIyOTA1IiwiQ29sb3IiOnsiJGlkIjoiMjkwNiIsIkEiOjI1NSwiUiI6MjU1LCJHIjoyNTUsIkIiOjI1NX19LCJJc1Zpc2libGUiOmZhbHNlLCJXaWR0aCI6MC4wLCJIZWlnaHQiOjAuMCwiQm9yZGVyU3R5bGUiOm51bGwsIlBhcmVudFN0eWxlIjpudWxsfSwiUmVjdGFuZ2xlU3R5bGUiOnsiJGlkIjoiMjkwNyIsIk1hcmdpbiI6eyIkaWQiOiIyOTA4IiwiVG9wIjowLjAsIkxlZnQiOjAuMCwiUmlnaHQiOjAuMCwiQm90dG9tIjowLjB9LCJQYWRkaW5nIjp7IiRpZCI6IjI5MDkiLCJUb3AiOjAuMCwiTGVmdCI6MC4wLCJSaWdodCI6MC4wLCJCb3R0b20iOjAuMH0sIkJhY2tncm91bmQiOnsiJGlkIjoiMjkxMCIsIkNvbG9yIjp7IiRpZCI6IjI5MTEiLCJBIjoyNTUsIlIiOjY4LCJHIjoxMTQsIkIiOjE5Nn19LCJJc1Zpc2libGUiOnRydWUsIldpZHRoIjowLjAsIkhlaWdodCI6MC4wLCJCb3JkZXJTdHlsZSI6eyIkaWQiOiIyOTEyIiwiTGluZUNvbG9yIjp7IiRpZCI6IjI5MTMiLCIkdHlwZSI6Ik5MUkUuQ29tbW9uLkRvbS5Tb2xpZENvbG9yQnJ1c2gsIE5MUkUuQ29tbW9uIiwiQ29sb3IiOnsiJGlkIjoiMjkxNCIsIkEiOjI1NSwiUiI6MjU1LCJHIjoyNTUsIkIiOjI1NX19LCJMaW5lV2VpZ2h0IjowLjAsIkxpbmVUeXBlIjowLCJQYXJlbnRTdHlsZSI6bnVsbH0sIlBhcmVudFN0eWxlIjpudWxsfSwiTWFyZ2luIjp7IiRpZCI6IjI5MTUiLCJUb3AiOjAuMCwiTGVmdCI6MC4wLCJSaWdodCI6MC4wLCJCb3R0b20iOjAuMH0sIlBhZGRpbmciOnsiJGlkIjoiMjkxNiIsIlRvcCI6MC4wLCJMZWZ0IjowLjAsIlJpZ2h0IjowLjAsIkJvdHRvbSI6MC4wfSwiQmFja2dyb3VuZCI6bnVsbCwiSXNWaXNpYmxlIjp0cnVlLCJXaWR0aCI6MC4wLCJIZWlnaHQiOjAuMCwiQm9yZGVyU3R5bGUiOm51bGwsIlBhcmVudFN0eWxlIjpudWxsfSwiQmFja2dyb3VuZFN0eWxlIjp7IiRpZCI6IjI5MTciLCJNYXJnaW4iOnsiJGlkIjoiMjkxOCIsIlRvcCI6MC4wLCJMZWZ0IjowLjAsIlJpZ2h0IjowLjAsIkJvdHRvbSI6MC4wfSwiUGFkZGluZyI6eyIkaWQiOiIyOTE5IiwiVG9wIjowLjAsIkxlZnQiOjAuMCwiUmlnaHQiOjAuMCwiQm90dG9tIjowLjB9LCJCYWNrZ3JvdW5kIjp7IiRpZCI6IjI5MjAiLCJDb2xvciI6eyIkaWQiOiIyOTIxIiwiQSI6NTEsIlIiOjIwMCwiRyI6MjAwLCJCIjoyMDB9fSwiSXNWaXNpYmxlIjp0cnVlLCJXaWR0aCI6MC4wLCJIZWlnaHQiOjAuMCwiQm9yZGVyU3R5bGUiOnsiJGlkIjoiMjkyMiIsIkxpbmVDb2xvciI6eyIkaWQiOiIyOTIzIiwiJHR5cGUiOiJOTFJFLkNvbW1vbi5Eb20uU29saWRDb2xvckJydXNoLCBOTFJFLkNvbW1vbiIsIkNvbG9yIjp7IiRpZCI6IjI5MjQiLCJBIjoyNTUsIlIiOjIzNCwiRyI6MjIsIkIiOjMwfX0sIkxpbmVXZWlnaHQiOjAuMCwiTGluZVR5cGUiOjAsIlBhcmVudFN0eWxlIjpudWxsfSwiUGFyZW50U3R5bGUiOm51bGx9LCJJc0Fib3ZlVGltZWJhbmQiOmZhbHNlLCJTcGFjaW5nIjoyLCJEZWZhdWx0U3dpbWxhbmVUYXNrU3R5bGUiOnsiJGlkIjoiMjkyNSIsIiR0eXBlIjoiTkxSRS5Db21tb24uRG9tLlN0eWxlcy5FeHBsaWNpdFNldGFibGVUYXNrU3R5bGUsIE5MUkUuQ29tbW9uIiwiU2hhcGUiOjEsIlNoYXBlVGhpY2tuZXNzIjowLCJEdXJhdGlvbkZvcm1hdCI6MCwiSW5jbHVkZU5vbldvcmtpbmdEYXlzSW5EdXJhdGlvbiI6ZmFsc2UsIlBlcmNlbnRhZ2VDb21wbGV0ZVN0eWxlIjp7IiRpZCI6IjI5MjYiLCJGb250U2V0dGluZ3MiOnsiJGlkIjoiMjkyNyIsIkZvbnRTaXplIjoxMCwiRm9udE5hbWUiOiJDYWxpYnJpIiwiSXNCb2xkIjpmYWxzZSwiSXNJdGFsaWMiOmZhbHNlLCJJc1VuZGVybGluZWQiOmZhbHNlLCJQYXJlbnRTdHlsZSI6bnVsbH0sIkF1dG9TaXplIjowLCJGb3JlZ3JvdW5kIjp7IiRpZCI6IjI5MjgiLCJDb2xvciI6eyIkaWQiOiIyOTI5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5MzAiLCJUb3AiOjAuMCwiTGVmdCI6MC4wLCJSaWdodCI6MC4wLCJCb3R0b20iOjAuMH0sIlBhZGRpbmciOnsiJGlkIjoiMjkzMSIsIlRvcCI6MC4wLCJMZWZ0IjowLjAsIlJpZ2h0IjowLjAsIkJvdHRvbSI6MC4wfSwiQmFja2dyb3VuZCI6eyIkaWQiOiIyOTMyIiwiQ29sb3IiOnsiJGlkIjoiMjkzMyIsIkEiOjg5LCJSIjowLCJHIjowLCJCIjowfX0sIklzVmlzaWJsZSI6dHJ1ZSwiV2lkdGgiOjAuMCwiSGVpZ2h0IjowLjAsIkJvcmRlclN0eWxlIjp7IiRpZCI6IjI5MzQiLCJMaW5lQ29sb3IiOm51bGwsIkxpbmVXZWlnaHQiOjAuMCwiTGluZVR5cGUiOjAsIlBhcmVudFN0eWxlIjpudWxsfSwiUGFyZW50U3R5bGUiOm51bGx9LCJEdXJhdGlvblN0eWxlIjp7IiRpZCI6IjI5MzUiLCJGb250U2V0dGluZ3MiOnsiJGlkIjoiMjkzNiIsIkZvbnRTaXplIjoxMCwiRm9udE5hbWUiOiJDYWxpYnJpIiwiSXNCb2xkIjpmYWxzZSwiSXNJdGFsaWMiOmZhbHNlLCJJc1VuZGVybGluZWQiOmZhbHNlLCJQYXJlbnRTdHlsZSI6bnVsbH0sIkF1dG9TaXplIjowLCJGb3JlZ3JvdW5kIjp7IiRpZCI6IjI5MzciLCJDb2xvciI6eyIkaWQiOiIyOTM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TM5IiwiVG9wIjowLjAsIkxlZnQiOjAuMCwiUmlnaHQiOjAuMCwiQm90dG9tIjowLjB9LCJQYWRkaW5nIjp7IiRpZCI6IjI5NDAiLCJUb3AiOjAuMCwiTGVmdCI6MC4wLCJSaWdodCI6MC4wLCJCb3R0b20iOjAuMH0sIkJhY2tncm91bmQiOnsiJGlkIjoiMjk0MSIsIkNvbG9yIjp7IiRpZCI6IjI5NDIiLCJBIjoyNTUsIlIiOjY4LCJHIjo4NCwiQiI6MTA2fX0sIklzVmlzaWJsZSI6dHJ1ZSwiV2lkdGgiOjAuMCwiSGVpZ2h0IjowLjAsIkJvcmRlclN0eWxlIjp7IiRpZCI6IjI5NDMiLCJMaW5lQ29sb3IiOm51bGwsIkxpbmVXZWlnaHQiOjAuMCwiTGluZVR5cGUiOjAsIlBhcmVudFN0eWxlIjpudWxsfSwiUGFyZW50U3R5bGUiOm51bGx9LCJIb3Jpem9udGFsQ29ubmVjdG9yU3R5bGUiOnsiJGlkIjoiMjk0NCIsIkxpbmVDb2xvciI6eyIkaWQiOiIyOTQ1IiwiJHR5cGUiOiJOTFJFLkNvbW1vbi5Eb20uU29saWRDb2xvckJydXNoLCBOTFJFLkNvbW1vbiIsIkNvbG9yIjp7IiRpZCI6IjI5NDYiLCJBIjoyNTUsIlIiOjAsIkciOjAsIkIiOjB9fSwiTGluZVdlaWdodCI6MC4wLCJMaW5lVHlwZSI6MCwiUGFyZW50U3R5bGUiOm51bGx9LCJWZXJ0aWNhbENvbm5lY3RvclN0eWxlIjp7IiRpZCI6IjI5NDciLCJMaW5lQ29sb3IiOnsiJGlkIjoiMjk0OCIsIiR0eXBlIjoiTkxSRS5Db21tb24uRG9tLlNvbGlkQ29sb3JCcnVzaCwgTkxSRS5Db21tb24iLCJDb2xvciI6eyIkaWQiOiIyOTQ5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yOTUwIiwiU2hhcGVTdHlsZSI6eyIkaWQiOiIyOTUxIiwiTWFyZ2luIjp7IiRpZCI6IjI5NTIiLCJUb3AiOjAuMCwiTGVmdCI6MC4wLCJSaWdodCI6MC4wLCJCb3R0b20iOjAuMH0sIlBhZGRpbmciOnsiJGlkIjoiMjk1MyIsIlRvcCI6MC4wLCJMZWZ0IjowLjAsIlJpZ2h0IjowLjAsIkJvdHRvbSI6MC4wfSwiQmFja2dyb3VuZCI6eyIkaWQiOiIyOTU0IiwiQ29sb3IiOnsiJGlkIjoiMjk1NSIsIkEiOjE1MywiUiI6MCwiRyI6MCwiQiI6MH19LCJJc1Zpc2libGUiOnRydWUsIldpZHRoIjowLjAsIkhlaWdodCI6MC4wLCJCb3JkZXJTdHlsZSI6eyIkaWQiOiIyOTU2IiwiTGluZUNvbG9yIjp7IiRpZCI6IjI5NTciLCIkdHlwZSI6Ik5MUkUuQ29tbW9uLkRvbS5Tb2xpZENvbG9yQnJ1c2gsIE5MUkUuQ29tbW9uIiwiQ29sb3IiOnsiJGlkIjoiMjk1OCIsIkEiOjI1NSwiUiI6MjU1LCJHIjowLCJCIjowfX0sIkxpbmVXZWlnaHQiOjAuMCwiTGluZVR5cGUiOjAsIlBhcmVudFN0eWxlIjpudWxsfSwiUGFyZW50U3R5bGUiOm51bGx9LCJNYXJnaW4iOnsiJGlkIjoiMjk1OSIsIlRvcCI6MC4wLCJMZWZ0IjowLjAsIlJpZ2h0IjowLjAsIkJvdHRvbSI6MC4wfSwiUGFkZGluZyI6eyIkaWQiOiIyOTYwIiwiVG9wIjowLjAsIkxlZnQiOjAuMCwiUmlnaHQiOjAuMCwiQm90dG9tIjowLjB9LCJCYWNrZ3JvdW5kIjpudWxsLCJJc1Zpc2libGUiOnRydWUsIldpZHRoIjowLjAsIkhlaWdodCI6MC4wLCJCb3JkZXJTdHlsZSI6bnVsbCwiUGFyZW50U3R5bGUiOm51bGx9LCJTaGFwZVN0eWxlIjp7IiRpZCI6IjI5NjEiLCJNYXJnaW4iOnsiJGlkIjoiMjk2MiIsIlRvcCI6MC4wLCJMZWZ0Ijo0LjAsIlJpZ2h0Ijo0LjAsIkJvdHRvbSI6MC4wfSwiUGFkZGluZyI6eyIkaWQiOiIyOTYzIiwiVG9wIjowLjAsIkxlZnQiOjAuMCwiUmlnaHQiOjAuMCwiQm90dG9tIjowLjB9LCJCYWNrZ3JvdW5kIjp7IiRpZCI6IjI5NjQiLCJDb2xvciI6eyIkaWQiOiIyOTY1IiwiQSI6MjU1LCJSIjo2OCwiRyI6MTE0LCJCIjoxOTZ9fSwiSXNWaXNpYmxlIjp0cnVlLCJXaWR0aCI6MC4wLCJIZWlnaHQiOjEwLjAsIkJvcmRlclN0eWxlIjp7IiRpZCI6IjI5NjYiLCJMaW5lQ29sb3IiOnsiJGlkIjoiMjk2NyIsIiR0eXBlIjoiTkxSRS5Db21tb24uRG9tLlNvbGlkQ29sb3JCcnVzaCwgTkxSRS5Db21tb24iLCJDb2xvciI6eyIkaWQiOiIyOTY4IiwiQSI6MjU1LCJSIjoyMzQsIkciOjIyLCJCIjozMH19LCJMaW5lV2VpZ2h0IjowLjAsIkxpbmVUeXBlIjowLCJQYXJlbnRTdHlsZSI6bnVsbH0sIlBhcmVudFN0eWxlIjpudWxsfSwiVGl0bGVTdHlsZSI6eyIkaWQiOiIyOTY5IiwiRm9udFNldHRpbmdzIjp7IiRpZCI6IjI5NzAiLCJGb250U2l6ZSI6MTEsIkZvbnROYW1lIjoiQ2FsaWJyaSIsIklzQm9sZCI6ZmFsc2UsIklzSXRhbGljIjpmYWxzZSwiSXNVbmRlcmxpbmVkIjpmYWxzZSwiUGFyZW50U3R5bGUiOm51bGx9LCJBdXRvU2l6ZSI6MCwiRm9yZWdyb3VuZCI6eyIkaWQiOiIyOTcxIiwiQ29sb3IiOnsiJGlkIjoiMjk3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OTczIiwiVG9wIjowLjAsIkxlZnQiOjAuMCwiUmlnaHQiOjAuMCwiQm90dG9tIjowLjB9LCJQYWRkaW5nIjp7IiRpZCI6IjI5NzQiLCJUb3AiOjAuMCwiTGVmdCI6MC4wLCJSaWdodCI6MC4wLCJCb3R0b20iOjAuMH0sIkJhY2tncm91bmQiOnsiJGlkIjoiMjk3NSIsIkNvbG9yIjp7IiRpZCI6IjI5NzYiLCJBIjoyNTUsIlIiOjAsIkciOjAsIkIiOjB9fSwiSXNWaXNpYmxlIjp0cnVlLCJXaWR0aCI6MC4wLCJIZWlnaHQiOjAuMCwiQm9yZGVyU3R5bGUiOnsiJGlkIjoiMjk3NyIsIkxpbmVDb2xvciI6bnVsbCwiTGluZVdlaWdodCI6MC4wLCJMaW5lVHlwZSI6MCwiUGFyZW50U3R5bGUiOm51bGx9LCJQYXJlbnRTdHlsZSI6bnVsbH0sIkRhdGVTdHlsZSI6eyIkaWQiOiIyOTc4IiwiRm9udFNldHRpbmdzIjp7IiRpZCI6IjI5NzkiLCJGb250U2l6ZSI6MTAsIkZvbnROYW1lIjoiQ2FsaWJyaSIsIklzQm9sZCI6ZmFsc2UsIklzSXRhbGljIjpmYWxzZSwiSXNVbmRlcmxpbmVkIjpmYWxzZSwiUGFyZW50U3R5bGUiOm51bGx9LCJBdXRvU2l6ZSI6MCwiRm9yZWdyb3VuZCI6eyIkaWQiOiIyOTgwIiwiQ29sb3IiOnsiJGlkIjoiMjk4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4MiIsIlRvcCI6MC4wLCJMZWZ0IjowLjAsIlJpZ2h0IjowLjAsIkJvdHRvbSI6MC4wfSwiUGFkZGluZyI6eyIkaWQiOiIyOTgzIiwiVG9wIjowLjAsIkxlZnQiOjAuMCwiUmlnaHQiOjAuMCwiQm90dG9tIjowLjB9LCJCYWNrZ3JvdW5kIjp7IiRpZCI6IjI5ODQiLCJDb2xvciI6eyIkaWQiOiIyOTg1IiwiQSI6MjU1LCJSIjo2OCwiRyI6ODQsIkIiOjEwNn19LCJJc1Zpc2libGUiOnRydWUsIldpZHRoIjowLjAsIkhlaWdodCI6MC4wLCJCb3JkZXJTdHlsZSI6eyIkaWQiOiIyOTg2IiwiTGluZUNvbG9yIjpudWxsLCJMaW5lV2VpZ2h0IjowLjAsIkxpbmVUeXBlIjowLCJQYXJlbnRTdHlsZSI6bnVsbH0sIlBhcmVudFN0eWxlIjpudWxsfSwiRGF0ZUZvcm1hdCI6eyIkaWQiOiIyOT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DgiLCJGb3JtYXQiOjAsIklzVmlzaWJsZSI6ZmFsc2UsIkxhc3RLbm93blZpc2liaWxpdHlTdGF0ZSI6ZmFsc2V9LCJJc1Zpc2libGUiOnRydWUsIlZhcmlhbmNlU3R5bGUiOnsiJGlkIjoiMjk4OSIsIlRleHRTdHlsZSI6eyIkaWQiOiIyOTkwIiwiRm9udFNldHRpbmdzIjp7IiRpZCI6IjI5OTEiLCJGb250U2l6ZSI6MTAsIkZvbnROYW1lIjoiQ2FsaWJyaSIsIklzQm9sZCI6ZmFsc2UsIklzSXRhbGljIjpmYWxzZSwiSXNVbmRlcmxpbmVkIjpmYWxzZSwiUGFyZW50U3R5bGUiOm51bGx9LCJBdXRvU2l6ZSI6MCwiRm9yZWdyb3VuZCI6eyIkaWQiOiIyOTkyIiwiQ29sb3IiOnsiJGlkIjoiMjk5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Tk0IiwiVG9wIjowLjAsIkxlZnQiOjAuMCwiUmlnaHQiOjAuMCwiQm90dG9tIjowLjB9LCJQYWRkaW5nIjp7IiRpZCI6IjI5OTUiLCJUb3AiOjAuMCwiTGVmdCI6MC4wLCJSaWdodCI6MC4wLCJCb3R0b20iOjAuMH0sIkJhY2tncm91bmQiOnsiJGlkIjoiMjk5NiIsIkNvbG9yIjp7IiRpZCI6IjI5OTciLCJBIjoyNTUsIlIiOjAsIkciOjAsIkIiOjB9fSwiSXNWaXNpYmxlIjp0cnVlLCJXaWR0aCI6MC4wLCJIZWlnaHQiOjAuMCwiQm9yZGVyU3R5bGUiOm51bGwsIlBhcmVudFN0eWxlIjpudWxsfSwiUGFyZW50U3R5bGUiOm51bGx9LCJQYXJlbnRTdHlsZSI6bnVsbCwiX2V4cGxpY2l0bHlTZXQiOnsiJGlkIjoiMjk5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5OTkiLCJTaGFwZSI6MSwiQ29ubmVjdG9yTWFyZ2luIjp7IiRpZCI6IjMwMDAiLCJUb3AiOjAuMCwiTGVmdCI6Mi4wLCJSaWdodCI6Mi4wLCJCb3R0b20iOjAuMH0sIkNvbm5lY3RvclN0eWxlIjp7IiRpZCI6IjMwMDEiLCJMaW5lQ29sb3IiOnsiJGlkIjoiMzAwMiIsIiR0eXBlIjoiTkxSRS5Db21tb24uRG9tLlNvbGlkQ29sb3JCcnVzaCwgTkxSRS5Db21tb24iLCJDb2xvciI6eyIkaWQiOiIzMDAzIiwiQSI6MTI3LCJSIjozNCwiRyI6NTcsIkIiOjk4fX0sIkxpbmVXZWlnaHQiOjEuMCwiTGluZVR5cGUiOjAsIlBhcmVudFN0eWxlIjpudWxsfSwiSXNCZWxvd1RpbWViYW5kIjpmYWxzZSwiUG9zaXRpb25PblRhc2siOjEsIkhpZGVEYXRlIjpmYWxzZSwiU2hhcGVTaXplIjowLCJTcGFjaW5nIjowLjAsIlBhZGRpbmciOnsiJGlkIjoiMzAwNCIsIlRvcCI6NS4wLCJMZWZ0IjozLjAsIlJpZ2h0IjowLjAsIkJvdHRvbSI6Mi4wfSwiU2hhcGVTdHlsZSI6eyIkaWQiOiIzMDA1IiwiTWFyZ2luIjp7IiRpZCI6IjMwMDYiLCJUb3AiOjAuMCwiTGVmdCI6MC4wLCJSaWdodCI6MC4wLCJCb3R0b20iOjAuMH0sIlBhZGRpbmciOnsiJGlkIjoiMzAwNyIsIlRvcCI6MC4wLCJMZWZ0IjowLjAsIlJpZ2h0IjowLjAsIkJvdHRvbSI6MC4wfSwiQmFja2dyb3VuZCI6eyIkaWQiOiIzMDA4IiwiQ29sb3IiOnsiJGlkIjoiMzAwOSIsIkEiOjI1NSwiUiI6MzQsIkciOjU3LCJCIjo5OH19LCJJc1Zpc2libGUiOnRydWUsIldpZHRoIjoxMi4wLCJIZWlnaHQiOjE0LjAsIkJvcmRlclN0eWxlIjp7IiRpZCI6IjMwMTAiLCJMaW5lQ29sb3IiOnsiJGlkIjoiMzAxMSIsIiR0eXBlIjoiTkxSRS5Db21tb24uRG9tLlNvbGlkQ29sb3JCcnVzaCwgTkxSRS5Db21tb24iLCJDb2xvciI6eyIkaWQiOiIzMDEyIiwiQSI6MjU1LCJSIjoyNTUsIkciOjAsIkIiOjB9fSwiTGluZVdlaWdodCI6MC4wLCJMaW5lVHlwZSI6MCwiUGFyZW50U3R5bGUiOm51bGx9LCJQYXJlbnRTdHlsZSI6bnVsbH0sIlRpdGxlU3R5bGUiOnsiJGlkIjoiMzAxMyIsIkZvbnRTZXR0aW5ncyI6eyIkaWQiOiIzMDE0IiwiRm9udFNpemUiOjExLCJGb250TmFtZSI6IkNhbGlicmkiLCJJc0JvbGQiOmZhbHNlLCJJc0l0YWxpYyI6ZmFsc2UsIklzVW5kZXJsaW5lZCI6ZmFsc2UsIlBhcmVudFN0eWxlIjpudWxsfSwiQXV0b1NpemUiOjAsIkZvcmVncm91bmQiOnsiJGlkIjoiMzAxNSIsIkNvbG9yIjp7IiRpZCI6IjMwMTY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xNyIsIlRvcCI6MC4wLCJMZWZ0IjowLjAsIlJpZ2h0IjowLjAsIkJvdHRvbSI6MC4wfSwiUGFkZGluZyI6eyIkaWQiOiIzMDE4IiwiVG9wIjowLjAsIkxlZnQiOjAuMCwiUmlnaHQiOjAuMCwiQm90dG9tIjowLjB9LCJCYWNrZ3JvdW5kIjp7IiRpZCI6IjMwMTkiLCJDb2xvciI6eyIkaWQiOiIzMDIwIiwiQSI6MjU1LCJSIjowLCJHIjowLCJCIjowfX0sIklzVmlzaWJsZSI6dHJ1ZSwiV2lkdGgiOjAuMCwiSGVpZ2h0IjowLjAsIkJvcmRlclN0eWxlIjp7IiRpZCI6IjMwMjEiLCJMaW5lQ29sb3IiOm51bGwsIkxpbmVXZWlnaHQiOjAuMCwiTGluZVR5cGUiOjAsIlBhcmVudFN0eWxlIjpudWxsfSwiUGFyZW50U3R5bGUiOm51bGx9LCJEYXRlU3R5bGUiOnsiJGlkIjoiMzAyMiIsIkZvbnRTZXR0aW5ncyI6eyIkaWQiOiIzMDIzIiwiRm9udFNpemUiOjEwLCJGb250TmFtZSI6IkNhbGlicmkiLCJJc0JvbGQiOmZhbHNlLCJJc0l0YWxpYyI6ZmFsc2UsIklzVW5kZXJsaW5lZCI6ZmFsc2UsIlBhcmVudFN0eWxlIjpudWxsfSwiQXV0b1NpemUiOjAsIkZvcmVncm91bmQiOnsiJGlkIjoiMzAyNCIsIkNvbG9yIjp7IiRpZCI6IjMwMjU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wMjYiLCJUb3AiOjAuMCwiTGVmdCI6MC4wLCJSaWdodCI6MC4wLCJCb3R0b20iOjAuMH0sIlBhZGRpbmciOnsiJGlkIjoiMzAyNyIsIlRvcCI6MC4wLCJMZWZ0IjowLjAsIlJpZ2h0IjowLjAsIkJvdHRvbSI6MC4wfSwiQmFja2dyb3VuZCI6eyIkaWQiOiIzMDI4IiwiQ29sb3IiOnsiJGlkIjoiMzAyOSIsIkEiOjI1NSwiUiI6NjgsIkciOjg0LCJCIjoxMDZ9fSwiSXNWaXNpYmxlIjp0cnVlLCJXaWR0aCI6MC4wLCJIZWlnaHQiOjAuMCwiQm9yZGVyU3R5bGUiOnsiJGlkIjoiMzAzMCIsIkxpbmVDb2xvciI6bnVsbCwiTGluZVdlaWdodCI6MC4wLCJMaW5lVHlwZSI6MCwiUGFyZW50U3R5bGUiOm51bGx9LCJQYXJlbnRTdHlsZSI6bnVsbH0sIkRhdGVGb3JtYXQiOnsiJGlkIjoiMzAzM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MyIiwiRm9ybWF0IjowLCJJc1Zpc2libGUiOmZhbHNlLCJMYXN0S25vd25WaXNpYmlsaXR5U3RhdGUiOmZhbHNlfSwiSXNWaXNpYmxlIjp0cnVlLCJWYXJpYW5jZVN0eWxlIjp7IiRpZCI6IjMwMzMiLCJUZXh0U3R5bGUiOnsiJGlkIjoiMzAzNCIsIkZvbnRTZXR0aW5ncyI6eyIkaWQiOiIzMDM1IiwiRm9udFNpemUiOjEwLCJGb250TmFtZSI6IkNhbGlicmkiLCJJc0JvbGQiOmZhbHNlLCJJc0l0YWxpYyI6ZmFsc2UsIklzVW5kZXJsaW5lZCI6ZmFsc2UsIlBhcmVudFN0eWxlIjpudWxsfSwiQXV0b1NpemUiOjAsIkZvcmVncm91bmQiOnsiJGlkIjoiMzAzNiIsIkNvbG9yIjp7IiRpZCI6IjM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zOCIsIlRvcCI6MC4wLCJMZWZ0IjowLjAsIlJpZ2h0IjowLjAsIkJvdHRvbSI6MC4wfSwiUGFkZGluZyI6eyIkaWQiOiIzMDM5IiwiVG9wIjowLjAsIkxlZnQiOjAuMCwiUmlnaHQiOjAuMCwiQm90dG9tIjowLjB9LCJCYWNrZ3JvdW5kIjp7IiRpZCI6IjMwNDAiLCJDb2xvciI6eyIkaWQiOiIzMDQxIiwiQSI6MjU1LCJSIjowLCJHIjowLCJCIjowfX0sIklzVmlzaWJsZSI6dHJ1ZSwiV2lkdGgiOjAuMCwiSGVpZ2h0IjowLjAsIkJvcmRlclN0eWxlIjpudWxsLCJQYXJlbnRTdHlsZSI6bnVsbH0sIlBhcmVudFN0eWxlIjpudWxsfSwiUGFyZW50U3R5bGUiOm51bGx9LCJEZWZhdWx0U3dpbWxhbmVNaWxlc3RvbmVTdHlsZSI6eyIkaWQiOiIzMDQyIiwiVGl0bGVQb3NpdGlvbiI6IkxlZnQiLCJEYXRlUG9zaXRpb24iOiJSaWdodCIsIlZhcmlhbmNlUG9zaXRpb24iOiJSaWdodCIsIlNoYXBlVHlwZSI6MSwiU2hhcGVTaXplIjowLCJTcGFjaW5nIjo1LCJTaGFwZVN0eWxlIjp7IiRpZCI6IjMwNDMiLCJNYXJnaW4iOnsiJGlkIjoiMzA0NCIsIlRvcCI6MC4wLCJMZWZ0IjowLjAsIlJpZ2h0IjowLjAsIkJvdHRvbSI6MC4wfSwiUGFkZGluZyI6eyIkaWQiOiIzMDQ1IiwiVG9wIjowLjAsIkxlZnQiOjAuMCwiUmlnaHQiOjAuMCwiQm90dG9tIjowLjB9LCJCYWNrZ3JvdW5kIjp7IiRpZCI6IjMwNDYiLCJDb2xvciI6eyIkaWQiOiIzMDQ3IiwiQSI6MjU1LCJSIjo2OCwiRyI6MTE0LCJCIjoxOTZ9fSwiSXNWaXNpYmxlIjp0cnVlLCJXaWR0aCI6MTIuMCwiSGVpZ2h0IjoxNC4wLCJCb3JkZXJTdHlsZSI6eyIkaWQiOiIzMDQ4IiwiTGluZUNvbG9yIjp7IiRpZCI6IjMwNDkiLCIkdHlwZSI6Ik5MUkUuQ29tbW9uLkRvbS5Tb2xpZENvbG9yQnJ1c2gsIE5MUkUuQ29tbW9uIiwiQ29sb3IiOnsiJGlkIjoiMzA1MCIsIkEiOjI1NSwiUiI6MjM0LCJHIjoyMiwiQiI6MzB9fSwiTGluZVdlaWdodCI6MC4wLCJMaW5lVHlwZSI6MCwiUGFyZW50U3R5bGUiOm51bGx9LCJQYXJlbnRTdHlsZSI6bnVsbH0sIlRpdGxlU3R5bGUiOnsiJGlkIjoiMzA1MSIsIkZvbnRTZXR0aW5ncyI6eyIkaWQiOiIzMDUyIiwiRm9udFNpemUiOjExLCJGb250TmFtZSI6IkNhbGlicmkiLCJJc0JvbGQiOmZhbHNlLCJJc0l0YWxpYyI6ZmFsc2UsIklzVW5kZXJsaW5lZCI6ZmFsc2UsIlBhcmVudFN0eWxlIjpudWxsfSwiQXV0b1NpemUiOjAsIkZvcmVncm91bmQiOnsiJGlkIjoiMzA1MyIsIkNvbG9yIjp7IiRpZCI6IjMwNTQ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zA1NSIsIlRvcCI6MC4wLCJMZWZ0IjowLjAsIlJpZ2h0IjowLjAsIkJvdHRvbSI6MC4wfSwiUGFkZGluZyI6eyIkaWQiOiIzMDU2IiwiVG9wIjowLjAsIkxlZnQiOjAuMCwiUmlnaHQiOjAuMCwiQm90dG9tIjowLjB9LCJCYWNrZ3JvdW5kIjp7IiRpZCI6IjMwNTciLCJDb2xvciI6eyIkaWQiOiIzMDU4IiwiQSI6MjU1LCJSIjowLCJHIjowLCJCIjowfX0sIklzVmlzaWJsZSI6dHJ1ZSwiV2lkdGgiOjAuMCwiSGVpZ2h0IjowLjAsIkJvcmRlclN0eWxlIjp7IiRpZCI6IjMwNTkiLCJMaW5lQ29sb3IiOm51bGwsIkxpbmVXZWlnaHQiOjAuMCwiTGluZVR5cGUiOjAsIlBhcmVudFN0eWxlIjpudWxsfSwiUGFyZW50U3R5bGUiOm51bGx9LCJEYXRlU3R5bGUiOnsiJGlkIjoiMzA2MCIsIkZvbnRTZXR0aW5ncyI6eyIkaWQiOiIzMDYxIiwiRm9udFNpemUiOjEwLCJGb250TmFtZSI6IkNhbGlicmkiLCJJc0JvbGQiOmZhbHNlLCJJc0l0YWxpYyI6ZmFsc2UsIklzVW5kZXJsaW5lZCI6ZmFsc2UsIlBhcmVudFN0eWxlIjpudWxsfSwiQXV0b1NpemUiOjAsIkZvcmVncm91bmQiOnsiJGlkIjoiMzA2MiIsIkNvbG9yIjp7IiRpZCI6IjMwN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wNjQiLCJUb3AiOjAuMCwiTGVmdCI6MC4wLCJSaWdodCI6MC4wLCJCb3R0b20iOjAuMH0sIlBhZGRpbmciOnsiJGlkIjoiMzA2NSIsIlRvcCI6MC4wLCJMZWZ0IjowLjAsIlJpZ2h0IjowLjAsIkJvdHRvbSI6MC4wfSwiQmFja2dyb3VuZCI6eyIkaWQiOiIzMDY2IiwiQ29sb3IiOnsiJGlkIjoiMzA2NyIsIkEiOjI1NSwiUiI6NjgsIkciOjg0LCJCIjoxMDZ9fSwiSXNWaXNpYmxlIjp0cnVlLCJXaWR0aCI6MC4wLCJIZWlnaHQiOjAuMCwiQm9yZGVyU3R5bGUiOnsiJGlkIjoiMzA2OCIsIkxpbmVDb2xvciI6bnVsbCwiTGluZVdlaWdodCI6MC4wLCJMaW5lVHlwZSI6MCwiUGFyZW50U3R5bGUiOm51bGx9LCJQYXJlbnRTdHlsZSI6bnVsbH0sIkRhdGVGb3JtYXQiOnsiJGlkIjoiMzA2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cwIiwiRm9ybWF0IjowLCJJc1Zpc2libGUiOmZhbHNlLCJMYXN0S25vd25WaXNpYmlsaXR5U3RhdGUiOmZhbHNlfSwiSXNWaXNpYmxlIjp0cnVlLCJWYXJpYW5jZVN0eWxlIjp7IiRpZCI6IjMwNzEiLCJUZXh0U3R5bGUiOnsiJGlkIjoiMzA3MiIsIkZvbnRTZXR0aW5ncyI6eyIkaWQiOiIzMDczIiwiRm9udFNpemUiOjEwLCJGb250TmFtZSI6IkNhbGlicmkiLCJJc0JvbGQiOmZhbHNlLCJJc0l0YWxpYyI6ZmFsc2UsIklzVW5kZXJsaW5lZCI6ZmFsc2UsIlBhcmVudFN0eWxlIjpudWxsfSwiQXV0b1NpemUiOjAsIkZvcmVncm91bmQiOnsiJGlkIjoiMzA3NCIsIkNvbG9yIjp7IiRpZCI6IjMwN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3NiIsIlRvcCI6MC4wLCJMZWZ0IjowLjAsIlJpZ2h0IjowLjAsIkJvdHRvbSI6MC4wfSwiUGFkZGluZyI6eyIkaWQiOiIzMDc3IiwiVG9wIjowLjAsIkxlZnQiOjAuMCwiUmlnaHQiOjAuMCwiQm90dG9tIjowLjB9LCJCYWNrZ3JvdW5kIjp7IiRpZCI6IjMwNzgiLCJDb2xvciI6eyIkaWQiOiIzMDc5IiwiQSI6MjU1LCJSIjowLCJHIjowLCJCIjowfX0sIklzVmlzaWJsZSI6dHJ1ZSwiV2lkdGgiOjAuMCwiSGVpZ2h0IjowLjAsIkJvcmRlclN0eWxlIjpudWxsLCJQYXJlbnRTdHlsZSI6bnVsbH0sIlBhcmVudFN0eWxlIjpudWxsfSwiUGFyZW50U3R5bGUiOm51bGx9LCJEZWZhdWx0U3dpbWxhbmVBY3Rpdml0eVN0eWxlIjp7IiRpZCI6IjMwODAiLCJIZWFkZXJTdHlsZSI6eyIkaWQiOiIzMDgxIiwiVGV4dFN0eWxlIjp7IiRpZCI6IjMwODIiLCJGb250U2V0dGluZ3MiOnsiJGlkIjoiMzA4MyIsIkZvbnRTaXplIjoxMSwiRm9udE5hbWUiOiJDYWxpYnJpIiwiSXNCb2xkIjpmYWxzZSwiSXNJdGFsaWMiOmZhbHNlLCJJc1VuZGVybGluZWQiOmZhbHNlLCJQYXJlbnRTdHlsZSI6bnVsbH0sIkF1dG9TaXplIjowLCJGb3JlZ3JvdW5kIjp7IiRpZCI6IjMwODQiLCJDb2xvciI6eyIkaWQiOiIzMDg1IiwiQSI6MjU1LCJSIjo2NCwiRyI6NjQsIkIiOjY0fX0sIk1heFdpZHRoIjowLjAsIk1heEhlaWdodCI6MC4wLCJTbWFydEZvcmVncm91bmRJc0FjdGl2ZSI6ZmFsc2UsIkhvcml6b250YWxBbGlnbm1lbnQiOjAsIlZlcnRpY2FsQWxpZ25tZW50IjowLCJTbWFydEZvcmVncm91bmQiOm51bGwsIkJhY2tncm91bmRGaWxsVHlwZSI6MCwiTWFyZ2luIjp7IiRpZCI6IjMwODYiLCJUb3AiOjAuMCwiTGVmdCI6MC4wLCJSaWdodCI6MC4wLCJCb3R0b20iOjAuMH0sIlBhZGRpbmciOnsiJGlkIjoiMzA4NyIsIlRvcCI6MC4wLCJMZWZ0IjowLjAsIlJpZ2h0IjowLjAsIkJvdHRvbSI6MC4wfSwiQmFja2dyb3VuZCI6eyIkaWQiOiIzMDg4IiwiQ29sb3IiOnsiJGlkIjoiMzA4OSIsIkEiOjI1NSwiUiI6NjQsIkciOjY0LCJCIjo2NH19LCJJc1Zpc2libGUiOmZhbHNlLCJXaWR0aCI6MC4wLCJIZWlnaHQiOjAuMCwiQm9yZGVyU3R5bGUiOm51bGwsIlBhcmVudFN0eWxlIjpudWxsfSwiUmVjdGFuZ2xlU3R5bGUiOnsiJGlkIjoiMzA5MCIsIk1hcmdpbiI6eyIkaWQiOiIzMDkxIiwiVG9wIjowLjAsIkxlZnQiOjAuMCwiUmlnaHQiOjAuMCwiQm90dG9tIjowLjB9LCJQYWRkaW5nIjp7IiRpZCI6IjMwOTIiLCJUb3AiOjAuMCwiTGVmdCI6MC4wLCJSaWdodCI6MC4wLCJCb3R0b20iOjAuMH0sIkJhY2tncm91bmQiOnsiJGlkIjoiMzA5MyIsIkNvbG9yIjp7IiRpZCI6IjMwOTQiLCJBIjoxMjcsIlIiOjY4LCJHIjoxMTQsIkIiOjE5Nn19LCJJc1Zpc2libGUiOmZhbHNlLCJXaWR0aCI6MC4wLCJIZWlnaHQiOjAuMCwiQm9yZGVyU3R5bGUiOnsiJGlkIjoiMzA5NSIsIkxpbmVDb2xvciI6eyIkaWQiOiIzMDk2IiwiJHR5cGUiOiJOTFJFLkNvbW1vbi5Eb20uU29saWRDb2xvckJydXNoLCBOTFJFLkNvbW1vbiIsIkNvbG9yIjp7IiRpZCI6IjMwOTciLCJBIjoyNTUsIlIiOjI1NSwiRyI6MCwiQiI6MH19LCJMaW5lV2VpZ2h0IjowLjAsIkxpbmVUeXBlIjowLCJQYXJlbnRTdHlsZSI6bnVsbH0sIlBhcmVudFN0eWxlIjpudWxsfSwiTWFyZ2luIjp7IiRpZCI6IjMwOTgiLCJUb3AiOjAuMCwiTGVmdCI6MC4wLCJSaWdodCI6MC4wLCJCb3R0b20iOjAuMH0sIlBhZGRpbmciOnsiJGlkIjoiMzA5OSIsIlRvcCI6MC4wLCJMZWZ0IjowLjAsIlJpZ2h0IjowLjAsIkJvdHRvbSI6MC4wfSwiQmFja2dyb3VuZCI6bnVsbCwiSXNWaXNpYmxlIjp0cnVlLCJXaWR0aCI6MC4wLCJIZWlnaHQiOjAuMCwiQm9yZGVyU3R5bGUiOm51bGwsIlBhcmVudFN0eWxlIjpudWxsfSwiQmFja2dyb3VuZFN0eWxlIjp7IiRpZCI6IjMxMDAiLCJNYXJnaW4iOnsiJGlkIjoiMzEwMSIsIlRvcCI6MC4wLCJMZWZ0IjowLjAsIlJpZ2h0IjowLjAsIkJvdHRvbSI6MC4wfSwiUGFkZGluZyI6eyIkaWQiOiIzMTAyIiwiVG9wIjowLjAsIkxlZnQiOjAuMCwiUmlnaHQiOjAuMCwiQm90dG9tIjowLjB9LCJCYWNrZ3JvdW5kIjp7IiRpZCI6IjMxMDMiLCJDb2xvciI6eyIkaWQiOiIzMTA0IiwiQSI6NTEsIlIiOjIwMCwiRyI6MjAwLCJCIjoyMDB9fSwiSXNWaXNpYmxlIjp0cnVlLCJXaWR0aCI6MC4wLCJIZWlnaHQiOjAuMCwiQm9yZGVyU3R5bGUiOnsiJGlkIjoiMzEwNSIsIkxpbmVDb2xvciI6eyIkaWQiOiIzMTA2IiwiJHR5cGUiOiJOTFJFLkNvbW1vbi5Eb20uU29saWRDb2xvckJydXNoLCBOTFJFLkNvbW1vbiIsIkNvbG9yIjp7IiRpZCI6IjMxMDciLCJBIjoyNTUsIlIiOjIzNCwiRyI6MjIsIkIiOjMwfX0sIkxpbmVXZWlnaHQiOjAuMCwiTGluZVR5cGUiOjAsIlBhcmVudFN0eWxlIjpudWxsfSwiUGFyZW50U3R5bGUiOm51bGx9LCJNYXJnaW4iOnsiJGlkIjoiMzEwOCIsIlRvcCI6MC4wLCJMZWZ0IjowLjAsIlJpZ2h0IjowLjAsIkJvdHRvbSI6MC4wfSwiUGFkZGluZyI6eyIkaWQiOiIzMTA5IiwiVG9wIjowLjAsIkxlZnQiOjAuMCwiUmlnaHQiOjAuMCwiQm90dG9tIjowLjB9LCJJc1Zpc2libGUiOnRydWUsIldpZHRoIjowLjAsIkhlaWdodCI6MC4wLCJCb3JkZXJTdHlsZSI6eyIkaWQiOiIzMTEwIiwiTGluZUNvbG9yIjpudWxsLCJMaW5lV2VpZ2h0IjowLjAsIkxpbmVUeXBlIjowLCJQYXJlbnRTdHlsZSI6bnVsbH0sIlBhcmVudFN0eWxlIjpudWxsfSwiTWFyZ2luIjp7IiRpZCI6IjMxMTEiLCJUb3AiOjAuMCwiTGVmdCI6MC4wLCJSaWdodCI6MC4wLCJCb3R0b20iOjAuMH0sIlBhZGRpbmciOnsiJGlkIjoiMzExMiIsIlRvcCI6MC4wLCJMZWZ0IjowLjAsIlJpZ2h0IjowLjAsIkJvdHRvbSI6MC4wfSwiSXNWaXNpYmxlIjpmYWxzZSwiV2lkdGgiOjAuMCwiSGVpZ2h0IjowLjAsIkJvcmRlclN0eWxlIjp7IiRpZCI6IjMxMTMiLCJMaW5lQ29sb3IiOm51bGwsIkxpbmVXZWlnaHQiOjAuMCwiTGluZVR5cGUiOjAsIlBhcmVudFN0eWxlIjpudWxsfSwiUGFyZW50U3R5bGUiOm51bGx9fSx7IiRpZCI6IjMxMTQiLCJfYWN0aXZpdGllcyI6W3siJGlkIjoiMzExNSIsIl9yb3dzIjpbeyIkaWQiOiIzMTE2IiwiX3Rhc2tzIjpbeyIkaWQiOiIzMTE3IiwiX2F0dGFjaGVkTWlsZXN0b25lcyI6W10sIlRhc2tEZWZpbml0aW9uIjp7IiRpZCI6IjMxMTgiLCJHcm91cE5hbWUiOm51bGwsIlN0YXJ0RGF0ZSI6IjIwMjctMDQtMTZUMDA6MDA6MDBaIiwiRW5kRGF0ZSI6IjIwMjctMTAtMzFUMjM6NTk6MDBaIiwiUGVyY2VudGFnZUNvbXBsZXRlIjpudWxsLCJTdHlsZSI6eyIkaWQiOiIzMTE5IiwiU2hhcGUiOjEsIlNoYXBlVGhpY2tuZXNzIjowLCJEdXJhdGlvbkZvcm1hdCI6MCwiSW5jbHVkZU5vbldvcmtpbmdEYXlzSW5EdXJhdGlvbiI6ZmFsc2UsIlBlcmNlbnRhZ2VDb21wbGV0ZVN0eWxlIjp7IiRpZCI6IjMxMjAiLCJGb250U2V0dGluZ3MiOnsiJGlkIjoiMzEyMSIsIkZvbnRTaXplIjoxMCwiRm9udE5hbWUiOiJDYWxpYnJpIiwiSXNCb2xkIjpmYWxzZSwiSXNJdGFsaWMiOmZhbHNlLCJJc1VuZGVybGluZWQiOmZhbHNlLCJQYXJlbnRTdHlsZSI6bnVsbH0sIkF1dG9TaXplIjowLCJGb3JlZ3JvdW5kIjp7IiRpZCI6IjMxMjIiLCJDb2xvciI6eyIkaWQiOiIzMTIz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xMjQiLCJUb3AiOjAuMCwiTGVmdCI6MC4wLCJSaWdodCI6MC4wLCJCb3R0b20iOjAuMH0sIlBhZGRpbmciOnsiJGlkIjoiMzEyNSIsIlRvcCI6MC4wLCJMZWZ0IjowLjAsIlJpZ2h0IjowLjAsIkJvdHRvbSI6MC4wfSwiQmFja2dyb3VuZCI6eyIkaWQiOiIzMTI2IiwiQ29sb3IiOnsiJGlkIjoiMzEyNyIsIkEiOjg5LCJSIjowLCJHIjowLCJCIjowfX0sIklzVmlzaWJsZSI6dHJ1ZSwiV2lkdGgiOjAuMCwiSGVpZ2h0IjowLjAsIkJvcmRlclN0eWxlIjp7IiRpZCI6IjMxMjgiLCJMaW5lQ29sb3IiOm51bGwsIkxpbmVXZWlnaHQiOjAuMCwiTGluZVR5cGUiOjAsIlBhcmVudFN0eWxlIjpudWxsfSwiUGFyZW50U3R5bGUiOm51bGx9LCJEdXJhdGlvblN0eWxlIjp7IiRpZCI6IjMxMjkiLCJGb250U2V0dGluZ3MiOnsiJGlkIjoiMzEzMCIsIkZvbnRTaXplIjoxMCwiRm9udE5hbWUiOiJDYWxpYnJpIiwiSXNCb2xkIjpmYWxzZSwiSXNJdGFsaWMiOmZhbHNlLCJJc1VuZGVybGluZWQiOmZhbHNlLCJQYXJlbnRTdHlsZSI6bnVsbH0sIkF1dG9TaXplIjowLCJGb3JlZ3JvdW5kIjp7IiRpZCI6IjMxMzEiLCJDb2xvciI6eyIkaWQiOiIzMTM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TMzIiwiVG9wIjowLjAsIkxlZnQiOjAuMCwiUmlnaHQiOjAuMCwiQm90dG9tIjowLjB9LCJQYWRkaW5nIjp7IiRpZCI6IjMxMzQiLCJUb3AiOjAuMCwiTGVmdCI6MC4wLCJSaWdodCI6MC4wLCJCb3R0b20iOjAuMH0sIkJhY2tncm91bmQiOnsiJGlkIjoiMzEzNSIsIkNvbG9yIjp7IiRpZCI6IjMxMzYiLCJBIjoyNTUsIlIiOjY4LCJHIjo4NCwiQiI6MTA2fX0sIklzVmlzaWJsZSI6dHJ1ZSwiV2lkdGgiOjAuMCwiSGVpZ2h0IjowLjAsIkJvcmRlclN0eWxlIjp7IiRpZCI6IjMxMzciLCJMaW5lQ29sb3IiOm51bGwsIkxpbmVXZWlnaHQiOjAuMCwiTGluZVR5cGUiOjAsIlBhcmVudFN0eWxlIjpudWxsfSwiUGFyZW50U3R5bGUiOm51bGx9LCJIb3Jpem9udGFsQ29ubmVjdG9yU3R5bGUiOnsiJGlkIjoiMzEzOCIsIkxpbmVDb2xvciI6eyIkaWQiOiIzMTM5IiwiJHR5cGUiOiJOTFJFLkNvbW1vbi5Eb20uU29saWRDb2xvckJydXNoLCBOTFJFLkNvbW1vbiIsIkNvbG9yIjp7IiRpZCI6IjMxNDAiLCJBIjoyNTUsIlIiOjAsIkciOjAsIkIiOjB9fSwiTGluZVdlaWdodCI6MC4wLCJMaW5lVHlwZSI6MCwiUGFyZW50U3R5bGUiOm51bGx9LCJWZXJ0aWNhbENvbm5lY3RvclN0eWxlIjp7IiRpZCI6IjMxNDEiLCJMaW5lQ29sb3IiOnsiJGlkIjoiMzE0MiIsIiR0eXBlIjoiTkxSRS5Db21tb24uRG9tLlNvbGlkQ29sb3JCcnVzaCwgTkxSRS5Db21tb24iLCJDb2xvciI6eyIkaWQiOiIzMTQ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zMTQ0IiwiU2hhcGVTdHlsZSI6eyIkaWQiOiIzMTQ1IiwiTWFyZ2luIjp7IiRpZCI6IjMxNDYiLCJUb3AiOjAuMCwiTGVmdCI6MC4wLCJSaWdodCI6MC4wLCJCb3R0b20iOjAuMH0sIlBhZGRpbmciOnsiJGlkIjoiMzE0NyIsIlRvcCI6MC4wLCJMZWZ0IjowLjAsIlJpZ2h0IjowLjAsIkJvdHRvbSI6MC4wfSwiQmFja2dyb3VuZCI6eyIkaWQiOiIzMTQ4IiwiQ29sb3IiOnsiJGlkIjoiMzE0OSIsIkEiOjE1MywiUiI6MCwiRyI6MCwiQiI6MH19LCJJc1Zpc2libGUiOnRydWUsIldpZHRoIjowLjAsIkhlaWdodCI6MC4wLCJCb3JkZXJTdHlsZSI6bnVsbCwiUGFyZW50U3R5bGUiOm51bGx9LCJNYXJnaW4iOnsiJGlkIjoiMzE1MCIsIlRvcCI6MC4wLCJMZWZ0IjowLjAsIlJpZ2h0IjowLjAsIkJvdHRvbSI6MC4wfSwiUGFkZGluZyI6eyIkaWQiOiIzMTUxIiwiVG9wIjowLjAsIkxlZnQiOjAuMCwiUmlnaHQiOjAuMCwiQm90dG9tIjowLjB9LCJCYWNrZ3JvdW5kIjpudWxsLCJJc1Zpc2libGUiOnRydWUsIldpZHRoIjowLjAsIkhlaWdodCI6MC4wLCJCb3JkZXJTdHlsZSI6bnVsbCwiUGFyZW50U3R5bGUiOm51bGx9LCJTaGFwZVN0eWxlIjp7IiRpZCI6IjMxNTIiLCJNYXJnaW4iOnsiJGlkIjoiMzE1MyIsIlRvcCI6MC4wLCJMZWZ0Ijo0LjAsIlJpZ2h0Ijo0LjAsIkJvdHRvbSI6MC4wfSwiUGFkZGluZyI6eyIkaWQiOiIzMTU0IiwiVG9wIjowLjAsIkxlZnQiOjAuMCwiUmlnaHQiOjAuMCwiQm90dG9tIjowLjB9LCJCYWNrZ3JvdW5kIjp7IiRpZCI6IjMxNTUiLCJDb2xvciI6eyIkaWQiOiIzMTU2IiwiQSI6MjU1LCJSIjoyNTUsIkciOjE5MiwiQiI6MH19LCJJc1Zpc2libGUiOnRydWUsIldpZHRoIjowLjAsIkhlaWdodCI6MTAuMCwiQm9yZGVyU3R5bGUiOnsiJGlkIjoiMzE1NyIsIkxpbmVDb2xvciI6eyIkaWQiOiIzMTU4IiwiJHR5cGUiOiJOTFJFLkNvbW1vbi5Eb20uU29saWRDb2xvckJydXNoLCBOTFJFLkNvbW1vbiIsIkNvbG9yIjp7IiRpZCI6IjMxNTkiLCJBIjoyNTUsIlIiOjIzNCwiRyI6MjIsIkIiOjMwfX0sIkxpbmVXZWlnaHQiOjAuMCwiTGluZVR5cGUiOjAsIlBhcmVudFN0eWxlIjpudWxsfSwiUGFyZW50U3R5bGUiOm51bGx9LCJUaXRsZVN0eWxlIjp7IiRpZCI6IjMxNjAiLCJGb250U2V0dGluZ3MiOnsiJGlkIjoiMzE2MSIsIkZvbnRTaXplIjoxMSwiRm9udE5hbWUiOiJUaXRpbGxpdW0gV2ViIiwiSXNCb2xkIjpmYWxzZSwiSXNJdGFsaWMiOmZhbHNlLCJJc1VuZGVybGluZWQiOmZhbHNlLCJQYXJlbnRTdHlsZSI6bnVsbH0sIkF1dG9TaXplIjowLCJGb3JlZ3JvdW5kIjp7IiRpZCI6IjMxNjIiLCJDb2xvciI6eyIkaWQiOiIzMTY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xNjQiLCJUb3AiOjAuMCwiTGVmdCI6MC4wLCJSaWdodCI6MC4wLCJCb3R0b20iOjAuMH0sIlBhZGRpbmciOnsiJGlkIjoiMzE2NSIsIlRvcCI6MC4wLCJMZWZ0IjowLjAsIlJpZ2h0IjowLjAsIkJvdHRvbSI6MC4wfSwiQmFja2dyb3VuZCI6eyIkaWQiOiIzMTY2IiwiQ29sb3IiOnsiJGlkIjoiMzE2NyIsIkEiOjAsIlIiOjI1NSwiRyI6MjU1LCJCIjoyNTV9fSwiSXNWaXNpYmxlIjp0cnVlLCJXaWR0aCI6MC4wLCJIZWlnaHQiOjAuMCwiQm9yZGVyU3R5bGUiOnsiJGlkIjoiMzE2OCIsIkxpbmVDb2xvciI6bnVsbCwiTGluZVdlaWdodCI6MC4wLCJMaW5lVHlwZSI6MCwiUGFyZW50U3R5bGUiOm51bGx9LCJQYXJlbnRTdHlsZSI6bnVsbH0sIkRhdGVTdHlsZSI6eyIkaWQiOiIzMTY5IiwiRm9udFNldHRpbmdzIjp7IiRpZCI6IjMxNzAiLCJGb250U2l6ZSI6MTAsIkZvbnROYW1lIjoiVGl0aWxsaXVtIFdlYiIsIklzQm9sZCI6ZmFsc2UsIklzSXRhbGljIjpmYWxzZSwiSXNVbmRlcmxpbmVkIjpmYWxzZSwiUGFyZW50U3R5bGUiOm51bGx9LCJBdXRvU2l6ZSI6MCwiRm9yZWdyb3VuZCI6eyIkaWQiOiIzMTcxIiwiQ29sb3IiOnsiJGlkIjoiMzE3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MTczIiwiVG9wIjowLjAsIkxlZnQiOjAuMCwiUmlnaHQiOjAuMCwiQm90dG9tIjowLjB9LCJQYWRkaW5nIjp7IiRpZCI6IjMxNzQiLCJUb3AiOjAuMCwiTGVmdCI6MC4wLCJSaWdodCI6MC4wLCJCb3R0b20iOjAuMH0sIkJhY2tncm91bmQiOnsiJGlkIjoiMzE3NSIsIkNvbG9yIjp7IiRpZCI6IjMxNzYiLCJBIjowLCJSIjoyNTUsIkciOjI1NSwiQiI6MjU1fX0sIklzVmlzaWJsZSI6dHJ1ZSwiV2lkdGgiOjAuMCwiSGVpZ2h0IjowLjAsIkJvcmRlclN0eWxlIjp7IiRpZCI6IjMxNzciLCJMaW5lQ29sb3IiOm51bGwsIkxpbmVXZWlnaHQiOjAuMCwiTGluZVR5cGUiOjAsIlBhcmVudFN0eWxlIjpudWxsfSwiUGFyZW50U3R5bGUiOm51bGx9LCJEYXRlRm9ybWF0Ijp7IiRpZCI6IjMx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3OSIsIkZvcm1hdCI6MCwiSXNWaXNpYmxlIjpmYWxzZSwiTGFzdEtub3duVmlzaWJpbGl0eVN0YXRlIjpmYWxzZX0sIklzVmlzaWJsZSI6dHJ1ZSwiVmFyaWFuY2VTdHlsZSI6eyIkaWQiOiIzMTgwIiwiVGV4dFN0eWxlIjp7IiRpZCI6IjMxODEiLCJGb250U2V0dGluZ3MiOnsiJGlkIjoiMzE4MiIsIkZvbnRTaXplIjoxMCwiRm9udE5hbWUiOiJDYWxpYnJpIiwiSXNCb2xkIjpmYWxzZSwiSXNJdGFsaWMiOmZhbHNlLCJJc1VuZGVybGluZWQiOmZhbHNlLCJQYXJlbnRTdHlsZSI6bnVsbH0sIkF1dG9TaXplIjowLCJGb3JlZ3JvdW5kIjp7IiRpZCI6IjMxODMiLCJDb2xvciI6eyIkaWQiOiIzMT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xODUiLCJUb3AiOjAuMCwiTGVmdCI6MC4wLCJSaWdodCI6MC4wLCJCb3R0b20iOjAuMH0sIlBhZGRpbmciOnsiJGlkIjoiMzE4NiIsIlRvcCI6MC4wLCJMZWZ0IjowLjAsIlJpZ2h0IjowLjAsIkJvdHRvbSI6MC4wfSwiQmFja2dyb3VuZCI6eyIkaWQiOiIzMTg3IiwiQ29sb3IiOnsiJGlkIjoiMzE4OCIsIkEiOjI1NSwiUiI6MCwiRyI6MCwiQiI6MH19LCJJc1Zpc2libGUiOnRydWUsIldpZHRoIjowLjAsIkhlaWdodCI6MC4wLCJCb3JkZXJTdHlsZSI6eyIkaWQiOiIzMTg5IiwiTGluZUNvbG9yIjpudWxsLCJMaW5lV2VpZ2h0IjowLjAsIkxpbmVUeXBlIjowLCJQYXJlbnRTdHlsZSI6bnVsbH0sIlBhcmVudFN0eWxlIjpudWxsfSwiUGFyZW50U3R5bGUiOm51bGx9LCJQYXJlbnRTdHlsZSI6bnVsbH0sIkluZGV4IjoyMSwiU21hcnREdXJhdGlvbkFjdGl2YXRlZCI6ZmFsc2UsIkRhdGVGb3JtYXQiOnsiJHJlZiI6IjMxNzgifSwiV2Vla051bWJlcmluZyI6eyIkaWQiOiIzMTkwIiwiRm9ybWF0IjowLCJJc1Zpc2libGUiOmZhbHNlLCJMYXN0S25vd25WaXNpYmlsaXR5U3RhdGUiOmZhbHNlfSwiQmFzZWxpbmVEYXRhIjp7IiRpZCI6IjMxOTEiLCJTdGFydERhdGUiOiIyMDI3LTA0LTE2VDAwOjAwOjAwIiwiRW5kRGF0ZSI6IjIwMjctMTAtMzFUMjM6NTk6MDAifSwiSWQiOiIyMjY2N2IxZi01MTY0LTRhZTItOWIyMi0yNDExMTNhMTdlYjEiLCJJbXBvcnRJZCI6bnVsbCwiVGl0bGUiOiJWZXJzacOzbiBmaW5hbCAoU3ByaW50cyAyOC0zMCkiLCJOb3RlIjpudWxsLCJIeXBlcmxpbmsiOnsiJGlkIjoiMzE5MiIsIkFkZHJlc3MiOiIiLCJTdWJBZGRyZXNzIjoiIn0sIklzQ2hhbmdlZCI6ZmFsc2UsIklzTmV3IjpmYWxzZX19XSwiX21pbGVzdG9uZXMiOltdLCJJZCI6IjAwMDAwMDAwLTAwMDAtMDAwMC0wMDAwLTAwMDAwMDAwMDAwMCIsIklzU2luZ2xlSXRlbVJvdyI6dHJ1ZX1dLCJJbmRleCI6MjAsIklkIjoiNDU1Y2ZkMjAtNWNhOC00MGI3LTkxOTgtYmYxMGUwMDM1NWY2IiwiSGVhZGVyVGV4dCI6bnVsbCwiSXNEZWZhdWx0Ijp0cnVlLCJTdHlsZSI6eyIkaWQiOiIzMTkzIiwiSGVhZGVyU3R5bGUiOnsiJGlkIjoiMzE5NCIsIlRleHRTdHlsZSI6eyIkaWQiOiIzMTk1IiwiRm9udFNldHRpbmdzIjp7IiRpZCI6IjMxOTYiLCJGb250U2l6ZSI6MTEsIkZvbnROYW1lIjoiQ2FsaWJyaSIsIklzQm9sZCI6ZmFsc2UsIklzSXRhbGljIjpmYWxzZSwiSXNVbmRlcmxpbmVkIjpmYWxzZSwiUGFyZW50U3R5bGUiOm51bGx9LCJBdXRvU2l6ZSI6MiwiRm9yZWdyb3VuZCI6eyIkaWQiOiIzMTk3IiwiQ29sb3IiOnsiJGlkIjoiMzE5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xOTkiLCJUb3AiOjAuMCwiTGVmdCI6MC4wLCJSaWdodCI6MC4wLCJCb3R0b20iOjAuMH0sIlBhZGRpbmciOnsiJGlkIjoiMzIwMCIsIlRvcCI6MC4wLCJMZWZ0IjowLjAsIlJpZ2h0IjowLjAsIkJvdHRvbSI6MC4wfSwiQmFja2dyb3VuZCI6eyIkaWQiOiIzMjAxIiwiQ29sb3IiOnsiJGlkIjoiMzIwMiIsIkEiOjI1NSwiUiI6NjQsIkciOjY0LCJCIjo2NH19LCJJc1Zpc2libGUiOnRydWUsIldpZHRoIjowLjAsIkhlaWdodCI6MC4wLCJCb3JkZXJTdHlsZSI6bnVsbCwiUGFyZW50U3R5bGUiOm51bGx9LCJSZWN0YW5nbGVTdHlsZSI6eyIkaWQiOiIzMjAzIiwiTWFyZ2luIjp7IiRpZCI6IjMyMDQiLCJUb3AiOjAuMCwiTGVmdCI6MC4wLCJSaWdodCI6MC4wLCJCb3R0b20iOjAuMH0sIlBhZGRpbmciOnsiJGlkIjoiMzIwNSIsIlRvcCI6MC4wLCJMZWZ0IjowLjAsIlJpZ2h0IjowLjAsIkJvdHRvbSI6MC4wfSwiQmFja2dyb3VuZCI6eyIkaWQiOiIzMjA2IiwiQ29sb3IiOnsiJGlkIjoiMzIwNyIsIkEiOjEyNywiUiI6MjU1LCJHIjoxOTIsIkIiOjB9fSwiSXNWaXNpYmxlIjp0cnVlLCJXaWR0aCI6MC4wLCJIZWlnaHQiOjAuMCwiQm9yZGVyU3R5bGUiOnsiJGlkIjoiMzIwOCIsIkxpbmVDb2xvciI6eyIkaWQiOiIzMjA5IiwiJHR5cGUiOiJOTFJFLkNvbW1vbi5Eb20uU29saWRDb2xvckJydXNoLCBOTFJFLkNvbW1vbiIsIkNvbG9yIjp7IiRpZCI6IjMyMTAiLCJBIjoyNTUsIlIiOjI1NSwiRyI6MjU1LCJCIjoyNTV9fSwiTGluZVdlaWdodCI6MC4wLCJMaW5lVHlwZSI6MCwiUGFyZW50U3R5bGUiOm51bGx9LCJQYXJlbnRTdHlsZSI6bnVsbH0sIk1hcmdpbiI6eyIkaWQiOiIzMjExIiwiVG9wIjowLjAsIkxlZnQiOjAuMCwiUmlnaHQiOjAuMCwiQm90dG9tIjowLjB9LCJQYWRkaW5nIjp7IiRpZCI6IjMyMTIiLCJUb3AiOjAuMCwiTGVmdCI6MC4wLCJSaWdodCI6MC4wLCJCb3R0b20iOjAuMH0sIkJhY2tncm91bmQiOm51bGwsIklzVmlzaWJsZSI6dHJ1ZSwiV2lkdGgiOjAuMCwiSGVpZ2h0IjowLjAsIkJvcmRlclN0eWxlIjpudWxsLCJQYXJlbnRTdHlsZSI6bnVsbH0sIkJhY2tncm91bmRTdHlsZSI6eyIkaWQiOiIzMjEzIiwiTWFyZ2luIjp7IiRpZCI6IjMyMTQiLCJUb3AiOjAuMCwiTGVmdCI6MC4wLCJSaWdodCI6MC4wLCJCb3R0b20iOjAuMH0sIlBhZGRpbmciOnsiJGlkIjoiMzIxNSIsIlRvcCI6MC4wLCJMZWZ0IjowLjAsIlJpZ2h0IjowLjAsIkJvdHRvbSI6MC4wfSwiQmFja2dyb3VuZCI6eyIkaWQiOiIzMjE2IiwiQ29sb3IiOnsiJGlkIjoiMzIxNyIsIkEiOjUxLCJSIjoyMDAsIkciOjIwMCwiQiI6MjAwfX0sIklzVmlzaWJsZSI6dHJ1ZSwiV2lkdGgiOjAuMCwiSGVpZ2h0IjowLjAsIkJvcmRlclN0eWxlIjp7IiRpZCI6IjMyMTgiLCJMaW5lQ29sb3IiOnsiJGlkIjoiMzIxOSIsIiR0eXBlIjoiTkxSRS5Db21tb24uRG9tLlNvbGlkQ29sb3JCcnVzaCwgTkxSRS5Db21tb24iLCJDb2xvciI6eyIkaWQiOiIzMjIwIiwiQSI6MjU1LCJSIjoyMzQsIkciOjIyLCJCIjozMH19LCJMaW5lV2VpZ2h0IjowLjAsIkxpbmVUeXBlIjowLCJQYXJlbnRTdHlsZSI6bnVsbH0sIlBhcmVudFN0eWxlIjpudWxsfSwiTWFyZ2luIjp7IiRpZCI6IjMyMjEiLCJUb3AiOjAuMCwiTGVmdCI6MC4wLCJSaWdodCI6MC4wLCJCb3R0b20iOjAuMH0sIlBhZGRpbmciOnsiJGlkIjoiMzIyMiIsIlRvcCI6MC4wLCJMZWZ0IjowLjAsIlJpZ2h0IjowLjAsIkJvdHRvbSI6MC4wfSwiSXNWaXNpYmxlIjp0cnVlLCJXaWR0aCI6MC4wLCJIZWlnaHQiOjAuMCwiQm9yZGVyU3R5bGUiOnsiJGlkIjoiMzIyMyIsIkxpbmVDb2xvciI6bnVsbCwiTGluZVdlaWdodCI6MC4wLCJMaW5lVHlwZSI6MCwiUGFyZW50U3R5bGUiOm51bGx9LCJQYXJlbnRTdHlsZSI6bnVsbH19XSwiSWQiOiI4ODZiNzcwZi1mYjRjLTRmYTMtYTFkMy1jNzE4OTZhMTEyN2YiLCJJbmRleCI6MjAsIkhlYWRlclRleHQiOiJSVE0iLCJTdHlsZSI6eyIkaWQiOiIzMjI0IiwiU3R5bGVJZCI6Ijk4NTEzZTEwLTU1MWMtNGYzMC1hYzExLWEwNjkwZTkwMzEzNCIsIkhlYWRlclN0eWxlIjp7IiRpZCI6IjMyMjUiLCJUZXh0SXNWZXJ0aWNhbCI6ZmFsc2UsIlRleHRTdHlsZSI6eyIkaWQiOiIzMjI2IiwiRm9udFNldHRpbmdzIjp7IiRpZCI6IjMyMjciLCJGb250U2l6ZSI6MTEsIkZvbnROYW1lIjoiVGl0aWxsaXVtIFdlYiIsIklzQm9sZCI6ZmFsc2UsIklzSXRhbGljIjpmYWxzZSwiSXNVbmRlcmxpbmVkIjpmYWxzZSwiUGFyZW50U3R5bGUiOm51bGx9LCJBdXRvU2l6ZSI6MiwiRm9yZWdyb3VuZCI6eyIkaWQiOiIzMjI4IiwiQ29sb3IiOnsiJGlkIjoiMzIy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yMzAiLCJUb3AiOjAuMCwiTGVmdCI6MC4wLCJSaWdodCI6MC4wLCJCb3R0b20iOjAuMH0sIlBhZGRpbmciOnsiJGlkIjoiMzIzMSIsIlRvcCI6MC4wLCJMZWZ0IjowLjAsIlJpZ2h0IjowLjAsIkJvdHRvbSI6MC4wfSwiQmFja2dyb3VuZCI6eyIkaWQiOiIzMjMyIiwiQ29sb3IiOnsiJGlkIjoiMzIzMyIsIkEiOjI1NSwiUiI6MzgsIkciOjM4LCJCIjozOH19LCJJc1Zpc2libGUiOnRydWUsIldpZHRoIjowLjAsIkhlaWdodCI6MC4wLCJCb3JkZXJTdHlsZSI6bnVsbCwiUGFyZW50U3R5bGUiOm51bGx9LCJSZWN0YW5nbGVTdHlsZSI6eyIkaWQiOiIzMjM0IiwiTWFyZ2luIjp7IiRpZCI6IjMyMzUiLCJUb3AiOjAuMCwiTGVmdCI6MC4wLCJSaWdodCI6MC4wLCJCb3R0b20iOjAuMH0sIlBhZGRpbmciOnsiJGlkIjoiMzIzNiIsIlRvcCI6MC4wLCJMZWZ0IjowLjAsIlJpZ2h0IjowLjAsIkJvdHRvbSI6MC4wfSwiQmFja2dyb3VuZCI6eyIkaWQiOiIzMjM3IiwiQ29sb3IiOnsiJGlkIjoiMzIzOCIsIkEiOjI1NSwiUiI6MjU1LCJHIjoxOTIsIkIiOjB9fSwiSXNWaXNpYmxlIjp0cnVlLCJXaWR0aCI6MC4wLCJIZWlnaHQiOjAuMCwiQm9yZGVyU3R5bGUiOnsiJGlkIjoiMzIzOSIsIkxpbmVDb2xvciI6eyIkaWQiOiIzMjQwIiwiJHR5cGUiOiJOTFJFLkNvbW1vbi5Eb20uU29saWRDb2xvckJydXNoLCBOTFJFLkNvbW1vbiIsIkNvbG9yIjp7IiRpZCI6IjMyNDEiLCJBIjoyNTUsIlIiOjI1NSwiRyI6MjU1LCJCIjoyNTV9fSwiTGluZVdlaWdodCI6MC4wLCJMaW5lVHlwZSI6MCwiUGFyZW50U3R5bGUiOm51bGx9LCJQYXJlbnRTdHlsZSI6bnVsbH0sIk1hcmdpbiI6eyIkaWQiOiIzMjQyIiwiVG9wIjowLjAsIkxlZnQiOjAuMCwiUmlnaHQiOjAuMCwiQm90dG9tIjowLjB9LCJQYWRkaW5nIjp7IiRpZCI6IjMyNDMiLCJUb3AiOjAuMCwiTGVmdCI6MC4wLCJSaWdodCI6MC4wLCJCb3R0b20iOjAuMH0sIkJhY2tncm91bmQiOm51bGwsIklzVmlzaWJsZSI6dHJ1ZSwiV2lkdGgiOjAuMCwiSGVpZ2h0IjowLjAsIkJvcmRlclN0eWxlIjpudWxsLCJQYXJlbnRTdHlsZSI6bnVsbH0sIkJhY2tncm91bmRTdHlsZSI6eyIkaWQiOiIzMjQ0IiwiTWFyZ2luIjp7IiRpZCI6IjMyNDUiLCJUb3AiOjAuMCwiTGVmdCI6MC4wLCJSaWdodCI6MC4wLCJCb3R0b20iOjAuMH0sIlBhZGRpbmciOnsiJGlkIjoiMzI0NiIsIlRvcCI6MC4wLCJMZWZ0IjowLjAsIlJpZ2h0IjowLjAsIkJvdHRvbSI6MC4wfSwiQmFja2dyb3VuZCI6eyIkaWQiOiIzMjQ3IiwiQ29sb3IiOnsiJGlkIjoiMzI0OCIsIkEiOjUxLCJSIjoyMDAsIkciOjIwMCwiQiI6MjAwfX0sIklzVmlzaWJsZSI6dHJ1ZSwiV2lkdGgiOjAuMCwiSGVpZ2h0IjowLjAsIkJvcmRlclN0eWxlIjp7IiRpZCI6IjMyNDkiLCJMaW5lQ29sb3IiOnsiJGlkIjoiMzI1MCIsIiR0eXBlIjoiTkxSRS5Db21tb24uRG9tLlNvbGlkQ29sb3JCcnVzaCwgTkxSRS5Db21tb24iLCJDb2xvciI6eyIkaWQiOiIzMjUxIiwiQSI6MjU1LCJSIjoyMzQsIkciOjIyLCJCIjozMH19LCJMaW5lV2VpZ2h0IjowLjAsIkxpbmVUeXBlIjowLCJQYXJlbnRTdHlsZSI6bnVsbH0sIlBhcmVudFN0eWxlIjpudWxsfSwiSXNBYm92ZVRpbWViYW5kIjpmYWxzZSwiU3BhY2luZyI6MiwiRGVmYXVsdFN3aW1sYW5lVGFza1N0eWxlIjp7IiRpZCI6IjMyNTIiLCIkdHlwZSI6Ik5MUkUuQ29tbW9uLkRvbS5TdHlsZXMuRXhwbGljaXRTZXRhYmxlVGFza1N0eWxlLCBOTFJFLkNvbW1vbiIsIlNoYXBlIjoxLCJTaGFwZVRoaWNrbmVzcyI6MCwiRHVyYXRpb25Gb3JtYXQiOjAsIkluY2x1ZGVOb25Xb3JraW5nRGF5c0luRHVyYXRpb24iOmZhbHNlLCJQZXJjZW50YWdlQ29tcGxldGVTdHlsZSI6eyIkaWQiOiIzMjUzIiwiRm9udFNldHRpbmdzIjp7IiRpZCI6IjMyNTQiLCJGb250U2l6ZSI6MTAsIkZvbnROYW1lIjoiQ2FsaWJyaSIsIklzQm9sZCI6ZmFsc2UsIklzSXRhbGljIjpmYWxzZSwiSXNVbmRlcmxpbmVkIjpmYWxzZSwiUGFyZW50U3R5bGUiOm51bGx9LCJBdXRvU2l6ZSI6MCwiRm9yZWdyb3VuZCI6eyIkaWQiOiIzMjU1IiwiQ29sb3IiOnsiJGlkIjoiMzI1N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jU3IiwiVG9wIjowLjAsIkxlZnQiOjAuMCwiUmlnaHQiOjAuMCwiQm90dG9tIjowLjB9LCJQYWRkaW5nIjp7IiRpZCI6IjMyNTgiLCJUb3AiOjAuMCwiTGVmdCI6MC4wLCJSaWdodCI6MC4wLCJCb3R0b20iOjAuMH0sIkJhY2tncm91bmQiOnsiJGlkIjoiMzI1OSIsIkNvbG9yIjp7IiRpZCI6IjMyNjAiLCJBIjo4OSwiUiI6MCwiRyI6MCwiQiI6MH19LCJJc1Zpc2libGUiOnRydWUsIldpZHRoIjowLjAsIkhlaWdodCI6MC4wLCJCb3JkZXJTdHlsZSI6eyIkaWQiOiIzMjYxIiwiTGluZUNvbG9yIjpudWxsLCJMaW5lV2VpZ2h0IjowLjAsIkxpbmVUeXBlIjowLCJQYXJlbnRTdHlsZSI6bnVsbH0sIlBhcmVudFN0eWxlIjpudWxsfSwiRHVyYXRpb25TdHlsZSI6eyIkaWQiOiIzMjYyIiwiRm9udFNldHRpbmdzIjp7IiRpZCI6IjMyNjMiLCJGb250U2l6ZSI6MTAsIkZvbnROYW1lIjoiQ2FsaWJyaSIsIklzQm9sZCI6ZmFsc2UsIklzSXRhbGljIjpmYWxzZSwiSXNVbmRlcmxpbmVkIjpmYWxzZSwiUGFyZW50U3R5bGUiOm51bGx9LCJBdXRvU2l6ZSI6MCwiRm9yZWdyb3VuZCI6eyIkaWQiOiIzMjY0IiwiQ29sb3IiOnsiJGlkIjoiMzI2N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I2NiIsIlRvcCI6MC4wLCJMZWZ0IjowLjAsIlJpZ2h0IjowLjAsIkJvdHRvbSI6MC4wfSwiUGFkZGluZyI6eyIkaWQiOiIzMjY3IiwiVG9wIjowLjAsIkxlZnQiOjAuMCwiUmlnaHQiOjAuMCwiQm90dG9tIjowLjB9LCJCYWNrZ3JvdW5kIjp7IiRpZCI6IjMyNjgiLCJDb2xvciI6eyIkaWQiOiIzMjY5IiwiQSI6MjU1LCJSIjo2OCwiRyI6ODQsIkIiOjEwNn19LCJJc1Zpc2libGUiOnRydWUsIldpZHRoIjowLjAsIkhlaWdodCI6MC4wLCJCb3JkZXJTdHlsZSI6eyIkaWQiOiIzMjcwIiwiTGluZUNvbG9yIjpudWxsLCJMaW5lV2VpZ2h0IjowLjAsIkxpbmVUeXBlIjowLCJQYXJlbnRTdHlsZSI6bnVsbH0sIlBhcmVudFN0eWxlIjpudWxsfSwiSG9yaXpvbnRhbENvbm5lY3RvclN0eWxlIjp7IiRpZCI6IjMyNzEiLCJMaW5lQ29sb3IiOnsiJGlkIjoiMzI3MiIsIiR0eXBlIjoiTkxSRS5Db21tb24uRG9tLlNvbGlkQ29sb3JCcnVzaCwgTkxSRS5Db21tb24iLCJDb2xvciI6eyIkaWQiOiIzMjczIiwiQSI6MjU1LCJSIjowLCJHIjowLCJCIjowfX0sIkxpbmVXZWlnaHQiOjAuMCwiTGluZVR5cGUiOjAsIlBhcmVudFN0eWxlIjpudWxsfSwiVmVydGljYWxDb25uZWN0b3JTdHlsZSI6eyIkaWQiOiIzMjc0IiwiTGluZUNvbG9yIjp7IiRpZCI6IjMyNzUiLCIkdHlwZSI6Ik5MUkUuQ29tbW9uLkRvbS5Tb2xpZENvbG9yQnJ1c2gsIE5MUkUuQ29tbW9uIiwiQ29sb3IiOnsiJGlkIjoiMzI3Ni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yNzciLCJTaGFwZVN0eWxlIjp7IiRpZCI6IjMyNzgiLCJNYXJnaW4iOnsiJGlkIjoiMzI3OSIsIlRvcCI6MC4wLCJMZWZ0IjowLjAsIlJpZ2h0IjowLjAsIkJvdHRvbSI6MC4wfSwiUGFkZGluZyI6eyIkaWQiOiIzMjgwIiwiVG9wIjowLjAsIkxlZnQiOjAuMCwiUmlnaHQiOjAuMCwiQm90dG9tIjowLjB9LCJCYWNrZ3JvdW5kIjp7IiRpZCI6IjMyODEiLCJDb2xvciI6eyIkaWQiOiIzMjgyIiwiQSI6MTUzLCJSIjowLCJHIjowLCJCIjowfX0sIklzVmlzaWJsZSI6dHJ1ZSwiV2lkdGgiOjAuMCwiSGVpZ2h0IjowLjAsIkJvcmRlclN0eWxlIjp7IiRpZCI6IjMyODMiLCJMaW5lQ29sb3IiOnsiJGlkIjoiMzI4NCIsIiR0eXBlIjoiTkxSRS5Db21tb24uRG9tLlNvbGlkQ29sb3JCcnVzaCwgTkxSRS5Db21tb24iLCJDb2xvciI6eyIkaWQiOiIzMjg1IiwiQSI6MjU1LCJSIjoyNTUsIkciOjAsIkIiOjB9fSwiTGluZVdlaWdodCI6MC4wLCJMaW5lVHlwZSI6MCwiUGFyZW50U3R5bGUiOm51bGx9LCJQYXJlbnRTdHlsZSI6bnVsbH0sIk1hcmdpbiI6eyIkaWQiOiIzMjg2IiwiVG9wIjowLjAsIkxlZnQiOjAuMCwiUmlnaHQiOjAuMCwiQm90dG9tIjowLjB9LCJQYWRkaW5nIjp7IiRpZCI6IjMyODciLCJUb3AiOjAuMCwiTGVmdCI6MC4wLCJSaWdodCI6MC4wLCJCb3R0b20iOjAuMH0sIkJhY2tncm91bmQiOm51bGwsIklzVmlzaWJsZSI6dHJ1ZSwiV2lkdGgiOjAuMCwiSGVpZ2h0IjowLjAsIkJvcmRlclN0eWxlIjpudWxsLCJQYXJlbnRTdHlsZSI6bnVsbH0sIlNoYXBlU3R5bGUiOnsiJGlkIjoiMzI4OCIsIk1hcmdpbiI6eyIkaWQiOiIzMjg5IiwiVG9wIjowLjAsIkxlZnQiOjQuMCwiUmlnaHQiOjQuMCwiQm90dG9tIjowLjB9LCJQYWRkaW5nIjp7IiRpZCI6IjMyOTAiLCJUb3AiOjAuMCwiTGVmdCI6MC4wLCJSaWdodCI6MC4wLCJCb3R0b20iOjAuMH0sIkJhY2tncm91bmQiOnsiJGlkIjoiMzI5MSIsIkNvbG9yIjp7IiRpZCI6IjMyOTIiLCJBIjoyNTUsIlIiOjI1NSwiRyI6MTkyLCJCIjowfX0sIklzVmlzaWJsZSI6dHJ1ZSwiV2lkdGgiOjAuMCwiSGVpZ2h0IjoxMC4wLCJCb3JkZXJTdHlsZSI6eyIkaWQiOiIzMjkzIiwiTGluZUNvbG9yIjp7IiRpZCI6IjMyOTQiLCIkdHlwZSI6Ik5MUkUuQ29tbW9uLkRvbS5Tb2xpZENvbG9yQnJ1c2gsIE5MUkUuQ29tbW9uIiwiQ29sb3IiOnsiJGlkIjoiMzI5NSIsIkEiOjI1NSwiUiI6MjM0LCJHIjoyMiwiQiI6MzB9fSwiTGluZVdlaWdodCI6MC4wLCJMaW5lVHlwZSI6MCwiUGFyZW50U3R5bGUiOm51bGx9LCJQYXJlbnRTdHlsZSI6bnVsbH0sIlRpdGxlU3R5bGUiOnsiJGlkIjoiMzI5NiIsIkZvbnRTZXR0aW5ncyI6eyIkaWQiOiIzMjk3IiwiRm9udFNpemUiOjExLCJGb250TmFtZSI6IkNhbGlicmkiLCJJc0JvbGQiOmZhbHNlLCJJc0l0YWxpYyI6ZmFsc2UsIklzVW5kZXJsaW5lZCI6ZmFsc2UsIlBhcmVudFN0eWxlIjpudWxsfSwiQXV0b1NpemUiOjAsIkZvcmVncm91bmQiOnsiJGlkIjoiMzI5OCIsIkNvbG9yIjp7IiRpZCI6IjMy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wMCIsIlRvcCI6MC4wLCJMZWZ0IjowLjAsIlJpZ2h0IjowLjAsIkJvdHRvbSI6MC4wfSwiUGFkZGluZyI6eyIkaWQiOiIzMzAxIiwiVG9wIjowLjAsIkxlZnQiOjAuMCwiUmlnaHQiOjAuMCwiQm90dG9tIjowLjB9LCJCYWNrZ3JvdW5kIjp7IiRpZCI6IjMzMDIiLCJDb2xvciI6eyIkaWQiOiIzMzAzIiwiQSI6MjU1LCJSIjowLCJHIjowLCJCIjowfX0sIklzVmlzaWJsZSI6dHJ1ZSwiV2lkdGgiOjAuMCwiSGVpZ2h0IjowLjAsIkJvcmRlclN0eWxlIjp7IiRpZCI6IjMzMDQiLCJMaW5lQ29sb3IiOm51bGwsIkxpbmVXZWlnaHQiOjAuMCwiTGluZVR5cGUiOjAsIlBhcmVudFN0eWxlIjpudWxsfSwiUGFyZW50U3R5bGUiOm51bGx9LCJEYXRlU3R5bGUiOnsiJGlkIjoiMzMwNSIsIkZvbnRTZXR0aW5ncyI6eyIkaWQiOiIzMzA2IiwiRm9udFNpemUiOjEwLCJGb250TmFtZSI6IkNhbGlicmkiLCJJc0JvbGQiOmZhbHNlLCJJc0l0YWxpYyI6ZmFsc2UsIklzVW5kZXJsaW5lZCI6ZmFsc2UsIlBhcmVudFN0eWxlIjpudWxsfSwiQXV0b1NpemUiOjAsIkZvcmVncm91bmQiOnsiJGlkIjoiMzMwNyIsIkNvbG9yIjp7IiRpZCI6IjMzMDg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MzMDkiLCJUb3AiOjAuMCwiTGVmdCI6MC4wLCJSaWdodCI6MC4wLCJCb3R0b20iOjAuMH0sIlBhZGRpbmciOnsiJGlkIjoiMzMxMCIsIlRvcCI6MC4wLCJMZWZ0IjowLjAsIlJpZ2h0IjowLjAsIkJvdHRvbSI6MC4wfSwiQmFja2dyb3VuZCI6eyIkaWQiOiIzMzExIiwiQ29sb3IiOnsiJGlkIjoiMzMxMiIsIkEiOjI1NSwiUiI6NjgsIkciOjg0LCJCIjoxMDZ9fSwiSXNWaXNpYmxlIjp0cnVlLCJXaWR0aCI6MC4wLCJIZWlnaHQiOjAuMCwiQm9yZGVyU3R5bGUiOnsiJGlkIjoiMzMxMyIsIkxpbmVDb2xvciI6bnVsbCwiTGluZVdlaWdodCI6MC4wLCJMaW5lVHlwZSI6MCwiUGFyZW50U3R5bGUiOm51bGx9LCJQYXJlbnRTdHlsZSI6bnVsbH0sIkRhdGVGb3JtYXQiOnsiJGlkIjoiMzMx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E1IiwiRm9ybWF0IjowLCJJc1Zpc2libGUiOmZhbHNlLCJMYXN0S25vd25WaXNpYmlsaXR5U3RhdGUiOmZhbHNlfSwiSXNWaXNpYmxlIjp0cnVlLCJWYXJpYW5jZVN0eWxlIjp7IiRpZCI6IjMzMTYiLCJUZXh0U3R5bGUiOnsiJGlkIjoiMzMxNyIsIkZvbnRTZXR0aW5ncyI6eyIkaWQiOiIzMzE4IiwiRm9udFNpemUiOjEwLCJGb250TmFtZSI6IkNhbGlicmkiLCJJc0JvbGQiOmZhbHNlLCJJc0l0YWxpYyI6ZmFsc2UsIklzVW5kZXJsaW5lZCI6ZmFsc2UsIlBhcmVudFN0eWxlIjpudWxsfSwiQXV0b1NpemUiOjAsIkZvcmVncm91bmQiOnsiJGlkIjoiMzMxOSIsIkNvbG9yIjp7IiRpZCI6IjMzM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yMSIsIlRvcCI6MC4wLCJMZWZ0IjowLjAsIlJpZ2h0IjowLjAsIkJvdHRvbSI6MC4wfSwiUGFkZGluZyI6eyIkaWQiOiIzMzIyIiwiVG9wIjowLjAsIkxlZnQiOjAuMCwiUmlnaHQiOjAuMCwiQm90dG9tIjowLjB9LCJCYWNrZ3JvdW5kIjp7IiRpZCI6IjMzMjMiLCJDb2xvciI6eyIkaWQiOiIzMzI0IiwiQSI6MjU1LCJSIjowLCJHIjowLCJCIjowfX0sIklzVmlzaWJsZSI6dHJ1ZSwiV2lkdGgiOjAuMCwiSGVpZ2h0IjowLjAsIkJvcmRlclN0eWxlIjp7IiRpZCI6IjMzMjUiLCJMaW5lQ29sb3IiOm51bGwsIkxpbmVXZWlnaHQiOjAuMCwiTGluZVR5cGUiOjAsIlBhcmVudFN0eWxlIjpudWxsfSwiUGFyZW50U3R5bGUiOm51bGx9LCJQYXJlbnRTdHlsZSI6bnVsbH0sIlBhcmVudFN0eWxlIjpudWxsLCJfZXhwbGljaXRseVNldCI6eyIkaWQiOiIzMzI2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zMyNyIsIlNoYXBlIjoxLCJDb25uZWN0b3JNYXJnaW4iOnsiJGlkIjoiMzMyOCIsIlRvcCI6MC4wLCJMZWZ0IjoyLjAsIlJpZ2h0IjoyLjAsIkJvdHRvbSI6MC4wfSwiQ29ubmVjdG9yU3R5bGUiOnsiJGlkIjoiMzMyOSIsIkxpbmVDb2xvciI6eyIkaWQiOiIzMzMwIiwiJHR5cGUiOiJOTFJFLkNvbW1vbi5Eb20uU29saWRDb2xvckJydXNoLCBOTFJFLkNvbW1vbiIsIkNvbG9yIjp7IiRpZCI6IjMzMzEiLCJBIjoxMjcsIlIiOjEyNywiRyI6OTYsIkIiOjB9fSwiTGluZVdlaWdodCI6MS4wLCJMaW5lVHlwZSI6MCwiUGFyZW50U3R5bGUiOm51bGx9LCJJc0JlbG93VGltZWJhbmQiOmZhbHNlLCJQb3NpdGlvbk9uVGFzayI6MSwiSGlkZURhdGUiOmZhbHNlLCJTaGFwZVNpemUiOjAsIlNwYWNpbmciOjAuMCwiUGFkZGluZyI6eyIkaWQiOiIzMzMyIiwiVG9wIjo1LjAsIkxlZnQiOjMuMCwiUmlnaHQiOjAuMCwiQm90dG9tIjoyLjB9LCJTaGFwZVN0eWxlIjp7IiRpZCI6IjMzMzMiLCJNYXJnaW4iOnsiJGlkIjoiMzMzNCIsIlRvcCI6MC4wLCJMZWZ0IjowLjAsIlJpZ2h0IjowLjAsIkJvdHRvbSI6MC4wfSwiUGFkZGluZyI6eyIkaWQiOiIzMzM1IiwiVG9wIjowLjAsIkxlZnQiOjAuMCwiUmlnaHQiOjAuMCwiQm90dG9tIjowLjB9LCJCYWNrZ3JvdW5kIjp7IiRpZCI6IjMzMzYiLCJDb2xvciI6eyIkaWQiOiIzMzM3IiwiQSI6MjU1LCJSIjoxMjcsIkciOjk2LCJCIjowfX0sIklzVmlzaWJsZSI6dHJ1ZSwiV2lkdGgiOjEyLjAsIkhlaWdodCI6MTQuMCwiQm9yZGVyU3R5bGUiOnsiJGlkIjoiMzMzOCIsIkxpbmVDb2xvciI6eyIkaWQiOiIzMzM5IiwiJHR5cGUiOiJOTFJFLkNvbW1vbi5Eb20uU29saWRDb2xvckJydXNoLCBOTFJFLkNvbW1vbiIsIkNvbG9yIjp7IiRpZCI6IjMzNDAiLCJBIjoyNTUsIlIiOjI1NSwiRyI6MjU1LCJCIjoyNTV9fSwiTGluZVdlaWdodCI6MC4wLCJMaW5lVHlwZSI6MCwiUGFyZW50U3R5bGUiOm51bGx9LCJQYXJlbnRTdHlsZSI6bnVsbH0sIlRpdGxlU3R5bGUiOnsiJGlkIjoiMzM0MSIsIkZvbnRTZXR0aW5ncyI6eyIkaWQiOiIzMzQyIiwiRm9udFNpemUiOjExLCJGb250TmFtZSI6IkNhbGlicmkiLCJJc0JvbGQiOmZhbHNlLCJJc0l0YWxpYyI6ZmFsc2UsIklzVW5kZXJsaW5lZCI6ZmFsc2UsIlBhcmVudFN0eWxlIjpudWxsfSwiQXV0b1NpemUiOjAsIkZvcmVncm91bmQiOnsiJGlkIjoiMzM0MyIsIkNvbG9yIjp7IiRpZCI6IjMzND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zM0NSIsIlRvcCI6MC4wLCJMZWZ0IjowLjAsIlJpZ2h0IjowLjAsIkJvdHRvbSI6MC4wfSwiUGFkZGluZyI6eyIkaWQiOiIzMzQ2IiwiVG9wIjowLjAsIkxlZnQiOjAuMCwiUmlnaHQiOjAuMCwiQm90dG9tIjowLjB9LCJCYWNrZ3JvdW5kIjp7IiRpZCI6IjMzNDciLCJDb2xvciI6eyIkaWQiOiIzMzQ4IiwiQSI6MjU1LCJSIjowLCJHIjowLCJCIjowfX0sIklzVmlzaWJsZSI6dHJ1ZSwiV2lkdGgiOjAuMCwiSGVpZ2h0IjowLjAsIkJvcmRlclN0eWxlIjp7IiRpZCI6IjMzNDkiLCJMaW5lQ29sb3IiOm51bGwsIkxpbmVXZWlnaHQiOjAuMCwiTGluZVR5cGUiOjAsIlBhcmVudFN0eWxlIjpudWxsfSwiUGFyZW50U3R5bGUiOm51bGx9LCJEYXRlU3R5bGUiOnsiJGlkIjoiMzM1MCIsIkZvbnRTZXR0aW5ncyI6eyIkaWQiOiIzMzUxIiwiRm9udFNpemUiOjEwLCJGb250TmFtZSI6IkNhbGlicmkiLCJJc0JvbGQiOmZhbHNlLCJJc0l0YWxpYyI6ZmFsc2UsIklzVW5kZXJsaW5lZCI6ZmFsc2UsIlBhcmVudFN0eWxlIjpudWxsfSwiQXV0b1NpemUiOjAsIkZvcmVncm91bmQiOnsiJGlkIjoiMzM1MiIsIkNvbG9yIjp7IiRpZCI6IjMzNTM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MzNTQiLCJUb3AiOjAuMCwiTGVmdCI6MC4wLCJSaWdodCI6MC4wLCJCb3R0b20iOjAuMH0sIlBhZGRpbmciOnsiJGlkIjoiMzM1NSIsIlRvcCI6MC4wLCJMZWZ0IjowLjAsIlJpZ2h0IjowLjAsIkJvdHRvbSI6MC4wfSwiQmFja2dyb3VuZCI6eyIkaWQiOiIzMzU2IiwiQ29sb3IiOnsiJGlkIjoiMzM1NyIsIkEiOjI1NSwiUiI6NjgsIkciOjg0LCJCIjoxMDZ9fSwiSXNWaXNpYmxlIjp0cnVlLCJXaWR0aCI6MC4wLCJIZWlnaHQiOjAuMCwiQm9yZGVyU3R5bGUiOnsiJGlkIjoiMzM1OCIsIkxpbmVDb2xvciI6bnVsbCwiTGluZVdlaWdodCI6MC4wLCJMaW5lVHlwZSI6MCwiUGFyZW50U3R5bGUiOm51bGx9LCJQYXJlbnRTdHlsZSI6bnVsbH0sIkRhdGVGb3JtYXQiOnsiJGlkIjoiMzM1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YwIiwiRm9ybWF0IjowLCJJc1Zpc2libGUiOmZhbHNlLCJMYXN0S25vd25WaXNpYmlsaXR5U3RhdGUiOmZhbHNlfSwiSXNWaXNpYmxlIjpmYWxzZSwiVmFyaWFuY2VTdHlsZSI6eyIkaWQiOiIzMzYxIiwiVGV4dFN0eWxlIjp7IiRpZCI6IjMzNjIiLCJGb250U2V0dGluZ3MiOnsiJGlkIjoiMzM2MyIsIkZvbnRTaXplIjoxMCwiRm9udE5hbWUiOiJDYWxpYnJpIiwiSXNCb2xkIjpmYWxzZSwiSXNJdGFsaWMiOmZhbHNlLCJJc1VuZGVybGluZWQiOmZhbHNlLCJQYXJlbnRTdHlsZSI6bnVsbH0sIkF1dG9TaXplIjowLCJGb3JlZ3JvdW5kIjp7IiRpZCI6IjMzNjQiLCJDb2xvciI6eyIkaWQiOiIzMz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zNjYiLCJUb3AiOjAuMCwiTGVmdCI6MC4wLCJSaWdodCI6MC4wLCJCb3R0b20iOjAuMH0sIlBhZGRpbmciOnsiJGlkIjoiMzM2NyIsIlRvcCI6MC4wLCJMZWZ0IjowLjAsIlJpZ2h0IjowLjAsIkJvdHRvbSI6MC4wfSwiQmFja2dyb3VuZCI6eyIkaWQiOiIzMzY4IiwiQ29sb3IiOnsiJGlkIjoiMzM2OSIsIkEiOjI1NSwiUiI6MCwiRyI6MCwiQiI6MH19LCJJc1Zpc2libGUiOnRydWUsIldpZHRoIjowLjAsIkhlaWdodCI6MC4wLCJCb3JkZXJTdHlsZSI6eyIkaWQiOiIzMzcwIiwiTGluZUNvbG9yIjpudWxsLCJMaW5lV2VpZ2h0IjowLjAsIkxpbmVUeXBlIjowLCJQYXJlbnRTdHlsZSI6bnVsbH0sIlBhcmVudFN0eWxlIjpudWxsfSwiUGFyZW50U3R5bGUiOm51bGx9LCJQYXJlbnRTdHlsZSI6bnVsbH0sIkRlZmF1bHRTd2ltbGFuZU1pbGVzdG9uZVN0eWxlIjp7IiRpZCI6IjMzNzEiLCJUaXRsZVBvc2l0aW9uIjoiTGVmdCIsIkRhdGVQb3NpdGlvbiI6IlJpZ2h0IiwiVmFyaWFuY2VQb3NpdGlvbiI6IlJpZ2h0IiwiU2hhcGVUeXBlIjoxLCJTaGFwZVNpemUiOjAsIlNwYWNpbmciOjUsIlNoYXBlU3R5bGUiOnsiJGlkIjoiMzM3MiIsIk1hcmdpbiI6eyIkaWQiOiIzMzczIiwiVG9wIjowLjAsIkxlZnQiOjAuMCwiUmlnaHQiOjAuMCwiQm90dG9tIjowLjB9LCJQYWRkaW5nIjp7IiRpZCI6IjMzNzQiLCJUb3AiOjAuMCwiTGVmdCI6MC4wLCJSaWdodCI6MC4wLCJCb3R0b20iOjAuMH0sIkJhY2tncm91bmQiOnsiJGlkIjoiMzM3NSIsIkNvbG9yIjp7IiRpZCI6IjMzNzYiLCJBIjoyNTUsIlIiOjI1NSwiRyI6MTkyLCJCIjowfX0sIklzVmlzaWJsZSI6dHJ1ZSwiV2lkdGgiOjEyLjAsIkhlaWdodCI6MTQuMCwiQm9yZGVyU3R5bGUiOnsiJGlkIjoiMzM3NyIsIkxpbmVDb2xvciI6eyIkaWQiOiIzMzc4IiwiJHR5cGUiOiJOTFJFLkNvbW1vbi5Eb20uU29saWRDb2xvckJydXNoLCBOTFJFLkNvbW1vbiIsIkNvbG9yIjp7IiRpZCI6IjMzNzkiLCJBIjoyNTUsIlIiOjIzNCwiRyI6MjIsIkIiOjMwfX0sIkxpbmVXZWlnaHQiOjAuMCwiTGluZVR5cGUiOjAsIlBhcmVudFN0eWxlIjpudWxsfSwiUGFyZW50U3R5bGUiOm51bGx9LCJUaXRsZVN0eWxlIjp7IiRpZCI6IjMzODAiLCJGb250U2V0dGluZ3MiOnsiJGlkIjoiMzM4MSIsIkZvbnRTaXplIjoxMSwiRm9udE5hbWUiOiJDYWxpYnJpIiwiSXNCb2xkIjpmYWxzZSwiSXNJdGFsaWMiOmZhbHNlLCJJc1VuZGVybGluZWQiOmZhbHNlLCJQYXJlbnRTdHlsZSI6bnVsbH0sIkF1dG9TaXplIjowLCJGb3JlZ3JvdW5kIjp7IiRpZCI6IjMzODIiLCJDb2xvciI6eyIkaWQiOiIzMz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MzODQiLCJUb3AiOjAuMCwiTGVmdCI6MC4wLCJSaWdodCI6MC4wLCJCb3R0b20iOjAuMH0sIlBhZGRpbmciOnsiJGlkIjoiMzM4NSIsIlRvcCI6MC4wLCJMZWZ0IjowLjAsIlJpZ2h0IjowLjAsIkJvdHRvbSI6MC4wfSwiQmFja2dyb3VuZCI6eyIkaWQiOiIzMzg2IiwiQ29sb3IiOnsiJGlkIjoiMzM4NyIsIkEiOjI1NSwiUiI6MCwiRyI6MCwiQiI6MH19LCJJc1Zpc2libGUiOnRydWUsIldpZHRoIjowLjAsIkhlaWdodCI6MC4wLCJCb3JkZXJTdHlsZSI6eyIkaWQiOiIzMzg4IiwiTGluZUNvbG9yIjpudWxsLCJMaW5lV2VpZ2h0IjowLjAsIkxpbmVUeXBlIjowLCJQYXJlbnRTdHlsZSI6bnVsbH0sIlBhcmVudFN0eWxlIjpudWxsfSwiRGF0ZVN0eWxlIjp7IiRpZCI6IjMzODkiLCJGb250U2V0dGluZ3MiOnsiJGlkIjoiMzM5MCIsIkZvbnRTaXplIjoxMCwiRm9udE5hbWUiOiJDYWxpYnJpIiwiSXNCb2xkIjpmYWxzZSwiSXNJdGFsaWMiOmZhbHNlLCJJc1VuZGVybGluZWQiOmZhbHNlLCJQYXJlbnRTdHlsZSI6bnVsbH0sIkF1dG9TaXplIjowLCJGb3JlZ3JvdW5kIjp7IiRpZCI6IjMzOTEiLCJDb2xvciI6eyIkaWQiOiIzMzk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zkzIiwiVG9wIjowLjAsIkxlZnQiOjAuMCwiUmlnaHQiOjAuMCwiQm90dG9tIjowLjB9LCJQYWRkaW5nIjp7IiRpZCI6IjMzOTQiLCJUb3AiOjAuMCwiTGVmdCI6MC4wLCJSaWdodCI6MC4wLCJCb3R0b20iOjAuMH0sIkJhY2tncm91bmQiOnsiJGlkIjoiMzM5NSIsIkNvbG9yIjp7IiRpZCI6IjMzOTYiLCJBIjoyNTUsIlIiOjY4LCJHIjo4NCwiQiI6MTA2fX0sIklzVmlzaWJsZSI6dHJ1ZSwiV2lkdGgiOjAuMCwiSGVpZ2h0IjowLjAsIkJvcmRlclN0eWxlIjp7IiRpZCI6IjMzOTciLCJMaW5lQ29sb3IiOm51bGwsIkxpbmVXZWlnaHQiOjAuMCwiTGluZVR5cGUiOjAsIlBhcmVudFN0eWxlIjpudWxsfSwiUGFyZW50U3R5bGUiOm51bGx9LCJEYXRlRm9ybWF0Ijp7IiRpZCI6IjMzOTg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M5OSIsIkZvcm1hdCI6MCwiSXNWaXNpYmxlIjpmYWxzZSwiTGFzdEtub3duVmlzaWJpbGl0eVN0YXRlIjpmYWxzZX0sIklzVmlzaWJsZSI6dHJ1ZSwiVmFyaWFuY2VTdHlsZSI6eyIkaWQiOiIzNDAwIiwiVGV4dFN0eWxlIjp7IiRpZCI6IjM0MDEiLCJGb250U2V0dGluZ3MiOnsiJGlkIjoiMzQwMiIsIkZvbnRTaXplIjoxMCwiRm9udE5hbWUiOiJDYWxpYnJpIiwiSXNCb2xkIjpmYWxzZSwiSXNJdGFsaWMiOmZhbHNlLCJJc1VuZGVybGluZWQiOmZhbHNlLCJQYXJlbnRTdHlsZSI6bnVsbH0sIkF1dG9TaXplIjowLCJGb3JlZ3JvdW5kIjp7IiRpZCI6IjM0MDMiLCJDb2xvciI6eyIkaWQiOiIzN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0MDUiLCJUb3AiOjAuMCwiTGVmdCI6MC4wLCJSaWdodCI6MC4wLCJCb3R0b20iOjAuMH0sIlBhZGRpbmciOnsiJGlkIjoiMzQwNiIsIlRvcCI6MC4wLCJMZWZ0IjowLjAsIlJpZ2h0IjowLjAsIkJvdHRvbSI6MC4wfSwiQmFja2dyb3VuZCI6eyIkaWQiOiIzNDA3IiwiQ29sb3IiOnsiJGlkIjoiMzQwOCIsIkEiOjI1NSwiUiI6MCwiRyI6MCwiQiI6MH19LCJJc1Zpc2libGUiOnRydWUsIldpZHRoIjowLjAsIkhlaWdodCI6MC4wLCJCb3JkZXJTdHlsZSI6eyIkaWQiOiIzNDA5IiwiTGluZUNvbG9yIjpudWxsLCJMaW5lV2VpZ2h0IjowLjAsIkxpbmVUeXBlIjowLCJQYXJlbnRTdHlsZSI6bnVsbH0sIlBhcmVudFN0eWxlIjpudWxsfSwiUGFyZW50U3R5bGUiOm51bGx9LCJQYXJlbnRTdHlsZSI6bnVsbH0sIkRlZmF1bHRTd2ltbGFuZUFjdGl2aXR5U3R5bGUiOnsiJGlkIjoiMzQxMCIsIkhlYWRlclN0eWxlIjp7IiRpZCI6IjM0MTEiLCJUZXh0U3R5bGUiOnsiJGlkIjoiMzQxMiIsIkZvbnRTZXR0aW5ncyI6eyIkaWQiOiIzNDEzIiwiRm9udFNpemUiOjExLCJGb250TmFtZSI6IkNhbGlicmkiLCJJc0JvbGQiOmZhbHNlLCJJc0l0YWxpYyI6ZmFsc2UsIklzVW5kZXJsaW5lZCI6ZmFsc2UsIlBhcmVudFN0eWxlIjpudWxsfSwiQXV0b1NpemUiOjIsIkZvcmVncm91bmQiOnsiJGlkIjoiMzQxNCIsIkNvbG9yIjp7IiRpZCI6IjM0MTU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zNDE2IiwiVG9wIjowLjAsIkxlZnQiOjAuMCwiUmlnaHQiOjAuMCwiQm90dG9tIjowLjB9LCJQYWRkaW5nIjp7IiRpZCI6IjM0MTciLCJUb3AiOjAuMCwiTGVmdCI6MC4wLCJSaWdodCI6MC4wLCJCb3R0b20iOjAuMH0sIkJhY2tncm91bmQiOnsiJGlkIjoiMzQxOCIsIkNvbG9yIjp7IiRpZCI6IjM0MTkiLCJBIjoyNTUsIlIiOjY0LCJHIjo2NCwiQiI6NjR9fSwiSXNWaXNpYmxlIjp0cnVlLCJXaWR0aCI6MC4wLCJIZWlnaHQiOjAuMCwiQm9yZGVyU3R5bGUiOm51bGwsIlBhcmVudFN0eWxlIjpudWxsfSwiUmVjdGFuZ2xlU3R5bGUiOnsiJGlkIjoiMzQyMCIsIk1hcmdpbiI6eyIkaWQiOiIzNDIxIiwiVG9wIjowLjAsIkxlZnQiOjAuMCwiUmlnaHQiOjAuMCwiQm90dG9tIjowLjB9LCJQYWRkaW5nIjp7IiRpZCI6IjM0MjIiLCJUb3AiOjAuMCwiTGVmdCI6MC4wLCJSaWdodCI6MC4wLCJCb3R0b20iOjAuMH0sIkJhY2tncm91bmQiOnsiJGlkIjoiMzQyMyIsIkNvbG9yIjp7IiRpZCI6IjM0MjQiLCJBIjoxMjcsIlIiOjI1NSwiRyI6MTkyLCJCIjowfX0sIklzVmlzaWJsZSI6dHJ1ZSwiV2lkdGgiOjAuMCwiSGVpZ2h0IjowLjAsIkJvcmRlclN0eWxlIjp7IiRpZCI6IjM0MjUiLCJMaW5lQ29sb3IiOnsiJGlkIjoiMzQyNiIsIiR0eXBlIjoiTkxSRS5Db21tb24uRG9tLlNvbGlkQ29sb3JCcnVzaCwgTkxSRS5Db21tb24iLCJDb2xvciI6eyIkaWQiOiIzNDI3IiwiQSI6MjU1LCJSIjoyNTUsIkciOjI1NSwiQiI6MjU1fX0sIkxpbmVXZWlnaHQiOjAuMCwiTGluZVR5cGUiOjAsIlBhcmVudFN0eWxlIjpudWxsfSwiUGFyZW50U3R5bGUiOm51bGx9LCJNYXJnaW4iOnsiJGlkIjoiMzQyOCIsIlRvcCI6MC4wLCJMZWZ0IjowLjAsIlJpZ2h0IjowLjAsIkJvdHRvbSI6MC4wfSwiUGFkZGluZyI6eyIkaWQiOiIzNDI5IiwiVG9wIjowLjAsIkxlZnQiOjAuMCwiUmlnaHQiOjAuMCwiQm90dG9tIjowLjB9LCJCYWNrZ3JvdW5kIjpudWxsLCJJc1Zpc2libGUiOnRydWUsIldpZHRoIjowLjAsIkhlaWdodCI6MC4wLCJCb3JkZXJTdHlsZSI6bnVsbCwiUGFyZW50U3R5bGUiOm51bGx9LCJCYWNrZ3JvdW5kU3R5bGUiOnsiJGlkIjoiMzQzMCIsIk1hcmdpbiI6eyIkaWQiOiIzNDMxIiwiVG9wIjowLjAsIkxlZnQiOjAuMCwiUmlnaHQiOjAuMCwiQm90dG9tIjowLjB9LCJQYWRkaW5nIjp7IiRpZCI6IjM0MzIiLCJUb3AiOjAuMCwiTGVmdCI6MC4wLCJSaWdodCI6MC4wLCJCb3R0b20iOjAuMH0sIkJhY2tncm91bmQiOnsiJGlkIjoiMzQzMyIsIkNvbG9yIjp7IiRpZCI6IjM0MzQiLCJBIjo1MSwiUiI6MjAwLCJHIjoyMDAsIkIiOjIwMH19LCJJc1Zpc2libGUiOnRydWUsIldpZHRoIjowLjAsIkhlaWdodCI6MC4wLCJCb3JkZXJTdHlsZSI6eyIkaWQiOiIzNDM1IiwiTGluZUNvbG9yIjp7IiRpZCI6IjM0MzYiLCIkdHlwZSI6Ik5MUkUuQ29tbW9uLkRvbS5Tb2xpZENvbG9yQnJ1c2gsIE5MUkUuQ29tbW9uIiwiQ29sb3IiOnsiJGlkIjoiMzQzNyIsIkEiOjI1NSwiUiI6MjM0LCJHIjoyMiwiQiI6MzB9fSwiTGluZVdlaWdodCI6MC4wLCJMaW5lVHlwZSI6MCwiUGFyZW50U3R5bGUiOm51bGx9LCJQYXJlbnRTdHlsZSI6bnVsbH0sIk1hcmdpbiI6eyIkaWQiOiIzNDM4IiwiVG9wIjowLjAsIkxlZnQiOjAuMCwiUmlnaHQiOjAuMCwiQm90dG9tIjowLjB9LCJQYWRkaW5nIjp7IiRpZCI6IjM0MzkiLCJUb3AiOjAuMCwiTGVmdCI6MC4wLCJSaWdodCI6MC4wLCJCb3R0b20iOjAuMH0sIklzVmlzaWJsZSI6dHJ1ZSwiV2lkdGgiOjAuMCwiSGVpZ2h0IjowLjAsIkJvcmRlclN0eWxlIjp7IiRpZCI6IjM0NDAiLCJMaW5lQ29sb3IiOm51bGwsIkxpbmVXZWlnaHQiOjAuMCwiTGluZVR5cGUiOjAsIlBhcmVudFN0eWxlIjpudWxsfSwiUGFyZW50U3R5bGUiOm51bGx9LCJNYXJnaW4iOnsiJGlkIjoiMzQ0MSIsIlRvcCI6MC4wLCJMZWZ0IjowLjAsIlJpZ2h0IjowLjAsIkJvdHRvbSI6MC4wfSwiUGFkZGluZyI6eyIkaWQiOiIzNDQyIiwiVG9wIjowLjAsIkxlZnQiOjAuMCwiUmlnaHQiOjAuMCwiQm90dG9tIjowLjB9LCJJc1Zpc2libGUiOmZhbHNlLCJXaWR0aCI6MC4wLCJIZWlnaHQiOjAuMCwiQm9yZGVyU3R5bGUiOnsiJGlkIjoiMzQ0MyIsIkxpbmVDb2xvciI6bnVsbCwiTGluZVdlaWdodCI6MC4wLCJMaW5lVHlwZSI6MCwiUGFyZW50U3R5bGUiOm51bGx9LCJQYXJlbnRTdHlsZSI6bnVsbH19LHsiJGlkIjoiMzQ0NCIsIl9hY3Rpdml0aWVzIjpbeyIkaWQiOiIzNDQ1IiwiX3Jvd3MiOlt7IiRpZCI6IjM0NDYiLCJfdGFza3MiOlt7IiRpZCI6IjM0NDciLCJfYXR0YWNoZWRNaWxlc3RvbmVzIjpbXSwiVGFza0RlZmluaXRpb24iOnsiJGlkIjoiMzQ0OCIsIkdyb3VwTmFtZSI6bnVsbCwiU3RhcnREYXRlIjoiMjAyNy0xMC0yNVQwMDowMDowMFoiLCJFbmREYXRlIjoiMjAyNy0xMi0zMVQyMzo1OTowMFoiLCJQZXJjZW50YWdlQ29tcGxldGUiOm51bGwsIlN0eWxlIjp7IiRpZCI6IjM0NDkiLCJTaGFwZSI6MSwiU2hhcGVUaGlja25lc3MiOjAsIkR1cmF0aW9uRm9ybWF0IjowLCJJbmNsdWRlTm9uV29ya2luZ0RheXNJbkR1cmF0aW9uIjpmYWxzZSwiUGVyY2VudGFnZUNvbXBsZXRlU3R5bGUiOnsiJGlkIjoiMzQ1MCIsIkZvbnRTZXR0aW5ncyI6eyIkaWQiOiIzNDUxIiwiRm9udFNpemUiOjEwLCJGb250TmFtZSI6IkNhbGlicmkiLCJJc0JvbGQiOmZhbHNlLCJJc0l0YWxpYyI6ZmFsc2UsIklzVW5kZXJsaW5lZCI6ZmFsc2UsIlBhcmVudFN0eWxlIjpudWxsfSwiQXV0b1NpemUiOjAsIkZvcmVncm91bmQiOnsiJGlkIjoiMzQ1MiIsIkNvbG9yIjp7IiRpZCI6IjM0NTM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Q1NCIsIlRvcCI6MC4wLCJMZWZ0IjowLjAsIlJpZ2h0IjowLjAsIkJvdHRvbSI6MC4wfSwiUGFkZGluZyI6eyIkaWQiOiIzNDU1IiwiVG9wIjowLjAsIkxlZnQiOjAuMCwiUmlnaHQiOjAuMCwiQm90dG9tIjowLjB9LCJCYWNrZ3JvdW5kIjp7IiRpZCI6IjM0NTYiLCJDb2xvciI6eyIkaWQiOiIzNDU3IiwiQSI6ODksIlIiOjAsIkciOjAsIkIiOjB9fSwiSXNWaXNpYmxlIjp0cnVlLCJXaWR0aCI6MC4wLCJIZWlnaHQiOjAuMCwiQm9yZGVyU3R5bGUiOnsiJGlkIjoiMzQ1OCIsIkxpbmVDb2xvciI6bnVsbCwiTGluZVdlaWdodCI6MC4wLCJMaW5lVHlwZSI6MCwiUGFyZW50U3R5bGUiOm51bGx9LCJQYXJlbnRTdHlsZSI6bnVsbH0sIkR1cmF0aW9uU3R5bGUiOnsiJGlkIjoiMzQ1OSIsIkZvbnRTZXR0aW5ncyI6eyIkaWQiOiIzNDYwIiwiRm9udFNpemUiOjEwLCJGb250TmFtZSI6IkNhbGlicmkiLCJJc0JvbGQiOmZhbHNlLCJJc0l0YWxpYyI6ZmFsc2UsIklzVW5kZXJsaW5lZCI6ZmFsc2UsIlBhcmVudFN0eWxlIjpudWxsfSwiQXV0b1NpemUiOjAsIkZvcmVncm91bmQiOnsiJGlkIjoiMzQ2MSIsIkNvbG9yIjp7IiRpZCI6IjM0NjI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0NjMiLCJUb3AiOjAuMCwiTGVmdCI6MC4wLCJSaWdodCI6MC4wLCJCb3R0b20iOjAuMH0sIlBhZGRpbmciOnsiJGlkIjoiMzQ2NCIsIlRvcCI6MC4wLCJMZWZ0IjowLjAsIlJpZ2h0IjowLjAsIkJvdHRvbSI6MC4wfSwiQmFja2dyb3VuZCI6eyIkaWQiOiIzNDY1IiwiQ29sb3IiOnsiJGlkIjoiMzQ2NiIsIkEiOjI1NSwiUiI6NjgsIkciOjg0LCJCIjoxMDZ9fSwiSXNWaXNpYmxlIjp0cnVlLCJXaWR0aCI6MC4wLCJIZWlnaHQiOjAuMCwiQm9yZGVyU3R5bGUiOnsiJGlkIjoiMzQ2NyIsIkxpbmVDb2xvciI6bnVsbCwiTGluZVdlaWdodCI6MC4wLCJMaW5lVHlwZSI6MCwiUGFyZW50U3R5bGUiOm51bGx9LCJQYXJlbnRTdHlsZSI6bnVsbH0sIkhvcml6b250YWxDb25uZWN0b3JTdHlsZSI6eyIkaWQiOiIzNDY4IiwiTGluZUNvbG9yIjp7IiRpZCI6IjM0NjkiLCIkdHlwZSI6Ik5MUkUuQ29tbW9uLkRvbS5Tb2xpZENvbG9yQnJ1c2gsIE5MUkUuQ29tbW9uIiwiQ29sb3IiOnsiJGlkIjoiMzQ3MCIsIkEiOjI1NSwiUiI6MCwiRyI6MCwiQiI6MH19LCJMaW5lV2VpZ2h0IjowLjAsIkxpbmVUeXBlIjowLCJQYXJlbnRTdHlsZSI6bnVsbH0sIlZlcnRpY2FsQ29ubmVjdG9yU3R5bGUiOnsiJGlkIjoiMzQ3MSIsIkxpbmVDb2xvciI6eyIkaWQiOiIzNDcyIiwiJHR5cGUiOiJOTFJFLkNvbW1vbi5Eb20uU29saWRDb2xvckJydXNoLCBOTFJFLkNvbW1vbiIsIkNvbG9yIjp7IiRpZCI6IjM0NzM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0NzQiLCJTaGFwZVN0eWxlIjp7IiRpZCI6IjM0NzUiLCJNYXJnaW4iOnsiJGlkIjoiMzQ3NiIsIlRvcCI6MC4wLCJMZWZ0IjowLjAsIlJpZ2h0IjowLjAsIkJvdHRvbSI6MC4wfSwiUGFkZGluZyI6eyIkaWQiOiIzNDc3IiwiVG9wIjowLjAsIkxlZnQiOjAuMCwiUmlnaHQiOjAuMCwiQm90dG9tIjowLjB9LCJCYWNrZ3JvdW5kIjp7IiRpZCI6IjM0NzgiLCJDb2xvciI6eyIkaWQiOiIzNDc5IiwiQSI6MTUzLCJSIjowLCJHIjowLCJCIjowfX0sIklzVmlzaWJsZSI6dHJ1ZSwiV2lkdGgiOjAuMCwiSGVpZ2h0IjowLjAsIkJvcmRlclN0eWxlIjpudWxsLCJQYXJlbnRTdHlsZSI6bnVsbH0sIk1hcmdpbiI6eyIkaWQiOiIzNDgwIiwiVG9wIjowLjAsIkxlZnQiOjAuMCwiUmlnaHQiOjAuMCwiQm90dG9tIjowLjB9LCJQYWRkaW5nIjp7IiRpZCI6IjM0ODEiLCJUb3AiOjAuMCwiTGVmdCI6MC4wLCJSaWdodCI6MC4wLCJCb3R0b20iOjAuMH0sIkJhY2tncm91bmQiOm51bGwsIklzVmlzaWJsZSI6dHJ1ZSwiV2lkdGgiOjAuMCwiSGVpZ2h0IjowLjAsIkJvcmRlclN0eWxlIjpudWxsLCJQYXJlbnRTdHlsZSI6bnVsbH0sIlNoYXBlU3R5bGUiOnsiJGlkIjoiMzQ4MiIsIk1hcmdpbiI6eyIkaWQiOiIzNDgzIiwiVG9wIjowLjAsIkxlZnQiOjQuMCwiUmlnaHQiOjQuMCwiQm90dG9tIjowLjB9LCJQYWRkaW5nIjp7IiRpZCI6IjM0ODQiLCJUb3AiOjAuMCwiTGVmdCI6MC4wLCJSaWdodCI6MC4wLCJCb3R0b20iOjAuMH0sIkJhY2tncm91bmQiOnsiJGlkIjoiMzQ4NSIsIkNvbG9yIjp7IiRpZCI6IjM0ODYiLCJBIjoyNTUsIlIiOjExMiwiRyI6MTczLCJCIjo3MX19LCJJc1Zpc2libGUiOnRydWUsIldpZHRoIjowLjAsIkhlaWdodCI6MTAuMCwiQm9yZGVyU3R5bGUiOnsiJGlkIjoiMzQ4NyIsIkxpbmVDb2xvciI6eyIkaWQiOiIzNDg4IiwiJHR5cGUiOiJOTFJFLkNvbW1vbi5Eb20uU29saWRDb2xvckJydXNoLCBOTFJFLkNvbW1vbiIsIkNvbG9yIjp7IiRpZCI6IjM0ODkiLCJBIjoyNTUsIlIiOjIzNCwiRyI6MjIsIkIiOjMwfX0sIkxpbmVXZWlnaHQiOjAuMCwiTGluZVR5cGUiOjAsIlBhcmVudFN0eWxlIjpudWxsfSwiUGFyZW50U3R5bGUiOm51bGx9LCJUaXRsZVN0eWxlIjp7IiRpZCI6IjM0OTAiLCJGb250U2V0dGluZ3MiOnsiJGlkIjoiMzQ5MSIsIkZvbnRTaXplIjoxMSwiRm9udE5hbWUiOiJUaXRpbGxpdW0gV2ViIiwiSXNCb2xkIjpmYWxzZSwiSXNJdGFsaWMiOmZhbHNlLCJJc1VuZGVybGluZWQiOmZhbHNlLCJQYXJlbnRTdHlsZSI6bnVsbH0sIkF1dG9TaXplIjowLCJGb3JlZ3JvdW5kIjp7IiRpZCI6IjM0OTIiLCJDb2xvciI6eyIkaWQiOiIzNDk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0OTQiLCJUb3AiOjAuMCwiTGVmdCI6MC4wLCJSaWdodCI6MC4wLCJCb3R0b20iOjAuMH0sIlBhZGRpbmciOnsiJGlkIjoiMzQ5NSIsIlRvcCI6MC4wLCJMZWZ0IjowLjAsIlJpZ2h0IjowLjAsIkJvdHRvbSI6MC4wfSwiQmFja2dyb3VuZCI6eyIkaWQiOiIzNDk2IiwiQ29sb3IiOnsiJGlkIjoiMzQ5NyIsIkEiOjAsIlIiOjI1NSwiRyI6MjU1LCJCIjoyNTV9fSwiSXNWaXNpYmxlIjp0cnVlLCJXaWR0aCI6MC4wLCJIZWlnaHQiOjAuMCwiQm9yZGVyU3R5bGUiOnsiJGlkIjoiMzQ5OCIsIkxpbmVDb2xvciI6bnVsbCwiTGluZVdlaWdodCI6MC4wLCJMaW5lVHlwZSI6MCwiUGFyZW50U3R5bGUiOm51bGx9LCJQYXJlbnRTdHlsZSI6bnVsbH0sIkRhdGVTdHlsZSI6eyIkaWQiOiIzNDk5IiwiRm9udFNldHRpbmdzIjp7IiRpZCI6IjM1MDAiLCJGb250U2l6ZSI6MTAsIkZvbnROYW1lIjoiVGl0aWxsaXVtIFdlYiIsIklzQm9sZCI6ZmFsc2UsIklzSXRhbGljIjpmYWxzZSwiSXNVbmRlcmxpbmVkIjpmYWxzZSwiUGFyZW50U3R5bGUiOm51bGx9LCJBdXRvU2l6ZSI6MCwiRm9yZWdyb3VuZCI6eyIkaWQiOiIzNTAxIiwiQ29sb3IiOnsiJGlkIjoiMzUw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NTAzIiwiVG9wIjowLjAsIkxlZnQiOjAuMCwiUmlnaHQiOjAuMCwiQm90dG9tIjowLjB9LCJQYWRkaW5nIjp7IiRpZCI6IjM1MDQiLCJUb3AiOjAuMCwiTGVmdCI6MC4wLCJSaWdodCI6MC4wLCJCb3R0b20iOjAuMH0sIkJhY2tncm91bmQiOnsiJGlkIjoiMzUwNSIsIkNvbG9yIjp7IiRpZCI6IjM1MDYiLCJBIjowLCJSIjoyNTUsIkciOjI1NSwiQiI6MjU1fX0sIklzVmlzaWJsZSI6dHJ1ZSwiV2lkdGgiOjAuMCwiSGVpZ2h0IjowLjAsIkJvcmRlclN0eWxlIjp7IiRpZCI6IjM1MDciLCJMaW5lQ29sb3IiOm51bGwsIkxpbmVXZWlnaHQiOjAuMCwiTGluZVR5cGUiOjAsIlBhcmVudFN0eWxlIjpudWxsfSwiUGFyZW50U3R5bGUiOm51bGx9LCJEYXRlRm9ybWF0Ijp7IiRpZCI6IjM1M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UwOSIsIkZvcm1hdCI6MCwiSXNWaXNpYmxlIjpmYWxzZSwiTGFzdEtub3duVmlzaWJpbGl0eVN0YXRlIjpmYWxzZX0sIklzVmlzaWJsZSI6dHJ1ZSwiVmFyaWFuY2VTdHlsZSI6eyIkaWQiOiIzNTEwIiwiVGV4dFN0eWxlIjp7IiRpZCI6IjM1MTEiLCJGb250U2V0dGluZ3MiOnsiJGlkIjoiMzUxMiIsIkZvbnRTaXplIjoxMCwiRm9udE5hbWUiOiJDYWxpYnJpIiwiSXNCb2xkIjpmYWxzZSwiSXNJdGFsaWMiOmZhbHNlLCJJc1VuZGVybGluZWQiOmZhbHNlLCJQYXJlbnRTdHlsZSI6bnVsbH0sIkF1dG9TaXplIjowLCJGb3JlZ3JvdW5kIjp7IiRpZCI6IjM1MTMiLCJDb2xvciI6eyIkaWQiOiIzNTE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1MTUiLCJUb3AiOjAuMCwiTGVmdCI6MC4wLCJSaWdodCI6MC4wLCJCb3R0b20iOjAuMH0sIlBhZGRpbmciOnsiJGlkIjoiMzUxNiIsIlRvcCI6MC4wLCJMZWZ0IjowLjAsIlJpZ2h0IjowLjAsIkJvdHRvbSI6MC4wfSwiQmFja2dyb3VuZCI6eyIkaWQiOiIzNTE3IiwiQ29sb3IiOnsiJGlkIjoiMzUxOCIsIkEiOjI1NSwiUiI6MCwiRyI6MCwiQiI6MH19LCJJc1Zpc2libGUiOnRydWUsIldpZHRoIjowLjAsIkhlaWdodCI6MC4wLCJCb3JkZXJTdHlsZSI6eyIkaWQiOiIzNTE5IiwiTGluZUNvbG9yIjpudWxsLCJMaW5lV2VpZ2h0IjowLjAsIkxpbmVUeXBlIjowLCJQYXJlbnRTdHlsZSI6bnVsbH0sIlBhcmVudFN0eWxlIjpudWxsfSwiUGFyZW50U3R5bGUiOm51bGx9LCJQYXJlbnRTdHlsZSI6bnVsbH0sIkluZGV4IjoyMywiU21hcnREdXJhdGlvbkFjdGl2YXRlZCI6ZmFsc2UsIkRhdGVGb3JtYXQiOnsiJHJlZiI6IjM1MDgifSwiV2Vla051bWJlcmluZyI6eyIkaWQiOiIzNTIwIiwiRm9ybWF0IjowLCJJc1Zpc2libGUiOmZhbHNlLCJMYXN0S25vd25WaXNpYmlsaXR5U3RhdGUiOmZhbHNlfSwiQmFzZWxpbmVEYXRhIjp7IiRpZCI6IjM1MjEiLCJTdGFydERhdGUiOiIyMDI3LTEwLTI1VDAwOjAwOjAwIiwiRW5kRGF0ZSI6IjIwMjctMTItMzFUMjM6NTk6MDAifSwiSWQiOiI5YzEyZjhlMi03OGU4LTRhODgtYjFiNi1mZDUwNzdiOTY1ODUiLCJJbXBvcnRJZCI6bnVsbCwiVGl0bGUiOiJQcm9kdWNjacOzbiAoUTMgMjAyNykiLCJOb3RlIjpudWxsLCJIeXBlcmxpbmsiOnsiJGlkIjoiMzUyMiIsIkFkZHJlc3MiOiIiLCJTdWJBZGRyZXNzIjoiIn0sIklzQ2hhbmdlZCI6ZmFsc2UsIklzTmV3IjpmYWxzZX19XSwiX21pbGVzdG9uZXMiOltdLCJJZCI6IjAwMDAwMDAwLTAwMDAtMDAwMC0wMDAwLTAwMDAwMDAwMDAwMCIsIklzU2luZ2xlSXRlbVJvdyI6dHJ1ZX1dLCJJbmRleCI6MjIsIklkIjoiYjBkODIwNjQtM2Y5Yi00ODg4LWJmNjgtZGY4NTg2NDkxODI4IiwiSGVhZGVyVGV4dCI6bnVsbCwiSXNEZWZhdWx0Ijp0cnVlLCJTdHlsZSI6eyIkaWQiOiIzNTIzIiwiSGVhZGVyU3R5bGUiOnsiJGlkIjoiMzUyNCIsIlRleHRTdHlsZSI6eyIkaWQiOiIzNTI1IiwiRm9udFNldHRpbmdzIjp7IiRpZCI6IjM1MjYiLCJGb250U2l6ZSI6MTEsIkZvbnROYW1lIjoiQ2FsaWJyaSIsIklzQm9sZCI6ZmFsc2UsIklzSXRhbGljIjpmYWxzZSwiSXNVbmRlcmxpbmVkIjpmYWxzZSwiUGFyZW50U3R5bGUiOm51bGx9LCJBdXRvU2l6ZSI6MiwiRm9yZWdyb3VuZCI6eyIkaWQiOiIzNTI3IiwiQ29sb3IiOnsiJGlkIjoiMzUy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1MjkiLCJUb3AiOjAuMCwiTGVmdCI6MC4wLCJSaWdodCI6MC4wLCJCb3R0b20iOjAuMH0sIlBhZGRpbmciOnsiJGlkIjoiMzUzMCIsIlRvcCI6MC4wLCJMZWZ0IjowLjAsIlJpZ2h0IjowLjAsIkJvdHRvbSI6MC4wfSwiQmFja2dyb3VuZCI6eyIkaWQiOiIzNTMxIiwiQ29sb3IiOnsiJGlkIjoiMzUzMiIsIkEiOjI1NSwiUiI6NjQsIkciOjY0LCJCIjo2NH19LCJJc1Zpc2libGUiOnRydWUsIldpZHRoIjowLjAsIkhlaWdodCI6MC4wLCJCb3JkZXJTdHlsZSI6bnVsbCwiUGFyZW50U3R5bGUiOm51bGx9LCJSZWN0YW5nbGVTdHlsZSI6eyIkaWQiOiIzNTMzIiwiTWFyZ2luIjp7IiRpZCI6IjM1MzQiLCJUb3AiOjAuMCwiTGVmdCI6MC4wLCJSaWdodCI6MC4wLCJCb3R0b20iOjAuMH0sIlBhZGRpbmciOnsiJGlkIjoiMzUzNSIsIlRvcCI6MC4wLCJMZWZ0IjowLjAsIlJpZ2h0IjowLjAsIkJvdHRvbSI6MC4wfSwiQmFja2dyb3VuZCI6eyIkaWQiOiIzNTM2IiwiQ29sb3IiOnsiJGlkIjoiMzUzNyIsIkEiOjEyNywiUiI6MTEyLCJHIjoxNzMsIkIiOjcxfX0sIklzVmlzaWJsZSI6dHJ1ZSwiV2lkdGgiOjAuMCwiSGVpZ2h0IjowLjAsIkJvcmRlclN0eWxlIjp7IiRpZCI6IjM1MzgiLCJMaW5lQ29sb3IiOnsiJGlkIjoiMzUzOSIsIiR0eXBlIjoiTkxSRS5Db21tb24uRG9tLlNvbGlkQ29sb3JCcnVzaCwgTkxSRS5Db21tb24iLCJDb2xvciI6eyIkaWQiOiIzNTQwIiwiQSI6MjU1LCJSIjoyNTUsIkciOjI1NSwiQiI6MjU1fX0sIkxpbmVXZWlnaHQiOjAuMCwiTGluZVR5cGUiOjAsIlBhcmVudFN0eWxlIjpudWxsfSwiUGFyZW50U3R5bGUiOm51bGx9LCJNYXJnaW4iOnsiJGlkIjoiMzU0MSIsIlRvcCI6MC4wLCJMZWZ0IjowLjAsIlJpZ2h0IjowLjAsIkJvdHRvbSI6MC4wfSwiUGFkZGluZyI6eyIkaWQiOiIzNTQyIiwiVG9wIjowLjAsIkxlZnQiOjAuMCwiUmlnaHQiOjAuMCwiQm90dG9tIjowLjB9LCJCYWNrZ3JvdW5kIjpudWxsLCJJc1Zpc2libGUiOnRydWUsIldpZHRoIjowLjAsIkhlaWdodCI6MC4wLCJCb3JkZXJTdHlsZSI6bnVsbCwiUGFyZW50U3R5bGUiOm51bGx9LCJCYWNrZ3JvdW5kU3R5bGUiOnsiJGlkIjoiMzU0MyIsIk1hcmdpbiI6eyIkaWQiOiIzNTQ0IiwiVG9wIjowLjAsIkxlZnQiOjAuMCwiUmlnaHQiOjAuMCwiQm90dG9tIjowLjB9LCJQYWRkaW5nIjp7IiRpZCI6IjM1NDUiLCJUb3AiOjAuMCwiTGVmdCI6MC4wLCJSaWdodCI6MC4wLCJCb3R0b20iOjAuMH0sIkJhY2tncm91bmQiOnsiJGlkIjoiMzU0NiIsIkNvbG9yIjp7IiRpZCI6IjM1NDciLCJBIjo1MSwiUiI6MjAwLCJHIjoyMDAsIkIiOjIwMH19LCJJc1Zpc2libGUiOnRydWUsIldpZHRoIjowLjAsIkhlaWdodCI6MC4wLCJCb3JkZXJTdHlsZSI6eyIkaWQiOiIzNTQ4IiwiTGluZUNvbG9yIjp7IiRpZCI6IjM1NDkiLCIkdHlwZSI6Ik5MUkUuQ29tbW9uLkRvbS5Tb2xpZENvbG9yQnJ1c2gsIE5MUkUuQ29tbW9uIiwiQ29sb3IiOnsiJGlkIjoiMzU1MCIsIkEiOjI1NSwiUiI6MjM0LCJHIjoyMiwiQiI6MzB9fSwiTGluZVdlaWdodCI6MC4wLCJMaW5lVHlwZSI6MCwiUGFyZW50U3R5bGUiOm51bGx9LCJQYXJlbnRTdHlsZSI6bnVsbH0sIk1hcmdpbiI6eyIkaWQiOiIzNTUxIiwiVG9wIjowLjAsIkxlZnQiOjAuMCwiUmlnaHQiOjAuMCwiQm90dG9tIjowLjB9LCJQYWRkaW5nIjp7IiRpZCI6IjM1NTIiLCJUb3AiOjAuMCwiTGVmdCI6MC4wLCJSaWdodCI6MC4wLCJCb3R0b20iOjAuMH0sIklzVmlzaWJsZSI6dHJ1ZSwiV2lkdGgiOjAuMCwiSGVpZ2h0IjowLjAsIkJvcmRlclN0eWxlIjp7IiRpZCI6IjM1NTMiLCJMaW5lQ29sb3IiOm51bGwsIkxpbmVXZWlnaHQiOjAuMCwiTGluZVR5cGUiOjAsIlBhcmVudFN0eWxlIjpudWxsfSwiUGFyZW50U3R5bGUiOm51bGx9fV0sIklkIjoiNjg4MzE2ODgtNjZjZi00Nzk4LWFjNGEtMzdlN2Y4ZjlhODliIiwiSW5kZXgiOjIyLCJIZWFkZXJUZXh0IjoiR0EiLCJTdHlsZSI6eyIkaWQiOiIzNTU0IiwiU3R5bGVJZCI6ImIyNGY4MDQ1LWY2OWItNGE0My04MjlmLWE1NjUwM2ZkY2Q2OSIsIkhlYWRlclN0eWxlIjp7IiRpZCI6IjM1NTUiLCJUZXh0SXNWZXJ0aWNhbCI6ZmFsc2UsIlRleHRTdHlsZSI6eyIkaWQiOiIzNTU2IiwiRm9udFNldHRpbmdzIjp7IiRpZCI6IjM1NTciLCJGb250U2l6ZSI6MTEsIkZvbnROYW1lIjoiVGl0aWxsaXVtIFdlYiIsIklzQm9sZCI6ZmFsc2UsIklzSXRhbGljIjpmYWxzZSwiSXNVbmRlcmxpbmVkIjpmYWxzZSwiUGFyZW50U3R5bGUiOm51bGx9LCJBdXRvU2l6ZSI6MiwiRm9yZWdyb3VuZCI6eyIkaWQiOiIzNTU4IiwiQ29sb3IiOnsiJGlkIjoiMzU1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1NjAiLCJUb3AiOjAuMCwiTGVmdCI6MC4wLCJSaWdodCI6MC4wLCJCb3R0b20iOjAuMH0sIlBhZGRpbmciOnsiJGlkIjoiMzU2MSIsIlRvcCI6MC4wLCJMZWZ0IjowLjAsIlJpZ2h0IjowLjAsIkJvdHRvbSI6MC4wfSwiQmFja2dyb3VuZCI6eyIkaWQiOiIzNTYyIiwiQ29sb3IiOnsiJGlkIjoiMzU2MyIsIkEiOjI1NSwiUiI6MjU1LCJHIjoyNTUsIkIiOjI1NX19LCJJc1Zpc2libGUiOnRydWUsIldpZHRoIjowLjAsIkhlaWdodCI6MC4wLCJCb3JkZXJTdHlsZSI6bnVsbCwiUGFyZW50U3R5bGUiOm51bGx9LCJSZWN0YW5nbGVTdHlsZSI6eyIkaWQiOiIzNTY0IiwiTWFyZ2luIjp7IiRpZCI6IjM1NjUiLCJUb3AiOjAuMCwiTGVmdCI6MC4wLCJSaWdodCI6MC4wLCJCb3R0b20iOjAuMH0sIlBhZGRpbmciOnsiJGlkIjoiMzU2NiIsIlRvcCI6MC4wLCJMZWZ0IjowLjAsIlJpZ2h0IjowLjAsIkJvdHRvbSI6MC4wfSwiQmFja2dyb3VuZCI6eyIkaWQiOiIzNTY3IiwiQ29sb3IiOnsiJGlkIjoiMzU2OCIsIkEiOjI1NSwiUiI6MTEyLCJHIjoxNzMsIkIiOjcxfX0sIklzVmlzaWJsZSI6dHJ1ZSwiV2lkdGgiOjAuMCwiSGVpZ2h0IjowLjAsIkJvcmRlclN0eWxlIjp7IiRpZCI6IjM1NjkiLCJMaW5lQ29sb3IiOnsiJGlkIjoiMzU3MCIsIiR0eXBlIjoiTkxSRS5Db21tb24uRG9tLlNvbGlkQ29sb3JCcnVzaCwgTkxSRS5Db21tb24iLCJDb2xvciI6eyIkaWQiOiIzNTcxIiwiQSI6MjU1LCJSIjoyNTUsIkciOjI1NSwiQiI6MjU1fX0sIkxpbmVXZWlnaHQiOjAuMCwiTGluZVR5cGUiOjAsIlBhcmVudFN0eWxlIjpudWxsfSwiUGFyZW50U3R5bGUiOm51bGx9LCJNYXJnaW4iOnsiJGlkIjoiMzU3MiIsIlRvcCI6MC4wLCJMZWZ0IjowLjAsIlJpZ2h0IjowLjAsIkJvdHRvbSI6MC4wfSwiUGFkZGluZyI6eyIkaWQiOiIzNTczIiwiVG9wIjowLjAsIkxlZnQiOjAuMCwiUmlnaHQiOjAuMCwiQm90dG9tIjowLjB9LCJCYWNrZ3JvdW5kIjpudWxsLCJJc1Zpc2libGUiOnRydWUsIldpZHRoIjowLjAsIkhlaWdodCI6MC4wLCJCb3JkZXJTdHlsZSI6bnVsbCwiUGFyZW50U3R5bGUiOm51bGx9LCJCYWNrZ3JvdW5kU3R5bGUiOnsiJGlkIjoiMzU3NCIsIk1hcmdpbiI6eyIkaWQiOiIzNTc1IiwiVG9wIjowLjAsIkxlZnQiOjAuMCwiUmlnaHQiOjAuMCwiQm90dG9tIjowLjB9LCJQYWRkaW5nIjp7IiRpZCI6IjM1NzYiLCJUb3AiOjAuMCwiTGVmdCI6MC4wLCJSaWdodCI6MC4wLCJCb3R0b20iOjAuMH0sIkJhY2tncm91bmQiOnsiJGlkIjoiMzU3NyIsIkNvbG9yIjp7IiRpZCI6IjM1NzgiLCJBIjo1MSwiUiI6MjAwLCJHIjoyMDAsIkIiOjIwMH19LCJJc1Zpc2libGUiOnRydWUsIldpZHRoIjowLjAsIkhlaWdodCI6MC4wLCJCb3JkZXJTdHlsZSI6eyIkaWQiOiIzNTc5IiwiTGluZUNvbG9yIjp7IiRpZCI6IjM1ODAiLCIkdHlwZSI6Ik5MUkUuQ29tbW9uLkRvbS5Tb2xpZENvbG9yQnJ1c2gsIE5MUkUuQ29tbW9uIiwiQ29sb3IiOnsiJGlkIjoiMzU4MSIsIkEiOjI1NSwiUiI6MjM0LCJHIjoyMiwiQiI6MzB9fSwiTGluZVdlaWdodCI6MC4wLCJMaW5lVHlwZSI6MCwiUGFyZW50U3R5bGUiOm51bGx9LCJQYXJlbnRTdHlsZSI6bnVsbH0sIklzQWJvdmVUaW1lYmFuZCI6ZmFsc2UsIlNwYWNpbmciOjIsIkRlZmF1bHRTd2ltbGFuZVRhc2tTdHlsZSI6eyIkaWQiOiIzNTgyIiwiJHR5cGUiOiJOTFJFLkNvbW1vbi5Eb20uU3R5bGVzLkV4cGxpY2l0U2V0YWJsZVRhc2tTdHlsZSwgTkxSRS5Db21tb24iLCJTaGFwZSI6MSwiU2hhcGVUaGlja25lc3MiOjAsIkR1cmF0aW9uRm9ybWF0IjowLCJJbmNsdWRlTm9uV29ya2luZ0RheXNJbkR1cmF0aW9uIjpmYWxzZSwiUGVyY2VudGFnZUNvbXBsZXRlU3R5bGUiOnsiJGlkIjoiMzU4MyIsIkZvbnRTZXR0aW5ncyI6eyIkaWQiOiIzNTg0IiwiRm9udFNpemUiOjEwLCJGb250TmFtZSI6IkNhbGlicmkiLCJJc0JvbGQiOmZhbHNlLCJJc0l0YWxpYyI6ZmFsc2UsIklzVW5kZXJsaW5lZCI6ZmFsc2UsIlBhcmVudFN0eWxlIjpudWxsfSwiQXV0b1NpemUiOjAsIkZvcmVncm91bmQiOnsiJGlkIjoiMzU4NSIsIkNvbG9yIjp7IiRpZCI6IjM1ODY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U4NyIsIlRvcCI6MC4wLCJMZWZ0IjowLjAsIlJpZ2h0IjowLjAsIkJvdHRvbSI6MC4wfSwiUGFkZGluZyI6eyIkaWQiOiIzNTg4IiwiVG9wIjowLjAsIkxlZnQiOjAuMCwiUmlnaHQiOjAuMCwiQm90dG9tIjowLjB9LCJCYWNrZ3JvdW5kIjp7IiRpZCI6IjM1ODkiLCJDb2xvciI6eyIkaWQiOiIzNTkwIiwiQSI6ODksIlIiOjAsIkciOjAsIkIiOjB9fSwiSXNWaXNpYmxlIjp0cnVlLCJXaWR0aCI6MC4wLCJIZWlnaHQiOjAuMCwiQm9yZGVyU3R5bGUiOnsiJGlkIjoiMzU5MSIsIkxpbmVDb2xvciI6bnVsbCwiTGluZVdlaWdodCI6MC4wLCJMaW5lVHlwZSI6MCwiUGFyZW50U3R5bGUiOm51bGx9LCJQYXJlbnRTdHlsZSI6bnVsbH0sIkR1cmF0aW9uU3R5bGUiOnsiJGlkIjoiMzU5MiIsIkZvbnRTZXR0aW5ncyI6eyIkaWQiOiIzNTkzIiwiRm9udFNpemUiOjEwLCJGb250TmFtZSI6IkNhbGlicmkiLCJJc0JvbGQiOmZhbHNlLCJJc0l0YWxpYyI6ZmFsc2UsIklzVW5kZXJsaW5lZCI6ZmFsc2UsIlBhcmVudFN0eWxlIjpudWxsfSwiQXV0b1NpemUiOjAsIkZvcmVncm91bmQiOnsiJGlkIjoiMzU5NCIsIkNvbG9yIjp7IiRpZCI6IjM1OTU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1OTYiLCJUb3AiOjAuMCwiTGVmdCI6MC4wLCJSaWdodCI6MC4wLCJCb3R0b20iOjAuMH0sIlBhZGRpbmciOnsiJGlkIjoiMzU5NyIsIlRvcCI6MC4wLCJMZWZ0IjowLjAsIlJpZ2h0IjowLjAsIkJvdHRvbSI6MC4wfSwiQmFja2dyb3VuZCI6eyIkaWQiOiIzNTk4IiwiQ29sb3IiOnsiJGlkIjoiMzU5OSIsIkEiOjI1NSwiUiI6NjgsIkciOjg0LCJCIjoxMDZ9fSwiSXNWaXNpYmxlIjp0cnVlLCJXaWR0aCI6MC4wLCJIZWlnaHQiOjAuMCwiQm9yZGVyU3R5bGUiOnsiJGlkIjoiMzYwMCIsIkxpbmVDb2xvciI6bnVsbCwiTGluZVdlaWdodCI6MC4wLCJMaW5lVHlwZSI6MCwiUGFyZW50U3R5bGUiOm51bGx9LCJQYXJlbnRTdHlsZSI6bnVsbH0sIkhvcml6b250YWxDb25uZWN0b3JTdHlsZSI6eyIkaWQiOiIzNjAxIiwiTGluZUNvbG9yIjp7IiRpZCI6IjM2MDIiLCIkdHlwZSI6Ik5MUkUuQ29tbW9uLkRvbS5Tb2xpZENvbG9yQnJ1c2gsIE5MUkUuQ29tbW9uIiwiQ29sb3IiOnsiJGlkIjoiMzYwMyIsIkEiOjI1NSwiUiI6MCwiRyI6MCwiQiI6MH19LCJMaW5lV2VpZ2h0IjowLjAsIkxpbmVUeXBlIjowLCJQYXJlbnRTdHlsZSI6bnVsbH0sIlZlcnRpY2FsQ29ubmVjdG9yU3R5bGUiOnsiJGlkIjoiMzYwNCIsIkxpbmVDb2xvciI6eyIkaWQiOiIzNjA1IiwiJHR5cGUiOiJOTFJFLkNvbW1vbi5Eb20uU29saWRDb2xvckJydXNoLCBOTFJFLkNvbW1vbiIsIkNvbG9yIjp7IiRpZCI6IjM2MDY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zNjA3IiwiU2hhcGVTdHlsZSI6eyIkaWQiOiIzNjA4IiwiTWFyZ2luIjp7IiRpZCI6IjM2MDkiLCJUb3AiOjAuMCwiTGVmdCI6MC4wLCJSaWdodCI6MC4wLCJCb3R0b20iOjAuMH0sIlBhZGRpbmciOnsiJGlkIjoiMzYxMCIsIlRvcCI6MC4wLCJMZWZ0IjowLjAsIlJpZ2h0IjowLjAsIkJvdHRvbSI6MC4wfSwiQmFja2dyb3VuZCI6eyIkaWQiOiIzNjExIiwiQ29sb3IiOnsiJGlkIjoiMzYxMiIsIkEiOjE1MywiUiI6MCwiRyI6MCwiQiI6MH19LCJJc1Zpc2libGUiOnRydWUsIldpZHRoIjowLjAsIkhlaWdodCI6MC4wLCJCb3JkZXJTdHlsZSI6eyIkaWQiOiIzNjEzIiwiTGluZUNvbG9yIjp7IiRpZCI6IjM2MTQiLCIkdHlwZSI6Ik5MUkUuQ29tbW9uLkRvbS5Tb2xpZENvbG9yQnJ1c2gsIE5MUkUuQ29tbW9uIiwiQ29sb3IiOnsiJGlkIjoiMzYxNSIsIkEiOjI1NSwiUiI6MjU1LCJHIjowLCJCIjowfX0sIkxpbmVXZWlnaHQiOjAuMCwiTGluZVR5cGUiOjAsIlBhcmVudFN0eWxlIjpudWxsfSwiUGFyZW50U3R5bGUiOm51bGx9LCJNYXJnaW4iOnsiJGlkIjoiMzYxNiIsIlRvcCI6MC4wLCJMZWZ0IjowLjAsIlJpZ2h0IjowLjAsIkJvdHRvbSI6MC4wfSwiUGFkZGluZyI6eyIkaWQiOiIzNjE3IiwiVG9wIjowLjAsIkxlZnQiOjAuMCwiUmlnaHQiOjAuMCwiQm90dG9tIjowLjB9LCJCYWNrZ3JvdW5kIjpudWxsLCJJc1Zpc2libGUiOnRydWUsIldpZHRoIjowLjAsIkhlaWdodCI6MC4wLCJCb3JkZXJTdHlsZSI6bnVsbCwiUGFyZW50U3R5bGUiOm51bGx9LCJTaGFwZVN0eWxlIjp7IiRpZCI6IjM2MTgiLCJNYXJnaW4iOnsiJGlkIjoiMzYxOSIsIlRvcCI6MC4wLCJMZWZ0Ijo0LjAsIlJpZ2h0Ijo0LjAsIkJvdHRvbSI6MC4wfSwiUGFkZGluZyI6eyIkaWQiOiIzNjIwIiwiVG9wIjowLjAsIkxlZnQiOjAuMCwiUmlnaHQiOjAuMCwiQm90dG9tIjowLjB9LCJCYWNrZ3JvdW5kIjp7IiRpZCI6IjM2MjEiLCJDb2xvciI6eyIkaWQiOiIzNjIyIiwiQSI6MjU1LCJSIjoxMTIsIkciOjE3MywiQiI6NzF9fSwiSXNWaXNpYmxlIjp0cnVlLCJXaWR0aCI6MC4wLCJIZWlnaHQiOjEwLjAsIkJvcmRlclN0eWxlIjp7IiRpZCI6IjM2MjMiLCJMaW5lQ29sb3IiOnsiJGlkIjoiMzYyNCIsIiR0eXBlIjoiTkxSRS5Db21tb24uRG9tLlNvbGlkQ29sb3JCcnVzaCwgTkxSRS5Db21tb24iLCJDb2xvciI6eyIkaWQiOiIzNjI1IiwiQSI6MjU1LCJSIjoyMzQsIkciOjIyLCJCIjozMH19LCJMaW5lV2VpZ2h0IjowLjAsIkxpbmVUeXBlIjowLCJQYXJlbnRTdHlsZSI6bnVsbH0sIlBhcmVudFN0eWxlIjpudWxsfSwiVGl0bGVTdHlsZSI6eyIkaWQiOiIzNjI2IiwiRm9udFNldHRpbmdzIjp7IiRpZCI6IjM2MjciLCJGb250U2l6ZSI6MTEsIkZvbnROYW1lIjoiQ2FsaWJyaSIsIklzQm9sZCI6ZmFsc2UsIklzSXRhbGljIjpmYWxzZSwiSXNVbmRlcmxpbmVkIjpmYWxzZSwiUGFyZW50U3R5bGUiOm51bGx9LCJBdXRvU2l6ZSI6MCwiRm9yZWdyb3VuZCI6eyIkaWQiOiIzNjI4IiwiQ29sb3IiOnsiJGlkIjoiMzY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MwIiwiVG9wIjowLjAsIkxlZnQiOjAuMCwiUmlnaHQiOjAuMCwiQm90dG9tIjowLjB9LCJQYWRkaW5nIjp7IiRpZCI6IjM2MzEiLCJUb3AiOjAuMCwiTGVmdCI6MC4wLCJSaWdodCI6MC4wLCJCb3R0b20iOjAuMH0sIkJhY2tncm91bmQiOnsiJGlkIjoiMzYzMiIsIkNvbG9yIjp7IiRpZCI6IjM2MzMiLCJBIjoyNTUsIlIiOjAsIkciOjAsIkIiOjB9fSwiSXNWaXNpYmxlIjp0cnVlLCJXaWR0aCI6MC4wLCJIZWlnaHQiOjAuMCwiQm9yZGVyU3R5bGUiOnsiJGlkIjoiMzYzNCIsIkxpbmVDb2xvciI6bnVsbCwiTGluZVdlaWdodCI6MC4wLCJMaW5lVHlwZSI6MCwiUGFyZW50U3R5bGUiOm51bGx9LCJQYXJlbnRTdHlsZSI6bnVsbH0sIkRhdGVTdHlsZSI6eyIkaWQiOiIzNjM1IiwiRm9udFNldHRpbmdzIjp7IiRpZCI6IjM2MzYiLCJGb250U2l6ZSI6MTAsIkZvbnROYW1lIjoiQ2FsaWJyaSIsIklzQm9sZCI6ZmFsc2UsIklzSXRhbGljIjpmYWxzZSwiSXNVbmRlcmxpbmVkIjpmYWxzZSwiUGFyZW50U3R5bGUiOm51bGx9LCJBdXRvU2l6ZSI6MCwiRm9yZWdyb3VuZCI6eyIkaWQiOiIzNjM3IiwiQ29sb3IiOnsiJGlkIjoiMzYzOC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zYzOSIsIlRvcCI6MC4wLCJMZWZ0IjowLjAsIlJpZ2h0IjowLjAsIkJvdHRvbSI6MC4wfSwiUGFkZGluZyI6eyIkaWQiOiIzNjQwIiwiVG9wIjowLjAsIkxlZnQiOjAuMCwiUmlnaHQiOjAuMCwiQm90dG9tIjowLjB9LCJCYWNrZ3JvdW5kIjp7IiRpZCI6IjM2NDEiLCJDb2xvciI6eyIkaWQiOiIzNjQyIiwiQSI6MjU1LCJSIjo2OCwiRyI6ODQsIkIiOjEwNn19LCJJc1Zpc2libGUiOnRydWUsIldpZHRoIjowLjAsIkhlaWdodCI6MC4wLCJCb3JkZXJTdHlsZSI6eyIkaWQiOiIzNjQzIiwiTGluZUNvbG9yIjpudWxsLCJMaW5lV2VpZ2h0IjowLjAsIkxpbmVUeXBlIjowLCJQYXJlbnRTdHlsZSI6bnVsbH0sIlBhcmVudFN0eWxlIjpudWxsfSwiRGF0ZUZvcm1hdCI6eyIkaWQiOiIzNjQ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2NDUiLCJGb3JtYXQiOjAsIklzVmlzaWJsZSI6ZmFsc2UsIkxhc3RLbm93blZpc2liaWxpdHlTdGF0ZSI6ZmFsc2V9LCJJc1Zpc2libGUiOnRydWUsIlZhcmlhbmNlU3R5bGUiOnsiJGlkIjoiMzY0NiIsIlRleHRTdHlsZSI6eyIkaWQiOiIzNjQ3IiwiRm9udFNldHRpbmdzIjp7IiRpZCI6IjM2NDgiLCJGb250U2l6ZSI6MTAsIkZvbnROYW1lIjoiQ2FsaWJyaSIsIklzQm9sZCI6ZmFsc2UsIklzSXRhbGljIjpmYWxzZSwiSXNVbmRlcmxpbmVkIjpmYWxzZSwiUGFyZW50U3R5bGUiOm51bGx9LCJBdXRvU2l6ZSI6MCwiRm9yZWdyb3VuZCI6eyIkaWQiOiIzNjQ5IiwiQ29sb3IiOnsiJGlkIjoiMzY1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UxIiwiVG9wIjowLjAsIkxlZnQiOjAuMCwiUmlnaHQiOjAuMCwiQm90dG9tIjowLjB9LCJQYWRkaW5nIjp7IiRpZCI6IjM2NTIiLCJUb3AiOjAuMCwiTGVmdCI6MC4wLCJSaWdodCI6MC4wLCJCb3R0b20iOjAuMH0sIkJhY2tncm91bmQiOnsiJGlkIjoiMzY1MyIsIkNvbG9yIjp7IiRpZCI6IjM2NTQiLCJBIjoyNTUsIlIiOjAsIkciOjAsIkIiOjB9fSwiSXNWaXNpYmxlIjp0cnVlLCJXaWR0aCI6MC4wLCJIZWlnaHQiOjAuMCwiQm9yZGVyU3R5bGUiOnsiJGlkIjoiMzY1NSIsIkxpbmVDb2xvciI6bnVsbCwiTGluZVdlaWdodCI6MC4wLCJMaW5lVHlwZSI6MCwiUGFyZW50U3R5bGUiOm51bGx9LCJQYXJlbnRTdHlsZSI6bnVsbH0sIlBhcmVudFN0eWxlIjpudWxsfSwiUGFyZW50U3R5bGUiOm51bGwsIl9leHBsaWNpdGx5U2V0Ijp7IiRpZCI6IjM2NT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zNjU3IiwiU2hhcGUiOjEsIkNvbm5lY3Rvck1hcmdpbiI6eyIkaWQiOiIzNjU4IiwiVG9wIjowLjAsIkxlZnQiOjIuMCwiUmlnaHQiOjIuMCwiQm90dG9tIjowLjB9LCJDb25uZWN0b3JTdHlsZSI6eyIkaWQiOiIzNjU5IiwiTGluZUNvbG9yIjp7IiRpZCI6IjM2NjAiLCIkdHlwZSI6Ik5MUkUuQ29tbW9uLkRvbS5Tb2xpZENvbG9yQnJ1c2gsIE5MUkUuQ29tbW9uIiwiQ29sb3IiOnsiJGlkIjoiMzY2MSIsIkEiOjEyNywiUiI6NTYsIkciOjg2LCJCIjozNX19LCJMaW5lV2VpZ2h0IjoxLjAsIkxpbmVUeXBlIjowLCJQYXJlbnRTdHlsZSI6bnVsbH0sIklzQmVsb3dUaW1lYmFuZCI6ZmFsc2UsIlBvc2l0aW9uT25UYXNrIjoxLCJIaWRlRGF0ZSI6ZmFsc2UsIlNoYXBlU2l6ZSI6MCwiU3BhY2luZyI6MC4wLCJQYWRkaW5nIjp7IiRpZCI6IjM2NjIiLCJUb3AiOjUuMCwiTGVmdCI6My4wLCJSaWdodCI6MC4wLCJCb3R0b20iOjIuMH0sIlNoYXBlU3R5bGUiOnsiJGlkIjoiMzY2MyIsIk1hcmdpbiI6eyIkaWQiOiIzNjY0IiwiVG9wIjowLjAsIkxlZnQiOjAuMCwiUmlnaHQiOjAuMCwiQm90dG9tIjowLjB9LCJQYWRkaW5nIjp7IiRpZCI6IjM2NjUiLCJUb3AiOjAuMCwiTGVmdCI6MC4wLCJSaWdodCI6MC4wLCJCb3R0b20iOjAuMH0sIkJhY2tncm91bmQiOnsiJGlkIjoiMzY2NiIsIkNvbG9yIjp7IiRpZCI6IjM2NjciLCJBIjoyNTUsIlIiOjU2LCJHIjo4NiwiQiI6MzV9fSwiSXNWaXNpYmxlIjp0cnVlLCJXaWR0aCI6MTIuMCwiSGVpZ2h0IjoxNC4wLCJCb3JkZXJTdHlsZSI6eyIkaWQiOiIzNjY4IiwiTGluZUNvbG9yIjp7IiRpZCI6IjM2NjkiLCIkdHlwZSI6Ik5MUkUuQ29tbW9uLkRvbS5Tb2xpZENvbG9yQnJ1c2gsIE5MUkUuQ29tbW9uIiwiQ29sb3IiOnsiJGlkIjoiMzY3MCIsIkEiOjI1NSwiUiI6MjU1LCJHIjoyNTUsIkIiOjI1NX19LCJMaW5lV2VpZ2h0IjowLjAsIkxpbmVUeXBlIjowLCJQYXJlbnRTdHlsZSI6bnVsbH0sIlBhcmVudFN0eWxlIjpudWxsfSwiVGl0bGVTdHlsZSI6eyIkaWQiOiIzNjcxIiwiRm9udFNldHRpbmdzIjp7IiRpZCI6IjM2NzIiLCJGb250U2l6ZSI6MTEsIkZvbnROYW1lIjoiQ2FsaWJyaSIsIklzQm9sZCI6ZmFsc2UsIklzSXRhbGljIjpmYWxzZSwiSXNVbmRlcmxpbmVkIjpmYWxzZSwiUGFyZW50U3R5bGUiOm51bGx9LCJBdXRvU2l6ZSI6MCwiRm9yZWdyb3VuZCI6eyIkaWQiOiIzNjczIiwiQ29sb3IiOnsiJGlkIjoiMzY3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zNjc1IiwiVG9wIjowLjAsIkxlZnQiOjAuMCwiUmlnaHQiOjAuMCwiQm90dG9tIjowLjB9LCJQYWRkaW5nIjp7IiRpZCI6IjM2NzYiLCJUb3AiOjAuMCwiTGVmdCI6MC4wLCJSaWdodCI6MC4wLCJCb3R0b20iOjAuMH0sIkJhY2tncm91bmQiOnsiJGlkIjoiMzY3NyIsIkNvbG9yIjp7IiRpZCI6IjM2NzgiLCJBIjoyNTUsIlIiOjAsIkciOjAsIkIiOjB9fSwiSXNWaXNpYmxlIjp0cnVlLCJXaWR0aCI6MC4wLCJIZWlnaHQiOjAuMCwiQm9yZGVyU3R5bGUiOnsiJGlkIjoiMzY3OSIsIkxpbmVDb2xvciI6bnVsbCwiTGluZVdlaWdodCI6MC4wLCJMaW5lVHlwZSI6MCwiUGFyZW50U3R5bGUiOm51bGx9LCJQYXJlbnRTdHlsZSI6bnVsbH0sIkRhdGVTdHlsZSI6eyIkaWQiOiIzNjgwIiwiRm9udFNldHRpbmdzIjp7IiRpZCI6IjM2ODEiLCJGb250U2l6ZSI6MTAsIkZvbnROYW1lIjoiQ2FsaWJyaSIsIklzQm9sZCI6ZmFsc2UsIklzSXRhbGljIjpmYWxzZSwiSXNVbmRlcmxpbmVkIjpmYWxzZSwiUGFyZW50U3R5bGUiOm51bGx9LCJBdXRvU2l6ZSI6MCwiRm9yZWdyb3VuZCI6eyIkaWQiOiIzNjgyIiwiQ29sb3IiOnsiJGlkIjoiMzY4M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zY4NCIsIlRvcCI6MC4wLCJMZWZ0IjowLjAsIlJpZ2h0IjowLjAsIkJvdHRvbSI6MC4wfSwiUGFkZGluZyI6eyIkaWQiOiIzNjg1IiwiVG9wIjowLjAsIkxlZnQiOjAuMCwiUmlnaHQiOjAuMCwiQm90dG9tIjowLjB9LCJCYWNrZ3JvdW5kIjp7IiRpZCI6IjM2ODYiLCJDb2xvciI6eyIkaWQiOiIzNjg3IiwiQSI6MjU1LCJSIjo2OCwiRyI6ODQsIkIiOjEwNn19LCJJc1Zpc2libGUiOnRydWUsIldpZHRoIjowLjAsIkhlaWdodCI6MC4wLCJCb3JkZXJTdHlsZSI6eyIkaWQiOiIzNjg4IiwiTGluZUNvbG9yIjpudWxsLCJMaW5lV2VpZ2h0IjowLjAsIkxpbmVUeXBlIjowLCJQYXJlbnRTdHlsZSI6bnVsbH0sIlBhcmVudFN0eWxlIjpudWxsfSwiRGF0ZUZvcm1hdCI6eyIkaWQiOiIzNjg5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kwIiwiRm9ybWF0IjowLCJJc1Zpc2libGUiOmZhbHNlLCJMYXN0S25vd25WaXNpYmlsaXR5U3RhdGUiOmZhbHNlfSwiSXNWaXNpYmxlIjpmYWxzZSwiVmFyaWFuY2VTdHlsZSI6eyIkaWQiOiIzNjkxIiwiVGV4dFN0eWxlIjp7IiRpZCI6IjM2OTIiLCJGb250U2V0dGluZ3MiOnsiJGlkIjoiMzY5MyIsIkZvbnRTaXplIjoxMCwiRm9udE5hbWUiOiJDYWxpYnJpIiwiSXNCb2xkIjpmYWxzZSwiSXNJdGFsaWMiOmZhbHNlLCJJc1VuZGVybGluZWQiOmZhbHNlLCJQYXJlbnRTdHlsZSI6bnVsbH0sIkF1dG9TaXplIjowLCJGb3JlZ3JvdW5kIjp7IiRpZCI6IjM2OTQiLCJDb2xvciI6eyIkaWQiOiIzNjk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2OTYiLCJUb3AiOjAuMCwiTGVmdCI6MC4wLCJSaWdodCI6MC4wLCJCb3R0b20iOjAuMH0sIlBhZGRpbmciOnsiJGlkIjoiMzY5NyIsIlRvcCI6MC4wLCJMZWZ0IjowLjAsIlJpZ2h0IjowLjAsIkJvdHRvbSI6MC4wfSwiQmFja2dyb3VuZCI6eyIkaWQiOiIzNjk4IiwiQ29sb3IiOnsiJGlkIjoiMzY5OSIsIkEiOjI1NSwiUiI6MCwiRyI6MCwiQiI6MH19LCJJc1Zpc2libGUiOnRydWUsIldpZHRoIjowLjAsIkhlaWdodCI6MC4wLCJCb3JkZXJTdHlsZSI6eyIkaWQiOiIzNzAwIiwiTGluZUNvbG9yIjpudWxsLCJMaW5lV2VpZ2h0IjowLjAsIkxpbmVUeXBlIjowLCJQYXJlbnRTdHlsZSI6bnVsbH0sIlBhcmVudFN0eWxlIjpudWxsfSwiUGFyZW50U3R5bGUiOm51bGx9LCJQYXJlbnRTdHlsZSI6bnVsbH0sIkRlZmF1bHRTd2ltbGFuZU1pbGVzdG9uZVN0eWxlIjp7IiRpZCI6IjM3MDEiLCJUaXRsZVBvc2l0aW9uIjoiTGVmdCIsIkRhdGVQb3NpdGlvbiI6IlJpZ2h0IiwiVmFyaWFuY2VQb3NpdGlvbiI6IlJpZ2h0IiwiU2hhcGVUeXBlIjoxLCJTaGFwZVNpemUiOjAsIlNwYWNpbmciOjUsIlNoYXBlU3R5bGUiOnsiJGlkIjoiMzcwMiIsIk1hcmdpbiI6eyIkaWQiOiIzNzAzIiwiVG9wIjowLjAsIkxlZnQiOjAuMCwiUmlnaHQiOjAuMCwiQm90dG9tIjowLjB9LCJQYWRkaW5nIjp7IiRpZCI6IjM3MDQiLCJUb3AiOjAuMCwiTGVmdCI6MC4wLCJSaWdodCI6MC4wLCJCb3R0b20iOjAuMH0sIkJhY2tncm91bmQiOnsiJGlkIjoiMzcwNSIsIkNvbG9yIjp7IiRpZCI6IjM3MDYiLCJBIjoyNTUsIlIiOjExMiwiRyI6MTczLCJCIjo3MX19LCJJc1Zpc2libGUiOnRydWUsIldpZHRoIjoxMi4wLCJIZWlnaHQiOjE0LjAsIkJvcmRlclN0eWxlIjp7IiRpZCI6IjM3MDciLCJMaW5lQ29sb3IiOnsiJGlkIjoiMzcwOCIsIiR0eXBlIjoiTkxSRS5Db21tb24uRG9tLlNvbGlkQ29sb3JCcnVzaCwgTkxSRS5Db21tb24iLCJDb2xvciI6eyIkaWQiOiIzNzA5IiwiQSI6MjU1LCJSIjoyMzQsIkciOjIyLCJCIjozMH19LCJMaW5lV2VpZ2h0IjowLjAsIkxpbmVUeXBlIjowLCJQYXJlbnRTdHlsZSI6bnVsbH0sIlBhcmVudFN0eWxlIjpudWxsfSwiVGl0bGVTdHlsZSI6eyIkaWQiOiIzNzEwIiwiRm9udFNldHRpbmdzIjp7IiRpZCI6IjM3MTEiLCJGb250U2l6ZSI6MTEsIkZvbnROYW1lIjoiQ2FsaWJyaSIsIklzQm9sZCI6ZmFsc2UsIklzSXRhbGljIjpmYWxzZSwiSXNVbmRlcmxpbmVkIjpmYWxzZSwiUGFyZW50U3R5bGUiOm51bGx9LCJBdXRvU2l6ZSI6MCwiRm9yZWdyb3VuZCI6eyIkaWQiOiIzNzEyIiwiQ29sb3IiOnsiJGlkIjoiMzcx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zNzE0IiwiVG9wIjowLjAsIkxlZnQiOjAuMCwiUmlnaHQiOjAuMCwiQm90dG9tIjowLjB9LCJQYWRkaW5nIjp7IiRpZCI6IjM3MTUiLCJUb3AiOjAuMCwiTGVmdCI6MC4wLCJSaWdodCI6MC4wLCJCb3R0b20iOjAuMH0sIkJhY2tncm91bmQiOnsiJGlkIjoiMzcxNiIsIkNvbG9yIjp7IiRpZCI6IjM3MTciLCJBIjoyNTUsIlIiOjAsIkciOjAsIkIiOjB9fSwiSXNWaXNpYmxlIjp0cnVlLCJXaWR0aCI6MC4wLCJIZWlnaHQiOjAuMCwiQm9yZGVyU3R5bGUiOnsiJGlkIjoiMzcxOCIsIkxpbmVDb2xvciI6bnVsbCwiTGluZVdlaWdodCI6MC4wLCJMaW5lVHlwZSI6MCwiUGFyZW50U3R5bGUiOm51bGx9LCJQYXJlbnRTdHlsZSI6bnVsbH0sIkRhdGVTdHlsZSI6eyIkaWQiOiIzNzE5IiwiRm9udFNldHRpbmdzIjp7IiRpZCI6IjM3MjAiLCJGb250U2l6ZSI6MTAsIkZvbnROYW1lIjoiQ2FsaWJyaSIsIklzQm9sZCI6ZmFsc2UsIklzSXRhbGljIjpmYWxzZSwiSXNVbmRlcmxpbmVkIjpmYWxzZSwiUGFyZW50U3R5bGUiOm51bGx9LCJBdXRvU2l6ZSI6MCwiRm9yZWdyb3VuZCI6eyIkaWQiOiIzNzIxIiwiQ29sb3IiOnsiJGlkIjoiMzcyM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cyMyIsIlRvcCI6MC4wLCJMZWZ0IjowLjAsIlJpZ2h0IjowLjAsIkJvdHRvbSI6MC4wfSwiUGFkZGluZyI6eyIkaWQiOiIzNzI0IiwiVG9wIjowLjAsIkxlZnQiOjAuMCwiUmlnaHQiOjAuMCwiQm90dG9tIjowLjB9LCJCYWNrZ3JvdW5kIjp7IiRpZCI6IjM3MjUiLCJDb2xvciI6eyIkaWQiOiIzNzI2IiwiQSI6MjU1LCJSIjo2OCwiRyI6ODQsIkIiOjEwNn19LCJJc1Zpc2libGUiOnRydWUsIldpZHRoIjowLjAsIkhlaWdodCI6MC4wLCJCb3JkZXJTdHlsZSI6eyIkaWQiOiIzNzI3IiwiTGluZUNvbG9yIjpudWxsLCJMaW5lV2VpZ2h0IjowLjAsIkxpbmVUeXBlIjowLCJQYXJlbnRTdHlsZSI6bnVsbH0sIlBhcmVudFN0eWxlIjpudWxsfSwiRGF0ZUZvcm1hdCI6eyIkaWQiOiIzNzI4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jkiLCJGb3JtYXQiOjAsIklzVmlzaWJsZSI6ZmFsc2UsIkxhc3RLbm93blZpc2liaWxpdHlTdGF0ZSI6ZmFsc2V9LCJJc1Zpc2libGUiOnRydWUsIlZhcmlhbmNlU3R5bGUiOnsiJGlkIjoiMzczMCIsIlRleHRTdHlsZSI6eyIkaWQiOiIzNzMxIiwiRm9udFNldHRpbmdzIjp7IiRpZCI6IjM3MzIiLCJGb250U2l6ZSI6MTAsIkZvbnROYW1lIjoiQ2FsaWJyaSIsIklzQm9sZCI6ZmFsc2UsIklzSXRhbGljIjpmYWxzZSwiSXNVbmRlcmxpbmVkIjpmYWxzZSwiUGFyZW50U3R5bGUiOm51bGx9LCJBdXRvU2l6ZSI6MCwiRm9yZWdyb3VuZCI6eyIkaWQiOiIzNzMzIiwiQ29sb3IiOnsiJGlkIjoiMzc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zM1IiwiVG9wIjowLjAsIkxlZnQiOjAuMCwiUmlnaHQiOjAuMCwiQm90dG9tIjowLjB9LCJQYWRkaW5nIjp7IiRpZCI6IjM3MzYiLCJUb3AiOjAuMCwiTGVmdCI6MC4wLCJSaWdodCI6MC4wLCJCb3R0b20iOjAuMH0sIkJhY2tncm91bmQiOnsiJGlkIjoiMzczNyIsIkNvbG9yIjp7IiRpZCI6IjM3MzgiLCJBIjoyNTUsIlIiOjAsIkciOjAsIkIiOjB9fSwiSXNWaXNpYmxlIjp0cnVlLCJXaWR0aCI6MC4wLCJIZWlnaHQiOjAuMCwiQm9yZGVyU3R5bGUiOnsiJGlkIjoiMzczOSIsIkxpbmVDb2xvciI6bnVsbCwiTGluZVdlaWdodCI6MC4wLCJMaW5lVHlwZSI6MCwiUGFyZW50U3R5bGUiOm51bGx9LCJQYXJlbnRTdHlsZSI6bnVsbH0sIlBhcmVudFN0eWxlIjpudWxsfSwiUGFyZW50U3R5bGUiOm51bGx9LCJEZWZhdWx0U3dpbWxhbmVBY3Rpdml0eVN0eWxlIjp7IiRpZCI6IjM3NDAiLCJIZWFkZXJTdHlsZSI6eyIkaWQiOiIzNzQxIiwiVGV4dFN0eWxlIjp7IiRpZCI6IjM3NDIiLCJGb250U2V0dGluZ3MiOnsiJGlkIjoiMzc0MyIsIkZvbnRTaXplIjoxMSwiRm9udE5hbWUiOiJDYWxpYnJpIiwiSXNCb2xkIjpmYWxzZSwiSXNJdGFsaWMiOmZhbHNlLCJJc1VuZGVybGluZWQiOmZhbHNlLCJQYXJlbnRTdHlsZSI6bnVsbH0sIkF1dG9TaXplIjoyLCJGb3JlZ3JvdW5kIjp7IiRpZCI6IjM3NDQiLCJDb2xvciI6eyIkaWQiOiIzNzQ1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zc0NiIsIlRvcCI6MC4wLCJMZWZ0IjowLjAsIlJpZ2h0IjowLjAsIkJvdHRvbSI6MC4wfSwiUGFkZGluZyI6eyIkaWQiOiIzNzQ3IiwiVG9wIjowLjAsIkxlZnQiOjAuMCwiUmlnaHQiOjAuMCwiQm90dG9tIjowLjB9LCJCYWNrZ3JvdW5kIjp7IiRpZCI6IjM3NDgiLCJDb2xvciI6eyIkaWQiOiIzNzQ5IiwiQSI6MjU1LCJSIjo2NCwiRyI6NjQsIkIiOjY0fX0sIklzVmlzaWJsZSI6dHJ1ZSwiV2lkdGgiOjAuMCwiSGVpZ2h0IjowLjAsIkJvcmRlclN0eWxlIjpudWxsLCJQYXJlbnRTdHlsZSI6bnVsbH0sIlJlY3RhbmdsZVN0eWxlIjp7IiRpZCI6IjM3NTAiLCJNYXJnaW4iOnsiJGlkIjoiMzc1MSIsIlRvcCI6MC4wLCJMZWZ0IjowLjAsIlJpZ2h0IjowLjAsIkJvdHRvbSI6MC4wfSwiUGFkZGluZyI6eyIkaWQiOiIzNzUyIiwiVG9wIjowLjAsIkxlZnQiOjAuMCwiUmlnaHQiOjAuMCwiQm90dG9tIjowLjB9LCJCYWNrZ3JvdW5kIjp7IiRpZCI6IjM3NTMiLCJDb2xvciI6eyIkaWQiOiIzNzU0IiwiQSI6MTI3LCJSIjoxMTIsIkciOjE3MywiQiI6NzF9fSwiSXNWaXNpYmxlIjp0cnVlLCJXaWR0aCI6MC4wLCJIZWlnaHQiOjAuMCwiQm9yZGVyU3R5bGUiOnsiJGlkIjoiMzc1NSIsIkxpbmVDb2xvciI6eyIkaWQiOiIzNzU2IiwiJHR5cGUiOiJOTFJFLkNvbW1vbi5Eb20uU29saWRDb2xvckJydXNoLCBOTFJFLkNvbW1vbiIsIkNvbG9yIjp7IiRpZCI6IjM3NTciLCJBIjoyNTUsIlIiOjI1NSwiRyI6MjU1LCJCIjoyNTV9fSwiTGluZVdlaWdodCI6MC4wLCJMaW5lVHlwZSI6MCwiUGFyZW50U3R5bGUiOm51bGx9LCJQYXJlbnRTdHlsZSI6bnVsbH0sIk1hcmdpbiI6eyIkaWQiOiIzNzU4IiwiVG9wIjowLjAsIkxlZnQiOjAuMCwiUmlnaHQiOjAuMCwiQm90dG9tIjowLjB9LCJQYWRkaW5nIjp7IiRpZCI6IjM3NTkiLCJUb3AiOjAuMCwiTGVmdCI6MC4wLCJSaWdodCI6MC4wLCJCb3R0b20iOjAuMH0sIkJhY2tncm91bmQiOm51bGwsIklzVmlzaWJsZSI6dHJ1ZSwiV2lkdGgiOjAuMCwiSGVpZ2h0IjowLjAsIkJvcmRlclN0eWxlIjpudWxsLCJQYXJlbnRTdHlsZSI6bnVsbH0sIkJhY2tncm91bmRTdHlsZSI6eyIkaWQiOiIzNzYwIiwiTWFyZ2luIjp7IiRpZCI6IjM3NjEiLCJUb3AiOjAuMCwiTGVmdCI6MC4wLCJSaWdodCI6MC4wLCJCb3R0b20iOjAuMH0sIlBhZGRpbmciOnsiJGlkIjoiMzc2MiIsIlRvcCI6MC4wLCJMZWZ0IjowLjAsIlJpZ2h0IjowLjAsIkJvdHRvbSI6MC4wfSwiQmFja2dyb3VuZCI6eyIkaWQiOiIzNzYzIiwiQ29sb3IiOnsiJGlkIjoiMzc2NCIsIkEiOjUxLCJSIjoyMDAsIkciOjIwMCwiQiI6MjAwfX0sIklzVmlzaWJsZSI6dHJ1ZSwiV2lkdGgiOjAuMCwiSGVpZ2h0IjowLjAsIkJvcmRlclN0eWxlIjp7IiRpZCI6IjM3NjUiLCJMaW5lQ29sb3IiOnsiJGlkIjoiMzc2NiIsIiR0eXBlIjoiTkxSRS5Db21tb24uRG9tLlNvbGlkQ29sb3JCcnVzaCwgTkxSRS5Db21tb24iLCJDb2xvciI6eyIkaWQiOiIzNzY3IiwiQSI6MjU1LCJSIjoyMzQsIkciOjIyLCJCIjozMH19LCJMaW5lV2VpZ2h0IjowLjAsIkxpbmVUeXBlIjowLCJQYXJlbnRTdHlsZSI6bnVsbH0sIlBhcmVudFN0eWxlIjpudWxsfSwiTWFyZ2luIjp7IiRpZCI6IjM3NjgiLCJUb3AiOjAuMCwiTGVmdCI6MC4wLCJSaWdodCI6MC4wLCJCb3R0b20iOjAuMH0sIlBhZGRpbmciOnsiJGlkIjoiMzc2OSIsIlRvcCI6MC4wLCJMZWZ0IjowLjAsIlJpZ2h0IjowLjAsIkJvdHRvbSI6MC4wfSwiSXNWaXNpYmxlIjp0cnVlLCJXaWR0aCI6MC4wLCJIZWlnaHQiOjAuMCwiQm9yZGVyU3R5bGUiOnsiJGlkIjoiMzc3MCIsIkxpbmVDb2xvciI6bnVsbCwiTGluZVdlaWdodCI6MC4wLCJMaW5lVHlwZSI6MCwiUGFyZW50U3R5bGUiOm51bGx9LCJQYXJlbnRTdHlsZSI6bnVsbH0sIk1hcmdpbiI6eyIkaWQiOiIzNzcxIiwiVG9wIjowLjAsIkxlZnQiOjAuMCwiUmlnaHQiOjAuMCwiQm90dG9tIjowLjB9LCJQYWRkaW5nIjp7IiRpZCI6IjM3NzIiLCJUb3AiOjAuMCwiTGVmdCI6MC4wLCJSaWdodCI6MC4wLCJCb3R0b20iOjAuMH0sIklzVmlzaWJsZSI6ZmFsc2UsIldpZHRoIjowLjAsIkhlaWdodCI6MC4wLCJCb3JkZXJTdHlsZSI6eyIkaWQiOiIzNzczIiwiTGluZUNvbG9yIjpudWxsLCJMaW5lV2VpZ2h0IjowLjAsIkxpbmVUeXBlIjowLCJQYXJlbnRTdHlsZSI6bnVsbH0sIlBhcmVudFN0eWxlIjpudWxsfX1dLCJIYXNCYXNlbGluZXMiOmZhbHNlLCJDdWx0dXJlSW5mb05hbWUiOiJlbi1VUyIsIlN0eWxlTmFtZSI6bnVsbCwiVmVyc2lvbiI6eyIkaWQiOiIzNzc0IiwiVmVyc2lvbiI6IjUuNi4wIiwiT3JpZ2luYWxBc3NlbWJseVZlcnNpb24iOiIxMy4xNy4wMC4wMCIsIkVkaXRpb24iOm51bGwsIkxhc3RTYXZlZEVkaXRpb24iOjMsIklzUGx1c0VkaXRpb24iOmZhbHNlLCJJc1Byb0VkaXRpb24iOmZhbHNlfSwiRWZmZWN0IjowLCJTdHlsZSI6eyIkaWQiOiIzNzc1IiwiRGVmYXVsdERlcGVuZGVuY3lTdHlsZSI6eyIkaWQiOiIzNzc2IiwiTGluZVN0eWxlIjp7IiRpZCI6IjM3NzciLCJMaW5lQ29sb3IiOnsiJGlkIjoiMzc3OCIsIiR0eXBlIjoiTkxSRS5Db21tb24uRG9tLlNvbGlkQ29sb3JCcnVzaCwgTkxSRS5Db21tb24iLCJDb2xvciI6eyIkaWQiOiIzNzc5IiwiQSI6MjU1LCJSIjo2OCwiRyI6ODQsIkIiOjEwNn19LCJMaW5lV2VpZ2h0IjoxLjAsIkxpbmVUeXBlIjowLCJQYXJlbnRTdHlsZSI6bnVsbH0sIkVuZEFycm93aGVhZExpbmVTdHlsZSI6eyIkaWQiOiIzNzgwIiwiS2luZCI6MSwiV2lkdGgiOjEsIkxlbmd0aCI6MCwiUGFyZW50U3R5bGUiOm51bGx9LCJCcmluZ1RvRnJvbnQiOnRydWUsIkVsYm93UmFkaXVzIjozLjAsIk1hcmdpbiI6eyIkaWQiOiIzNzgxIiwiVG9wIjowLjAsIkxlZnQiOjAuMCwiUmlnaHQiOjAuMCwiQm90dG9tIjowLjB9LCJQYWRkaW5nIjp7IiRpZCI6IjM3ODIiLCJUb3AiOjAuMCwiTGVmdCI6MC4wLCJSaWdodCI6MC4wLCJCb3R0b20iOjAuMH0sIkJhY2tncm91bmQiOm51bGwsIklzVmlzaWJsZSI6dHJ1ZSwiV2lkdGgiOjAuMCwiSGVpZ2h0IjowLjAsIkJvcmRlclN0eWxlIjpudWxsLCJQYXJlbnRTdHlsZSI6bnVsbH0sIkNyaXRpY2FsUGF0aFN0eWxlIjp7IiRpZCI6IjM3ODMiLCJDcml0aWNhbFBhdGhTdHlsZU9wdGlvbnMiOjMwLCJMaW5lU3R5bGUiOnsiJGlkIjoiMzc4NCIsIkxpbmVDb2xvciI6eyIkaWQiOiIzNzg1IiwiJHR5cGUiOiJOTFJFLkNvbW1vbi5Eb20uU29saWRDb2xvckJydXNoLCBOTFJFLkNvbW1vbiIsIkNvbG9yIjp7IiRpZCI6IjM3ODYiLCJBIjoyNTUsIlIiOjIyMiwiRyI6NTAsIkIiOjUwfX0sIkxpbmVXZWlnaHQiOjEuMCwiTGluZVR5cGUiOjAsIlBhcmVudFN0eWxlIjpudWxsfSwiVGl0bGVGb3JlZ3JvdW5kIjp7IiRpZCI6IjM3ODciLCJDb2xvciI6eyIkaWQiOiIzNzg4IiwiQSI6MjU1LCJSIjoxNzYsIkciOjE5LCJCIjoyNX19LCJTaGFwZXNCYWNrZ3JvdW5kIjp7IiRpZCI6IjM3ODkiLCJDb2xvciI6eyIkaWQiOiIzNzkwIiwiQSI6MjU1LCJSIjoyNTMsIkciOjIwMywiQiI6MjA4fX0sIlNoYXBlc0JvcmRlclN0eWxlIjp7IiRpZCI6IjM3OTEiLCJMaW5lQ29sb3IiOnsiJGlkIjoiMzc5MiIsIiR0eXBlIjoiTkxSRS5Db21tb24uRG9tLlNvbGlkQ29sb3JCcnVzaCwgTkxSRS5Db21tb24iLCJDb2xvciI6eyIkaWQiOiIzNzkzIiwiQSI6MjU1LCJSIjoyMzQsIkciOjIyLCJCIjozMH19LCJMaW5lV2VpZ2h0IjoyLjAsIkxpbmVUeXBlIjowLCJQYXJlbnRTdHlsZSI6bnVsbH0sIk1hcmdpbiI6eyIkaWQiOiIzNzk0IiwiVG9wIjowLjAsIkxlZnQiOjAuMCwiUmlnaHQiOjAuMCwiQm90dG9tIjowLjB9LCJQYWRkaW5nIjp7IiRpZCI6IjM3OTUiLCJUb3AiOjAuMCwiTGVmdCI6MC4wLCJSaWdodCI6MC4wLCJCb3R0b20iOjAuMH0sIkJhY2tncm91bmQiOm51bGwsIklzVmlzaWJsZSI6dHJ1ZSwiV2lkdGgiOjAuMCwiSGVpZ2h0IjowLjAsIkJvcmRlclN0eWxlIjp7IiRpZCI6IjM3OTYiLCJMaW5lQ29sb3IiOm51bGwsIkxpbmVXZWlnaHQiOjAuMCwiTGluZVR5cGUiOjAsIlBhcmVudFN0eWxlIjpudWxsfSwiUGFyZW50U3R5bGUiOm51bGx9LCJQYW5lbHNTcGFjaW5nRGVmaW5pdGlvbiI6eyIkaWQiOiIzNzk3IiwiU3BhY2luZ0Fib3ZlVGltZWJhbmQiOjMsIlNwYWNpbmdCZWxvd1RpbWViYW5kIjozLCJTcGFjaW5nQWJvdmVCZXR3ZWVuU3dpbWxhbmVzQW5kVGFza3MiOjUsIlNwYWNpbmdCZWxvd0JldHdlZW5Td2ltbGFuZXNBbmRUYXNrcyI6NX0sIlRpbWViYW5kU3R5bGUiOnsiJGlkIjoiMzc5OCIsIlNjYWxlTWFya2luZyI6MCwiU2hhcGUiOjAsIlNoYXBlU3R5bGUiOnsiJGlkIjoiMzc5OSIsIk1hcmdpbiI6eyIkaWQiOiIzODAwIiwiVG9wIjowLjAsIkxlZnQiOjEwLjAsIlJpZ2h0IjoxMC4wLCJCb3R0b20iOjAuMH0sIlBhZGRpbmciOnsiJGlkIjoiMzgwMSIsIlRvcCI6MC4wLCJMZWZ0IjowLjAsIlJpZ2h0IjowLjAsIkJvdHRvbSI6MC4wfSwiQmFja2dyb3VuZCI6eyIkaWQiOiIzODAyIiwiQ29sb3IiOnsiJGlkIjoiMzgwMyIsIkEiOjI1NSwiUiI6NjgsIkciOjg0LCJCIjoxMDZ9fSwiSXNWaXNpYmxlIjp0cnVlLCJXaWR0aCI6ODU4LjAsIkhlaWdodCI6MjAuMCwiQm9yZGVyU3R5bGUiOnsiJGlkIjoiMzgwNCIsIkxpbmVDb2xvciI6eyIkaWQiOiIzODA1IiwiJHR5cGUiOiJOTFJFLkNvbW1vbi5Eb20uU29saWRDb2xvckJydXNoLCBOTFJFLkNvbW1vbiIsIkNvbG9yIjp7IiRpZCI6IjM4MDYiLCJBIjoyNTUsIlIiOjI1NSwiRyI6MCwiQiI6MH19LCJMaW5lV2VpZ2h0IjowLjAsIkxpbmVUeXBlIjowLCJQYXJlbnRTdHlsZSI6bnVsbH0sIlBhcmVudFN0eWxlIjpudWxsfSwiTWlkZGxlVGllclNoYXBlU3R5bGUiOnsiJGlkIjoiMzgwNyIsIk1hcmdpbiI6eyIkaWQiOiIzODA4IiwiVG9wIjowLjAsIkxlZnQiOjEwLjAsIlJpZ2h0IjoxMC4wLCJCb3R0b20iOjAuMH0sIlBhZGRpbmciOnsiJGlkIjoiMzgwOSIsIlRvcCI6MC4wLCJMZWZ0IjowLjAsIlJpZ2h0IjowLjAsIkJvdHRvbSI6MC4wfSwiQmFja2dyb3VuZCI6eyIkaWQiOiIzODEwIiwiQ29sb3IiOnsiJGlkIjoiMzgxMSIsIkEiOjI1NSwiUiI6NjgsIkciOjg0LCJCIjoxMDZ9fSwiSXNWaXNpYmxlIjp0cnVlLCJXaWR0aCI6ODU4LjAsIkhlaWdodCI6MjAuMCwiQm9yZGVyU3R5bGUiOnsiJGlkIjoiMzgxMiIsIkxpbmVDb2xvciI6eyIkcmVmIjoiMzgwNSJ9LCJMaW5lV2VpZ2h0IjowLjAsIkxpbmVUeXBlIjowLCJQYXJlbnRTdHlsZSI6bnVsbH0sIlBhcmVudFN0eWxlIjpudWxsfSwiQm90dG9tVGllclNoYXBlU3R5bGUiOnsiJGlkIjoiMzgxMyIsIk1hcmdpbiI6eyIkaWQiOiIzODE0IiwiVG9wIjowLjAsIkxlZnQiOjEwLjAsIlJpZ2h0IjoxMC4wLCJCb3R0b20iOjAuMH0sIlBhZGRpbmciOnsiJGlkIjoiMzgxNSIsIlRvcCI6MC4wLCJMZWZ0IjowLjAsIlJpZ2h0IjowLjAsIkJvdHRvbSI6MC4wfSwiQmFja2dyb3VuZCI6eyIkaWQiOiIzODE2IiwiQ29sb3IiOnsiJGlkIjoiMzgxNyIsIkEiOjI1NSwiUiI6NjgsIkciOjg0LCJCIjoxMDZ9fSwiSXNWaXNpYmxlIjp0cnVlLCJXaWR0aCI6ODU4LjAsIkhlaWdodCI6MjAuMCwiQm9yZGVyU3R5bGUiOnsiJGlkIjoiMzgxOCIsIkxpbmVDb2xvciI6eyIkcmVmIjoiMzgwNSJ9LCJMaW5lV2VpZ2h0IjowLjAsIkxpbmVUeXBlIjowLCJQYXJlbnRTdHlsZSI6bnVsbH0sIlBhcmVudFN0eWxlIjpudWxsfSwiUmlnaHRFbmRDYXBzU3R5bGUiOnsiJGlkIjoiMzgxOSIsIkZvbnRTZXR0aW5ncyI6eyIkaWQiOiIzODIwIiwiRm9udFNpemUiOjE4LCJGb250TmFtZSI6IlRpdGlsbGl1bSBXZWIiLCJJc0JvbGQiOnRydWUsIklzSXRhbGljIjpmYWxzZSwiSXNVbmRlcmxpbmVkIjpmYWxzZSwiUGFyZW50U3R5bGUiOm51bGx9LCJBdXRvU2l6ZSI6MCwiRm9yZWdyb3VuZCI6eyIkaWQiOiIzODIxIiwiQ29sb3IiOnsiJGlkIjoiMzgyMiIsIkEiOjI1NSwiUiI6MCwiRyI6MjYsIkIiOjY3fX0sIk1heFdpZHRoIjoiSW5maW5pdHkiLCJNYXhIZWlnaHQiOiJJbmZpbml0eSIsIlNtYXJ0Rm9yZWdyb3VuZElzQWN0aXZlIjpmYWxzZSwiSG9yaXpvbnRhbEFsaWdubWVudCI6MCwiVmVydGljYWxBbGlnbm1lbnQiOjAsIlNtYXJ0Rm9yZWdyb3VuZCI6bnVsbCwiQmFja2dyb3VuZEZpbGxUeXBlIjowLCJNYXJnaW4iOnsiJGlkIjoiMzgyMyIsIlRvcCI6MC4wLCJMZWZ0IjowLjAsIlJpZ2h0IjoyMC4wLCJCb3R0b20iOjAuMH0sIlBhZGRpbmciOnsiJGlkIjoiMzgyNCIsIlRvcCI6MC4wLCJMZWZ0IjowLjAsIlJpZ2h0IjowLjAsIkJvdHRvbSI6MC4wfSwiQmFja2dyb3VuZCI6eyIkaWQiOiIzODI1IiwiQ29sb3IiOnsiJGlkIjoiMzgyNiIsIkEiOjI1NSwiUiI6NjgsIkciOjg0LCJCIjoxMDZ9fSwiSXNWaXNpYmxlIjpmYWxzZSwiV2lkdGgiOjAuMCwiSGVpZ2h0IjowLjAsIkJvcmRlclN0eWxlIjp7IiRpZCI6IjM4MjciLCJMaW5lQ29sb3IiOm51bGwsIkxpbmVXZWlnaHQiOjAuMCwiTGluZVR5cGUiOjAsIlBhcmVudFN0eWxlIjpudWxsfSwiUGFyZW50U3R5bGUiOm51bGx9LCJMZWZ0RW5kQ2Fwc1N0eWxlIjp7IiRpZCI6IjM4MjgiLCJGb250U2V0dGluZ3MiOnsiJGlkIjoiMzgyOSIsIkZvbnRTaXplIjoxOCwiRm9udE5hbWUiOiJDYWxpYnJpIiwiSXNCb2xkIjp0cnVlLCJJc0l0YWxpYyI6ZmFsc2UsIklzVW5kZXJsaW5lZCI6ZmFsc2UsIlBhcmVudFN0eWxlIjpudWxsfSwiQXV0b1NpemUiOjAsIkZvcmVncm91bmQiOnsiJGlkIjoiMzgzMCIsIkNvbG9yIjp7IiRpZCI6IjM4MzEiLCJBIjoyNTUsIlIiOjI1NSwiRyI6MTkyLCJCIjowfX0sIk1heFdpZHRoIjoiSW5maW5pdHkiLCJNYXhIZWlnaHQiOiJJbmZpbml0eSIsIlNtYXJ0Rm9yZWdyb3VuZElzQWN0aXZlIjpmYWxzZSwiSG9yaXpvbnRhbEFsaWdubWVudCI6MCwiVmVydGljYWxBbGlnbm1lbnQiOjAsIlNtYXJ0Rm9yZWdyb3VuZCI6bnVsbCwiQmFja2dyb3VuZEZpbGxUeXBlIjowLCJNYXJnaW4iOnsiJGlkIjoiMzgzMiIsIlRvcCI6MC4wLCJMZWZ0IjozOS41MDY2NjY2NjY2NjY2NjEsIlJpZ2h0IjowLjAsIkJvdHRvbSI6MC4wfSwiUGFkZGluZyI6eyIkaWQiOiIzODMzIiwiVG9wIjowLjAsIkxlZnQiOjAuMCwiUmlnaHQiOjAuMCwiQm90dG9tIjowLjB9LCJCYWNrZ3JvdW5kIjp7IiRpZCI6IjM4MzQiLCJDb2xvciI6eyIkaWQiOiIzODM1IiwiQSI6MjU1LCJSIjoyNTUsIkciOjE5MiwiQiI6MH19LCJJc1Zpc2libGUiOmZhbHNlLCJXaWR0aCI6MC4wLCJIZWlnaHQiOjAuMCwiQm9yZGVyU3R5bGUiOnsiJGlkIjoiMzgzNiIsIkxpbmVDb2xvciI6bnVsbCwiTGluZVdlaWdodCI6MC4wLCJMaW5lVHlwZSI6MCwiUGFyZW50U3R5bGUiOm51bGx9LCJQYXJlbnRTdHlsZSI6bnVsbH0sIlRvZGF5VGV4dFN0eWxlIjp7IiRpZCI6IjM4MzciLCJGb250U2V0dGluZ3MiOnsiJGlkIjoiMzgzOCIsIkZvbnRTaXplIjoxMiwiRm9udE5hbWUiOiJUaXRpbGxpdW0gV2ViIiwiSXNCb2xkIjpmYWxzZSwiSXNJdGFsaWMiOmZhbHNlLCJJc1VuZGVybGluZWQiOmZhbHNlLCJQYXJlbnRTdHlsZSI6bnVsbH0sIkF1dG9TaXplIjowLCJGb3JlZ3JvdW5kIjp7IiRpZCI6IjM4MzkiLCJDb2xvciI6eyIkaWQiOiIzODQw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M4NDEiLCJUb3AiOjAuMCwiTGVmdCI6MC4wLCJSaWdodCI6MC4wLCJCb3R0b20iOjAuMH0sIlBhZGRpbmciOnsiJGlkIjoiMzg0MiIsIlRvcCI6MC4wLCJMZWZ0IjowLjAsIlJpZ2h0IjowLjAsIkJvdHRvbSI6MC4wfSwiQmFja2dyb3VuZCI6eyIkaWQiOiIzODQzIiwiQ29sb3IiOnsiJGlkIjoiMzg0NCIsIkEiOjI1NSwiUiI6MCwiRyI6MCwiQiI6MH19LCJJc1Zpc2libGUiOmZhbHNlLCJXaWR0aCI6MC4wLCJIZWlnaHQiOjAuMCwiQm9yZGVyU3R5bGUiOnsiJGlkIjoiMzg0NSIsIkxpbmVDb2xvciI6bnVsbCwiTGluZVdlaWdodCI6MC4wLCJMaW5lVHlwZSI6MCwiUGFyZW50U3R5bGUiOm51bGx9LCJQYXJlbnRTdHlsZSI6bnVsbH0sIlRvZGF5TWFya2VyU3R5bGUiOnsiJGlkIjoiMzg0NiIsIk1hcmdpbiI6eyIkaWQiOiIzODQ3IiwiVG9wIjowLjAsIkxlZnQiOjAuMCwiUmlnaHQiOjAuMCwiQm90dG9tIjowLjB9LCJQYWRkaW5nIjp7IiRpZCI6IjM4NDgiLCJUb3AiOjAuMCwiTGVmdCI6MC4wLCJSaWdodCI6MC4wLCJCb3R0b20iOjAuMH0sIkJhY2tncm91bmQiOnsiJGlkIjoiMzg0OSIsIkNvbG9yIjp7IiRpZCI6IjM4NTAiLCJBIjoyNTUsIlIiOjI1NSwiRyI6MCwiQiI6MH19LCJJc1Zpc2libGUiOnRydWUsIldpZHRoIjowLjAsIkhlaWdodCI6MC4wLCJCb3JkZXJTdHlsZSI6bnVsbCwiUGFyZW50U3R5bGUiOm51bGx9LCJTY2FsZVN0eWxlIjp7IiRpZCI6IjM4NTEiLCJTaGFwZSI6MywiU2hvd1NlZ21lbnRTZXBhcmF0b3JzIjp0cnVlLCJTZWdtZW50U2VwYXJhdG9yT3BhY2l0eSI6MzAsIkhhc0JlZW5WaXNpYmxlQmVmb3JlIjp0cnVlLCJGb250U2V0dGluZ3MiOnsiJGlkIjoiMzg1MiIsIkZvbnRTaXplIjoxMiwiRm9udE5hbWUiOiJUaXRpbGxpdW0gV2ViIiwiSXNCb2xkIjpmYWxzZSwiSXNJdGFsaWMiOmZhbHNlLCJJc1VuZGVybGluZWQiOmZhbHNlLCJQYXJlbnRTdHlsZSI6bnVsbH0sIkF1dG9TaXplIjowLCJGb3JlZ3JvdW5kIjp7IiRpZCI6IjM4NTMiLCJDb2xvciI6eyIkaWQiOiIzODU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M4NTUiLCJUb3AiOjAuMCwiTGVmdCI6NC4wLCJSaWdodCI6NC4wLCJCb3R0b20iOjAuMH0sIlBhZGRpbmciOnsiJGlkIjoiMzg1NiIsIlRvcCI6MC4wLCJMZWZ0IjowLjAsIlJpZ2h0IjowLjAsIkJvdHRvbSI6MC4wfSwiQmFja2dyb3VuZCI6eyIkaWQiOiIzODU3IiwiQ29sb3IiOnsiJGlkIjoiMzg1OCIsIkEiOjI1NSwiUiI6NjgsIkciOjg0LCJCIjoxMDZ9fSwiSXNWaXNpYmxlIjp0cnVlLCJXaWR0aCI6MC4wLCJIZWlnaHQiOjAuMCwiQm9yZGVyU3R5bGUiOnsiJGlkIjoiMzg1OSIsIkxpbmVDb2xvciI6bnVsbCwiTGluZVdlaWdodCI6MC4wLCJMaW5lVHlwZSI6MCwiUGFyZW50U3R5bGUiOm51bGx9LCJQYXJlbnRTdHlsZSI6bnVsbH0sIlNpbmdsZVNjYWxlU2hhcGVTdHlsZSI6eyIkaWQiOiIzODYwIiwiU2hhcGUiOjAsIkhlaWdodCI6MC4wfSwiTWlkZGxlVGllclNjYWxlU3R5bGUiOnsiJGlkIjoiMzg2MSIsIlNoYXBlIjozLCJTaG93U2VnbWVudFNlcGFyYXRvcnMiOnRydWUsIlNlZ21lbnRTZXBhcmF0b3JPcGFjaXR5IjozMCwiSGFzQmVlblZpc2libGVCZWZvcmUiOmZhbHNlLCJGb250U2V0dGluZ3MiOnsiJGlkIjoiMzg2MiIsIkZvbnRTaXplIjoxMiwiRm9udE5hbWUiOiJDYWxpYnJpIiwiSXNCb2xkIjpmYWxzZSwiSXNJdGFsaWMiOmZhbHNlLCJJc1VuZGVybGluZWQiOmZhbHNlLCJQYXJlbnRTdHlsZSI6bnVsbH0sIkF1dG9TaXplIjowLCJGb3JlZ3JvdW5kIjp7IiRpZCI6IjM4NjMiLCJDb2xvciI6eyIkaWQiOiIzODY0IiwiQSI6MjU1LCJSIjoyMzEsIkciOjIzMCwiQiI6MjMwfX0sIk1heFdpZHRoIjoyMDAuMCwiTWF4SGVpZ2h0IjoiSW5maW5pdHkiLCJTbWFydEZvcmVncm91bmRJc0FjdGl2ZSI6ZmFsc2UsIkhvcml6b250YWxBbGlnbm1lbnQiOjAsIlZlcnRpY2FsQWxpZ25tZW50IjoxLCJTbWFydEZvcmVncm91bmQiOm51bGwsIkJhY2tncm91bmRGaWxsVHlwZSI6MCwiTWFyZ2luIjp7IiRpZCI6IjM4NjUiLCJUb3AiOjAuMCwiTGVmdCI6NC4wLCJSaWdodCI6NC4wLCJCb3R0b20iOjAuMH0sIlBhZGRpbmciOnsiJGlkIjoiMzg2NiIsIlRvcCI6MC4wLCJMZWZ0IjowLjAsIlJpZ2h0IjowLjAsIkJvdHRvbSI6MC4wfSwiQmFja2dyb3VuZCI6eyIkaWQiOiIzODY3IiwiQ29sb3IiOnsiJGlkIjoiMzg2OCIsIkEiOjI1NSwiUiI6NjgsIkciOjg0LCJCIjoxMDZ9fSwiSXNWaXNpYmxlIjpmYWxzZSwiV2lkdGgiOjAuMCwiSGVpZ2h0IjowLjAsIkJvcmRlclN0eWxlIjp7IiRpZCI6IjM4NjkiLCJMaW5lQ29sb3IiOm51bGwsIkxpbmVXZWlnaHQiOjAuMCwiTGluZVR5cGUiOjAsIlBhcmVudFN0eWxlIjpudWxsfSwiUGFyZW50U3R5bGUiOm51bGx9LCJCb3R0b21UaWVyU2NhbGVTdHlsZSI6eyIkaWQiOiIzODcwIiwiU2hhcGUiOjMsIlNob3dTZWdtZW50U2VwYXJhdG9ycyI6dHJ1ZSwiU2VnbWVudFNlcGFyYXRvck9wYWNpdHkiOjMwLCJIYXNCZWVuVmlzaWJsZUJlZm9yZSI6ZmFsc2UsIkZvbnRTZXR0aW5ncyI6eyIkaWQiOiIzODcxIiwiRm9udFNpemUiOjEyLCJGb250TmFtZSI6IkNhbGlicmkiLCJJc0JvbGQiOmZhbHNlLCJJc0l0YWxpYyI6ZmFsc2UsIklzVW5kZXJsaW5lZCI6ZmFsc2UsIlBhcmVudFN0eWxlIjpudWxsfSwiQXV0b1NpemUiOjAsIkZvcmVncm91bmQiOnsiJGlkIjoiMzg3MiIsIkNvbG9yIjp7IiRpZCI6IjM4NzMiLCJBIjoyNTUsIlIiOjIzMSwiRyI6MjMwLCJCIjoyMzB9fSwiTWF4V2lkdGgiOjIwMC4wLCJNYXhIZWlnaHQiOiJJbmZpbml0eSIsIlNtYXJ0Rm9yZWdyb3VuZElzQWN0aXZlIjpmYWxzZSwiSG9yaXpvbnRhbEFsaWdubWVudCI6MCwiVmVydGljYWxBbGlnbm1lbnQiOjEsIlNtYXJ0Rm9yZWdyb3VuZCI6bnVsbCwiQmFja2dyb3VuZEZpbGxUeXBlIjowLCJNYXJnaW4iOnsiJGlkIjoiMzg3NCIsIlRvcCI6MC4wLCJMZWZ0Ijo0LjAsIlJpZ2h0Ijo0LjAsIkJvdHRvbSI6MC4wfSwiUGFkZGluZyI6eyIkaWQiOiIzODc1IiwiVG9wIjowLjAsIkxlZnQiOjAuMCwiUmlnaHQiOjAuMCwiQm90dG9tIjowLjB9LCJCYWNrZ3JvdW5kIjp7IiRpZCI6IjM4NzYiLCJDb2xvciI6eyIkaWQiOiIzODc3IiwiQSI6MjU1LCJSIjo2OCwiRyI6ODQsIkIiOjEwNn19LCJJc1Zpc2libGUiOmZhbHNlLCJXaWR0aCI6MC4wLCJIZWlnaHQiOjAuMCwiQm9yZGVyU3R5bGUiOnsiJGlkIjoiMzg3OCIsIkxpbmVDb2xvciI6bnVsbCwiTGluZVdlaWdodCI6MC4wLCJMaW5lVHlwZSI6MCwiUGFyZW50U3R5bGUiOm51bGx9LCJQYXJlbnRTdHlsZSI6bnVsbH0sIkVsYXBzZWRUaW1lQmFja2dyb3VuZCI6eyIkaWQiOiIzODc5IiwiQ29sb3IiOnsiJGlkIjoiMzg4MCIsIkEiOjE5MSwiUiI6MjU1LCJHIjowLCJCIjowfX0sIkFwcGVuZFllYXJPblllYXJDaGFuZ2UiOmZhbHNlLCJFbGFwc2VkVGltZUZvcm1hdCI6MCwiVG9kYXlNYXJrZXJQb3NpdGlvbiI6MCwiUXVpY2tQb3NpdGlvbiI6MywiQWJzb2x1dGVQb3NpdGlvbiI6MTM1LjAsIk1hcmdpbiI6eyIkaWQiOiIzODgxIiwiVG9wIjowLjAsIkxlZnQiOjEwLjAsIlJpZ2h0IjoxMC4wLCJCb3R0b20iOjAuMH0sIlBhZGRpbmciOnsiJGlkIjoiMzg4MiIsIlRvcCI6MC4wLCJMZWZ0IjowLjAsIlJpZ2h0IjowLjAsIkJvdHRvbSI6MC4wfSwiQmFja2dyb3VuZCI6eyIkaWQiOiIzODgzIiwiQ29sb3IiOnsiJGlkIjoiMzg4NCIsIkEiOjI1NSwiUiI6NDcsIkciOjU0LCJCIjoxNTN9fSwiSXNWaXNpYmxlIjpmYWxzZSwiV2lkdGgiOjAuMCwiSGVpZ2h0IjowLjAsIkJvcmRlclN0eWxlIjpudWxsLCJQYXJlbnRTdHlsZSI6bnVsbH0sIkRlZmF1bHRNaWxlc3RvbmVTdHlsZSI6eyIkaWQiOiIzODg1IiwiU2hhcGUiOjAsIkNvbm5lY3Rvck1hcmdpbiI6eyIkaWQiOiIzODg2IiwiVG9wIjowLjAsIkxlZnQiOjIuMCwiUmlnaHQiOjIuMCwiQm90dG9tIjowLjB9LCJDb25uZWN0b3JTdHlsZSI6eyIkaWQiOiIzODg3IiwiTGluZUNvbG9yIjp7IiRpZCI6IjM4ODgiLCIkdHlwZSI6Ik5MUkUuQ29tbW9uLkRvbS5Tb2xpZENvbG9yQnJ1c2gsIE5MUkUuQ29tbW9uIiwiQ29sb3IiOnsiJGlkIjoiMzg4OSIsIkEiOjEyNywiUiI6MjM3LCJHIjoxMjUsIkIiOjQ5fX0sIkxpbmVXZWlnaHQiOjEuMCwiTGluZVR5cGUiOjAsIlBhcmVudFN0eWxlIjpudWxsfSwiSXNCZWxvd1RpbWViYW5kIjpmYWxzZSwiUG9zaXRpb25PblRhc2siOjAsIkhpZGVEYXRlIjpmYWxzZSwiU2hhcGVTaXplIjoxLCJTcGFjaW5nIjowLjAsIlBhZGRpbmciOnsiJGlkIjoiMzg5MCIsIlRvcCI6NS4wLCJMZWZ0IjozLjAsIlJpZ2h0IjowLjAsIkJvdHRvbSI6Mi4wfSwiU2hhcGVTdHlsZSI6eyIkaWQiOiIzODkxIiwiTWFyZ2luIjp7IiRpZCI6IjM4OTIiLCJUb3AiOjAuMCwiTGVmdCI6MC4wLCJSaWdodCI6MC4wLCJCb3R0b20iOjAuMH0sIlBhZGRpbmciOnsiJGlkIjoiMzg5MyIsIlRvcCI6MC4wLCJMZWZ0IjowLjAsIlJpZ2h0IjowLjAsIkJvdHRvbSI6MC4wfSwiQmFja2dyb3VuZCI6eyIkaWQiOiIzODk0IiwiQ29sb3IiOnsiJGlkIjoiMzg5NSIsIkEiOjI1NSwiUiI6MjM3LCJHIjoxMjUsIkIiOjQ5fX0sIklzVmlzaWJsZSI6dHJ1ZSwiV2lkdGgiOjE4LjAsIkhlaWdodCI6MjAuMCwiQm9yZGVyU3R5bGUiOnsiJGlkIjoiMzg5NiIsIkxpbmVDb2xvciI6eyIkaWQiOiIzODk3IiwiJHR5cGUiOiJOTFJFLkNvbW1vbi5Eb20uU29saWRDb2xvckJydXNoLCBOTFJFLkNvbW1vbiIsIkNvbG9yIjp7IiRpZCI6IjM4OTgiLCJBIjoyNTUsIlIiOjIzNCwiRyI6MjIsIkIiOjMwfX0sIkxpbmVXZWlnaHQiOjAuMCwiTGluZVR5cGUiOjAsIlBhcmVudFN0eWxlIjpudWxsfSwiUGFyZW50U3R5bGUiOm51bGx9LCJUaXRsZVN0eWxlIjp7IiRpZCI6IjM4OTkiLCJGb250U2V0dGluZ3MiOnsiJGlkIjoiMzkwMCIsIkZvbnRTaXplIjoxMSwiRm9udE5hbWUiOiJDYWxpYnJpIiwiSXNCb2xkIjp0cnVlLCJJc0l0YWxpYyI6ZmFsc2UsIklzVW5kZXJsaW5lZCI6ZmFsc2UsIlBhcmVudFN0eWxlIjpudWxsfSwiQXV0b1NpemUiOjAsIkZvcmVncm91bmQiOnsiJGlkIjoiMzkwMSIsIkNvbG9yIjp7IiRpZCI6IjM5M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kwMyIsIlRvcCI6MC4wLCJMZWZ0IjowLjAsIlJpZ2h0IjowLjAsIkJvdHRvbSI6MC4wfSwiUGFkZGluZyI6eyIkaWQiOiIzOTA0IiwiVG9wIjowLjAsIkxlZnQiOjAuMCwiUmlnaHQiOjAuMCwiQm90dG9tIjowLjB9LCJCYWNrZ3JvdW5kIjp7IiRpZCI6IjM5MDUiLCJDb2xvciI6eyIkaWQiOiIzOTA2IiwiQSI6MjU1LCJSIjowLCJHIjowLCJCIjowfX0sIklzVmlzaWJsZSI6dHJ1ZSwiV2lkdGgiOjAuMCwiSGVpZ2h0IjowLjAsIkJvcmRlclN0eWxlIjp7IiRpZCI6IjM5MDciLCJMaW5lQ29sb3IiOm51bGwsIkxpbmVXZWlnaHQiOjAuMCwiTGluZVR5cGUiOjAsIlBhcmVudFN0eWxlIjpudWxsfSwiUGFyZW50U3R5bGUiOm51bGx9LCJEYXRlU3R5bGUiOnsiJGlkIjoiMzkwOCIsIkZvbnRTZXR0aW5ncyI6eyIkaWQiOiIzOTA5IiwiRm9udFNpemUiOjEwLCJGb250TmFtZSI6IkNhbGlicmkiLCJJc0JvbGQiOmZhbHNlLCJJc0l0YWxpYyI6ZmFsc2UsIklzVW5kZXJsaW5lZCI6ZmFsc2UsIlBhcmVudFN0eWxlIjpudWxsfSwiQXV0b1NpemUiOjAsIkZvcmVncm91bmQiOnsiJGlkIjoiMzkxMCIsIkNvbG9yIjp7IiRpZCI6IjM5MT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5MTIiLCJUb3AiOjAuMCwiTGVmdCI6MC4wLCJSaWdodCI6MC4wLCJCb3R0b20iOjAuMH0sIlBhZGRpbmciOnsiJGlkIjoiMzkxMyIsIlRvcCI6MC4wLCJMZWZ0IjowLjAsIlJpZ2h0IjowLjAsIkJvdHRvbSI6MC4wfSwiQmFja2dyb3VuZCI6eyIkaWQiOiIzOTE0IiwiQ29sb3IiOnsiJGlkIjoiMzkxNSIsIkEiOjI1NSwiUiI6NjgsIkciOjg0LCJCIjoxMDZ9fSwiSXNWaXNpYmxlIjp0cnVlLCJXaWR0aCI6MC4wLCJIZWlnaHQiOjAuMCwiQm9yZGVyU3R5bGUiOnsiJGlkIjoiMzkxNiIsIkxpbmVDb2xvciI6bnVsbCwiTGluZVdlaWdodCI6MC4wLCJMaW5lVHlwZSI6MCwiUGFyZW50U3R5bGUiOm51bGx9LCJQYXJlbnRTdHlsZSI6bnVsbH0sIkRhdGVGb3JtYXQiOnsiJGlkIjoiMzkxN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E4IiwiRm9ybWF0IjowLCJJc1Zpc2libGUiOmZhbHNlLCJMYXN0S25vd25WaXNpYmlsaXR5U3RhdGUiOmZhbHNlfSwiSXNWaXNpYmxlIjp0cnVlLCJWYXJpYW5jZVN0eWxlIjp7IiRpZCI6IjM5MTkiLCJUZXh0U3R5bGUiOnsiJGlkIjoiMzkyMCIsIkZvbnRTZXR0aW5ncyI6eyIkaWQiOiIzOTIxIiwiRm9udFNpemUiOjEwLCJGb250TmFtZSI6IkNhbGlicmkiLCJJc0JvbGQiOmZhbHNlLCJJc0l0YWxpYyI6ZmFsc2UsIklzVW5kZXJsaW5lZCI6ZmFsc2UsIlBhcmVudFN0eWxlIjpudWxsfSwiQXV0b1NpemUiOjAsIkZvcmVncm91bmQiOnsiJGlkIjoiMzkyMiIsIkNvbG9yIjp7IiRpZCI6IjM5Mj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yNCIsIlRvcCI6MC4wLCJMZWZ0IjowLjAsIlJpZ2h0IjowLjAsIkJvdHRvbSI6MC4wfSwiUGFkZGluZyI6eyIkaWQiOiIzOTI1IiwiVG9wIjowLjAsIkxlZnQiOjAuMCwiUmlnaHQiOjAuMCwiQm90dG9tIjowLjB9LCJCYWNrZ3JvdW5kIjp7IiRpZCI6IjM5MjYiLCJDb2xvciI6eyIkaWQiOiIzOTI3IiwiQSI6MjU1LCJSIjowLCJHIjowLCJCIjowfX0sIklzVmlzaWJsZSI6dHJ1ZSwiV2lkdGgiOjAuMCwiSGVpZ2h0IjowLjAsIkJvcmRlclN0eWxlIjpudWxsLCJQYXJlbnRTdHlsZSI6bnVsbH0sIlBhcmVudFN0eWxlIjpudWxsfSwiUGFyZW50U3R5bGUiOm51bGx9LCJEZWZhdWx0TW90U3R5bGUiOnsiJGlkIjoiMzkyOCIsIlNoYXBlIjowLCJDb25uZWN0b3JNYXJnaW4iOnsiJGlkIjoiMzkyOSIsIlRvcCI6MC4wLCJMZWZ0IjoyLjAsIlJpZ2h0IjoyLjAsIkJvdHRvbSI6MC4wfSwiQ29ubmVjdG9yU3R5bGUiOnsiJGlkIjoiMzkzMCIsIkxpbmVDb2xvciI6eyIkaWQiOiIzOTMxIiwiJHR5cGUiOiJOTFJFLkNvbW1vbi5Eb20uU29saWRDb2xvckJydXNoLCBOTFJFLkNvbW1vbiIsIkNvbG9yIjp7IiRpZCI6IjM5MzIiLCJBIjoxMjcsIlIiOjIzNywiRyI6MTI1LCJCIjo0OX19LCJMaW5lV2VpZ2h0IjoxLjAsIkxpbmVUeXBlIjowLCJQYXJlbnRTdHlsZSI6bnVsbH0sIklzQmVsb3dUaW1lYmFuZCI6ZmFsc2UsIlBvc2l0aW9uT25UYXNrIjoxLCJIaWRlRGF0ZSI6ZmFsc2UsIlNoYXBlU2l6ZSI6MSwiU3BhY2luZyI6MC4wLCJQYWRkaW5nIjp7IiRpZCI6IjM5MzMiLCJUb3AiOjUuMCwiTGVmdCI6My4wLCJSaWdodCI6MC4wLCJCb3R0b20iOjIuMH0sIlNoYXBlU3R5bGUiOnsiJGlkIjoiMzkzNCIsIk1hcmdpbiI6eyIkaWQiOiIzOTM1IiwiVG9wIjowLjAsIkxlZnQiOjAuMCwiUmlnaHQiOjAuMCwiQm90dG9tIjowLjB9LCJQYWRkaW5nIjp7IiRpZCI6IjM5MzYiLCJUb3AiOjAuMCwiTGVmdCI6MC4wLCJSaWdodCI6MC4wLCJCb3R0b20iOjAuMH0sIkJhY2tncm91bmQiOnsiJGlkIjoiMzkzNyIsIkNvbG9yIjp7IiRpZCI6IjM5MzgiLCJBIjoyNTUsIlIiOjIzNywiRyI6MTI1LCJCIjo0OX19LCJJc1Zpc2libGUiOnRydWUsIldpZHRoIjoxMy4wLCJIZWlnaHQiOjEzLjAsIkJvcmRlclN0eWxlIjp7IiRpZCI6IjM5MzkiLCJMaW5lQ29sb3IiOnsiJGlkIjoiMzk0MCIsIiR0eXBlIjoiTkxSRS5Db21tb24uRG9tLlNvbGlkQ29sb3JCcnVzaCwgTkxSRS5Db21tb24iLCJDb2xvciI6eyIkaWQiOiIzOTQxIiwiQSI6MjU1LCJSIjoyMzQsIkciOjIyLCJCIjozMH19LCJMaW5lV2VpZ2h0IjowLjAsIkxpbmVUeXBlIjowLCJQYXJlbnRTdHlsZSI6bnVsbH0sIlBhcmVudFN0eWxlIjpudWxsfSwiVGl0bGVTdHlsZSI6eyIkaWQiOiIzOTQyIiwiRm9udFNldHRpbmdzIjp7IiRpZCI6IjM5NDMiLCJGb250U2l6ZSI6MTEsIkZvbnROYW1lIjoiQ2FsaWJyaSIsIklzQm9sZCI6dHJ1ZSwiSXNJdGFsaWMiOmZhbHNlLCJJc1VuZGVybGluZWQiOmZhbHNlLCJQYXJlbnRTdHlsZSI6bnVsbH0sIkF1dG9TaXplIjowLCJGb3JlZ3JvdW5kIjp7IiRpZCI6IjM5NDQiLCJDb2xvciI6eyIkaWQiOiIzOTQ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5NDYiLCJUb3AiOjAuMCwiTGVmdCI6MC4wLCJSaWdodCI6MC4wLCJCb3R0b20iOjAuMH0sIlBhZGRpbmciOnsiJGlkIjoiMzk0NyIsIlRvcCI6MC4wLCJMZWZ0IjowLjAsIlJpZ2h0IjowLjAsIkJvdHRvbSI6MC4wfSwiQmFja2dyb3VuZCI6eyIkaWQiOiIzOTQ4IiwiQ29sb3IiOnsiJGlkIjoiMzk0OSIsIkEiOjI1NSwiUiI6MCwiRyI6MCwiQiI6MH19LCJJc1Zpc2libGUiOnRydWUsIldpZHRoIjowLjAsIkhlaWdodCI6MC4wLCJCb3JkZXJTdHlsZSI6eyIkaWQiOiIzOTUwIiwiTGluZUNvbG9yIjpudWxsLCJMaW5lV2VpZ2h0IjowLjAsIkxpbmVUeXBlIjowLCJQYXJlbnRTdHlsZSI6bnVsbH0sIlBhcmVudFN0eWxlIjpudWxsfSwiRGF0ZVN0eWxlIjp7IiRpZCI6IjM5NTEiLCJGb250U2V0dGluZ3MiOnsiJGlkIjoiMzk1MiIsIkZvbnRTaXplIjoxMCwiRm9udE5hbWUiOiJDYWxpYnJpIiwiSXNCb2xkIjpmYWxzZSwiSXNJdGFsaWMiOmZhbHNlLCJJc1VuZGVybGluZWQiOmZhbHNlLCJQYXJlbnRTdHlsZSI6bnVsbH0sIkF1dG9TaXplIjowLCJGb3JlZ3JvdW5kIjp7IiRpZCI6IjM5NTMiLCJDb2xvciI6eyIkaWQiOiIzOTU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zOTU1IiwiVG9wIjowLjAsIkxlZnQiOjAuMCwiUmlnaHQiOjAuMCwiQm90dG9tIjowLjB9LCJQYWRkaW5nIjp7IiRpZCI6IjM5NTYiLCJUb3AiOjAuMCwiTGVmdCI6MC4wLCJSaWdodCI6MC4wLCJCb3R0b20iOjAuMH0sIkJhY2tncm91bmQiOnsiJGlkIjoiMzk1NyIsIkNvbG9yIjp7IiRpZCI6IjM5NTgiLCJBIjoyNTUsIlIiOjY4LCJHIjo4NCwiQiI6MTA2fX0sIklzVmlzaWJsZSI6dHJ1ZSwiV2lkdGgiOjAuMCwiSGVpZ2h0IjowLjAsIkJvcmRlclN0eWxlIjp7IiRpZCI6IjM5NTkiLCJMaW5lQ29sb3IiOm51bGwsIkxpbmVXZWlnaHQiOjAuMCwiTGluZVR5cGUiOjAsIlBhcmVudFN0eWxlIjpudWxsfSwiUGFyZW50U3R5bGUiOm51bGx9LCJEYXRlRm9ybWF0Ijp7IiRpZCI6IjM5NjA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2MSIsIkZvcm1hdCI6MCwiSXNWaXNpYmxlIjpmYWxzZSwiTGFzdEtub3duVmlzaWJpbGl0eVN0YXRlIjpmYWxzZX0sIklzVmlzaWJsZSI6dHJ1ZSwiVmFyaWFuY2VTdHlsZSI6eyIkaWQiOiIzOTYyIiwiVGV4dFN0eWxlIjp7IiRpZCI6IjM5NjMiLCJGb250U2V0dGluZ3MiOnsiJGlkIjoiMzk2NCIsIkZvbnRTaXplIjoxMCwiRm9udE5hbWUiOiJDYWxpYnJpIiwiSXNCb2xkIjpmYWxzZSwiSXNJdGFsaWMiOmZhbHNlLCJJc1VuZGVybGluZWQiOmZhbHNlLCJQYXJlbnRTdHlsZSI6bnVsbH0sIkF1dG9TaXplIjowLCJGb3JlZ3JvdW5kIjp7IiRpZCI6IjM5NjUiLCJDb2xvciI6eyIkaWQiOiIzOTY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5NjciLCJUb3AiOjAuMCwiTGVmdCI6MC4wLCJSaWdodCI6MC4wLCJCb3R0b20iOjAuMH0sIlBhZGRpbmciOnsiJGlkIjoiMzk2OCIsIlRvcCI6MC4wLCJMZWZ0IjowLjAsIlJpZ2h0IjowLjAsIkJvdHRvbSI6MC4wfSwiQmFja2dyb3VuZCI6eyIkaWQiOiIzOTY5IiwiQ29sb3IiOnsiJGlkIjoiMzk3MCIsIkEiOjI1NSwiUiI6MCwiRyI6MCwiQiI6MH19LCJJc1Zpc2libGUiOnRydWUsIldpZHRoIjowLjAsIkhlaWdodCI6MC4wLCJCb3JkZXJTdHlsZSI6bnVsbCwiUGFyZW50U3R5bGUiOm51bGx9LCJQYXJlbnRTdHlsZSI6bnVsbH0sIlBhcmVudFN0eWxlIjpudWxsfSwiRGVmYXVsdFRhc2tTdHlsZSI6eyIkaWQiOiIzOTcxIiwiU2hhcGUiOjMsIlNoYXBlVGhpY2tuZXNzIjowLCJEdXJhdGlvbkZvcm1hdCI6MCwiSW5jbHVkZU5vbldvcmtpbmdEYXlzSW5EdXJhdGlvbiI6ZmFsc2UsIlBlcmNlbnRhZ2VDb21wbGV0ZVN0eWxlIjp7IiRpZCI6IjM5NzIiLCJGb250U2V0dGluZ3MiOnsiJGlkIjoiMzk3MyIsIkZvbnRTaXplIjoxMCwiRm9udE5hbWUiOiJDYWxpYnJpIiwiSXNCb2xkIjpmYWxzZSwiSXNJdGFsaWMiOmZhbHNlLCJJc1VuZGVybGluZWQiOmZhbHNlLCJQYXJlbnRTdHlsZSI6bnVsbH0sIkF1dG9TaXplIjowLCJGb3JlZ3JvdW5kIjp7IiRpZCI6IjM5NzQiLCJDb2xvciI6eyIkaWQiOiIzOTc1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M5NzYiLCJUb3AiOjAuMCwiTGVmdCI6MC4wLCJSaWdodCI6MC4wLCJCb3R0b20iOjAuMH0sIlBhZGRpbmciOnsiJGlkIjoiMzk3NyIsIlRvcCI6MC4wLCJMZWZ0IjowLjAsIlJpZ2h0IjowLjAsIkJvdHRvbSI6MC4wfSwiQmFja2dyb3VuZCI6eyIkaWQiOiIzOTc4IiwiQ29sb3IiOnsiJGlkIjoiMzk3OSIsIkEiOjg5LCJSIjowLCJHIjowLCJCIjowfX0sIklzVmlzaWJsZSI6dHJ1ZSwiV2lkdGgiOjAuMCwiSGVpZ2h0IjowLjAsIkJvcmRlclN0eWxlIjp7IiRpZCI6IjM5ODAiLCJMaW5lQ29sb3IiOm51bGwsIkxpbmVXZWlnaHQiOjAuMCwiTGluZVR5cGUiOjAsIlBhcmVudFN0eWxlIjpudWxsfSwiUGFyZW50U3R5bGUiOm51bGx9LCJEdXJhdGlvblN0eWxlIjp7IiRpZCI6IjM5ODEiLCJGb250U2V0dGluZ3MiOnsiJGlkIjoiMzk4MiIsIkZvbnRTaXplIjoxMCwiRm9udE5hbWUiOiJDYWxpYnJpIiwiSXNCb2xkIjpmYWxzZSwiSXNJdGFsaWMiOmZhbHNlLCJJc1VuZGVybGluZWQiOmZhbHNlLCJQYXJlbnRTdHlsZSI6bnVsbH0sIkF1dG9TaXplIjowLCJGb3JlZ3JvdW5kIjp7IiRpZCI6IjM5ODMiLCJDb2xvciI6eyIkaWQiOiIzOT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Tg1IiwiVG9wIjowLjAsIkxlZnQiOjAuMCwiUmlnaHQiOjAuMCwiQm90dG9tIjowLjB9LCJQYWRkaW5nIjp7IiRpZCI6IjM5ODYiLCJUb3AiOjAuMCwiTGVmdCI6MC4wLCJSaWdodCI6MC4wLCJCb3R0b20iOjAuMH0sIkJhY2tncm91bmQiOnsiJGlkIjoiMzk4NyIsIkNvbG9yIjp7IiRpZCI6IjM5ODgiLCJBIjoyNTUsIlIiOjY4LCJHIjo4NCwiQiI6MTA2fX0sIklzVmlzaWJsZSI6dHJ1ZSwiV2lkdGgiOjAuMCwiSGVpZ2h0IjowLjAsIkJvcmRlclN0eWxlIjp7IiRpZCI6IjM5ODkiLCJMaW5lQ29sb3IiOm51bGwsIkxpbmVXZWlnaHQiOjAuMCwiTGluZVR5cGUiOjAsIlBhcmVudFN0eWxlIjpudWxsfSwiUGFyZW50U3R5bGUiOm51bGx9LCJIb3Jpem9udGFsQ29ubmVjdG9yU3R5bGUiOnsiJGlkIjoiMzk5MCIsIkxpbmVDb2xvciI6eyIkaWQiOiIzOTkxIiwiJHR5cGUiOiJOTFJFLkNvbW1vbi5Eb20uU29saWRDb2xvckJydXNoLCBOTFJFLkNvbW1vbiIsIkNvbG9yIjp7IiRpZCI6IjM5OTIiLCJBIjo1MSwiUiI6NjgsIkciOjExNCwiQiI6MTk2fX0sIkxpbmVXZWlnaHQiOjEuMCwiTGluZVR5cGUiOjAsIlBhcmVudFN0eWxlIjpudWxsfSwiVmVydGljYWxDb25uZWN0b3JTdHlsZSI6eyIkaWQiOiIzOTkzIiwiTGluZUNvbG9yIjp7IiRpZCI6IjM5OTQiLCIkdHlwZSI6Ik5MUkUuQ29tbW9uLkRvbS5Tb2xpZENvbG9yQnJ1c2gsIE5MUkUuQ29tbW9uIiwiQ29sb3IiOnsiJGlkIjoiMzk5NSIsIkEiOjUxLCJSIjo2OCwiRyI6MTE0LCJCIjoxOTZ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zOTk2IiwiU2hhcGVTdHlsZSI6eyIkaWQiOiIzOTk3IiwiTWFyZ2luIjp7IiRpZCI6IjM5OTgiLCJUb3AiOjAuMCwiTGVmdCI6MC4wLCJSaWdodCI6MC4wLCJCb3R0b20iOjAuMH0sIlBhZGRpbmciOnsiJGlkIjoiMzk5OSIsIlRvcCI6MC4wLCJMZWZ0IjowLjAsIlJpZ2h0IjowLjAsIkJvdHRvbSI6MC4wfSwiQmFja2dyb3VuZCI6eyIkaWQiOiI0MDAwIiwiQ29sb3IiOnsiJGlkIjoiNDAwMSIsIkEiOjE1MywiUiI6MCwiRyI6MCwiQiI6MH19LCJJc1Zpc2libGUiOnRydWUsIldpZHRoIjowLjAsIkhlaWdodCI6MC4wLCJCb3JkZXJTdHlsZSI6eyIkaWQiOiI0MDAyIiwiTGluZUNvbG9yIjp7IiRpZCI6IjQwMDMiLCIkdHlwZSI6Ik5MUkUuQ29tbW9uLkRvbS5Tb2xpZENvbG9yQnJ1c2gsIE5MUkUuQ29tbW9uIiwiQ29sb3IiOnsiJGlkIjoiNDAwNCIsIkEiOjI1NSwiUiI6MjU1LCJHIjowLCJCIjowfX0sIkxpbmVXZWlnaHQiOjAuMCwiTGluZVR5cGUiOjAsIlBhcmVudFN0eWxlIjpudWxsfSwiUGFyZW50U3R5bGUiOm51bGx9LCJNYXJnaW4iOnsiJGlkIjoiNDAwNSIsIlRvcCI6MC4wLCJMZWZ0IjowLjAsIlJpZ2h0IjowLjAsIkJvdHRvbSI6MC4wfSwiUGFkZGluZyI6eyIkaWQiOiI0MDA2IiwiVG9wIjowLjAsIkxlZnQiOjAuMCwiUmlnaHQiOjAuMCwiQm90dG9tIjowLjB9LCJCYWNrZ3JvdW5kIjpudWxsLCJJc1Zpc2libGUiOnRydWUsIldpZHRoIjowLjAsIkhlaWdodCI6MC4wLCJCb3JkZXJTdHlsZSI6bnVsbCwiUGFyZW50U3R5bGUiOm51bGx9LCJTaGFwZVN0eWxlIjp7IiRpZCI6IjQwMDciLCJNYXJnaW4iOnsiJGlkIjoiNDAwOCIsIlRvcCI6MC4wLCJMZWZ0Ijo0LjAsIlJpZ2h0Ijo0LjAsIkJvdHRvbSI6MC4wfSwiUGFkZGluZyI6eyIkaWQiOiI0MDA5IiwiVG9wIjowLjAsIkxlZnQiOjAuMCwiUmlnaHQiOjAuMCwiQm90dG9tIjowLjB9LCJCYWNrZ3JvdW5kIjp7IiRpZCI6IjQwMTAiLCJDb2xvciI6eyIkaWQiOiI0MDExIiwiQSI6MjU1LCJSIjo2OCwiRyI6MTE0LCJCIjoxOTZ9fSwiSXNWaXNpYmxlIjp0cnVlLCJXaWR0aCI6MC4wLCJIZWlnaHQiOjEwLjAsIkJvcmRlclN0eWxlIjp7IiRpZCI6IjQwMTIiLCJMaW5lQ29sb3IiOnsiJGlkIjoiNDAxMyIsIiR0eXBlIjoiTkxSRS5Db21tb24uRG9tLlNvbGlkQ29sb3JCcnVzaCwgTkxSRS5Db21tb24iLCJDb2xvciI6eyIkaWQiOiI0MDE0IiwiQSI6MjU1LCJSIjoyMzQsIkciOjIyLCJCIjozMH19LCJMaW5lV2VpZ2h0IjowLjAsIkxpbmVUeXBlIjowLCJQYXJlbnRTdHlsZSI6bnVsbH0sIlBhcmVudFN0eWxlIjpudWxsfSwiVGl0bGVTdHlsZSI6eyIkaWQiOiI0MDE1IiwiRm9udFNldHRpbmdzIjp7IiRpZCI6IjQwMTYiLCJGb250U2l6ZSI6MTEsIkZvbnROYW1lIjoiQ2FsaWJyaSIsIklzQm9sZCI6ZmFsc2UsIklzSXRhbGljIjpmYWxzZSwiSXNVbmRlcmxpbmVkIjpmYWxzZSwiUGFyZW50U3R5bGUiOm51bGx9LCJBdXRvU2l6ZSI6MCwiRm9yZWdyb3VuZCI6eyIkaWQiOiI0MDE3IiwiQ29sb3IiOnsiJGlkIjoiNDAx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0MDE5IiwiVG9wIjowLjAsIkxlZnQiOjAuMCwiUmlnaHQiOjAuMCwiQm90dG9tIjowLjB9LCJQYWRkaW5nIjp7IiRpZCI6IjQwMjAiLCJUb3AiOjAuMCwiTGVmdCI6MC4wLCJSaWdodCI6MC4wLCJCb3R0b20iOjAuMH0sIkJhY2tncm91bmQiOnsiJGlkIjoiNDAyMSIsIkNvbG9yIjp7IiRpZCI6IjQwMjIiLCJBIjoyNTUsIlIiOjAsIkciOjAsIkIiOjB9fSwiSXNWaXNpYmxlIjp0cnVlLCJXaWR0aCI6MC4wLCJIZWlnaHQiOjAuMCwiQm9yZGVyU3R5bGUiOnsiJGlkIjoiNDAyMyIsIkxpbmVDb2xvciI6bnVsbCwiTGluZVdlaWdodCI6MC4wLCJMaW5lVHlwZSI6MCwiUGFyZW50U3R5bGUiOm51bGx9LCJQYXJlbnRTdHlsZSI6bnVsbH0sIkRhdGVTdHlsZSI6eyIkaWQiOiI0MDI0IiwiRm9udFNldHRpbmdzIjp7IiRpZCI6IjQwMjUiLCJGb250U2l6ZSI6MTAsIkZvbnROYW1lIjoiQ2FsaWJyaSIsIklzQm9sZCI6ZmFsc2UsIklzSXRhbGljIjpmYWxzZSwiSXNVbmRlcmxpbmVkIjpmYWxzZSwiUGFyZW50U3R5bGUiOm51bGx9LCJBdXRvU2l6ZSI6MCwiRm9yZWdyb3VuZCI6eyIkaWQiOiI0MDI2IiwiQ29sb3IiOnsiJGlkIjoiNDAy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AyOCIsIlRvcCI6MC4wLCJMZWZ0IjowLjAsIlJpZ2h0IjowLjAsIkJvdHRvbSI6MC4wfSwiUGFkZGluZyI6eyIkaWQiOiI0MDI5IiwiVG9wIjowLjAsIkxlZnQiOjAuMCwiUmlnaHQiOjAuMCwiQm90dG9tIjowLjB9LCJCYWNrZ3JvdW5kIjp7IiRpZCI6IjQwMzAiLCJDb2xvciI6eyIkaWQiOiI0MDMxIiwiQSI6MjU1LCJSIjo2OCwiRyI6ODQsIkIiOjEwNn19LCJJc1Zpc2libGUiOnRydWUsIldpZHRoIjowLjAsIkhlaWdodCI6MC4wLCJCb3JkZXJTdHlsZSI6eyIkaWQiOiI0MDMyIiwiTGluZUNvbG9yIjpudWxsLCJMaW5lV2VpZ2h0IjowLjAsIkxpbmVUeXBlIjowLCJQYXJlbnRTdHlsZSI6bnVsbH0sIlBhcmVudFN0eWxlIjpudWxsfSwiRGF0ZUZvcm1hdCI6eyIkaWQiOiI0MD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wMzQiLCJGb3JtYXQiOjAsIklzVmlzaWJsZSI6ZmFsc2UsIkxhc3RLbm93blZpc2liaWxpdHlTdGF0ZSI6ZmFsc2V9LCJJc1Zpc2libGUiOnRydWUsIlZhcmlhbmNlU3R5bGUiOnsiJGlkIjoiNDAzNSIsIlRleHRTdHlsZSI6eyIkaWQiOiI0MDM2IiwiRm9udFNldHRpbmdzIjp7IiRpZCI6IjQwMzciLCJGb250U2l6ZSI6MTAsIkZvbnROYW1lIjoiQ2FsaWJyaSIsIklzQm9sZCI6ZmFsc2UsIklzSXRhbGljIjpmYWxzZSwiSXNVbmRlcmxpbmVkIjpmYWxzZSwiUGFyZW50U3R5bGUiOm51bGx9LCJBdXRvU2l6ZSI6MCwiRm9yZWdyb3VuZCI6eyIkaWQiOiI0MDM4IiwiQ29sb3IiOnsiJGlkIjoiNDAz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DQwIiwiVG9wIjowLjAsIkxlZnQiOjAuMCwiUmlnaHQiOjAuMCwiQm90dG9tIjowLjB9LCJQYWRkaW5nIjp7IiRpZCI6IjQwNDEiLCJUb3AiOjAuMCwiTGVmdCI6MC4wLCJSaWdodCI6MC4wLCJCb3R0b20iOjAuMH0sIkJhY2tncm91bmQiOnsiJGlkIjoiNDA0MiIsIkNvbG9yIjp7IiRpZCI6IjQwNDMiLCJBIjoyNTUsIlIiOjAsIkciOjAsIkIiOjB9fSwiSXNWaXNpYmxlIjp0cnVlLCJXaWR0aCI6MC4wLCJIZWlnaHQiOjAuMCwiQm9yZGVyU3R5bGUiOm51bGwsIlBhcmVudFN0eWxlIjpudWxsfSwiUGFyZW50U3R5bGUiOm51bGx9LCJQYXJlbnRTdHlsZSI6bnVsbCwiX2V4cGxpY2l0bHlTZXQiOnsiJGlkIjoiNDA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pbGVzdG9uZVN0eWxlIjpudWxsLCJHcmlkbGluZVBhbmVsU3R5bGUiOnsiJGlkIjoiNDA0NSIsIkdyaWRsaW5lU3R5bGUiOnsiJGlkIjoiNDA0NiIsIkxpbmVDb2xvciI6eyIkaWQiOiI0MDQ3IiwiJHR5cGUiOiJOTFJFLkNvbW1vbi5Eb20uU29saWRDb2xvckJydXNoLCBOTFJFLkNvbW1vbiIsIkNvbG9yIjp7IiRpZCI6IjQwNDgiLCJBIjoyNSwiUiI6NjgsIkciOjg0LCJCIjoxMDZ9fSwiTGluZVdlaWdodCI6MS4wLCJMaW5lVHlwZSI6MCwiUGFyZW50U3R5bGUiOm51bGx9LCJNYXJnaW4iOnsiJGlkIjoiNDA0OSIsIlRvcCI6MC4wLCJMZWZ0IjowLjAsIlJpZ2h0IjowLjAsIkJvdHRvbSI6MC4wfSwiUGFkZGluZyI6eyIkaWQiOiI0MDUwIiwiVG9wIjowLjAsIkxlZnQiOjAuMCwiUmlnaHQiOjAuMCwiQm90dG9tIjowLjB9LCJCYWNrZ3JvdW5kIjpudWxsLCJJc1Zpc2libGUiOmZhbHNlLCJXaWR0aCI6MC4wLCJIZWlnaHQiOjAuMCwiQm9yZGVyU3R5bGUiOnsiJGlkIjoiNDA1MSIsIkxpbmVDb2xvciI6bnVsbCwiTGluZVdlaWdodCI6MC4wLCJMaW5lVHlwZSI6MCwiUGFyZW50U3R5bGUiOm51bGx9LCJQYXJlbnRTdHlsZSI6bnVsbH0sIkFjdGl2aXR5TGluZVBhbmVsU3R5bGUiOnsiJGlkIjoiNDA1MiIsIkFjdGl2aXR5TGluZVN0eWxlIjp7IiRpZCI6IjQwNTMiLCJMaW5lQ29sb3IiOnsiJGlkIjoiNDA1NCIsIiR0eXBlIjoiTkxSRS5Db21tb24uRG9tLlNvbGlkQ29sb3JCcnVzaCwgTkxSRS5Db21tb24iLCJDb2xvciI6eyIkaWQiOiI0MDU1IiwiQSI6MzgsIlIiOjY4LCJHIjoxMTQsIkIiOjE5Nn19LCJMaW5lV2VpZ2h0IjoxLjAsIkxpbmVUeXBlIjowLCJQYXJlbnRTdHlsZSI6bnVsbH0sIk1hcmdpbiI6eyIkaWQiOiI0MDU2IiwiVG9wIjowLjAsIkxlZnQiOjAuMCwiUmlnaHQiOjAuMCwiQm90dG9tIjowLjB9LCJQYWRkaW5nIjp7IiRpZCI6IjQwNTciLCJUb3AiOjAuMCwiTGVmdCI6MC4wLCJSaWdodCI6MC4wLCJCb3R0b20iOjAuMH0sIkJhY2tncm91bmQiOm51bGwsIklzVmlzaWJsZSI6dHJ1ZSwiV2lkdGgiOjAuMCwiSGVpZ2h0IjowLjAsIkJvcmRlclN0eWxlIjp7IiRpZCI6IjQwNTgiLCJMaW5lQ29sb3IiOm51bGwsIkxpbmVXZWlnaHQiOjAuMCwiTGluZVR5cGUiOjAsIlBhcmVudFN0eWxlIjpudWxsfSwiUGFyZW50U3R5bGUiOm51bGx9LCJfc2VsZWN0ZWRUaGVtZVByZXNldENvbG9ycyI6eyIkaWQiOiI0MDU5IiwiVGV4dExpZ2h0Ijp7IiRpZCI6IjQwNjAiLCJBIjoyNTUsIlIiOjI1NSwiRyI6MjU1LCJCIjoyNTV9LCJUZXh0RGFyayI6eyIkaWQiOiI0MDYxIiwiQSI6MjU1LCJSIjowLCJHIjowLCJCIjowfSwiQWNjZW50MSI6eyIkaWQiOiI0MDYyIiwiQSI6MjU1LCJSIjoyMzEsIkciOjIzMCwiQiI6MjMwfSwiQWNjZW50MiI6eyIkaWQiOiI0MDYzIiwiQSI6MjU1LCJSIjo2OCwiRyI6ODQsIkIiOjEwNn0sIkFjY2VudDMiOnsiJGlkIjoiNDA2NCIsIkEiOjI1NSwiUiI6NjgsIkciOjExNCwiQiI6MTk2fSwiQWNjZW50NCI6eyIkaWQiOiI0MDY1IiwiQSI6MjU1LCJSIjoyNTUsIkciOjE5MiwiQiI6MH0sIkFjY2VudDUiOnsiJGlkIjoiNDA2NiIsIkEiOjI1NSwiUiI6MTEyLCJHIjoxNzMsIkIiOjcxfSwiQWNjZW50NiI6eyIkaWQiOiI0MDY3IiwiQSI6MjU1LCJSIjoxNjUsIkciOjE2NSwiQiI6MTY1fSwiQWNjZW50NyI6eyIkaWQiOiI0MDY4IiwiQSI6MjU1LCJSIjo5MSwiRyI6MTU1LCJCIjoyMTN9LCJBY2NlbnQ4Ijp7IiRpZCI6IjQwNjkiLCJBIjoyNTUsIlIiOjIzNywiRyI6MTI1LCJCIjo0OX19LCJTaG93RWxhcHNlZFRpbWVHcmFkaWVudFN0eWxlIjpmYWxzZSwiVGltZWJhbmRSZXNlcnZlZExlZnRBcmVhU3R5bGUiOnsiJGlkIjoiNDA3MCIsIkFjdGl2aXR5SGVhZGVyV2lkdGgiOjAuMCwiSXNTZXQiOmZhbHNlfSwiRGVmYXVsdFN3aW1sYW5lU3R5bGUiOm51bGwsIkRlZmF1bHRTd2ltbGFuZVYyU3R5bGUiOnsiJGlkIjoiNDA3MSIsIlN0eWxlSWQiOiIzMzJjZmIxMy1iNDAxLTRlYzMtYjY1NS03Mzk2OGQwNGQ3NDkiLCJIZWFkZXJTdHlsZSI6eyIkaWQiOiI0MDcyIiwiVGV4dElzVmVydGljYWwiOmZhbHNlLCJUZXh0U3R5bGUiOnsiJGlkIjoiNDA3MyIsIkZvbnRTZXR0aW5ncyI6eyIkaWQiOiI0MDc0IiwiRm9udFNpemUiOjExLCJGb250TmFtZSI6IkNhbGlicmkiLCJJc0JvbGQiOmZhbHNlLCJJc0l0YWxpYyI6ZmFsc2UsIklzVW5kZXJsaW5lZCI6ZmFsc2UsIlBhcmVudFN0eWxlIjpudWxsfSwiQXV0b1NpemUiOjAsIkZvcmVncm91bmQiOnsiJGlkIjoiNDA3NSIsIkNvbG9yIjp7IiRpZCI6IjQwNzYiLCJBIjoyNTUsIlIiOjI1NSwiRyI6MjU1LCJCIjoyNTV9fSwiTWF4V2lkdGgiOjAuMCwiTWF4SGVpZ2h0IjowLjAsIlNtYXJ0Rm9yZWdyb3VuZElzQWN0aXZlIjpmYWxzZSwiSG9yaXpvbnRhbEFsaWdubWVudCI6MCwiVmVydGljYWxBbGlnbm1lbnQiOjAsIlNtYXJ0Rm9yZWdyb3VuZCI6bnVsbCwiQmFja2dyb3VuZEZpbGxUeXBlIjowLCJNYXJnaW4iOnsiJGlkIjoiNDA3NyIsIlRvcCI6MC4wLCJMZWZ0IjowLjAsIlJpZ2h0IjowLjAsIkJvdHRvbSI6MC4wfSwiUGFkZGluZyI6eyIkaWQiOiI0MDc4IiwiVG9wIjowLjAsIkxlZnQiOjAuMCwiUmlnaHQiOjAuMCwiQm90dG9tIjowLjB9LCJCYWNrZ3JvdW5kIjp7IiRpZCI6IjQwNzkiLCJDb2xvciI6eyIkaWQiOiI0MDgwIiwiQSI6MjU1LCJSIjoyNTUsIkciOjI1NSwiQiI6MjU1fX0sIklzVmlzaWJsZSI6ZmFsc2UsIldpZHRoIjowLjAsIkhlaWdodCI6MC4wLCJCb3JkZXJTdHlsZSI6bnVsbCwiUGFyZW50U3R5bGUiOm51bGx9LCJSZWN0YW5nbGVTdHlsZSI6eyIkaWQiOiI0MDgxIiwiTWFyZ2luIjp7IiRpZCI6IjQwODIiLCJUb3AiOjAuMCwiTGVmdCI6MC4wLCJSaWdodCI6MC4wLCJCb3R0b20iOjAuMH0sIlBhZGRpbmciOnsiJGlkIjoiNDA4MyIsIlRvcCI6MC4wLCJMZWZ0IjowLjAsIlJpZ2h0IjowLjAsIkJvdHRvbSI6MC4wfSwiQmFja2dyb3VuZCI6eyIkaWQiOiI0MDg0IiwiQ29sb3IiOnsiJGlkIjoiNDA4NSIsIkEiOjI1NSwiUiI6NjgsIkciOjExNCwiQiI6MTk2fX0sIklzVmlzaWJsZSI6ZmFsc2UsIldpZHRoIjowLjAsIkhlaWdodCI6MC4wLCJCb3JkZXJTdHlsZSI6eyIkaWQiOiI0MDg2IiwiTGluZUNvbG9yIjp7IiRpZCI6IjQwODciLCIkdHlwZSI6Ik5MUkUuQ29tbW9uLkRvbS5Tb2xpZENvbG9yQnJ1c2gsIE5MUkUuQ29tbW9uIiwiQ29sb3IiOnsiJGlkIjoiNDA4OCIsIkEiOjI1NSwiUiI6MjU1LCJHIjoyNTUsIkIiOjI1NX19LCJMaW5lV2VpZ2h0IjowLjAsIkxpbmVUeXBlIjowLCJQYXJlbnRTdHlsZSI6bnVsbH0sIlBhcmVudFN0eWxlIjpudWxsfSwiTWFyZ2luIjp7IiRpZCI6IjQwODkiLCJUb3AiOjAuMCwiTGVmdCI6MC4wLCJSaWdodCI6MC4wLCJCb3R0b20iOjAuMH0sIlBhZGRpbmciOnsiJGlkIjoiNDA5MCIsIlRvcCI6MC4wLCJMZWZ0IjowLjAsIlJpZ2h0IjowLjAsIkJvdHRvbSI6MC4wfSwiQmFja2dyb3VuZCI6bnVsbCwiSXNWaXNpYmxlIjp0cnVlLCJXaWR0aCI6MC4wLCJIZWlnaHQiOjAuMCwiQm9yZGVyU3R5bGUiOm51bGwsIlBhcmVudFN0eWxlIjpudWxsfSwiQmFja2dyb3VuZFN0eWxlIjp7IiRpZCI6IjQwOTEiLCJNYXJnaW4iOnsiJGlkIjoiNDA5MiIsIlRvcCI6MC4wLCJMZWZ0IjowLjAsIlJpZ2h0IjowLjAsIkJvdHRvbSI6MC4wfSwiUGFkZGluZyI6eyIkaWQiOiI0MDkzIiwiVG9wIjowLjAsIkxlZnQiOjAuMCwiUmlnaHQiOjAuMCwiQm90dG9tIjowLjB9LCJCYWNrZ3JvdW5kIjp7IiRpZCI6IjQwOTQiLCJDb2xvciI6eyIkaWQiOiI0MDk1IiwiQSI6NTEsIlIiOjIwMCwiRyI6MjAwLCJCIjoyMDB9fSwiSXNWaXNpYmxlIjp0cnVlLCJXaWR0aCI6MC4wLCJIZWlnaHQiOjAuMCwiQm9yZGVyU3R5bGUiOnsiJGlkIjoiNDA5NiIsIkxpbmVDb2xvciI6eyIkaWQiOiI0MDk3IiwiJHR5cGUiOiJOTFJFLkNvbW1vbi5Eb20uU29saWRDb2xvckJydXNoLCBOTFJFLkNvbW1vbiIsIkNvbG9yIjp7IiRpZCI6IjQwOTgiLCJBIjoyNTUsIlIiOjIzNCwiRyI6MjIsIkIiOjMwfX0sIkxpbmVXZWlnaHQiOjAuMCwiTGluZVR5cGUiOjAsIlBhcmVudFN0eWxlIjpudWxsfSwiUGFyZW50U3R5bGUiOm51bGx9LCJJc0Fib3ZlVGltZWJhbmQiOmZhbHNlLCJTcGFjaW5nIjoyLCJEZWZhdWx0U3dpbWxhbmVUYXNrU3R5bGUiOnsiJGlkIjoiNDA5OSIsIiR0eXBlIjoiTkxSRS5Db21tb24uRG9tLlN0eWxlcy5FeHBsaWNpdFNldGFibGVUYXNrU3R5bGUsIE5MUkUuQ29tbW9uIiwiU2hhcGUiOjEsIlNoYXBlVGhpY2tuZXNzIjowLCJEdXJhdGlvbkZvcm1hdCI6MCwiSW5jbHVkZU5vbldvcmtpbmdEYXlzSW5EdXJhdGlvbiI6ZmFsc2UsIlBlcmNlbnRhZ2VDb21wbGV0ZVN0eWxlIjp7IiRpZCI6IjQxMDAiLCJGb250U2V0dGluZ3MiOnsiJGlkIjoiNDEwMSIsIkZvbnRTaXplIjoxMCwiRm9udE5hbWUiOiJDYWxpYnJpIiwiSXNCb2xkIjpmYWxzZSwiSXNJdGFsaWMiOmZhbHNlLCJJc1VuZGVybGluZWQiOmZhbHNlLCJQYXJlbnRTdHlsZSI6bnVsbH0sIkF1dG9TaXplIjowLCJGb3JlZ3JvdW5kIjp7IiRpZCI6IjQxMDIiLCJDb2xvciI6eyIkaWQiOiI0MTA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QxMDQiLCJUb3AiOjAuMCwiTGVmdCI6MC4wLCJSaWdodCI6MC4wLCJCb3R0b20iOjAuMH0sIlBhZGRpbmciOnsiJGlkIjoiNDEwNSIsIlRvcCI6MC4wLCJMZWZ0IjowLjAsIlJpZ2h0IjowLjAsIkJvdHRvbSI6MC4wfSwiQmFja2dyb3VuZCI6eyIkaWQiOiI0MTA2IiwiQ29sb3IiOnsiJGlkIjoiNDEwNyIsIkEiOjg5LCJSIjowLCJHIjowLCJCIjowfX0sIklzVmlzaWJsZSI6dHJ1ZSwiV2lkdGgiOjAuMCwiSGVpZ2h0IjowLjAsIkJvcmRlclN0eWxlIjp7IiRpZCI6IjQxMDgiLCJMaW5lQ29sb3IiOm51bGwsIkxpbmVXZWlnaHQiOjAuMCwiTGluZVR5cGUiOjAsIlBhcmVudFN0eWxlIjpudWxsfSwiUGFyZW50U3R5bGUiOm51bGx9LCJEdXJhdGlvblN0eWxlIjp7IiRpZCI6IjQxMDkiLCJGb250U2V0dGluZ3MiOnsiJGlkIjoiNDExMCIsIkZvbnRTaXplIjoxMCwiRm9udE5hbWUiOiJDYWxpYnJpIiwiSXNCb2xkIjpmYWxzZSwiSXNJdGFsaWMiOmZhbHNlLCJJc1VuZGVybGluZWQiOmZhbHNlLCJQYXJlbnRTdHlsZSI6bnVsbH0sIkF1dG9TaXplIjowLCJGb3JlZ3JvdW5kIjp7IiRpZCI6IjQxMTEiLCJDb2xvciI6eyIkaWQiOiI0MTE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EzIiwiVG9wIjowLjAsIkxlZnQiOjAuMCwiUmlnaHQiOjAuMCwiQm90dG9tIjowLjB9LCJQYWRkaW5nIjp7IiRpZCI6IjQxMTQiLCJUb3AiOjAuMCwiTGVmdCI6MC4wLCJSaWdodCI6MC4wLCJCb3R0b20iOjAuMH0sIkJhY2tncm91bmQiOnsiJGlkIjoiNDExNSIsIkNvbG9yIjp7IiRpZCI6IjQxMTYiLCJBIjoyNTUsIlIiOjY4LCJHIjo4NCwiQiI6MTA2fX0sIklzVmlzaWJsZSI6dHJ1ZSwiV2lkdGgiOjAuMCwiSGVpZ2h0IjowLjAsIkJvcmRlclN0eWxlIjp7IiRpZCI6IjQxMTciLCJMaW5lQ29sb3IiOm51bGwsIkxpbmVXZWlnaHQiOjAuMCwiTGluZVR5cGUiOjAsIlBhcmVudFN0eWxlIjpudWxsfSwiUGFyZW50U3R5bGUiOm51bGx9LCJIb3Jpem9udGFsQ29ubmVjdG9yU3R5bGUiOnsiJGlkIjoiNDExOCIsIkxpbmVDb2xvciI6eyIkaWQiOiI0MTE5IiwiJHR5cGUiOiJOTFJFLkNvbW1vbi5Eb20uU29saWRDb2xvckJydXNoLCBOTFJFLkNvbW1vbiIsIkNvbG9yIjp7IiRpZCI6IjQxMjAiLCJBIjoyNTUsIlIiOjAsIkciOjAsIkIiOjB9fSwiTGluZVdlaWdodCI6MC4wLCJMaW5lVHlwZSI6MCwiUGFyZW50U3R5bGUiOm51bGx9LCJWZXJ0aWNhbENvbm5lY3RvclN0eWxlIjp7IiRpZCI6IjQxMjEiLCJMaW5lQ29sb3IiOnsiJGlkIjoiNDEyMiIsIiR0eXBlIjoiTkxSRS5Db21tb24uRG9tLlNvbGlkQ29sb3JCcnVzaCwgTkxSRS5Db21tb24iLCJDb2xvciI6eyIkaWQiOiI0MTI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0MTI0IiwiU2hhcGVTdHlsZSI6eyIkaWQiOiI0MTI1IiwiTWFyZ2luIjp7IiRpZCI6IjQxMjYiLCJUb3AiOjAuMCwiTGVmdCI6MC4wLCJSaWdodCI6MC4wLCJCb3R0b20iOjAuMH0sIlBhZGRpbmciOnsiJGlkIjoiNDEyNyIsIlRvcCI6MC4wLCJMZWZ0IjowLjAsIlJpZ2h0IjowLjAsIkJvdHRvbSI6MC4wfSwiQmFja2dyb3VuZCI6eyIkaWQiOiI0MTI4IiwiQ29sb3IiOnsiJGlkIjoiNDEyOSIsIkEiOjE1MywiUiI6MCwiRyI6MCwiQiI6MH19LCJJc1Zpc2libGUiOnRydWUsIldpZHRoIjowLjAsIkhlaWdodCI6MC4wLCJCb3JkZXJTdHlsZSI6eyIkaWQiOiI0MTMwIiwiTGluZUNvbG9yIjp7IiRpZCI6IjQxMzEiLCIkdHlwZSI6Ik5MUkUuQ29tbW9uLkRvbS5Tb2xpZENvbG9yQnJ1c2gsIE5MUkUuQ29tbW9uIiwiQ29sb3IiOnsiJGlkIjoiNDEzMiIsIkEiOjI1NSwiUiI6MjU1LCJHIjowLCJCIjowfX0sIkxpbmVXZWlnaHQiOjAuMCwiTGluZVR5cGUiOjAsIlBhcmVudFN0eWxlIjpudWxsfSwiUGFyZW50U3R5bGUiOm51bGx9LCJNYXJnaW4iOnsiJGlkIjoiNDEzMyIsIlRvcCI6MC4wLCJMZWZ0IjowLjAsIlJpZ2h0IjowLjAsIkJvdHRvbSI6MC4wfSwiUGFkZGluZyI6eyIkaWQiOiI0MTM0IiwiVG9wIjowLjAsIkxlZnQiOjAuMCwiUmlnaHQiOjAuMCwiQm90dG9tIjowLjB9LCJCYWNrZ3JvdW5kIjpudWxsLCJJc1Zpc2libGUiOnRydWUsIldpZHRoIjowLjAsIkhlaWdodCI6MC4wLCJCb3JkZXJTdHlsZSI6bnVsbCwiUGFyZW50U3R5bGUiOm51bGx9LCJTaGFwZVN0eWxlIjp7IiRpZCI6IjQxMzUiLCJNYXJnaW4iOnsiJGlkIjoiNDEzNiIsIlRvcCI6MC4wLCJMZWZ0Ijo0LjAsIlJpZ2h0Ijo0LjAsIkJvdHRvbSI6MC4wfSwiUGFkZGluZyI6eyIkaWQiOiI0MTM3IiwiVG9wIjowLjAsIkxlZnQiOjAuMCwiUmlnaHQiOjAuMCwiQm90dG9tIjowLjB9LCJCYWNrZ3JvdW5kIjp7IiRpZCI6IjQxMzgiLCJDb2xvciI6eyIkaWQiOiI0MTM5IiwiQSI6MjU1LCJSIjo2OCwiRyI6MTE0LCJCIjoxOTZ9fSwiSXNWaXNpYmxlIjp0cnVlLCJXaWR0aCI6MC4wLCJIZWlnaHQiOjEwLjAsIkJvcmRlclN0eWxlIjp7IiRpZCI6IjQxNDAiLCJMaW5lQ29sb3IiOnsiJGlkIjoiNDE0MSIsIiR0eXBlIjoiTkxSRS5Db21tb24uRG9tLlNvbGlkQ29sb3JCcnVzaCwgTkxSRS5Db21tb24iLCJDb2xvciI6eyIkaWQiOiI0MTQyIiwiQSI6MjU1LCJSIjoyMzQsIkciOjIyLCJCIjozMH19LCJMaW5lV2VpZ2h0IjowLjAsIkxpbmVUeXBlIjowLCJQYXJlbnRTdHlsZSI6bnVsbH0sIlBhcmVudFN0eWxlIjpudWxsfSwiVGl0bGVTdHlsZSI6eyIkaWQiOiI0MTQzIiwiRm9udFNldHRpbmdzIjp7IiRpZCI6IjQxNDQiLCJGb250U2l6ZSI6MTEsIkZvbnROYW1lIjoiQ2FsaWJyaSIsIklzQm9sZCI6ZmFsc2UsIklzSXRhbGljIjpmYWxzZSwiSXNVbmRlcmxpbmVkIjpmYWxzZSwiUGFyZW50U3R5bGUiOm51bGx9LCJBdXRvU2l6ZSI6MCwiRm9yZWdyb3VuZCI6eyIkaWQiOiI0MTQ1IiwiQ29sb3IiOnsiJGlkIjoiNDE0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Q3IiwiVG9wIjowLjAsIkxlZnQiOjAuMCwiUmlnaHQiOjAuMCwiQm90dG9tIjowLjB9LCJQYWRkaW5nIjp7IiRpZCI6IjQxNDgiLCJUb3AiOjAuMCwiTGVmdCI6MC4wLCJSaWdodCI6MC4wLCJCb3R0b20iOjAuMH0sIkJhY2tncm91bmQiOnsiJGlkIjoiNDE0OSIsIkNvbG9yIjp7IiRpZCI6IjQxNTAiLCJBIjoyNTUsIlIiOjAsIkciOjAsIkIiOjB9fSwiSXNWaXNpYmxlIjp0cnVlLCJXaWR0aCI6MC4wLCJIZWlnaHQiOjAuMCwiQm9yZGVyU3R5bGUiOnsiJGlkIjoiNDE1MSIsIkxpbmVDb2xvciI6bnVsbCwiTGluZVdlaWdodCI6MC4wLCJMaW5lVHlwZSI6MCwiUGFyZW50U3R5bGUiOm51bGx9LCJQYXJlbnRTdHlsZSI6bnVsbH0sIkRhdGVTdHlsZSI6eyIkaWQiOiI0MTUyIiwiRm9udFNldHRpbmdzIjp7IiRpZCI6IjQxNTMiLCJGb250U2l6ZSI6MTAsIkZvbnROYW1lIjoiQ2FsaWJyaSIsIklzQm9sZCI6ZmFsc2UsIklzSXRhbGljIjpmYWxzZSwiSXNVbmRlcmxpbmVkIjpmYWxzZSwiUGFyZW50U3R5bGUiOm51bGx9LCJBdXRvU2l6ZSI6MCwiRm9yZWdyb3VuZCI6eyIkaWQiOiI0MTU0IiwiQ29sb3IiOnsiJGlkIjoiNDE1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E1NiIsIlRvcCI6MC4wLCJMZWZ0IjowLjAsIlJpZ2h0IjowLjAsIkJvdHRvbSI6MC4wfSwiUGFkZGluZyI6eyIkaWQiOiI0MTU3IiwiVG9wIjowLjAsIkxlZnQiOjAuMCwiUmlnaHQiOjAuMCwiQm90dG9tIjowLjB9LCJCYWNrZ3JvdW5kIjp7IiRpZCI6IjQxNTgiLCJDb2xvciI6eyIkaWQiOiI0MTU5IiwiQSI6MjU1LCJSIjo2OCwiRyI6ODQsIkIiOjEwNn19LCJJc1Zpc2libGUiOnRydWUsIldpZHRoIjowLjAsIkhlaWdodCI6MC4wLCJCb3JkZXJTdHlsZSI6eyIkaWQiOiI0MTYwIiwiTGluZUNvbG9yIjpudWxsLCJMaW5lV2VpZ2h0IjowLjAsIkxpbmVUeXBlIjowLCJQYXJlbnRTdHlsZSI6bnVsbH0sIlBhcmVudFN0eWxlIjpudWxsfSwiRGF0ZUZvcm1hdCI6eyIkaWQiOiI0MTY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xNjIiLCJGb3JtYXQiOjAsIklzVmlzaWJsZSI6ZmFsc2UsIkxhc3RLbm93blZpc2liaWxpdHlTdGF0ZSI6ZmFsc2V9LCJJc1Zpc2libGUiOnRydWUsIlZhcmlhbmNlU3R5bGUiOnsiJGlkIjoiNDE2MyIsIlRleHRTdHlsZSI6eyIkaWQiOiI0MTY0IiwiRm9udFNldHRpbmdzIjp7IiRpZCI6IjQxNjUiLCJGb250U2l6ZSI6MTAsIkZvbnROYW1lIjoiQ2FsaWJyaSIsIklzQm9sZCI6ZmFsc2UsIklzSXRhbGljIjpmYWxzZSwiSXNVbmRlcmxpbmVkIjpmYWxzZSwiUGFyZW50U3R5bGUiOm51bGx9LCJBdXRvU2l6ZSI6MCwiRm9yZWdyb3VuZCI6eyIkaWQiOiI0MTY2IiwiQ29sb3IiOnsiJGlkIjoiNDE2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TY4IiwiVG9wIjowLjAsIkxlZnQiOjAuMCwiUmlnaHQiOjAuMCwiQm90dG9tIjowLjB9LCJQYWRkaW5nIjp7IiRpZCI6IjQxNjkiLCJUb3AiOjAuMCwiTGVmdCI6MC4wLCJSaWdodCI6MC4wLCJCb3R0b20iOjAuMH0sIkJhY2tncm91bmQiOnsiJGlkIjoiNDE3MCIsIkNvbG9yIjp7IiRpZCI6IjQxNzEiLCJBIjoyNTUsIlIiOjAsIkciOjAsIkIiOjB9fSwiSXNWaXNpYmxlIjp0cnVlLCJXaWR0aCI6MC4wLCJIZWlnaHQiOjAuMCwiQm9yZGVyU3R5bGUiOm51bGwsIlBhcmVudFN0eWxlIjpudWxsfSwiUGFyZW50U3R5bGUiOm51bGx9LCJQYXJlbnRTdHlsZSI6bnVsbCwiX2V4cGxpY2l0bHlTZXQiOnsiJGlkIjoiNDE3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xNzMiLCJTaGFwZSI6MSwiQ29ubmVjdG9yTWFyZ2luIjp7IiRpZCI6IjQxNzQiLCJUb3AiOjAuMCwiTGVmdCI6Mi4wLCJSaWdodCI6Mi4wLCJCb3R0b20iOjAuMH0sIkNvbm5lY3RvclN0eWxlIjp7IiRpZCI6IjQxNzUiLCJMaW5lQ29sb3IiOnsiJGlkIjoiNDE3NiIsIiR0eXBlIjoiTkxSRS5Db21tb24uRG9tLlNvbGlkQ29sb3JCcnVzaCwgTkxSRS5Db21tb24iLCJDb2xvciI6eyIkaWQiOiI0MTc3IiwiQSI6MTI3LCJSIjozNCwiRyI6NTcsIkIiOjk4fX0sIkxpbmVXZWlnaHQiOjEuMCwiTGluZVR5cGUiOjAsIlBhcmVudFN0eWxlIjpudWxsfSwiSXNCZWxvd1RpbWViYW5kIjpmYWxzZSwiUG9zaXRpb25PblRhc2siOjEsIkhpZGVEYXRlIjpmYWxzZSwiU2hhcGVTaXplIjowLCJTcGFjaW5nIjowLjAsIlBhZGRpbmciOnsiJGlkIjoiNDE3OCIsIlRvcCI6NS4wLCJMZWZ0IjozLjAsIlJpZ2h0IjowLjAsIkJvdHRvbSI6Mi4wfSwiU2hhcGVTdHlsZSI6eyIkaWQiOiI0MTc5IiwiTWFyZ2luIjp7IiRpZCI6IjQxODAiLCJUb3AiOjAuMCwiTGVmdCI6MC4wLCJSaWdodCI6MC4wLCJCb3R0b20iOjAuMH0sIlBhZGRpbmciOnsiJGlkIjoiNDE4MSIsIlRvcCI6MC4wLCJMZWZ0IjowLjAsIlJpZ2h0IjowLjAsIkJvdHRvbSI6MC4wfSwiQmFja2dyb3VuZCI6eyIkaWQiOiI0MTgyIiwiQ29sb3IiOnsiJGlkIjoiNDE4MyIsIkEiOjI1NSwiUiI6MzQsIkciOjU3LCJCIjo5OH19LCJJc1Zpc2libGUiOnRydWUsIldpZHRoIjoxMi4wLCJIZWlnaHQiOjE0LjAsIkJvcmRlclN0eWxlIjp7IiRpZCI6IjQxODQiLCJMaW5lQ29sb3IiOnsiJGlkIjoiNDE4NSIsIiR0eXBlIjoiTkxSRS5Db21tb24uRG9tLlNvbGlkQ29sb3JCcnVzaCwgTkxSRS5Db21tb24iLCJDb2xvciI6eyIkaWQiOiI0MTg2IiwiQSI6MjU1LCJSIjoyNTUsIkciOjAsIkIiOjB9fSwiTGluZVdlaWdodCI6MC4wLCJMaW5lVHlwZSI6MCwiUGFyZW50U3R5bGUiOm51bGx9LCJQYXJlbnRTdHlsZSI6bnVsbH0sIlRpdGxlU3R5bGUiOnsiJGlkIjoiNDE4NyIsIkZvbnRTZXR0aW5ncyI6eyIkaWQiOiI0MTg4IiwiRm9udFNpemUiOjExLCJGb250TmFtZSI6IkNhbGlicmkiLCJJc0JvbGQiOmZhbHNlLCJJc0l0YWxpYyI6ZmFsc2UsIklzVW5kZXJsaW5lZCI6ZmFsc2UsIlBhcmVudFN0eWxlIjpudWxsfSwiQXV0b1NpemUiOjAsIkZvcmVncm91bmQiOnsiJGlkIjoiNDE4OSIsIkNvbG9yIjp7IiRpZCI6IjQxOT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DE5MSIsIlRvcCI6MC4wLCJMZWZ0IjowLjAsIlJpZ2h0IjowLjAsIkJvdHRvbSI6MC4wfSwiUGFkZGluZyI6eyIkaWQiOiI0MTkyIiwiVG9wIjowLjAsIkxlZnQiOjAuMCwiUmlnaHQiOjAuMCwiQm90dG9tIjowLjB9LCJCYWNrZ3JvdW5kIjp7IiRpZCI6IjQxOTMiLCJDb2xvciI6eyIkaWQiOiI0MTk0IiwiQSI6MjU1LCJSIjowLCJHIjowLCJCIjowfX0sIklzVmlzaWJsZSI6dHJ1ZSwiV2lkdGgiOjAuMCwiSGVpZ2h0IjowLjAsIkJvcmRlclN0eWxlIjp7IiRpZCI6IjQxOTUiLCJMaW5lQ29sb3IiOm51bGwsIkxpbmVXZWlnaHQiOjAuMCwiTGluZVR5cGUiOjAsIlBhcmVudFN0eWxlIjpudWxsfSwiUGFyZW50U3R5bGUiOm51bGx9LCJEYXRlU3R5bGUiOnsiJGlkIjoiNDE5NiIsIkZvbnRTZXR0aW5ncyI6eyIkaWQiOiI0MTk3IiwiRm9udFNpemUiOjEwLCJGb250TmFtZSI6IkNhbGlicmkiLCJJc0JvbGQiOmZhbHNlLCJJc0l0YWxpYyI6ZmFsc2UsIklzVW5kZXJsaW5lZCI6ZmFsc2UsIlBhcmVudFN0eWxlIjpudWxsfSwiQXV0b1NpemUiOjAsIkZvcmVncm91bmQiOnsiJGlkIjoiNDE5OCIsIkNvbG9yIjp7IiRpZCI6IjQxOT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QyMDAiLCJUb3AiOjAuMCwiTGVmdCI6MC4wLCJSaWdodCI6MC4wLCJCb3R0b20iOjAuMH0sIlBhZGRpbmciOnsiJGlkIjoiNDIwMSIsIlRvcCI6MC4wLCJMZWZ0IjowLjAsIlJpZ2h0IjowLjAsIkJvdHRvbSI6MC4wfSwiQmFja2dyb3VuZCI6eyIkaWQiOiI0MjAyIiwiQ29sb3IiOnsiJGlkIjoiNDIwMyIsIkEiOjI1NSwiUiI6NjgsIkciOjg0LCJCIjoxMDZ9fSwiSXNWaXNpYmxlIjp0cnVlLCJXaWR0aCI6MC4wLCJIZWlnaHQiOjAuMCwiQm9yZGVyU3R5bGUiOnsiJGlkIjoiNDIwNCIsIkxpbmVDb2xvciI6bnVsbCwiTGluZVdlaWdodCI6MC4wLCJMaW5lVHlwZSI6MCwiUGFyZW50U3R5bGUiOm51bGx9LCJQYXJlbnRTdHlsZSI6bnVsbH0sIkRhdGVGb3JtYXQiOnsiJGlkIjoiNDIw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A2IiwiRm9ybWF0IjowLCJJc1Zpc2libGUiOmZhbHNlLCJMYXN0S25vd25WaXNpYmlsaXR5U3RhdGUiOmZhbHNlfSwiSXNWaXNpYmxlIjp0cnVlLCJWYXJpYW5jZVN0eWxlIjp7IiRpZCI6IjQyMDciLCJUZXh0U3R5bGUiOnsiJGlkIjoiNDIwOCIsIkZvbnRTZXR0aW5ncyI6eyIkaWQiOiI0MjA5IiwiRm9udFNpemUiOjEwLCJGb250TmFtZSI6IkNhbGlicmkiLCJJc0JvbGQiOmZhbHNlLCJJc0l0YWxpYyI6ZmFsc2UsIklzVW5kZXJsaW5lZCI6ZmFsc2UsIlBhcmVudFN0eWxlIjpudWxsfSwiQXV0b1NpemUiOjAsIkZvcmVncm91bmQiOnsiJGlkIjoiNDIxMCIsIkNvbG9yIjp7IiRpZCI6IjQyM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xMiIsIlRvcCI6MC4wLCJMZWZ0IjowLjAsIlJpZ2h0IjowLjAsIkJvdHRvbSI6MC4wfSwiUGFkZGluZyI6eyIkaWQiOiI0MjEzIiwiVG9wIjowLjAsIkxlZnQiOjAuMCwiUmlnaHQiOjAuMCwiQm90dG9tIjowLjB9LCJCYWNrZ3JvdW5kIjp7IiRpZCI6IjQyMTQiLCJDb2xvciI6eyIkaWQiOiI0MjE1IiwiQSI6MjU1LCJSIjowLCJHIjowLCJCIjowfX0sIklzVmlzaWJsZSI6dHJ1ZSwiV2lkdGgiOjAuMCwiSGVpZ2h0IjowLjAsIkJvcmRlclN0eWxlIjpudWxsLCJQYXJlbnRTdHlsZSI6bnVsbH0sIlBhcmVudFN0eWxlIjpudWxsfSwiUGFyZW50U3R5bGUiOm51bGx9LCJEZWZhdWx0U3dpbWxhbmVNaWxlc3RvbmVTdHlsZSI6eyIkaWQiOiI0MjE2IiwiVGl0bGVQb3NpdGlvbiI6IkxlZnQiLCJEYXRlUG9zaXRpb24iOiJSaWdodCIsIlZhcmlhbmNlUG9zaXRpb24iOiJSaWdodCIsIlNoYXBlVHlwZSI6MSwiU2hhcGVTaXplIjowLCJTcGFjaW5nIjo1LCJTaGFwZVN0eWxlIjp7IiRpZCI6IjQyMTciLCJNYXJnaW4iOnsiJGlkIjoiNDIxOCIsIlRvcCI6MC4wLCJMZWZ0IjowLjAsIlJpZ2h0IjowLjAsIkJvdHRvbSI6MC4wfSwiUGFkZGluZyI6eyIkaWQiOiI0MjE5IiwiVG9wIjowLjAsIkxlZnQiOjAuMCwiUmlnaHQiOjAuMCwiQm90dG9tIjowLjB9LCJCYWNrZ3JvdW5kIjp7IiRpZCI6IjQyMjAiLCJDb2xvciI6eyIkaWQiOiI0MjIxIiwiQSI6MjU1LCJSIjo2OCwiRyI6MTE0LCJCIjoxOTZ9fSwiSXNWaXNpYmxlIjp0cnVlLCJXaWR0aCI6MTIuMCwiSGVpZ2h0IjoxNC4wLCJCb3JkZXJTdHlsZSI6eyIkaWQiOiI0MjIyIiwiTGluZUNvbG9yIjp7IiRpZCI6IjQyMjMiLCIkdHlwZSI6Ik5MUkUuQ29tbW9uLkRvbS5Tb2xpZENvbG9yQnJ1c2gsIE5MUkUuQ29tbW9uIiwiQ29sb3IiOnsiJGlkIjoiNDIyNCIsIkEiOjI1NSwiUiI6MjM0LCJHIjoyMiwiQiI6MzB9fSwiTGluZVdlaWdodCI6MC4wLCJMaW5lVHlwZSI6MCwiUGFyZW50U3R5bGUiOm51bGx9LCJQYXJlbnRTdHlsZSI6bnVsbH0sIlRpdGxlU3R5bGUiOnsiJGlkIjoiNDIyNSIsIkZvbnRTZXR0aW5ncyI6eyIkaWQiOiI0MjI2IiwiRm9udFNpemUiOjExLCJGb250TmFtZSI6IkNhbGlicmkiLCJJc0JvbGQiOmZhbHNlLCJJc0l0YWxpYyI6ZmFsc2UsIklzVW5kZXJsaW5lZCI6ZmFsc2UsIlBhcmVudFN0eWxlIjpudWxsfSwiQXV0b1NpemUiOjAsIkZvcmVncm91bmQiOnsiJGlkIjoiNDIyNyIsIkNvbG9yIjp7IiRpZCI6IjQyM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NDIyOSIsIlRvcCI6MC4wLCJMZWZ0IjowLjAsIlJpZ2h0IjowLjAsIkJvdHRvbSI6MC4wfSwiUGFkZGluZyI6eyIkaWQiOiI0MjMwIiwiVG9wIjowLjAsIkxlZnQiOjAuMCwiUmlnaHQiOjAuMCwiQm90dG9tIjowLjB9LCJCYWNrZ3JvdW5kIjp7IiRpZCI6IjQyMzEiLCJDb2xvciI6eyIkaWQiOiI0MjMyIiwiQSI6MjU1LCJSIjowLCJHIjowLCJCIjowfX0sIklzVmlzaWJsZSI6dHJ1ZSwiV2lkdGgiOjAuMCwiSGVpZ2h0IjowLjAsIkJvcmRlclN0eWxlIjp7IiRpZCI6IjQyMzMiLCJMaW5lQ29sb3IiOm51bGwsIkxpbmVXZWlnaHQiOjAuMCwiTGluZVR5cGUiOjAsIlBhcmVudFN0eWxlIjpudWxsfSwiUGFyZW50U3R5bGUiOm51bGx9LCJEYXRlU3R5bGUiOnsiJGlkIjoiNDIzNCIsIkZvbnRTZXR0aW5ncyI6eyIkaWQiOiI0MjM1IiwiRm9udFNpemUiOjEwLCJGb250TmFtZSI6IkNhbGlicmkiLCJJc0JvbGQiOmZhbHNlLCJJc0l0YWxpYyI6ZmFsc2UsIklzVW5kZXJsaW5lZCI6ZmFsc2UsIlBhcmVudFN0eWxlIjpudWxsfSwiQXV0b1NpemUiOjAsIkZvcmVncm91bmQiOnsiJGlkIjoiNDIzNiIsIkNvbG9yIjp7IiRpZCI6IjQyM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yMzgiLCJUb3AiOjAuMCwiTGVmdCI6MC4wLCJSaWdodCI6MC4wLCJCb3R0b20iOjAuMH0sIlBhZGRpbmciOnsiJGlkIjoiNDIzOSIsIlRvcCI6MC4wLCJMZWZ0IjowLjAsIlJpZ2h0IjowLjAsIkJvdHRvbSI6MC4wfSwiQmFja2dyb3VuZCI6eyIkaWQiOiI0MjQwIiwiQ29sb3IiOnsiJGlkIjoiNDI0MSIsIkEiOjI1NSwiUiI6NjgsIkciOjg0LCJCIjoxMDZ9fSwiSXNWaXNpYmxlIjp0cnVlLCJXaWR0aCI6MC4wLCJIZWlnaHQiOjAuMCwiQm9yZGVyU3R5bGUiOnsiJGlkIjoiNDI0MiIsIkxpbmVDb2xvciI6bnVsbCwiTGluZVdlaWdodCI6MC4wLCJMaW5lVHlwZSI6MCwiUGFyZW50U3R5bGUiOm51bGx9LCJQYXJlbnRTdHlsZSI6bnVsbH0sIkRhdGVGb3JtYXQiOnsiJGlkIjoiNDI0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Q0IiwiRm9ybWF0IjowLCJJc1Zpc2libGUiOmZhbHNlLCJMYXN0S25vd25WaXNpYmlsaXR5U3RhdGUiOmZhbHNlfSwiSXNWaXNpYmxlIjp0cnVlLCJWYXJpYW5jZVN0eWxlIjp7IiRpZCI6IjQyNDUiLCJUZXh0U3R5bGUiOnsiJGlkIjoiNDI0NiIsIkZvbnRTZXR0aW5ncyI6eyIkaWQiOiI0MjQ3IiwiRm9udFNpemUiOjEwLCJGb250TmFtZSI6IkNhbGlicmkiLCJJc0JvbGQiOmZhbHNlLCJJc0l0YWxpYyI6ZmFsc2UsIklzVW5kZXJsaW5lZCI6ZmFsc2UsIlBhcmVudFN0eWxlIjpudWxsfSwiQXV0b1NpemUiOjAsIkZvcmVncm91bmQiOnsiJGlkIjoiNDI0OCIsIkNvbG9yIjp7IiRpZCI6IjQyN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1MCIsIlRvcCI6MC4wLCJMZWZ0IjowLjAsIlJpZ2h0IjowLjAsIkJvdHRvbSI6MC4wfSwiUGFkZGluZyI6eyIkaWQiOiI0MjUxIiwiVG9wIjowLjAsIkxlZnQiOjAuMCwiUmlnaHQiOjAuMCwiQm90dG9tIjowLjB9LCJCYWNrZ3JvdW5kIjp7IiRpZCI6IjQyNTIiLCJDb2xvciI6eyIkaWQiOiI0MjUzIiwiQSI6MjU1LCJSIjowLCJHIjowLCJCIjowfX0sIklzVmlzaWJsZSI6dHJ1ZSwiV2lkdGgiOjAuMCwiSGVpZ2h0IjowLjAsIkJvcmRlclN0eWxlIjpudWxsLCJQYXJlbnRTdHlsZSI6bnVsbH0sIlBhcmVudFN0eWxlIjpudWxsfSwiUGFyZW50U3R5bGUiOm51bGx9LCJEZWZhdWx0U3dpbWxhbmVBY3Rpdml0eVN0eWxlIjp7IiRpZCI6IjQyNTQiLCJIZWFkZXJTdHlsZSI6eyIkaWQiOiI0MjU1IiwiVGV4dFN0eWxlIjp7IiRpZCI6IjQyNTYiLCJGb250U2V0dGluZ3MiOnsiJGlkIjoiNDI1NyIsIkZvbnRTaXplIjoxMSwiRm9udE5hbWUiOiJDYWxpYnJpIiwiSXNCb2xkIjpmYWxzZSwiSXNJdGFsaWMiOmZhbHNlLCJJc1VuZGVybGluZWQiOmZhbHNlLCJQYXJlbnRTdHlsZSI6bnVsbH0sIkF1dG9TaXplIjowLCJGb3JlZ3JvdW5kIjp7IiRpZCI6IjQyNTgiLCJDb2xvciI6eyIkaWQiOiI0MjU5IiwiQSI6MjU1LCJSIjo2NCwiRyI6NjQsIkIiOjY0fX0sIk1heFdpZHRoIjowLjAsIk1heEhlaWdodCI6MC4wLCJTbWFydEZvcmVncm91bmRJc0FjdGl2ZSI6ZmFsc2UsIkhvcml6b250YWxBbGlnbm1lbnQiOjAsIlZlcnRpY2FsQWxpZ25tZW50IjowLCJTbWFydEZvcmVncm91bmQiOm51bGwsIkJhY2tncm91bmRGaWxsVHlwZSI6MCwiTWFyZ2luIjp7IiRpZCI6IjQyNjAiLCJUb3AiOjAuMCwiTGVmdCI6MC4wLCJSaWdodCI6MC4wLCJCb3R0b20iOjAuMH0sIlBhZGRpbmciOnsiJGlkIjoiNDI2MSIsIlRvcCI6MC4wLCJMZWZ0IjowLjAsIlJpZ2h0IjowLjAsIkJvdHRvbSI6MC4wfSwiQmFja2dyb3VuZCI6eyIkaWQiOiI0MjYyIiwiQ29sb3IiOnsiJGlkIjoiNDI2MyIsIkEiOjI1NSwiUiI6NjQsIkciOjY0LCJCIjo2NH19LCJJc1Zpc2libGUiOmZhbHNlLCJXaWR0aCI6MC4wLCJIZWlnaHQiOjAuMCwiQm9yZGVyU3R5bGUiOm51bGwsIlBhcmVudFN0eWxlIjpudWxsfSwiUmVjdGFuZ2xlU3R5bGUiOnsiJGlkIjoiNDI2NCIsIk1hcmdpbiI6eyIkaWQiOiI0MjY1IiwiVG9wIjowLjAsIkxlZnQiOjAuMCwiUmlnaHQiOjAuMCwiQm90dG9tIjowLjB9LCJQYWRkaW5nIjp7IiRpZCI6IjQyNjYiLCJUb3AiOjAuMCwiTGVmdCI6MC4wLCJSaWdodCI6MC4wLCJCb3R0b20iOjAuMH0sIkJhY2tncm91bmQiOnsiJGlkIjoiNDI2NyIsIkNvbG9yIjp7IiRpZCI6IjQyNjgiLCJBIjoxMjcsIlIiOjY4LCJHIjoxMTQsIkIiOjE5Nn19LCJJc1Zpc2libGUiOmZhbHNlLCJXaWR0aCI6MC4wLCJIZWlnaHQiOjAuMCwiQm9yZGVyU3R5bGUiOnsiJGlkIjoiNDI2OSIsIkxpbmVDb2xvciI6eyIkaWQiOiI0MjcwIiwiJHR5cGUiOiJOTFJFLkNvbW1vbi5Eb20uU29saWRDb2xvckJydXNoLCBOTFJFLkNvbW1vbiIsIkNvbG9yIjp7IiRpZCI6IjQyNzEiLCJBIjoyNTUsIlIiOjI1NSwiRyI6MCwiQiI6MH19LCJMaW5lV2VpZ2h0IjowLjAsIkxpbmVUeXBlIjowLCJQYXJlbnRTdHlsZSI6bnVsbH0sIlBhcmVudFN0eWxlIjpudWxsfSwiTWFyZ2luIjp7IiRpZCI6IjQyNzIiLCJUb3AiOjAuMCwiTGVmdCI6MC4wLCJSaWdodCI6MC4wLCJCb3R0b20iOjAuMH0sIlBhZGRpbmciOnsiJGlkIjoiNDI3MyIsIlRvcCI6MC4wLCJMZWZ0IjowLjAsIlJpZ2h0IjowLjAsIkJvdHRvbSI6MC4wfSwiQmFja2dyb3VuZCI6bnVsbCwiSXNWaXNpYmxlIjp0cnVlLCJXaWR0aCI6MC4wLCJIZWlnaHQiOjAuMCwiQm9yZGVyU3R5bGUiOm51bGwsIlBhcmVudFN0eWxlIjpudWxsfSwiQmFja2dyb3VuZFN0eWxlIjp7IiRpZCI6IjQyNzQiLCJNYXJnaW4iOnsiJGlkIjoiNDI3NSIsIlRvcCI6MC4wLCJMZWZ0IjowLjAsIlJpZ2h0IjowLjAsIkJvdHRvbSI6MC4wfSwiUGFkZGluZyI6eyIkaWQiOiI0Mjc2IiwiVG9wIjowLjAsIkxlZnQiOjAuMCwiUmlnaHQiOjAuMCwiQm90dG9tIjowLjB9LCJCYWNrZ3JvdW5kIjp7IiRpZCI6IjQyNzciLCJDb2xvciI6eyIkaWQiOiI0Mjc4IiwiQSI6NTEsIlIiOjIwMCwiRyI6MjAwLCJCIjoyMDB9fSwiSXNWaXNpYmxlIjp0cnVlLCJXaWR0aCI6MC4wLCJIZWlnaHQiOjAuMCwiQm9yZGVyU3R5bGUiOnsiJGlkIjoiNDI3OSIsIkxpbmVDb2xvciI6eyIkaWQiOiI0MjgwIiwiJHR5cGUiOiJOTFJFLkNvbW1vbi5Eb20uU29saWRDb2xvckJydXNoLCBOTFJFLkNvbW1vbiIsIkNvbG9yIjp7IiRpZCI6IjQyODEiLCJBIjoyNTUsIlIiOjIzNCwiRyI6MjIsIkIiOjMwfX0sIkxpbmVXZWlnaHQiOjAuMCwiTGluZVR5cGUiOjAsIlBhcmVudFN0eWxlIjpudWxsfSwiUGFyZW50U3R5bGUiOm51bGx9LCJNYXJnaW4iOnsiJGlkIjoiNDI4MiIsIlRvcCI6MC4wLCJMZWZ0IjowLjAsIlJpZ2h0IjowLjAsIkJvdHRvbSI6MC4wfSwiUGFkZGluZyI6eyIkaWQiOiI0MjgzIiwiVG9wIjowLjAsIkxlZnQiOjAuMCwiUmlnaHQiOjAuMCwiQm90dG9tIjowLjB9LCJJc1Zpc2libGUiOnRydWUsIldpZHRoIjowLjAsIkhlaWdodCI6MC4wLCJCb3JkZXJTdHlsZSI6eyIkaWQiOiI0Mjg0IiwiTGluZUNvbG9yIjpudWxsLCJMaW5lV2VpZ2h0IjowLjAsIkxpbmVUeXBlIjowLCJQYXJlbnRTdHlsZSI6bnVsbH0sIlBhcmVudFN0eWxlIjpudWxsfSwiTWFyZ2luIjp7IiRpZCI6IjQyODUiLCJUb3AiOjAuMCwiTGVmdCI6MC4wLCJSaWdodCI6MC4wLCJCb3R0b20iOjAuMH0sIlBhZGRpbmciOnsiJGlkIjoiNDI4NiIsIlRvcCI6MC4wLCJMZWZ0IjowLjAsIlJpZ2h0IjowLjAsIkJvdHRvbSI6MC4wfSwiSXNWaXNpYmxlIjp0cnVlLCJXaWR0aCI6MC4wLCJIZWlnaHQiOjAuMCwiQm9yZGVyU3R5bGUiOnsiJGlkIjoiNDI4NyIsIkxpbmVDb2xvciI6bnVsbCwiTGluZVdlaWdodCI6MC4wLCJMaW5lVHlwZSI6MCwiUGFyZW50U3R5bGUiOm51bGx9LCJQYXJlbnRTdHlsZSI6bnVsbH0sIl9hZGRpdGlvbmFsU3dpbWxhbmVWMlN0eWxlcyI6W3siJGlkIjoiNDI4OCIsIlN0eWxlSWQiOiI5ODUxM2UxMC01NTFjLTRmMzAtYWMxMS1hMDY5MGU5MDMxMzQiLCJIZWFkZXJTdHlsZSI6eyIkaWQiOiI0Mjg5IiwiVGV4dElzVmVydGljYWwiOmZhbHNlLCJUZXh0U3R5bGUiOnsiJGlkIjoiNDI5MCIsIkZvbnRTZXR0aW5ncyI6eyIkaWQiOiI0MjkxIiwiRm9udFNpemUiOjExLCJGb250TmFtZSI6IkNhbGlicmkiLCJJc0JvbGQiOmZhbHNlLCJJc0l0YWxpYyI6ZmFsc2UsIklzVW5kZXJsaW5lZCI6ZmFsc2UsIlBhcmVudFN0eWxlIjpudWxsfSwiQXV0b1NpemUiOjIsIkZvcmVncm91bmQiOnsiJGlkIjoiNDI5MiIsIkNvbG9yIjp7IiRpZCI6IjQyOTMiLCJBIjoyNTUsIlIiOjM4LCJHIjozOCwiQiI6Mzh9fSwiTWF4V2lkdGgiOiJJbmZpbml0eSIsIk1heEhlaWdodCI6IkluZmluaXR5IiwiU21hcnRGb3JlZ3JvdW5kSXNBY3RpdmUiOmZhbHNlLCJIb3Jpem9udGFsQWxpZ25tZW50IjoxLCJWZXJ0aWNhbEFsaWdubWVudCI6MCwiU21hcnRGb3JlZ3JvdW5kIjpudWxsLCJCYWNrZ3JvdW5kRmlsbFR5cGUiOjAsIk1hcmdpbiI6eyIkaWQiOiI0Mjk0IiwiVG9wIjowLjAsIkxlZnQiOjAuMCwiUmlnaHQiOjAuMCwiQm90dG9tIjowLjB9LCJQYWRkaW5nIjp7IiRpZCI6IjQyOTUiLCJUb3AiOjAuMCwiTGVmdCI6MC4wLCJSaWdodCI6MC4wLCJCb3R0b20iOjAuMH0sIkJhY2tncm91bmQiOnsiJGlkIjoiNDI5NiIsIkNvbG9yIjp7IiRpZCI6IjQyOTciLCJBIjoyNTUsIlIiOjM4LCJHIjozOCwiQiI6Mzh9fSwiSXNWaXNpYmxlIjp0cnVlLCJXaWR0aCI6MC4wLCJIZWlnaHQiOjAuMCwiQm9yZGVyU3R5bGUiOm51bGwsIlBhcmVudFN0eWxlIjpudWxsfSwiUmVjdGFuZ2xlU3R5bGUiOnsiJGlkIjoiNDI5OCIsIk1hcmdpbiI6eyIkaWQiOiI0Mjk5IiwiVG9wIjowLjAsIkxlZnQiOjAuMCwiUmlnaHQiOjAuMCwiQm90dG9tIjowLjB9LCJQYWRkaW5nIjp7IiRpZCI6IjQzMDAiLCJUb3AiOjAuMCwiTGVmdCI6MC4wLCJSaWdodCI6MC4wLCJCb3R0b20iOjAuMH0sIkJhY2tncm91bmQiOnsiJGlkIjoiNDMwMSIsIkNvbG9yIjp7IiRpZCI6IjQzMDIiLCJBIjoyNTUsIlIiOjI1NSwiRyI6MTkyLCJCIjowfX0sIklzVmlzaWJsZSI6dHJ1ZSwiV2lkdGgiOjAuMCwiSGVpZ2h0IjowLjAsIkJvcmRlclN0eWxlIjp7IiRpZCI6IjQzMDMiLCJMaW5lQ29sb3IiOnsiJGlkIjoiNDMwNCIsIiR0eXBlIjoiTkxSRS5Db21tb24uRG9tLlNvbGlkQ29sb3JCcnVzaCwgTkxSRS5Db21tb24iLCJDb2xvciI6eyIkaWQiOiI0MzA1IiwiQSI6MjU1LCJSIjoyNTUsIkciOjI1NSwiQiI6MjU1fX0sIkxpbmVXZWlnaHQiOjAuMCwiTGluZVR5cGUiOjAsIlBhcmVudFN0eWxlIjpudWxsfSwiUGFyZW50U3R5bGUiOm51bGx9LCJNYXJnaW4iOnsiJGlkIjoiNDMwNiIsIlRvcCI6MC4wLCJMZWZ0IjowLjAsIlJpZ2h0IjowLjAsIkJvdHRvbSI6MC4wfSwiUGFkZGluZyI6eyIkaWQiOiI0MzA3IiwiVG9wIjowLjAsIkxlZnQiOjAuMCwiUmlnaHQiOjAuMCwiQm90dG9tIjowLjB9LCJCYWNrZ3JvdW5kIjpudWxsLCJJc1Zpc2libGUiOnRydWUsIldpZHRoIjowLjAsIkhlaWdodCI6MC4wLCJCb3JkZXJTdHlsZSI6bnVsbCwiUGFyZW50U3R5bGUiOm51bGx9LCJCYWNrZ3JvdW5kU3R5bGUiOnsiJGlkIjoiNDMwOCIsIk1hcmdpbiI6eyIkaWQiOiI0MzA5IiwiVG9wIjowLjAsIkxlZnQiOjAuMCwiUmlnaHQiOjAuMCwiQm90dG9tIjowLjB9LCJQYWRkaW5nIjp7IiRpZCI6IjQzMTAiLCJUb3AiOjAuMCwiTGVmdCI6MC4wLCJSaWdodCI6MC4wLCJCb3R0b20iOjAuMH0sIkJhY2tncm91bmQiOnsiJGlkIjoiNDMxMSIsIkNvbG9yIjp7IiRpZCI6IjQzMTIiLCJBIjo1MSwiUiI6MjAwLCJHIjoyMDAsIkIiOjIwMH19LCJJc1Zpc2libGUiOnRydWUsIldpZHRoIjowLjAsIkhlaWdodCI6MC4wLCJCb3JkZXJTdHlsZSI6eyIkaWQiOiI0MzEzIiwiTGluZUNvbG9yIjp7IiRpZCI6IjQzMTQiLCIkdHlwZSI6Ik5MUkUuQ29tbW9uLkRvbS5Tb2xpZENvbG9yQnJ1c2gsIE5MUkUuQ29tbW9uIiwiQ29sb3IiOnsiJGlkIjoiNDMxNSIsIkEiOjI1NSwiUiI6MjM0LCJHIjoyMiwiQiI6MzB9fSwiTGluZVdlaWdodCI6MC4wLCJMaW5lVHlwZSI6MCwiUGFyZW50U3R5bGUiOm51bGx9LCJQYXJlbnRTdHlsZSI6bnVsbH0sIklzQWJvdmVUaW1lYmFuZCI6ZmFsc2UsIlNwYWNpbmciOjIsIkRlZmF1bHRTd2ltbGFuZVRhc2tTdHlsZSI6eyIkaWQiOiI0MzE2IiwiJHR5cGUiOiJOTFJFLkNvbW1vbi5Eb20uU3R5bGVzLkV4cGxpY2l0U2V0YWJsZVRhc2tTdHlsZSwgTkxSRS5Db21tb24iLCJTaGFwZSI6MSwiU2hhcGVUaGlja25lc3MiOjAsIkR1cmF0aW9uRm9ybWF0IjowLCJJbmNsdWRlTm9uV29ya2luZ0RheXNJbkR1cmF0aW9uIjpmYWxzZSwiUGVyY2VudGFnZUNvbXBsZXRlU3R5bGUiOnsiJGlkIjoiNDMxNyIsIkZvbnRTZXR0aW5ncyI6eyIkaWQiOiI0MzE4IiwiRm9udFNpemUiOjEwLCJGb250TmFtZSI6IkNhbGlicmkiLCJJc0JvbGQiOmZhbHNlLCJJc0l0YWxpYyI6ZmFsc2UsIklzVW5kZXJsaW5lZCI6ZmFsc2UsIlBhcmVudFN0eWxlIjpudWxsfSwiQXV0b1NpemUiOjAsIkZvcmVncm91bmQiOnsiJGlkIjoiNDMxOSIsIkNvbG9yIjp7IiRpZCI6IjQzMj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MyMSIsIlRvcCI6MC4wLCJMZWZ0IjowLjAsIlJpZ2h0IjowLjAsIkJvdHRvbSI6MC4wfSwiUGFkZGluZyI6eyIkaWQiOiI0MzIyIiwiVG9wIjowLjAsIkxlZnQiOjAuMCwiUmlnaHQiOjAuMCwiQm90dG9tIjowLjB9LCJCYWNrZ3JvdW5kIjp7IiRpZCI6IjQzMjMiLCJDb2xvciI6eyIkaWQiOiI0MzI0IiwiQSI6ODksIlIiOjAsIkciOjAsIkIiOjB9fSwiSXNWaXNpYmxlIjp0cnVlLCJXaWR0aCI6MC4wLCJIZWlnaHQiOjAuMCwiQm9yZGVyU3R5bGUiOnsiJGlkIjoiNDMyNSIsIkxpbmVDb2xvciI6bnVsbCwiTGluZVdlaWdodCI6MC4wLCJMaW5lVHlwZSI6MCwiUGFyZW50U3R5bGUiOm51bGx9LCJQYXJlbnRTdHlsZSI6bnVsbH0sIkR1cmF0aW9uU3R5bGUiOnsiJGlkIjoiNDMyNiIsIkZvbnRTZXR0aW5ncyI6eyIkaWQiOiI0MzI3IiwiRm9udFNpemUiOjEwLCJGb250TmFtZSI6IkNhbGlicmkiLCJJc0JvbGQiOmZhbHNlLCJJc0l0YWxpYyI6ZmFsc2UsIklzVW5kZXJsaW5lZCI6ZmFsc2UsIlBhcmVudFN0eWxlIjpudWxsfSwiQXV0b1NpemUiOjAsIkZvcmVncm91bmQiOnsiJGlkIjoiNDMyOCIsIkNvbG9yIjp7IiRpZCI6IjQzMj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zMzAiLCJUb3AiOjAuMCwiTGVmdCI6MC4wLCJSaWdodCI6MC4wLCJCb3R0b20iOjAuMH0sIlBhZGRpbmciOnsiJGlkIjoiNDMzMSIsIlRvcCI6MC4wLCJMZWZ0IjowLjAsIlJpZ2h0IjowLjAsIkJvdHRvbSI6MC4wfSwiQmFja2dyb3VuZCI6eyIkaWQiOiI0MzMyIiwiQ29sb3IiOnsiJGlkIjoiNDMzMyIsIkEiOjI1NSwiUiI6NjgsIkciOjg0LCJCIjoxMDZ9fSwiSXNWaXNpYmxlIjp0cnVlLCJXaWR0aCI6MC4wLCJIZWlnaHQiOjAuMCwiQm9yZGVyU3R5bGUiOnsiJGlkIjoiNDMzNCIsIkxpbmVDb2xvciI6bnVsbCwiTGluZVdlaWdodCI6MC4wLCJMaW5lVHlwZSI6MCwiUGFyZW50U3R5bGUiOm51bGx9LCJQYXJlbnRTdHlsZSI6bnVsbH0sIkhvcml6b250YWxDb25uZWN0b3JTdHlsZSI6eyIkaWQiOiI0MzM1IiwiTGluZUNvbG9yIjp7IiRpZCI6IjQzMzYiLCIkdHlwZSI6Ik5MUkUuQ29tbW9uLkRvbS5Tb2xpZENvbG9yQnJ1c2gsIE5MUkUuQ29tbW9uIiwiQ29sb3IiOnsiJGlkIjoiNDMzNyIsIkEiOjI1NSwiUiI6MCwiRyI6MCwiQiI6MH19LCJMaW5lV2VpZ2h0IjowLjAsIkxpbmVUeXBlIjowLCJQYXJlbnRTdHlsZSI6bnVsbH0sIlZlcnRpY2FsQ29ubmVjdG9yU3R5bGUiOnsiJGlkIjoiNDMzOCIsIkxpbmVDb2xvciI6eyIkaWQiOiI0MzM5IiwiJHR5cGUiOiJOTFJFLkNvbW1vbi5Eb20uU29saWRDb2xvckJydXNoLCBOTFJFLkNvbW1vbiIsIkNvbG9yIjp7IiRpZCI6IjQzND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MzQxIiwiU2hhcGVTdHlsZSI6eyIkaWQiOiI0MzQyIiwiTWFyZ2luIjp7IiRpZCI6IjQzNDMiLCJUb3AiOjAuMCwiTGVmdCI6MC4wLCJSaWdodCI6MC4wLCJCb3R0b20iOjAuMH0sIlBhZGRpbmciOnsiJGlkIjoiNDM0NCIsIlRvcCI6MC4wLCJMZWZ0IjowLjAsIlJpZ2h0IjowLjAsIkJvdHRvbSI6MC4wfSwiQmFja2dyb3VuZCI6eyIkaWQiOiI0MzQ1IiwiQ29sb3IiOnsiJGlkIjoiNDM0NiIsIkEiOjE1MywiUiI6MCwiRyI6MCwiQiI6MH19LCJJc1Zpc2libGUiOnRydWUsIldpZHRoIjowLjAsIkhlaWdodCI6MC4wLCJCb3JkZXJTdHlsZSI6eyIkaWQiOiI0MzQ3IiwiTGluZUNvbG9yIjp7IiRpZCI6IjQzNDgiLCIkdHlwZSI6Ik5MUkUuQ29tbW9uLkRvbS5Tb2xpZENvbG9yQnJ1c2gsIE5MUkUuQ29tbW9uIiwiQ29sb3IiOnsiJGlkIjoiNDM0OSIsIkEiOjI1NSwiUiI6MjU1LCJHIjowLCJCIjowfX0sIkxpbmVXZWlnaHQiOjAuMCwiTGluZVR5cGUiOjAsIlBhcmVudFN0eWxlIjpudWxsfSwiUGFyZW50U3R5bGUiOm51bGx9LCJNYXJnaW4iOnsiJGlkIjoiNDM1MCIsIlRvcCI6MC4wLCJMZWZ0IjowLjAsIlJpZ2h0IjowLjAsIkJvdHRvbSI6MC4wfSwiUGFkZGluZyI6eyIkaWQiOiI0MzUxIiwiVG9wIjowLjAsIkxlZnQiOjAuMCwiUmlnaHQiOjAuMCwiQm90dG9tIjowLjB9LCJCYWNrZ3JvdW5kIjpudWxsLCJJc1Zpc2libGUiOnRydWUsIldpZHRoIjowLjAsIkhlaWdodCI6MC4wLCJCb3JkZXJTdHlsZSI6bnVsbCwiUGFyZW50U3R5bGUiOm51bGx9LCJTaGFwZVN0eWxlIjp7IiRpZCI6IjQzNTIiLCJNYXJnaW4iOnsiJGlkIjoiNDM1MyIsIlRvcCI6MC4wLCJMZWZ0Ijo0LjAsIlJpZ2h0Ijo0LjAsIkJvdHRvbSI6MC4wfSwiUGFkZGluZyI6eyIkaWQiOiI0MzU0IiwiVG9wIjowLjAsIkxlZnQiOjAuMCwiUmlnaHQiOjAuMCwiQm90dG9tIjowLjB9LCJCYWNrZ3JvdW5kIjp7IiRpZCI6IjQzNTUiLCJDb2xvciI6eyIkaWQiOiI0MzU2IiwiQSI6MjU1LCJSIjoyNTUsIkciOjE5MiwiQiI6MH19LCJJc1Zpc2libGUiOnRydWUsIldpZHRoIjowLjAsIkhlaWdodCI6MTAuMCwiQm9yZGVyU3R5bGUiOnsiJGlkIjoiNDM1NyIsIkxpbmVDb2xvciI6eyIkaWQiOiI0MzU4IiwiJHR5cGUiOiJOTFJFLkNvbW1vbi5Eb20uU29saWRDb2xvckJydXNoLCBOTFJFLkNvbW1vbiIsIkNvbG9yIjp7IiRpZCI6IjQzNTkiLCJBIjoyNTUsIlIiOjIzNCwiRyI6MjIsIkIiOjMwfX0sIkxpbmVXZWlnaHQiOjAuMCwiTGluZVR5cGUiOjAsIlBhcmVudFN0eWxlIjpudWxsfSwiUGFyZW50U3R5bGUiOm51bGx9LCJUaXRsZVN0eWxlIjp7IiRpZCI6IjQzNjAiLCJGb250U2V0dGluZ3MiOnsiJGlkIjoiNDM2MSIsIkZvbnRTaXplIjoxMSwiRm9udE5hbWUiOiJDYWxpYnJpIiwiSXNCb2xkIjpmYWxzZSwiSXNJdGFsaWMiOmZhbHNlLCJJc1VuZGVybGluZWQiOmZhbHNlLCJQYXJlbnRTdHlsZSI6bnVsbH0sIkF1dG9TaXplIjowLCJGb3JlZ3JvdW5kIjp7IiRpZCI6IjQzNjIiLCJDb2xvciI6eyIkaWQiOiI0Mz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NjQiLCJUb3AiOjAuMCwiTGVmdCI6MC4wLCJSaWdodCI6MC4wLCJCb3R0b20iOjAuMH0sIlBhZGRpbmciOnsiJGlkIjoiNDM2NSIsIlRvcCI6MC4wLCJMZWZ0IjowLjAsIlJpZ2h0IjowLjAsIkJvdHRvbSI6MC4wfSwiQmFja2dyb3VuZCI6eyIkaWQiOiI0MzY2IiwiQ29sb3IiOnsiJGlkIjoiNDM2NyIsIkEiOjI1NSwiUiI6MCwiRyI6MCwiQiI6MH19LCJJc1Zpc2libGUiOnRydWUsIldpZHRoIjowLjAsIkhlaWdodCI6MC4wLCJCb3JkZXJTdHlsZSI6eyIkaWQiOiI0MzY4IiwiTGluZUNvbG9yIjpudWxsLCJMaW5lV2VpZ2h0IjowLjAsIkxpbmVUeXBlIjowLCJQYXJlbnRTdHlsZSI6bnVsbH0sIlBhcmVudFN0eWxlIjpudWxsfSwiRGF0ZVN0eWxlIjp7IiRpZCI6IjQzNjkiLCJGb250U2V0dGluZ3MiOnsiJGlkIjoiNDM3MCIsIkZvbnRTaXplIjoxMCwiRm9udE5hbWUiOiJDYWxpYnJpIiwiSXNCb2xkIjpmYWxzZSwiSXNJdGFsaWMiOmZhbHNlLCJJc1VuZGVybGluZWQiOmZhbHNlLCJQYXJlbnRTdHlsZSI6bnVsbH0sIkF1dG9TaXplIjowLCJGb3JlZ3JvdW5kIjp7IiRpZCI6IjQzNzEiLCJDb2xvciI6eyIkaWQiOiI0Mzc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0MzczIiwiVG9wIjowLjAsIkxlZnQiOjAuMCwiUmlnaHQiOjAuMCwiQm90dG9tIjowLjB9LCJQYWRkaW5nIjp7IiRpZCI6IjQzNzQiLCJUb3AiOjAuMCwiTGVmdCI6MC4wLCJSaWdodCI6MC4wLCJCb3R0b20iOjAuMH0sIkJhY2tncm91bmQiOnsiJGlkIjoiNDM3NSIsIkNvbG9yIjp7IiRpZCI6IjQzNzYiLCJBIjoyNTUsIlIiOjY4LCJHIjo4NCwiQiI6MTA2fX0sIklzVmlzaWJsZSI6dHJ1ZSwiV2lkdGgiOjAuMCwiSGVpZ2h0IjowLjAsIkJvcmRlclN0eWxlIjp7IiRpZCI6IjQzNzciLCJMaW5lQ29sb3IiOm51bGwsIkxpbmVXZWlnaHQiOjAuMCwiTGluZVR5cGUiOjAsIlBhcmVudFN0eWxlIjpudWxsfSwiUGFyZW50U3R5bGUiOm51bGx9LCJEYXRlRm9ybWF0Ijp7IiRpZCI6IjQz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M3OSIsIkZvcm1hdCI6MCwiSXNWaXNpYmxlIjpmYWxzZSwiTGFzdEtub3duVmlzaWJpbGl0eVN0YXRlIjpmYWxzZX0sIklzVmlzaWJsZSI6dHJ1ZSwiVmFyaWFuY2VTdHlsZSI6eyIkaWQiOiI0MzgwIiwiVGV4dFN0eWxlIjp7IiRpZCI6IjQzODEiLCJGb250U2V0dGluZ3MiOnsiJGlkIjoiNDM4MiIsIkZvbnRTaXplIjoxMCwiRm9udE5hbWUiOiJDYWxpYnJpIiwiSXNCb2xkIjpmYWxzZSwiSXNJdGFsaWMiOmZhbHNlLCJJc1VuZGVybGluZWQiOmZhbHNlLCJQYXJlbnRTdHlsZSI6bnVsbH0sIkF1dG9TaXplIjowLCJGb3JlZ3JvdW5kIjp7IiRpZCI6IjQzODMiLCJDb2xvciI6eyIkaWQiOiI0Mz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ODUiLCJUb3AiOjAuMCwiTGVmdCI6MC4wLCJSaWdodCI6MC4wLCJCb3R0b20iOjAuMH0sIlBhZGRpbmciOnsiJGlkIjoiNDM4NiIsIlRvcCI6MC4wLCJMZWZ0IjowLjAsIlJpZ2h0IjowLjAsIkJvdHRvbSI6MC4wfSwiQmFja2dyb3VuZCI6eyIkaWQiOiI0Mzg3IiwiQ29sb3IiOnsiJGlkIjoiNDM4OCIsIkEiOjI1NSwiUiI6MCwiRyI6MCwiQiI6MH19LCJJc1Zpc2libGUiOnRydWUsIldpZHRoIjowLjAsIkhlaWdodCI6MC4wLCJCb3JkZXJTdHlsZSI6eyIkaWQiOiI0Mzg5IiwiTGluZUNvbG9yIjpudWxsLCJMaW5lV2VpZ2h0IjowLjAsIkxpbmVUeXBlIjowLCJQYXJlbnRTdHlsZSI6bnVsbH0sIlBhcmVudFN0eWxlIjpudWxsfSwiUGFyZW50U3R5bGUiOm51bGx9LCJQYXJlbnRTdHlsZSI6bnVsbCwiX2V4cGxpY2l0bHlTZXQiOnsiJGlkIjoiNDM5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zOTEiLCJTaGFwZSI6MSwiQ29ubmVjdG9yTWFyZ2luIjp7IiRpZCI6IjQzOTIiLCJUb3AiOjAuMCwiTGVmdCI6Mi4wLCJSaWdodCI6Mi4wLCJCb3R0b20iOjAuMH0sIkNvbm5lY3RvclN0eWxlIjp7IiRpZCI6IjQzOTMiLCJMaW5lQ29sb3IiOnsiJGlkIjoiNDM5NCIsIiR0eXBlIjoiTkxSRS5Db21tb24uRG9tLlNvbGlkQ29sb3JCcnVzaCwgTkxSRS5Db21tb24iLCJDb2xvciI6eyIkaWQiOiI0Mzk1IiwiQSI6MTI3LCJSIjoxMjcsIkciOjk2LCJCIjowfX0sIkxpbmVXZWlnaHQiOjEuMCwiTGluZVR5cGUiOjAsIlBhcmVudFN0eWxlIjpudWxsfSwiSXNCZWxvd1RpbWViYW5kIjpmYWxzZSwiUG9zaXRpb25PblRhc2siOjEsIkhpZGVEYXRlIjpmYWxzZSwiU2hhcGVTaXplIjowLCJTcGFjaW5nIjowLjAsIlBhZGRpbmciOnsiJGlkIjoiNDM5NiIsIlRvcCI6NS4wLCJMZWZ0IjozLjAsIlJpZ2h0IjowLjAsIkJvdHRvbSI6Mi4wfSwiU2hhcGVTdHlsZSI6eyIkaWQiOiI0Mzk3IiwiTWFyZ2luIjp7IiRpZCI6IjQzOTgiLCJUb3AiOjAuMCwiTGVmdCI6MC4wLCJSaWdodCI6MC4wLCJCb3R0b20iOjAuMH0sIlBhZGRpbmciOnsiJGlkIjoiNDM5OSIsIlRvcCI6MC4wLCJMZWZ0IjowLjAsIlJpZ2h0IjowLjAsIkJvdHRvbSI6MC4wfSwiQmFja2dyb3VuZCI6eyIkaWQiOiI0NDAwIiwiQ29sb3IiOnsiJGlkIjoiNDQwMSIsIkEiOjI1NSwiUiI6MTI3LCJHIjo5NiwiQiI6MH19LCJJc1Zpc2libGUiOnRydWUsIldpZHRoIjoxMi4wLCJIZWlnaHQiOjE0LjAsIkJvcmRlclN0eWxlIjp7IiRpZCI6IjQ0MDIiLCJMaW5lQ29sb3IiOnsiJGlkIjoiNDQwMyIsIiR0eXBlIjoiTkxSRS5Db21tb24uRG9tLlNvbGlkQ29sb3JCcnVzaCwgTkxSRS5Db21tb24iLCJDb2xvciI6eyIkaWQiOiI0NDA0IiwiQSI6MjU1LCJSIjoyNTUsIkciOjI1NSwiQiI6MjU1fX0sIkxpbmVXZWlnaHQiOjAuMCwiTGluZVR5cGUiOjAsIlBhcmVudFN0eWxlIjpudWxsfSwiUGFyZW50U3R5bGUiOm51bGx9LCJUaXRsZVN0eWxlIjp7IiRpZCI6IjQ0MDUiLCJGb250U2V0dGluZ3MiOnsiJGlkIjoiNDQwNiIsIkZvbnRTaXplIjoxMSwiRm9udE5hbWUiOiJDYWxpYnJpIiwiSXNCb2xkIjpmYWxzZSwiSXNJdGFsaWMiOmZhbHNlLCJJc1VuZGVybGluZWQiOmZhbHNlLCJQYXJlbnRTdHlsZSI6bnVsbH0sIkF1dG9TaXplIjowLCJGb3JlZ3JvdW5kIjp7IiRpZCI6IjQ0MDciLCJDb2xvciI6eyIkaWQiOiI0ND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0MDkiLCJUb3AiOjAuMCwiTGVmdCI6MC4wLCJSaWdodCI6MC4wLCJCb3R0b20iOjAuMH0sIlBhZGRpbmciOnsiJGlkIjoiNDQxMCIsIlRvcCI6MC4wLCJMZWZ0IjowLjAsIlJpZ2h0IjowLjAsIkJvdHRvbSI6MC4wfSwiQmFja2dyb3VuZCI6eyIkaWQiOiI0NDExIiwiQ29sb3IiOnsiJGlkIjoiNDQxMiIsIkEiOjI1NSwiUiI6MCwiRyI6MCwiQiI6MH19LCJJc1Zpc2libGUiOnRydWUsIldpZHRoIjowLjAsIkhlaWdodCI6MC4wLCJCb3JkZXJTdHlsZSI6eyIkaWQiOiI0NDEzIiwiTGluZUNvbG9yIjpudWxsLCJMaW5lV2VpZ2h0IjowLjAsIkxpbmVUeXBlIjowLCJQYXJlbnRTdHlsZSI6bnVsbH0sIlBhcmVudFN0eWxlIjpudWxsfSwiRGF0ZVN0eWxlIjp7IiRpZCI6IjQ0MTQiLCJGb250U2V0dGluZ3MiOnsiJGlkIjoiNDQxNSIsIkZvbnRTaXplIjoxMCwiRm9udE5hbWUiOiJDYWxpYnJpIiwiSXNCb2xkIjpmYWxzZSwiSXNJdGFsaWMiOmZhbHNlLCJJc1VuZGVybGluZWQiOmZhbHNlLCJQYXJlbnRTdHlsZSI6bnVsbH0sIkF1dG9TaXplIjowLCJGb3JlZ3JvdW5kIjp7IiRpZCI6IjQ0MTYiLCJDb2xvciI6eyIkaWQiOiI0NDE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NDE4IiwiVG9wIjowLjAsIkxlZnQiOjAuMCwiUmlnaHQiOjAuMCwiQm90dG9tIjowLjB9LCJQYWRkaW5nIjp7IiRpZCI6IjQ0MTkiLCJUb3AiOjAuMCwiTGVmdCI6MC4wLCJSaWdodCI6MC4wLCJCb3R0b20iOjAuMH0sIkJhY2tncm91bmQiOnsiJGlkIjoiNDQyMCIsIkNvbG9yIjp7IiRpZCI6IjQ0MjEiLCJBIjoyNTUsIlIiOjY4LCJHIjo4NCwiQiI6MTA2fX0sIklzVmlzaWJsZSI6dHJ1ZSwiV2lkdGgiOjAuMCwiSGVpZ2h0IjowLjAsIkJvcmRlclN0eWxlIjp7IiRpZCI6IjQ0MjIiLCJMaW5lQ29sb3IiOm51bGwsIkxpbmVXZWlnaHQiOjAuMCwiTGluZVR5cGUiOjAsIlBhcmVudFN0eWxlIjpudWxsfSwiUGFyZW50U3R5bGUiOm51bGx9LCJEYXRlRm9ybWF0Ijp7IiRpZCI6IjQ0Mj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QyNCIsIkZvcm1hdCI6MCwiSXNWaXNpYmxlIjpmYWxzZSwiTGFzdEtub3duVmlzaWJpbGl0eVN0YXRlIjpmYWxzZX0sIklzVmlzaWJsZSI6ZmFsc2UsIlZhcmlhbmNlU3R5bGUiOnsiJGlkIjoiNDQyNSIsIlRleHRTdHlsZSI6eyIkaWQiOiI0NDI2IiwiRm9udFNldHRpbmdzIjp7IiRpZCI6IjQ0MjciLCJGb250U2l6ZSI6MTAsIkZvbnROYW1lIjoiQ2FsaWJyaSIsIklzQm9sZCI6ZmFsc2UsIklzSXRhbGljIjpmYWxzZSwiSXNVbmRlcmxpbmVkIjpmYWxzZSwiUGFyZW50U3R5bGUiOm51bGx9LCJBdXRvU2l6ZSI6MCwiRm9yZWdyb3VuZCI6eyIkaWQiOiI0NDI4IiwiQ29sb3IiOnsiJGlkIjoiNDQ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MwIiwiVG9wIjowLjAsIkxlZnQiOjAuMCwiUmlnaHQiOjAuMCwiQm90dG9tIjowLjB9LCJQYWRkaW5nIjp7IiRpZCI6IjQ0MzEiLCJUb3AiOjAuMCwiTGVmdCI6MC4wLCJSaWdodCI6MC4wLCJCb3R0b20iOjAuMH0sIkJhY2tncm91bmQiOnsiJGlkIjoiNDQzMiIsIkNvbG9yIjp7IiRpZCI6IjQ0MzMiLCJBIjoyNTUsIlIiOjAsIkciOjAsIkIiOjB9fSwiSXNWaXNpYmxlIjp0cnVlLCJXaWR0aCI6MC4wLCJIZWlnaHQiOjAuMCwiQm9yZGVyU3R5bGUiOnsiJGlkIjoiNDQzNCIsIkxpbmVDb2xvciI6bnVsbCwiTGluZVdlaWdodCI6MC4wLCJMaW5lVHlwZSI6MCwiUGFyZW50U3R5bGUiOm51bGx9LCJQYXJlbnRTdHlsZSI6bnVsbH0sIlBhcmVudFN0eWxlIjpudWxsfSwiUGFyZW50U3R5bGUiOm51bGx9LCJEZWZhdWx0U3dpbWxhbmVNaWxlc3RvbmVTdHlsZSI6eyIkaWQiOiI0NDM1IiwiVGl0bGVQb3NpdGlvbiI6IkxlZnQiLCJEYXRlUG9zaXRpb24iOiJSaWdodCIsIlZhcmlhbmNlUG9zaXRpb24iOiJSaWdodCIsIlNoYXBlVHlwZSI6MSwiU2hhcGVTaXplIjowLCJTcGFjaW5nIjo1LCJTaGFwZVN0eWxlIjp7IiRpZCI6IjQ0MzYiLCJNYXJnaW4iOnsiJGlkIjoiNDQzNyIsIlRvcCI6MC4wLCJMZWZ0IjowLjAsIlJpZ2h0IjowLjAsIkJvdHRvbSI6MC4wfSwiUGFkZGluZyI6eyIkaWQiOiI0NDM4IiwiVG9wIjowLjAsIkxlZnQiOjAuMCwiUmlnaHQiOjAuMCwiQm90dG9tIjowLjB9LCJCYWNrZ3JvdW5kIjp7IiRpZCI6IjQ0MzkiLCJDb2xvciI6eyIkaWQiOiI0NDQwIiwiQSI6MjU1LCJSIjoyNTUsIkciOjE5MiwiQiI6MH19LCJJc1Zpc2libGUiOnRydWUsIldpZHRoIjoxMi4wLCJIZWlnaHQiOjE0LjAsIkJvcmRlclN0eWxlIjp7IiRpZCI6IjQ0NDEiLCJMaW5lQ29sb3IiOnsiJGlkIjoiNDQ0MiIsIiR0eXBlIjoiTkxSRS5Db21tb24uRG9tLlNvbGlkQ29sb3JCcnVzaCwgTkxSRS5Db21tb24iLCJDb2xvciI6eyIkaWQiOiI0NDQzIiwiQSI6MjU1LCJSIjoyMzQsIkciOjIyLCJCIjozMH19LCJMaW5lV2VpZ2h0IjowLjAsIkxpbmVUeXBlIjowLCJQYXJlbnRTdHlsZSI6bnVsbH0sIlBhcmVudFN0eWxlIjpudWxsfSwiVGl0bGVTdHlsZSI6eyIkaWQiOiI0NDQ0IiwiRm9udFNldHRpbmdzIjp7IiRpZCI6IjQ0NDUiLCJGb250U2l6ZSI6MTEsIkZvbnROYW1lIjoiQ2FsaWJyaSIsIklzQm9sZCI6ZmFsc2UsIklzSXRhbGljIjpmYWxzZSwiSXNVbmRlcmxpbmVkIjpmYWxzZSwiUGFyZW50U3R5bGUiOm51bGx9LCJBdXRvU2l6ZSI6MCwiRm9yZWdyb3VuZCI6eyIkaWQiOiI0NDQ2IiwiQ29sb3IiOnsiJGlkIjoiNDQ0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DQ4IiwiVG9wIjowLjAsIkxlZnQiOjAuMCwiUmlnaHQiOjAuMCwiQm90dG9tIjowLjB9LCJQYWRkaW5nIjp7IiRpZCI6IjQ0NDkiLCJUb3AiOjAuMCwiTGVmdCI6MC4wLCJSaWdodCI6MC4wLCJCb3R0b20iOjAuMH0sIkJhY2tncm91bmQiOnsiJGlkIjoiNDQ1MCIsIkNvbG9yIjp7IiRpZCI6IjQ0NTEiLCJBIjoyNTUsIlIiOjAsIkciOjAsIkIiOjB9fSwiSXNWaXNpYmxlIjp0cnVlLCJXaWR0aCI6MC4wLCJIZWlnaHQiOjAuMCwiQm9yZGVyU3R5bGUiOnsiJGlkIjoiNDQ1MiIsIkxpbmVDb2xvciI6bnVsbCwiTGluZVdlaWdodCI6MC4wLCJMaW5lVHlwZSI6MCwiUGFyZW50U3R5bGUiOm51bGx9LCJQYXJlbnRTdHlsZSI6bnVsbH0sIkRhdGVTdHlsZSI6eyIkaWQiOiI0NDUzIiwiRm9udFNldHRpbmdzIjp7IiRpZCI6IjQ0NTQiLCJGb250U2l6ZSI6MTAsIkZvbnROYW1lIjoiQ2FsaWJyaSIsIklzQm9sZCI6ZmFsc2UsIklzSXRhbGljIjpmYWxzZSwiSXNVbmRlcmxpbmVkIjpmYWxzZSwiUGFyZW50U3R5bGUiOm51bGx9LCJBdXRvU2l6ZSI6MCwiRm9yZWdyb3VuZCI6eyIkaWQiOiI0NDU1IiwiQ29sb3IiOnsiJGlkIjoiNDQ1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Q1NyIsIlRvcCI6MC4wLCJMZWZ0IjowLjAsIlJpZ2h0IjowLjAsIkJvdHRvbSI6MC4wfSwiUGFkZGluZyI6eyIkaWQiOiI0NDU4IiwiVG9wIjowLjAsIkxlZnQiOjAuMCwiUmlnaHQiOjAuMCwiQm90dG9tIjowLjB9LCJCYWNrZ3JvdW5kIjp7IiRpZCI6IjQ0NTkiLCJDb2xvciI6eyIkaWQiOiI0NDYwIiwiQSI6MjU1LCJSIjo2OCwiRyI6ODQsIkIiOjEwNn19LCJJc1Zpc2libGUiOnRydWUsIldpZHRoIjowLjAsIkhlaWdodCI6MC4wLCJCb3JkZXJTdHlsZSI6eyIkaWQiOiI0NDYxIiwiTGluZUNvbG9yIjpudWxsLCJMaW5lV2VpZ2h0IjowLjAsIkxpbmVUeXBlIjowLCJQYXJlbnRTdHlsZSI6bnVsbH0sIlBhcmVudFN0eWxlIjpudWxsfSwiRGF0ZUZvcm1hdCI6eyIkaWQiOiI0NDY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0NjMiLCJGb3JtYXQiOjAsIklzVmlzaWJsZSI6ZmFsc2UsIkxhc3RLbm93blZpc2liaWxpdHlTdGF0ZSI6ZmFsc2V9LCJJc1Zpc2libGUiOnRydWUsIlZhcmlhbmNlU3R5bGUiOnsiJGlkIjoiNDQ2NCIsIlRleHRTdHlsZSI6eyIkaWQiOiI0NDY1IiwiRm9udFNldHRpbmdzIjp7IiRpZCI6IjQ0NjYiLCJGb250U2l6ZSI6MTAsIkZvbnROYW1lIjoiQ2FsaWJyaSIsIklzQm9sZCI6ZmFsc2UsIklzSXRhbGljIjpmYWxzZSwiSXNVbmRlcmxpbmVkIjpmYWxzZSwiUGFyZW50U3R5bGUiOm51bGx9LCJBdXRvU2l6ZSI6MCwiRm9yZWdyb3VuZCI6eyIkaWQiOiI0NDY3IiwiQ29sb3IiOnsiJGlkIjoiNDQ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Y5IiwiVG9wIjowLjAsIkxlZnQiOjAuMCwiUmlnaHQiOjAuMCwiQm90dG9tIjowLjB9LCJQYWRkaW5nIjp7IiRpZCI6IjQ0NzAiLCJUb3AiOjAuMCwiTGVmdCI6MC4wLCJSaWdodCI6MC4wLCJCb3R0b20iOjAuMH0sIkJhY2tncm91bmQiOnsiJGlkIjoiNDQ3MSIsIkNvbG9yIjp7IiRpZCI6IjQ0NzIiLCJBIjoyNTUsIlIiOjAsIkciOjAsIkIiOjB9fSwiSXNWaXNpYmxlIjp0cnVlLCJXaWR0aCI6MC4wLCJIZWlnaHQiOjAuMCwiQm9yZGVyU3R5bGUiOnsiJGlkIjoiNDQ3MyIsIkxpbmVDb2xvciI6bnVsbCwiTGluZVdlaWdodCI6MC4wLCJMaW5lVHlwZSI6MCwiUGFyZW50U3R5bGUiOm51bGx9LCJQYXJlbnRTdHlsZSI6bnVsbH0sIlBhcmVudFN0eWxlIjpudWxsfSwiUGFyZW50U3R5bGUiOm51bGx9LCJEZWZhdWx0U3dpbWxhbmVBY3Rpdml0eVN0eWxlIjp7IiRpZCI6IjQ0NzQiLCJIZWFkZXJTdHlsZSI6eyIkaWQiOiI0NDc1IiwiVGV4dFN0eWxlIjp7IiRpZCI6IjQ0NzYiLCJGb250U2V0dGluZ3MiOnsiJGlkIjoiNDQ3NyIsIkZvbnRTaXplIjoxMSwiRm9udE5hbWUiOiJDYWxpYnJpIiwiSXNCb2xkIjpmYWxzZSwiSXNJdGFsaWMiOmZhbHNlLCJJc1VuZGVybGluZWQiOmZhbHNlLCJQYXJlbnRTdHlsZSI6bnVsbH0sIkF1dG9TaXplIjoyLCJGb3JlZ3JvdW5kIjp7IiRpZCI6IjQ0NzgiLCJDb2xvciI6eyIkaWQiOiI0ND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Q4MCIsIlRvcCI6MC4wLCJMZWZ0IjowLjAsIlJpZ2h0IjowLjAsIkJvdHRvbSI6MC4wfSwiUGFkZGluZyI6eyIkaWQiOiI0NDgxIiwiVG9wIjowLjAsIkxlZnQiOjAuMCwiUmlnaHQiOjAuMCwiQm90dG9tIjowLjB9LCJCYWNrZ3JvdW5kIjp7IiRpZCI6IjQ0ODIiLCJDb2xvciI6eyIkaWQiOiI0NDgzIiwiQSI6MjU1LCJSIjo2NCwiRyI6NjQsIkIiOjY0fX0sIklzVmlzaWJsZSI6dHJ1ZSwiV2lkdGgiOjAuMCwiSGVpZ2h0IjowLjAsIkJvcmRlclN0eWxlIjpudWxsLCJQYXJlbnRTdHlsZSI6bnVsbH0sIlJlY3RhbmdsZVN0eWxlIjp7IiRpZCI6IjQ0ODQiLCJNYXJnaW4iOnsiJGlkIjoiNDQ4NSIsIlRvcCI6MC4wLCJMZWZ0IjowLjAsIlJpZ2h0IjowLjAsIkJvdHRvbSI6MC4wfSwiUGFkZGluZyI6eyIkaWQiOiI0NDg2IiwiVG9wIjowLjAsIkxlZnQiOjAuMCwiUmlnaHQiOjAuMCwiQm90dG9tIjowLjB9LCJCYWNrZ3JvdW5kIjp7IiRpZCI6IjQ0ODciLCJDb2xvciI6eyIkaWQiOiI0NDg4IiwiQSI6MTI3LCJSIjoyNTUsIkciOjE5MiwiQiI6MH19LCJJc1Zpc2libGUiOnRydWUsIldpZHRoIjowLjAsIkhlaWdodCI6MC4wLCJCb3JkZXJTdHlsZSI6eyIkaWQiOiI0NDg5IiwiTGluZUNvbG9yIjp7IiRpZCI6IjQ0OTAiLCIkdHlwZSI6Ik5MUkUuQ29tbW9uLkRvbS5Tb2xpZENvbG9yQnJ1c2gsIE5MUkUuQ29tbW9uIiwiQ29sb3IiOnsiJGlkIjoiNDQ5MSIsIkEiOjI1NSwiUiI6MjU1LCJHIjoyNTUsIkIiOjI1NX19LCJMaW5lV2VpZ2h0IjowLjAsIkxpbmVUeXBlIjowLCJQYXJlbnRTdHlsZSI6bnVsbH0sIlBhcmVudFN0eWxlIjpudWxsfSwiTWFyZ2luIjp7IiRpZCI6IjQ0OTIiLCJUb3AiOjAuMCwiTGVmdCI6MC4wLCJSaWdodCI6MC4wLCJCb3R0b20iOjAuMH0sIlBhZGRpbmciOnsiJGlkIjoiNDQ5MyIsIlRvcCI6MC4wLCJMZWZ0IjowLjAsIlJpZ2h0IjowLjAsIkJvdHRvbSI6MC4wfSwiQmFja2dyb3VuZCI6bnVsbCwiSXNWaXNpYmxlIjp0cnVlLCJXaWR0aCI6MC4wLCJIZWlnaHQiOjAuMCwiQm9yZGVyU3R5bGUiOm51bGwsIlBhcmVudFN0eWxlIjpudWxsfSwiQmFja2dyb3VuZFN0eWxlIjp7IiRpZCI6IjQ0OTQiLCJNYXJnaW4iOnsiJGlkIjoiNDQ5NSIsIlRvcCI6MC4wLCJMZWZ0IjowLjAsIlJpZ2h0IjowLjAsIkJvdHRvbSI6MC4wfSwiUGFkZGluZyI6eyIkaWQiOiI0NDk2IiwiVG9wIjowLjAsIkxlZnQiOjAuMCwiUmlnaHQiOjAuMCwiQm90dG9tIjowLjB9LCJCYWNrZ3JvdW5kIjp7IiRpZCI6IjQ0OTciLCJDb2xvciI6eyIkaWQiOiI0NDk4IiwiQSI6NTEsIlIiOjIwMCwiRyI6MjAwLCJCIjoyMDB9fSwiSXNWaXNpYmxlIjp0cnVlLCJXaWR0aCI6MC4wLCJIZWlnaHQiOjAuMCwiQm9yZGVyU3R5bGUiOnsiJGlkIjoiNDQ5OSIsIkxpbmVDb2xvciI6eyIkaWQiOiI0NTAwIiwiJHR5cGUiOiJOTFJFLkNvbW1vbi5Eb20uU29saWRDb2xvckJydXNoLCBOTFJFLkNvbW1vbiIsIkNvbG9yIjp7IiRpZCI6IjQ1MDEiLCJBIjoyNTUsIlIiOjIzNCwiRyI6MjIsIkIiOjMwfX0sIkxpbmVXZWlnaHQiOjAuMCwiTGluZVR5cGUiOjAsIlBhcmVudFN0eWxlIjpudWxsfSwiUGFyZW50U3R5bGUiOm51bGx9LCJNYXJnaW4iOnsiJGlkIjoiNDUwMiIsIlRvcCI6MC4wLCJMZWZ0IjowLjAsIlJpZ2h0IjowLjAsIkJvdHRvbSI6MC4wfSwiUGFkZGluZyI6eyIkaWQiOiI0NTAzIiwiVG9wIjowLjAsIkxlZnQiOjAuMCwiUmlnaHQiOjAuMCwiQm90dG9tIjowLjB9LCJJc1Zpc2libGUiOnRydWUsIldpZHRoIjowLjAsIkhlaWdodCI6MC4wLCJCb3JkZXJTdHlsZSI6eyIkaWQiOiI0NTA0IiwiTGluZUNvbG9yIjpudWxsLCJMaW5lV2VpZ2h0IjowLjAsIkxpbmVUeXBlIjowLCJQYXJlbnRTdHlsZSI6bnVsbH0sIlBhcmVudFN0eWxlIjpudWxsfSwiTWFyZ2luIjp7IiRpZCI6IjQ1MDUiLCJUb3AiOjAuMCwiTGVmdCI6MC4wLCJSaWdodCI6MC4wLCJCb3R0b20iOjAuMH0sIlBhZGRpbmciOnsiJGlkIjoiNDUwNiIsIlRvcCI6MC4wLCJMZWZ0IjowLjAsIlJpZ2h0IjowLjAsIkJvdHRvbSI6MC4wfSwiSXNWaXNpYmxlIjp0cnVlLCJXaWR0aCI6MC4wLCJIZWlnaHQiOjAuMCwiQm9yZGVyU3R5bGUiOnsiJGlkIjoiNDUwNyIsIkxpbmVDb2xvciI6bnVsbCwiTGluZVdlaWdodCI6MC4wLCJMaW5lVHlwZSI6MCwiUGFyZW50U3R5bGUiOm51bGx9LCJQYXJlbnRTdHlsZSI6bnVsbH0seyIkaWQiOiI0NTA4IiwiU3R5bGVJZCI6ImIyNGY4MDQ1LWY2OWItNGE0My04MjlmLWE1NjUwM2ZkY2Q2OSIsIkhlYWRlclN0eWxlIjp7IiRpZCI6IjQ1MDkiLCJUZXh0SXNWZXJ0aWNhbCI6ZmFsc2UsIlRleHRTdHlsZSI6eyIkaWQiOiI0NTEwIiwiRm9udFNldHRpbmdzIjp7IiRpZCI6IjQ1MTEiLCJGb250U2l6ZSI6MTEsIkZvbnROYW1lIjoiQ2FsaWJyaSIsIklzQm9sZCI6ZmFsc2UsIklzSXRhbGljIjpmYWxzZSwiSXNVbmRlcmxpbmVkIjpmYWxzZSwiUGFyZW50U3R5bGUiOm51bGx9LCJBdXRvU2l6ZSI6MiwiRm9yZWdyb3VuZCI6eyIkaWQiOiI0NTEyIiwiQ29sb3IiOnsiJGlkIjoiNDUxM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Q1MTQiLCJUb3AiOjAuMCwiTGVmdCI6MC4wLCJSaWdodCI6MC4wLCJCb3R0b20iOjAuMH0sIlBhZGRpbmciOnsiJGlkIjoiNDUxNSIsIlRvcCI6MC4wLCJMZWZ0IjowLjAsIlJpZ2h0IjowLjAsIkJvdHRvbSI6MC4wfSwiQmFja2dyb3VuZCI6eyIkaWQiOiI0NTE2IiwiQ29sb3IiOnsiJGlkIjoiNDUxNyIsIkEiOjI1NSwiUiI6MjU1LCJHIjoyNTUsIkIiOjI1NX19LCJJc1Zpc2libGUiOnRydWUsIldpZHRoIjowLjAsIkhlaWdodCI6MC4wLCJCb3JkZXJTdHlsZSI6bnVsbCwiUGFyZW50U3R5bGUiOm51bGx9LCJSZWN0YW5nbGVTdHlsZSI6eyIkaWQiOiI0NTE4IiwiTWFyZ2luIjp7IiRpZCI6IjQ1MTkiLCJUb3AiOjAuMCwiTGVmdCI6MC4wLCJSaWdodCI6MC4wLCJCb3R0b20iOjAuMH0sIlBhZGRpbmciOnsiJGlkIjoiNDUyMCIsIlRvcCI6MC4wLCJMZWZ0IjowLjAsIlJpZ2h0IjowLjAsIkJvdHRvbSI6MC4wfSwiQmFja2dyb3VuZCI6eyIkaWQiOiI0NTIxIiwiQ29sb3IiOnsiJGlkIjoiNDUyMiIsIkEiOjI1NSwiUiI6MTEyLCJHIjoxNzMsIkIiOjcxfX0sIklzVmlzaWJsZSI6dHJ1ZSwiV2lkdGgiOjAuMCwiSGVpZ2h0IjowLjAsIkJvcmRlclN0eWxlIjp7IiRpZCI6IjQ1MjMiLCJMaW5lQ29sb3IiOnsiJGlkIjoiNDUyNCIsIiR0eXBlIjoiTkxSRS5Db21tb24uRG9tLlNvbGlkQ29sb3JCcnVzaCwgTkxSRS5Db21tb24iLCJDb2xvciI6eyIkaWQiOiI0NTI1IiwiQSI6MjU1LCJSIjoyNTUsIkciOjI1NSwiQiI6MjU1fX0sIkxpbmVXZWlnaHQiOjAuMCwiTGluZVR5cGUiOjAsIlBhcmVudFN0eWxlIjpudWxsfSwiUGFyZW50U3R5bGUiOm51bGx9LCJNYXJnaW4iOnsiJGlkIjoiNDUyNiIsIlRvcCI6MC4wLCJMZWZ0IjowLjAsIlJpZ2h0IjowLjAsIkJvdHRvbSI6MC4wfSwiUGFkZGluZyI6eyIkaWQiOiI0NTI3IiwiVG9wIjowLjAsIkxlZnQiOjAuMCwiUmlnaHQiOjAuMCwiQm90dG9tIjowLjB9LCJCYWNrZ3JvdW5kIjpudWxsLCJJc1Zpc2libGUiOnRydWUsIldpZHRoIjowLjAsIkhlaWdodCI6MC4wLCJCb3JkZXJTdHlsZSI6bnVsbCwiUGFyZW50U3R5bGUiOm51bGx9LCJCYWNrZ3JvdW5kU3R5bGUiOnsiJGlkIjoiNDUyOCIsIk1hcmdpbiI6eyIkaWQiOiI0NTI5IiwiVG9wIjowLjAsIkxlZnQiOjAuMCwiUmlnaHQiOjAuMCwiQm90dG9tIjowLjB9LCJQYWRkaW5nIjp7IiRpZCI6IjQ1MzAiLCJUb3AiOjAuMCwiTGVmdCI6MC4wLCJSaWdodCI6MC4wLCJCb3R0b20iOjAuMH0sIkJhY2tncm91bmQiOnsiJGlkIjoiNDUzMSIsIkNvbG9yIjp7IiRpZCI6IjQ1MzIiLCJBIjo1MSwiUiI6MjAwLCJHIjoyMDAsIkIiOjIwMH19LCJJc1Zpc2libGUiOnRydWUsIldpZHRoIjowLjAsIkhlaWdodCI6MC4wLCJCb3JkZXJTdHlsZSI6eyIkaWQiOiI0NTMzIiwiTGluZUNvbG9yIjp7IiRpZCI6IjQ1MzQiLCIkdHlwZSI6Ik5MUkUuQ29tbW9uLkRvbS5Tb2xpZENvbG9yQnJ1c2gsIE5MUkUuQ29tbW9uIiwiQ29sb3IiOnsiJGlkIjoiNDUzNSIsIkEiOjI1NSwiUiI6MjM0LCJHIjoyMiwiQiI6MzB9fSwiTGluZVdlaWdodCI6MC4wLCJMaW5lVHlwZSI6MCwiUGFyZW50U3R5bGUiOm51bGx9LCJQYXJlbnRTdHlsZSI6bnVsbH0sIklzQWJvdmVUaW1lYmFuZCI6ZmFsc2UsIlNwYWNpbmciOjIsIkRlZmF1bHRTd2ltbGFuZVRhc2tTdHlsZSI6eyIkaWQiOiI0NTM2IiwiJHR5cGUiOiJOTFJFLkNvbW1vbi5Eb20uU3R5bGVzLkV4cGxpY2l0U2V0YWJsZVRhc2tTdHlsZSwgTkxSRS5Db21tb24iLCJTaGFwZSI6MSwiU2hhcGVUaGlja25lc3MiOjAsIkR1cmF0aW9uRm9ybWF0IjowLCJJbmNsdWRlTm9uV29ya2luZ0RheXNJbkR1cmF0aW9uIjpmYWxzZSwiUGVyY2VudGFnZUNvbXBsZXRlU3R5bGUiOnsiJGlkIjoiNDUzNyIsIkZvbnRTZXR0aW5ncyI6eyIkaWQiOiI0NTM4IiwiRm9udFNpemUiOjEwLCJGb250TmFtZSI6IkNhbGlicmkiLCJJc0JvbGQiOmZhbHNlLCJJc0l0YWxpYyI6ZmFsc2UsIklzVW5kZXJsaW5lZCI6ZmFsc2UsIlBhcmVudFN0eWxlIjpudWxsfSwiQXV0b1NpemUiOjAsIkZvcmVncm91bmQiOnsiJGlkIjoiNDUzOSIsIkNvbG9yIjp7IiRpZCI6IjQ1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U0MSIsIlRvcCI6MC4wLCJMZWZ0IjowLjAsIlJpZ2h0IjowLjAsIkJvdHRvbSI6MC4wfSwiUGFkZGluZyI6eyIkaWQiOiI0NTQyIiwiVG9wIjowLjAsIkxlZnQiOjAuMCwiUmlnaHQiOjAuMCwiQm90dG9tIjowLjB9LCJCYWNrZ3JvdW5kIjp7IiRpZCI6IjQ1NDMiLCJDb2xvciI6eyIkaWQiOiI0NTQ0IiwiQSI6ODksIlIiOjAsIkciOjAsIkIiOjB9fSwiSXNWaXNpYmxlIjp0cnVlLCJXaWR0aCI6MC4wLCJIZWlnaHQiOjAuMCwiQm9yZGVyU3R5bGUiOnsiJGlkIjoiNDU0NSIsIkxpbmVDb2xvciI6bnVsbCwiTGluZVdlaWdodCI6MC4wLCJMaW5lVHlwZSI6MCwiUGFyZW50U3R5bGUiOm51bGx9LCJQYXJlbnRTdHlsZSI6bnVsbH0sIkR1cmF0aW9uU3R5bGUiOnsiJGlkIjoiNDU0NiIsIkZvbnRTZXR0aW5ncyI6eyIkaWQiOiI0NTQ3IiwiRm9udFNpemUiOjEwLCJGb250TmFtZSI6IkNhbGlicmkiLCJJc0JvbGQiOmZhbHNlLCJJc0l0YWxpYyI6ZmFsc2UsIklzVW5kZXJsaW5lZCI6ZmFsc2UsIlBhcmVudFN0eWxlIjpudWxsfSwiQXV0b1NpemUiOjAsIkZvcmVncm91bmQiOnsiJGlkIjoiNDU0OCIsIkNvbG9yIjp7IiRpZCI6IjQ1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1NTAiLCJUb3AiOjAuMCwiTGVmdCI6MC4wLCJSaWdodCI6MC4wLCJCb3R0b20iOjAuMH0sIlBhZGRpbmciOnsiJGlkIjoiNDU1MSIsIlRvcCI6MC4wLCJMZWZ0IjowLjAsIlJpZ2h0IjowLjAsIkJvdHRvbSI6MC4wfSwiQmFja2dyb3VuZCI6eyIkaWQiOiI0NTUyIiwiQ29sb3IiOnsiJGlkIjoiNDU1MyIsIkEiOjI1NSwiUiI6NjgsIkciOjg0LCJCIjoxMDZ9fSwiSXNWaXNpYmxlIjp0cnVlLCJXaWR0aCI6MC4wLCJIZWlnaHQiOjAuMCwiQm9yZGVyU3R5bGUiOnsiJGlkIjoiNDU1NCIsIkxpbmVDb2xvciI6bnVsbCwiTGluZVdlaWdodCI6MC4wLCJMaW5lVHlwZSI6MCwiUGFyZW50U3R5bGUiOm51bGx9LCJQYXJlbnRTdHlsZSI6bnVsbH0sIkhvcml6b250YWxDb25uZWN0b3JTdHlsZSI6eyIkaWQiOiI0NTU1IiwiTGluZUNvbG9yIjp7IiRpZCI6IjQ1NTYiLCIkdHlwZSI6Ik5MUkUuQ29tbW9uLkRvbS5Tb2xpZENvbG9yQnJ1c2gsIE5MUkUuQ29tbW9uIiwiQ29sb3IiOnsiJGlkIjoiNDU1NyIsIkEiOjI1NSwiUiI6MCwiRyI6MCwiQiI6MH19LCJMaW5lV2VpZ2h0IjowLjAsIkxpbmVUeXBlIjowLCJQYXJlbnRTdHlsZSI6bnVsbH0sIlZlcnRpY2FsQ29ubmVjdG9yU3R5bGUiOnsiJGlkIjoiNDU1OCIsIkxpbmVDb2xvciI6eyIkaWQiOiI0NTU5IiwiJHR5cGUiOiJOTFJFLkNvbW1vbi5Eb20uU29saWRDb2xvckJydXNoLCBOTFJFLkNvbW1vbiIsIkNvbG9yIjp7IiRpZCI6IjQ1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NTYxIiwiU2hhcGVTdHlsZSI6eyIkaWQiOiI0NTYyIiwiTWFyZ2luIjp7IiRpZCI6IjQ1NjMiLCJUb3AiOjAuMCwiTGVmdCI6MC4wLCJSaWdodCI6MC4wLCJCb3R0b20iOjAuMH0sIlBhZGRpbmciOnsiJGlkIjoiNDU2NCIsIlRvcCI6MC4wLCJMZWZ0IjowLjAsIlJpZ2h0IjowLjAsIkJvdHRvbSI6MC4wfSwiQmFja2dyb3VuZCI6eyIkaWQiOiI0NTY1IiwiQ29sb3IiOnsiJGlkIjoiNDU2NiIsIkEiOjE1MywiUiI6MCwiRyI6MCwiQiI6MH19LCJJc1Zpc2libGUiOnRydWUsIldpZHRoIjowLjAsIkhlaWdodCI6MC4wLCJCb3JkZXJTdHlsZSI6eyIkaWQiOiI0NTY3IiwiTGluZUNvbG9yIjp7IiRpZCI6IjQ1NjgiLCIkdHlwZSI6Ik5MUkUuQ29tbW9uLkRvbS5Tb2xpZENvbG9yQnJ1c2gsIE5MUkUuQ29tbW9uIiwiQ29sb3IiOnsiJGlkIjoiNDU2OSIsIkEiOjI1NSwiUiI6MjU1LCJHIjowLCJCIjowfX0sIkxpbmVXZWlnaHQiOjAuMCwiTGluZVR5cGUiOjAsIlBhcmVudFN0eWxlIjpudWxsfSwiUGFyZW50U3R5bGUiOm51bGx9LCJNYXJnaW4iOnsiJGlkIjoiNDU3MCIsIlRvcCI6MC4wLCJMZWZ0IjowLjAsIlJpZ2h0IjowLjAsIkJvdHRvbSI6MC4wfSwiUGFkZGluZyI6eyIkaWQiOiI0NTcxIiwiVG9wIjowLjAsIkxlZnQiOjAuMCwiUmlnaHQiOjAuMCwiQm90dG9tIjowLjB9LCJCYWNrZ3JvdW5kIjpudWxsLCJJc1Zpc2libGUiOnRydWUsIldpZHRoIjowLjAsIkhlaWdodCI6MC4wLCJCb3JkZXJTdHlsZSI6bnVsbCwiUGFyZW50U3R5bGUiOm51bGx9LCJTaGFwZVN0eWxlIjp7IiRpZCI6IjQ1NzIiLCJNYXJnaW4iOnsiJGlkIjoiNDU3MyIsIlRvcCI6MC4wLCJMZWZ0Ijo0LjAsIlJpZ2h0Ijo0LjAsIkJvdHRvbSI6MC4wfSwiUGFkZGluZyI6eyIkaWQiOiI0NTc0IiwiVG9wIjowLjAsIkxlZnQiOjAuMCwiUmlnaHQiOjAuMCwiQm90dG9tIjowLjB9LCJCYWNrZ3JvdW5kIjp7IiRpZCI6IjQ1NzUiLCJDb2xvciI6eyIkaWQiOiI0NTc2IiwiQSI6MjU1LCJSIjoxMTIsIkciOjE3MywiQiI6NzF9fSwiSXNWaXNpYmxlIjp0cnVlLCJXaWR0aCI6MC4wLCJIZWlnaHQiOjEwLjAsIkJvcmRlclN0eWxlIjp7IiRpZCI6IjQ1NzciLCJMaW5lQ29sb3IiOnsiJGlkIjoiNDU3OCIsIiR0eXBlIjoiTkxSRS5Db21tb24uRG9tLlNvbGlkQ29sb3JCcnVzaCwgTkxSRS5Db21tb24iLCJDb2xvciI6eyIkaWQiOiI0NTc5IiwiQSI6MjU1LCJSIjoyMzQsIkciOjIyLCJCIjozMH19LCJMaW5lV2VpZ2h0IjowLjAsIkxpbmVUeXBlIjowLCJQYXJlbnRTdHlsZSI6bnVsbH0sIlBhcmVudFN0eWxlIjpudWxsfSwiVGl0bGVTdHlsZSI6eyIkaWQiOiI0NTgwIiwiRm9udFNldHRpbmdzIjp7IiRpZCI6IjQ1ODEiLCJGb250U2l6ZSI6MTEsIkZvbnROYW1lIjoiQ2FsaWJyaSIsIklzQm9sZCI6ZmFsc2UsIklzSXRhbGljIjpmYWxzZSwiSXNVbmRlcmxpbmVkIjpmYWxzZSwiUGFyZW50U3R5bGUiOm51bGx9LCJBdXRvU2l6ZSI6MCwiRm9yZWdyb3VuZCI6eyIkaWQiOiI0NTgyIiwiQ29sb3IiOnsiJGlkIjoiNDU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Tg0IiwiVG9wIjowLjAsIkxlZnQiOjAuMCwiUmlnaHQiOjAuMCwiQm90dG9tIjowLjB9LCJQYWRkaW5nIjp7IiRpZCI6IjQ1ODUiLCJUb3AiOjAuMCwiTGVmdCI6MC4wLCJSaWdodCI6MC4wLCJCb3R0b20iOjAuMH0sIkJhY2tncm91bmQiOnsiJGlkIjoiNDU4NiIsIkNvbG9yIjp7IiRpZCI6IjQ1ODciLCJBIjoyNTUsIlIiOjAsIkciOjAsIkIiOjB9fSwiSXNWaXNpYmxlIjp0cnVlLCJXaWR0aCI6MC4wLCJIZWlnaHQiOjAuMCwiQm9yZGVyU3R5bGUiOnsiJGlkIjoiNDU4OCIsIkxpbmVDb2xvciI6bnVsbCwiTGluZVdlaWdodCI6MC4wLCJMaW5lVHlwZSI6MCwiUGFyZW50U3R5bGUiOm51bGx9LCJQYXJlbnRTdHlsZSI6bnVsbH0sIkRhdGVTdHlsZSI6eyIkaWQiOiI0NTg5IiwiRm9udFNldHRpbmdzIjp7IiRpZCI6IjQ1OTAiLCJGb250U2l6ZSI6MTAsIkZvbnROYW1lIjoiQ2FsaWJyaSIsIklzQm9sZCI6ZmFsc2UsIklzSXRhbGljIjpmYWxzZSwiSXNVbmRlcmxpbmVkIjpmYWxzZSwiUGFyZW50U3R5bGUiOm51bGx9LCJBdXRvU2l6ZSI6MCwiRm9yZWdyb3VuZCI6eyIkaWQiOiI0NTkxIiwiQ29sb3IiOnsiJGlkIjoiNDU5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U5MyIsIlRvcCI6MC4wLCJMZWZ0IjowLjAsIlJpZ2h0IjowLjAsIkJvdHRvbSI6MC4wfSwiUGFkZGluZyI6eyIkaWQiOiI0NTk0IiwiVG9wIjowLjAsIkxlZnQiOjAuMCwiUmlnaHQiOjAuMCwiQm90dG9tIjowLjB9LCJCYWNrZ3JvdW5kIjp7IiRpZCI6IjQ1OTUiLCJDb2xvciI6eyIkaWQiOiI0NTk2IiwiQSI6MjU1LCJSIjo2OCwiRyI6ODQsIkIiOjEwNn19LCJJc1Zpc2libGUiOnRydWUsIldpZHRoIjowLjAsIkhlaWdodCI6MC4wLCJCb3JkZXJTdHlsZSI6eyIkaWQiOiI0NTk3IiwiTGluZUNvbG9yIjpudWxsLCJMaW5lV2VpZ2h0IjowLjAsIkxpbmVUeXBlIjowLCJQYXJlbnRTdHlsZSI6bnVsbH0sIlBhcmVudFN0eWxlIjpudWxsfSwiRGF0ZUZvcm1hdCI6eyIkaWQiOiI0NT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OTkiLCJGb3JtYXQiOjAsIklzVmlzaWJsZSI6ZmFsc2UsIkxhc3RLbm93blZpc2liaWxpdHlTdGF0ZSI6ZmFsc2V9LCJJc1Zpc2libGUiOnRydWUsIlZhcmlhbmNlU3R5bGUiOnsiJGlkIjoiNDYwMCIsIlRleHRTdHlsZSI6eyIkaWQiOiI0NjAxIiwiRm9udFNldHRpbmdzIjp7IiRpZCI6IjQ2MDIiLCJGb250U2l6ZSI6MTAsIkZvbnROYW1lIjoiQ2FsaWJyaSIsIklzQm9sZCI6ZmFsc2UsIklzSXRhbGljIjpmYWxzZSwiSXNVbmRlcmxpbmVkIjpmYWxzZSwiUGFyZW50U3R5bGUiOm51bGx9LCJBdXRvU2l6ZSI6MCwiRm9yZWdyb3VuZCI6eyIkaWQiOiI0NjAzIiwiQ29sb3IiOnsiJGlkIjoiNDY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A1IiwiVG9wIjowLjAsIkxlZnQiOjAuMCwiUmlnaHQiOjAuMCwiQm90dG9tIjowLjB9LCJQYWRkaW5nIjp7IiRpZCI6IjQ2MDYiLCJUb3AiOjAuMCwiTGVmdCI6MC4wLCJSaWdodCI6MC4wLCJCb3R0b20iOjAuMH0sIkJhY2tncm91bmQiOnsiJGlkIjoiNDYwNyIsIkNvbG9yIjp7IiRpZCI6IjQ2MDgiLCJBIjoyNTUsIlIiOjAsIkciOjAsIkIiOjB9fSwiSXNWaXNpYmxlIjp0cnVlLCJXaWR0aCI6MC4wLCJIZWlnaHQiOjAuMCwiQm9yZGVyU3R5bGUiOnsiJGlkIjoiNDYwOSIsIkxpbmVDb2xvciI6bnVsbCwiTGluZVdlaWdodCI6MC4wLCJMaW5lVHlwZSI6MCwiUGFyZW50U3R5bGUiOm51bGx9LCJQYXJlbnRTdHlsZSI6bnVsbH0sIlBhcmVudFN0eWxlIjpudWxsfSwiUGFyZW50U3R5bGUiOm51bGwsIl9leHBsaWNpdGx5U2V0Ijp7IiRpZCI6IjQ2MT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NjExIiwiU2hhcGUiOjEsIkNvbm5lY3Rvck1hcmdpbiI6eyIkaWQiOiI0NjEyIiwiVG9wIjowLjAsIkxlZnQiOjIuMCwiUmlnaHQiOjIuMCwiQm90dG9tIjowLjB9LCJDb25uZWN0b3JTdHlsZSI6eyIkaWQiOiI0NjEzIiwiTGluZUNvbG9yIjp7IiRpZCI6IjQ2MTQiLCIkdHlwZSI6Ik5MUkUuQ29tbW9uLkRvbS5Tb2xpZENvbG9yQnJ1c2gsIE5MUkUuQ29tbW9uIiwiQ29sb3IiOnsiJGlkIjoiNDYxNSIsIkEiOjEyNywiUiI6NTYsIkciOjg2LCJCIjozNX19LCJMaW5lV2VpZ2h0IjoxLjAsIkxpbmVUeXBlIjowLCJQYXJlbnRTdHlsZSI6bnVsbH0sIklzQmVsb3dUaW1lYmFuZCI6ZmFsc2UsIlBvc2l0aW9uT25UYXNrIjoxLCJIaWRlRGF0ZSI6ZmFsc2UsIlNoYXBlU2l6ZSI6MCwiU3BhY2luZyI6MC4wLCJQYWRkaW5nIjp7IiRpZCI6IjQ2MTYiLCJUb3AiOjUuMCwiTGVmdCI6My4wLCJSaWdodCI6MC4wLCJCb3R0b20iOjIuMH0sIlNoYXBlU3R5bGUiOnsiJGlkIjoiNDYxNyIsIk1hcmdpbiI6eyIkaWQiOiI0NjE4IiwiVG9wIjowLjAsIkxlZnQiOjAuMCwiUmlnaHQiOjAuMCwiQm90dG9tIjowLjB9LCJQYWRkaW5nIjp7IiRpZCI6IjQ2MTkiLCJUb3AiOjAuMCwiTGVmdCI6MC4wLCJSaWdodCI6MC4wLCJCb3R0b20iOjAuMH0sIkJhY2tncm91bmQiOnsiJGlkIjoiNDYyMCIsIkNvbG9yIjp7IiRpZCI6IjQ2MjEiLCJBIjoyNTUsIlIiOjU2LCJHIjo4NiwiQiI6MzV9fSwiSXNWaXNpYmxlIjp0cnVlLCJXaWR0aCI6MTIuMCwiSGVpZ2h0IjoxNC4wLCJCb3JkZXJTdHlsZSI6eyIkaWQiOiI0NjIyIiwiTGluZUNvbG9yIjp7IiRpZCI6IjQ2MjMiLCIkdHlwZSI6Ik5MUkUuQ29tbW9uLkRvbS5Tb2xpZENvbG9yQnJ1c2gsIE5MUkUuQ29tbW9uIiwiQ29sb3IiOnsiJGlkIjoiNDYyNCIsIkEiOjI1NSwiUiI6MjU1LCJHIjoyNTUsIkIiOjI1NX19LCJMaW5lV2VpZ2h0IjowLjAsIkxpbmVUeXBlIjowLCJQYXJlbnRTdHlsZSI6bnVsbH0sIlBhcmVudFN0eWxlIjpudWxsfSwiVGl0bGVTdHlsZSI6eyIkaWQiOiI0NjI1IiwiRm9udFNldHRpbmdzIjp7IiRpZCI6IjQ2MjYiLCJGb250U2l6ZSI6MTEsIkZvbnROYW1lIjoiQ2FsaWJyaSIsIklzQm9sZCI6ZmFsc2UsIklzSXRhbGljIjpmYWxzZSwiSXNVbmRlcmxpbmVkIjpmYWxzZSwiUGFyZW50U3R5bGUiOm51bGx9LCJBdXRvU2l6ZSI6MCwiRm9yZWdyb3VuZCI6eyIkaWQiOiI0NjI3IiwiQ29sb3IiOnsiJGlkIjoiNDYy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0NjI5IiwiVG9wIjowLjAsIkxlZnQiOjAuMCwiUmlnaHQiOjAuMCwiQm90dG9tIjowLjB9LCJQYWRkaW5nIjp7IiRpZCI6IjQ2MzAiLCJUb3AiOjAuMCwiTGVmdCI6MC4wLCJSaWdodCI6MC4wLCJCb3R0b20iOjAuMH0sIkJhY2tncm91bmQiOnsiJGlkIjoiNDYzMSIsIkNvbG9yIjp7IiRpZCI6IjQ2MzIiLCJBIjoyNTUsIlIiOjAsIkciOjAsIkIiOjB9fSwiSXNWaXNpYmxlIjp0cnVlLCJXaWR0aCI6MC4wLCJIZWlnaHQiOjAuMCwiQm9yZGVyU3R5bGUiOnsiJGlkIjoiNDYzMyIsIkxpbmVDb2xvciI6bnVsbCwiTGluZVdlaWdodCI6MC4wLCJMaW5lVHlwZSI6MCwiUGFyZW50U3R5bGUiOm51bGx9LCJQYXJlbnRTdHlsZSI6bnVsbH0sIkRhdGVTdHlsZSI6eyIkaWQiOiI0NjM0IiwiRm9udFNldHRpbmdzIjp7IiRpZCI6IjQ2MzUiLCJGb250U2l6ZSI6MTAsIkZvbnROYW1lIjoiQ2FsaWJyaSIsIklzQm9sZCI6ZmFsc2UsIklzSXRhbGljIjpmYWxzZSwiSXNVbmRlcmxpbmVkIjpmYWxzZSwiUGFyZW50U3R5bGUiOm51bGx9LCJBdXRvU2l6ZSI6MCwiRm9yZWdyb3VuZCI6eyIkaWQiOiI0NjM2IiwiQ29sb3IiOnsiJGlkIjoiNDYz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NDYzOCIsIlRvcCI6MC4wLCJMZWZ0IjowLjAsIlJpZ2h0IjowLjAsIkJvdHRvbSI6MC4wfSwiUGFkZGluZyI6eyIkaWQiOiI0NjM5IiwiVG9wIjowLjAsIkxlZnQiOjAuMCwiUmlnaHQiOjAuMCwiQm90dG9tIjowLjB9LCJCYWNrZ3JvdW5kIjp7IiRpZCI6IjQ2NDAiLCJDb2xvciI6eyIkaWQiOiI0NjQxIiwiQSI6MjU1LCJSIjo2OCwiRyI6ODQsIkIiOjEwNn19LCJJc1Zpc2libGUiOnRydWUsIldpZHRoIjowLjAsIkhlaWdodCI6MC4wLCJCb3JkZXJTdHlsZSI6eyIkaWQiOiI0NjQyIiwiTGluZUNvbG9yIjpudWxsLCJMaW5lV2VpZ2h0IjowLjAsIkxpbmVUeXBlIjowLCJQYXJlbnRTdHlsZSI6bnVsbH0sIlBhcmVudFN0eWxlIjpudWxsfSwiRGF0ZUZvcm1hdCI6eyIkaWQiOiI0NjQ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jQ0IiwiRm9ybWF0IjowLCJJc1Zpc2libGUiOmZhbHNlLCJMYXN0S25vd25WaXNpYmlsaXR5U3RhdGUiOmZhbHNlfSwiSXNWaXNpYmxlIjpmYWxzZSwiVmFyaWFuY2VTdHlsZSI6eyIkaWQiOiI0NjQ1IiwiVGV4dFN0eWxlIjp7IiRpZCI6IjQ2NDYiLCJGb250U2V0dGluZ3MiOnsiJGlkIjoiNDY0NyIsIkZvbnRTaXplIjoxMCwiRm9udE5hbWUiOiJDYWxpYnJpIiwiSXNCb2xkIjpmYWxzZSwiSXNJdGFsaWMiOmZhbHNlLCJJc1VuZGVybGluZWQiOmZhbHNlLCJQYXJlbnRTdHlsZSI6bnVsbH0sIkF1dG9TaXplIjowLCJGb3JlZ3JvdW5kIjp7IiRpZCI6IjQ2NDgiLCJDb2xvciI6eyIkaWQiOiI0NjQ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2NTAiLCJUb3AiOjAuMCwiTGVmdCI6MC4wLCJSaWdodCI6MC4wLCJCb3R0b20iOjAuMH0sIlBhZGRpbmciOnsiJGlkIjoiNDY1MSIsIlRvcCI6MC4wLCJMZWZ0IjowLjAsIlJpZ2h0IjowLjAsIkJvdHRvbSI6MC4wfSwiQmFja2dyb3VuZCI6eyIkaWQiOiI0NjUyIiwiQ29sb3IiOnsiJGlkIjoiNDY1MyIsIkEiOjI1NSwiUiI6MCwiRyI6MCwiQiI6MH19LCJJc1Zpc2libGUiOnRydWUsIldpZHRoIjowLjAsIkhlaWdodCI6MC4wLCJCb3JkZXJTdHlsZSI6eyIkaWQiOiI0NjU0IiwiTGluZUNvbG9yIjpudWxsLCJMaW5lV2VpZ2h0IjowLjAsIkxpbmVUeXBlIjowLCJQYXJlbnRTdHlsZSI6bnVsbH0sIlBhcmVudFN0eWxlIjpudWxsfSwiUGFyZW50U3R5bGUiOm51bGx9LCJQYXJlbnRTdHlsZSI6bnVsbH0sIkRlZmF1bHRTd2ltbGFuZU1pbGVzdG9uZVN0eWxlIjp7IiRpZCI6IjQ2NTUiLCJUaXRsZVBvc2l0aW9uIjoiTGVmdCIsIkRhdGVQb3NpdGlvbiI6IlJpZ2h0IiwiVmFyaWFuY2VQb3NpdGlvbiI6IlJpZ2h0IiwiU2hhcGVUeXBlIjoxLCJTaGFwZVNpemUiOjAsIlNwYWNpbmciOjUsIlNoYXBlU3R5bGUiOnsiJGlkIjoiNDY1NiIsIk1hcmdpbiI6eyIkaWQiOiI0NjU3IiwiVG9wIjowLjAsIkxlZnQiOjAuMCwiUmlnaHQiOjAuMCwiQm90dG9tIjowLjB9LCJQYWRkaW5nIjp7IiRpZCI6IjQ2NTgiLCJUb3AiOjAuMCwiTGVmdCI6MC4wLCJSaWdodCI6MC4wLCJCb3R0b20iOjAuMH0sIkJhY2tncm91bmQiOnsiJGlkIjoiNDY1OSIsIkNvbG9yIjp7IiRpZCI6IjQ2NjAiLCJBIjoyNTUsIlIiOjExMiwiRyI6MTczLCJCIjo3MX19LCJJc1Zpc2libGUiOnRydWUsIldpZHRoIjoxMi4wLCJIZWlnaHQiOjE0LjAsIkJvcmRlclN0eWxlIjp7IiRpZCI6IjQ2NjEiLCJMaW5lQ29sb3IiOnsiJGlkIjoiNDY2MiIsIiR0eXBlIjoiTkxSRS5Db21tb24uRG9tLlNvbGlkQ29sb3JCcnVzaCwgTkxSRS5Db21tb24iLCJDb2xvciI6eyIkaWQiOiI0NjYzIiwiQSI6MjU1LCJSIjoyMzQsIkciOjIyLCJCIjozMH19LCJMaW5lV2VpZ2h0IjowLjAsIkxpbmVUeXBlIjowLCJQYXJlbnRTdHlsZSI6bnVsbH0sIlBhcmVudFN0eWxlIjpudWxsfSwiVGl0bGVTdHlsZSI6eyIkaWQiOiI0NjY0IiwiRm9udFNldHRpbmdzIjp7IiRpZCI6IjQ2NjUiLCJGb250U2l6ZSI6MTEsIkZvbnROYW1lIjoiQ2FsaWJyaSIsIklzQm9sZCI6ZmFsc2UsIklzSXRhbGljIjpmYWxzZSwiSXNVbmRlcmxpbmVkIjpmYWxzZSwiUGFyZW50U3R5bGUiOm51bGx9LCJBdXRvU2l6ZSI6MCwiRm9yZWdyb3VuZCI6eyIkaWQiOiI0NjY2IiwiQ29sb3IiOnsiJGlkIjoiNDY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Y4IiwiVG9wIjowLjAsIkxlZnQiOjAuMCwiUmlnaHQiOjAuMCwiQm90dG9tIjowLjB9LCJQYWRkaW5nIjp7IiRpZCI6IjQ2NjkiLCJUb3AiOjAuMCwiTGVmdCI6MC4wLCJSaWdodCI6MC4wLCJCb3R0b20iOjAuMH0sIkJhY2tncm91bmQiOnsiJGlkIjoiNDY3MCIsIkNvbG9yIjp7IiRpZCI6IjQ2NzEiLCJBIjoyNTUsIlIiOjAsIkciOjAsIkIiOjB9fSwiSXNWaXNpYmxlIjp0cnVlLCJXaWR0aCI6MC4wLCJIZWlnaHQiOjAuMCwiQm9yZGVyU3R5bGUiOnsiJGlkIjoiNDY3MiIsIkxpbmVDb2xvciI6bnVsbCwiTGluZVdlaWdodCI6MC4wLCJMaW5lVHlwZSI6MCwiUGFyZW50U3R5bGUiOm51bGx9LCJQYXJlbnRTdHlsZSI6bnVsbH0sIkRhdGVTdHlsZSI6eyIkaWQiOiI0NjczIiwiRm9udFNldHRpbmdzIjp7IiRpZCI6IjQ2NzQiLCJGb250U2l6ZSI6MTAsIkZvbnROYW1lIjoiQ2FsaWJyaSIsIklzQm9sZCI6ZmFsc2UsIklzSXRhbGljIjpmYWxzZSwiSXNVbmRlcmxpbmVkIjpmYWxzZSwiUGFyZW50U3R5bGUiOm51bGx9LCJBdXRvU2l6ZSI6MCwiRm9yZWdyb3VuZCI6eyIkaWQiOiI0Njc1IiwiQ29sb3IiOnsiJGlkIjoiNDY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Y3NyIsIlRvcCI6MC4wLCJMZWZ0IjowLjAsIlJpZ2h0IjowLjAsIkJvdHRvbSI6MC4wfSwiUGFkZGluZyI6eyIkaWQiOiI0Njc4IiwiVG9wIjowLjAsIkxlZnQiOjAuMCwiUmlnaHQiOjAuMCwiQm90dG9tIjowLjB9LCJCYWNrZ3JvdW5kIjp7IiRpZCI6IjQ2NzkiLCJDb2xvciI6eyIkaWQiOiI0NjgwIiwiQSI6MjU1LCJSIjo2OCwiRyI6ODQsIkIiOjEwNn19LCJJc1Zpc2libGUiOnRydWUsIldpZHRoIjowLjAsIkhlaWdodCI6MC4wLCJCb3JkZXJTdHlsZSI6eyIkaWQiOiI0NjgxIiwiTGluZUNvbG9yIjpudWxsLCJMaW5lV2VpZ2h0IjowLjAsIkxpbmVUeXBlIjowLCJQYXJlbnRTdHlsZSI6bnVsbH0sIlBhcmVudFN0eWxlIjpudWxsfSwiRGF0ZUZvcm1hdCI6eyIkaWQiOiI0Nj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2ODMiLCJGb3JtYXQiOjAsIklzVmlzaWJsZSI6ZmFsc2UsIkxhc3RLbm93blZpc2liaWxpdHlTdGF0ZSI6ZmFsc2V9LCJJc1Zpc2libGUiOnRydWUsIlZhcmlhbmNlU3R5bGUiOnsiJGlkIjoiNDY4NCIsIlRleHRTdHlsZSI6eyIkaWQiOiI0Njg1IiwiRm9udFNldHRpbmdzIjp7IiRpZCI6IjQ2ODYiLCJGb250U2l6ZSI6MTAsIkZvbnROYW1lIjoiQ2FsaWJyaSIsIklzQm9sZCI6ZmFsc2UsIklzSXRhbGljIjpmYWxzZSwiSXNVbmRlcmxpbmVkIjpmYWxzZSwiUGFyZW50U3R5bGUiOm51bGx9LCJBdXRvU2l6ZSI6MCwiRm9yZWdyb3VuZCI6eyIkaWQiOiI0Njg3IiwiQ29sb3IiOnsiJGlkIjoiNDY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g5IiwiVG9wIjowLjAsIkxlZnQiOjAuMCwiUmlnaHQiOjAuMCwiQm90dG9tIjowLjB9LCJQYWRkaW5nIjp7IiRpZCI6IjQ2OTAiLCJUb3AiOjAuMCwiTGVmdCI6MC4wLCJSaWdodCI6MC4wLCJCb3R0b20iOjAuMH0sIkJhY2tncm91bmQiOnsiJGlkIjoiNDY5MSIsIkNvbG9yIjp7IiRpZCI6IjQ2OTIiLCJBIjoyNTUsIlIiOjAsIkciOjAsIkIiOjB9fSwiSXNWaXNpYmxlIjp0cnVlLCJXaWR0aCI6MC4wLCJIZWlnaHQiOjAuMCwiQm9yZGVyU3R5bGUiOnsiJGlkIjoiNDY5MyIsIkxpbmVDb2xvciI6bnVsbCwiTGluZVdlaWdodCI6MC4wLCJMaW5lVHlwZSI6MCwiUGFyZW50U3R5bGUiOm51bGx9LCJQYXJlbnRTdHlsZSI6bnVsbH0sIlBhcmVudFN0eWxlIjpudWxsfSwiUGFyZW50U3R5bGUiOm51bGx9LCJEZWZhdWx0U3dpbWxhbmVBY3Rpdml0eVN0eWxlIjp7IiRpZCI6IjQ2OTQiLCJIZWFkZXJTdHlsZSI6eyIkaWQiOiI0Njk1IiwiVGV4dFN0eWxlIjp7IiRpZCI6IjQ2OTYiLCJGb250U2V0dGluZ3MiOnsiJGlkIjoiNDY5NyIsIkZvbnRTaXplIjoxMSwiRm9udE5hbWUiOiJDYWxpYnJpIiwiSXNCb2xkIjpmYWxzZSwiSXNJdGFsaWMiOmZhbHNlLCJJc1VuZGVybGluZWQiOmZhbHNlLCJQYXJlbnRTdHlsZSI6bnVsbH0sIkF1dG9TaXplIjoyLCJGb3JlZ3JvdW5kIjp7IiRpZCI6IjQ2OTgiLCJDb2xvciI6eyIkaWQiOiI0Nj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cwMCIsIlRvcCI6MC4wLCJMZWZ0IjowLjAsIlJpZ2h0IjowLjAsIkJvdHRvbSI6MC4wfSwiUGFkZGluZyI6eyIkaWQiOiI0NzAxIiwiVG9wIjowLjAsIkxlZnQiOjAuMCwiUmlnaHQiOjAuMCwiQm90dG9tIjowLjB9LCJCYWNrZ3JvdW5kIjp7IiRpZCI6IjQ3MDIiLCJDb2xvciI6eyIkaWQiOiI0NzAzIiwiQSI6MjU1LCJSIjo2NCwiRyI6NjQsIkIiOjY0fX0sIklzVmlzaWJsZSI6dHJ1ZSwiV2lkdGgiOjAuMCwiSGVpZ2h0IjowLjAsIkJvcmRlclN0eWxlIjpudWxsLCJQYXJlbnRTdHlsZSI6bnVsbH0sIlJlY3RhbmdsZVN0eWxlIjp7IiRpZCI6IjQ3MDQiLCJNYXJnaW4iOnsiJGlkIjoiNDcwNSIsIlRvcCI6MC4wLCJMZWZ0IjowLjAsIlJpZ2h0IjowLjAsIkJvdHRvbSI6MC4wfSwiUGFkZGluZyI6eyIkaWQiOiI0NzA2IiwiVG9wIjowLjAsIkxlZnQiOjAuMCwiUmlnaHQiOjAuMCwiQm90dG9tIjowLjB9LCJCYWNrZ3JvdW5kIjp7IiRpZCI6IjQ3MDciLCJDb2xvciI6eyIkaWQiOiI0NzA4IiwiQSI6MTI3LCJSIjoxMTIsIkciOjE3MywiQiI6NzF9fSwiSXNWaXNpYmxlIjp0cnVlLCJXaWR0aCI6MC4wLCJIZWlnaHQiOjAuMCwiQm9yZGVyU3R5bGUiOnsiJGlkIjoiNDcwOSIsIkxpbmVDb2xvciI6eyIkaWQiOiI0NzEwIiwiJHR5cGUiOiJOTFJFLkNvbW1vbi5Eb20uU29saWRDb2xvckJydXNoLCBOTFJFLkNvbW1vbiIsIkNvbG9yIjp7IiRpZCI6IjQ3MTEiLCJBIjoyNTUsIlIiOjI1NSwiRyI6MjU1LCJCIjoyNTV9fSwiTGluZVdlaWdodCI6MC4wLCJMaW5lVHlwZSI6MCwiUGFyZW50U3R5bGUiOm51bGx9LCJQYXJlbnRTdHlsZSI6bnVsbH0sIk1hcmdpbiI6eyIkaWQiOiI0NzEyIiwiVG9wIjowLjAsIkxlZnQiOjAuMCwiUmlnaHQiOjAuMCwiQm90dG9tIjowLjB9LCJQYWRkaW5nIjp7IiRpZCI6IjQ3MTMiLCJUb3AiOjAuMCwiTGVmdCI6MC4wLCJSaWdodCI6MC4wLCJCb3R0b20iOjAuMH0sIkJhY2tncm91bmQiOm51bGwsIklzVmlzaWJsZSI6dHJ1ZSwiV2lkdGgiOjAuMCwiSGVpZ2h0IjowLjAsIkJvcmRlclN0eWxlIjpudWxsLCJQYXJlbnRTdHlsZSI6bnVsbH0sIkJhY2tncm91bmRTdHlsZSI6eyIkaWQiOiI0NzE0IiwiTWFyZ2luIjp7IiRpZCI6IjQ3MTUiLCJUb3AiOjAuMCwiTGVmdCI6MC4wLCJSaWdodCI6MC4wLCJCb3R0b20iOjAuMH0sIlBhZGRpbmciOnsiJGlkIjoiNDcxNiIsIlRvcCI6MC4wLCJMZWZ0IjowLjAsIlJpZ2h0IjowLjAsIkJvdHRvbSI6MC4wfSwiQmFja2dyb3VuZCI6eyIkaWQiOiI0NzE3IiwiQ29sb3IiOnsiJGlkIjoiNDcxOCIsIkEiOjUxLCJSIjoyMDAsIkciOjIwMCwiQiI6MjAwfX0sIklzVmlzaWJsZSI6dHJ1ZSwiV2lkdGgiOjAuMCwiSGVpZ2h0IjowLjAsIkJvcmRlclN0eWxlIjp7IiRpZCI6IjQ3MTkiLCJMaW5lQ29sb3IiOnsiJGlkIjoiNDcyMCIsIiR0eXBlIjoiTkxSRS5Db21tb24uRG9tLlNvbGlkQ29sb3JCcnVzaCwgTkxSRS5Db21tb24iLCJDb2xvciI6eyIkaWQiOiI0NzIxIiwiQSI6MjU1LCJSIjoyMzQsIkciOjIyLCJCIjozMH19LCJMaW5lV2VpZ2h0IjowLjAsIkxpbmVUeXBlIjowLCJQYXJlbnRTdHlsZSI6bnVsbH0sIlBhcmVudFN0eWxlIjpudWxsfSwiTWFyZ2luIjp7IiRpZCI6IjQ3MjIiLCJUb3AiOjAuMCwiTGVmdCI6MC4wLCJSaWdodCI6MC4wLCJCb3R0b20iOjAuMH0sIlBhZGRpbmciOnsiJGlkIjoiNDcyMyIsIlRvcCI6MC4wLCJMZWZ0IjowLjAsIlJpZ2h0IjowLjAsIkJvdHRvbSI6MC4wfSwiSXNWaXNpYmxlIjp0cnVlLCJXaWR0aCI6MC4wLCJIZWlnaHQiOjAuMCwiQm9yZGVyU3R5bGUiOnsiJGlkIjoiNDcyNCIsIkxpbmVDb2xvciI6bnVsbCwiTGluZVdlaWdodCI6MC4wLCJMaW5lVHlwZSI6MCwiUGFyZW50U3R5bGUiOm51bGx9LCJQYXJlbnRTdHlsZSI6bnVsbH0sIk1hcmdpbiI6eyIkaWQiOiI0NzI1IiwiVG9wIjowLjAsIkxlZnQiOjAuMCwiUmlnaHQiOjAuMCwiQm90dG9tIjowLjB9LCJQYWRkaW5nIjp7IiRpZCI6IjQ3MjYiLCJUb3AiOjAuMCwiTGVmdCI6MC4wLCJSaWdodCI6MC4wLCJCb3R0b20iOjAuMH0sIklzVmlzaWJsZSI6dHJ1ZSwiV2lkdGgiOjAuMCwiSGVpZ2h0IjowLjAsIkJvcmRlclN0eWxlIjp7IiRpZCI6IjQ3MjciLCJMaW5lQ29sb3IiOm51bGwsIkxpbmVXZWlnaHQiOjAuMCwiTGluZVR5cGUiOjAsIlBhcmVudFN0eWxlIjpudWxsfSwiUGFyZW50U3R5bGUiOm51bGx9LHsiJGlkIjoiNDcyOCIsIlN0eWxlSWQiOiIwNzAyZGVhOC1jMTE0LTRkNzEtYmU0MC1jZDMwNjJjNDY5NzAiLCJIZWFkZXJTdHlsZSI6eyIkaWQiOiI0NzI5IiwiVGV4dElzVmVydGljYWwiOmZhbHNlLCJUZXh0U3R5bGUiOnsiJGlkIjoiNDczMCIsIkZvbnRTZXR0aW5ncyI6eyIkaWQiOiI0NzMxIiwiRm9udFNpemUiOjExLCJGb250TmFtZSI6IkNhbGlicmkiLCJJc0JvbGQiOmZhbHNlLCJJc0l0YWxpYyI6ZmFsc2UsIklzVW5kZXJsaW5lZCI6ZmFsc2UsIlBhcmVudFN0eWxlIjpudWxsfSwiQXV0b1NpemUiOjIsIkZvcmVncm91bmQiOnsiJGlkIjoiNDczMiIsIkNvbG9yIjp7IiRpZCI6IjQ3Mz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M0IiwiVG9wIjowLjAsIkxlZnQiOjAuMCwiUmlnaHQiOjAuMCwiQm90dG9tIjowLjB9LCJQYWRkaW5nIjp7IiRpZCI6IjQ3MzUiLCJUb3AiOjAuMCwiTGVmdCI6MC4wLCJSaWdodCI6MC4wLCJCb3R0b20iOjAuMH0sIkJhY2tncm91bmQiOnsiJGlkIjoiNDczNiIsIkNvbG9yIjp7IiRpZCI6IjQ3MzciLCJBIjoyNTUsIlIiOjI1NSwiRyI6MjU1LCJCIjoyNTV9fSwiSXNWaXNpYmxlIjp0cnVlLCJXaWR0aCI6MC4wLCJIZWlnaHQiOjAuMCwiQm9yZGVyU3R5bGUiOm51bGwsIlBhcmVudFN0eWxlIjpudWxsfSwiUmVjdGFuZ2xlU3R5bGUiOnsiJGlkIjoiNDczOCIsIk1hcmdpbiI6eyIkaWQiOiI0NzM5IiwiVG9wIjowLjAsIkxlZnQiOjAuMCwiUmlnaHQiOjAuMCwiQm90dG9tIjowLjB9LCJQYWRkaW5nIjp7IiRpZCI6IjQ3NDAiLCJUb3AiOjAuMCwiTGVmdCI6MC4wLCJSaWdodCI6MC4wLCJCb3R0b20iOjAuMH0sIkJhY2tncm91bmQiOnsiJGlkIjoiNDc0MSIsIkNvbG9yIjp7IiRpZCI6IjQ3NDIiLCJBIjoyNTUsIlIiOjE2NSwiRyI6MTY1LCJCIjoxNjV9fSwiSXNWaXNpYmxlIjp0cnVlLCJXaWR0aCI6MC4wLCJIZWlnaHQiOjAuMCwiQm9yZGVyU3R5bGUiOnsiJGlkIjoiNDc0MyIsIkxpbmVDb2xvciI6eyIkaWQiOiI0NzQ0IiwiJHR5cGUiOiJOTFJFLkNvbW1vbi5Eb20uU29saWRDb2xvckJydXNoLCBOTFJFLkNvbW1vbiIsIkNvbG9yIjp7IiRpZCI6IjQ3NDUiLCJBIjoyNTUsIlIiOjI1NSwiRyI6MjU1LCJCIjoyNTV9fSwiTGluZVdlaWdodCI6MC4wLCJMaW5lVHlwZSI6MCwiUGFyZW50U3R5bGUiOm51bGx9LCJQYXJlbnRTdHlsZSI6bnVsbH0sIk1hcmdpbiI6eyIkaWQiOiI0NzQ2IiwiVG9wIjowLjAsIkxlZnQiOjAuMCwiUmlnaHQiOjAuMCwiQm90dG9tIjowLjB9LCJQYWRkaW5nIjp7IiRpZCI6IjQ3NDciLCJUb3AiOjAuMCwiTGVmdCI6MC4wLCJSaWdodCI6MC4wLCJCb3R0b20iOjAuMH0sIkJhY2tncm91bmQiOm51bGwsIklzVmlzaWJsZSI6dHJ1ZSwiV2lkdGgiOjAuMCwiSGVpZ2h0IjowLjAsIkJvcmRlclN0eWxlIjpudWxsLCJQYXJlbnRTdHlsZSI6bnVsbH0sIkJhY2tncm91bmRTdHlsZSI6eyIkaWQiOiI0NzQ4IiwiTWFyZ2luIjp7IiRpZCI6IjQ3NDkiLCJUb3AiOjAuMCwiTGVmdCI6MC4wLCJSaWdodCI6MC4wLCJCb3R0b20iOjAuMH0sIlBhZGRpbmciOnsiJGlkIjoiNDc1MCIsIlRvcCI6MC4wLCJMZWZ0IjowLjAsIlJpZ2h0IjowLjAsIkJvdHRvbSI6MC4wfSwiQmFja2dyb3VuZCI6eyIkaWQiOiI0NzUxIiwiQ29sb3IiOnsiJGlkIjoiNDc1MiIsIkEiOjUxLCJSIjoyMDAsIkciOjIwMCwiQiI6MjAwfX0sIklzVmlzaWJsZSI6dHJ1ZSwiV2lkdGgiOjAuMCwiSGVpZ2h0IjowLjAsIkJvcmRlclN0eWxlIjp7IiRpZCI6IjQ3NTMiLCJMaW5lQ29sb3IiOnsiJGlkIjoiNDc1NCIsIiR0eXBlIjoiTkxSRS5Db21tb24uRG9tLlNvbGlkQ29sb3JCcnVzaCwgTkxSRS5Db21tb24iLCJDb2xvciI6eyIkaWQiOiI0NzU1IiwiQSI6MjU1LCJSIjoyMzQsIkciOjIyLCJCIjozMH19LCJMaW5lV2VpZ2h0IjowLjAsIkxpbmVUeXBlIjowLCJQYXJlbnRTdHlsZSI6bnVsbH0sIlBhcmVudFN0eWxlIjpudWxsfSwiSXNBYm92ZVRpbWViYW5kIjpmYWxzZSwiU3BhY2luZyI6MiwiRGVmYXVsdFN3aW1sYW5lVGFza1N0eWxlIjp7IiRpZCI6IjQ3NTYiLCIkdHlwZSI6Ik5MUkUuQ29tbW9uLkRvbS5TdHlsZXMuRXhwbGljaXRTZXRhYmxlVGFza1N0eWxlLCBOTFJFLkNvbW1vbiIsIlNoYXBlIjoxLCJTaGFwZVRoaWNrbmVzcyI6MCwiRHVyYXRpb25Gb3JtYXQiOjAsIkluY2x1ZGVOb25Xb3JraW5nRGF5c0luRHVyYXRpb24iOmZhbHNlLCJQZXJjZW50YWdlQ29tcGxldGVTdHlsZSI6eyIkaWQiOiI0NzU3IiwiRm9udFNldHRpbmdzIjp7IiRpZCI6IjQ3NTgiLCJGb250U2l6ZSI6MTAsIkZvbnROYW1lIjoiQ2FsaWJyaSIsIklzQm9sZCI6ZmFsc2UsIklzSXRhbGljIjpmYWxzZSwiSXNVbmRlcmxpbmVkIjpmYWxzZSwiUGFyZW50U3R5bGUiOm51bGx9LCJBdXRvU2l6ZSI6MCwiRm9yZWdyb3VuZCI6eyIkaWQiOiI0NzU5IiwiQ29sb3IiOnsiJGlkIjoiNDc2M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0NzYxIiwiVG9wIjowLjAsIkxlZnQiOjAuMCwiUmlnaHQiOjAuMCwiQm90dG9tIjowLjB9LCJQYWRkaW5nIjp7IiRpZCI6IjQ3NjIiLCJUb3AiOjAuMCwiTGVmdCI6MC4wLCJSaWdodCI6MC4wLCJCb3R0b20iOjAuMH0sIkJhY2tncm91bmQiOnsiJGlkIjoiNDc2MyIsIkNvbG9yIjp7IiRpZCI6IjQ3NjQiLCJBIjo4OSwiUiI6MCwiRyI6MCwiQiI6MH19LCJJc1Zpc2libGUiOnRydWUsIldpZHRoIjowLjAsIkhlaWdodCI6MC4wLCJCb3JkZXJTdHlsZSI6eyIkaWQiOiI0NzY1IiwiTGluZUNvbG9yIjpudWxsLCJMaW5lV2VpZ2h0IjowLjAsIkxpbmVUeXBlIjowLCJQYXJlbnRTdHlsZSI6bnVsbH0sIlBhcmVudFN0eWxlIjpudWxsfSwiRHVyYXRpb25TdHlsZSI6eyIkaWQiOiI0NzY2IiwiRm9udFNldHRpbmdzIjp7IiRpZCI6IjQ3NjciLCJGb250U2l6ZSI6MTAsIkZvbnROYW1lIjoiQ2FsaWJyaSIsIklzQm9sZCI6ZmFsc2UsIklzSXRhbGljIjpmYWxzZSwiSXNVbmRlcmxpbmVkIjpmYWxzZSwiUGFyZW50U3R5bGUiOm51bGx9LCJBdXRvU2l6ZSI6MCwiRm9yZWdyb3VuZCI6eyIkaWQiOiI0NzY4IiwiQ29sb3IiOnsiJGlkIjoiNDc2O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c3MCIsIlRvcCI6MC4wLCJMZWZ0IjowLjAsIlJpZ2h0IjowLjAsIkJvdHRvbSI6MC4wfSwiUGFkZGluZyI6eyIkaWQiOiI0NzcxIiwiVG9wIjowLjAsIkxlZnQiOjAuMCwiUmlnaHQiOjAuMCwiQm90dG9tIjowLjB9LCJCYWNrZ3JvdW5kIjp7IiRpZCI6IjQ3NzIiLCJDb2xvciI6eyIkaWQiOiI0NzczIiwiQSI6MjU1LCJSIjo2OCwiRyI6ODQsIkIiOjEwNn19LCJJc1Zpc2libGUiOnRydWUsIldpZHRoIjowLjAsIkhlaWdodCI6MC4wLCJCb3JkZXJTdHlsZSI6eyIkaWQiOiI0Nzc0IiwiTGluZUNvbG9yIjpudWxsLCJMaW5lV2VpZ2h0IjowLjAsIkxpbmVUeXBlIjowLCJQYXJlbnRTdHlsZSI6bnVsbH0sIlBhcmVudFN0eWxlIjpudWxsfSwiSG9yaXpvbnRhbENvbm5lY3RvclN0eWxlIjp7IiRpZCI6IjQ3NzUiLCJMaW5lQ29sb3IiOnsiJGlkIjoiNDc3NiIsIiR0eXBlIjoiTkxSRS5Db21tb24uRG9tLlNvbGlkQ29sb3JCcnVzaCwgTkxSRS5Db21tb24iLCJDb2xvciI6eyIkaWQiOiI0Nzc3IiwiQSI6MjU1LCJSIjowLCJHIjowLCJCIjowfX0sIkxpbmVXZWlnaHQiOjAuMCwiTGluZVR5cGUiOjAsIlBhcmVudFN0eWxlIjpudWxsfSwiVmVydGljYWxDb25uZWN0b3JTdHlsZSI6eyIkaWQiOiI0Nzc4IiwiTGluZUNvbG9yIjp7IiRpZCI6IjQ3NzkiLCIkdHlwZSI6Ik5MUkUuQ29tbW9uLkRvbS5Tb2xpZENvbG9yQnJ1c2gsIE5MUkUuQ29tbW9uIiwiQ29sb3IiOnsiJGlkIjoiNDc4M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Q3ODEiLCJTaGFwZVN0eWxlIjp7IiRpZCI6IjQ3ODIiLCJNYXJnaW4iOnsiJGlkIjoiNDc4MyIsIlRvcCI6MC4wLCJMZWZ0IjowLjAsIlJpZ2h0IjowLjAsIkJvdHRvbSI6MC4wfSwiUGFkZGluZyI6eyIkaWQiOiI0Nzg0IiwiVG9wIjowLjAsIkxlZnQiOjAuMCwiUmlnaHQiOjAuMCwiQm90dG9tIjowLjB9LCJCYWNrZ3JvdW5kIjp7IiRpZCI6IjQ3ODUiLCJDb2xvciI6eyIkaWQiOiI0Nzg2IiwiQSI6MTUzLCJSIjowLCJHIjowLCJCIjowfX0sIklzVmlzaWJsZSI6dHJ1ZSwiV2lkdGgiOjAuMCwiSGVpZ2h0IjowLjAsIkJvcmRlclN0eWxlIjp7IiRpZCI6IjQ3ODciLCJMaW5lQ29sb3IiOnsiJGlkIjoiNDc4OCIsIiR0eXBlIjoiTkxSRS5Db21tb24uRG9tLlNvbGlkQ29sb3JCcnVzaCwgTkxSRS5Db21tb24iLCJDb2xvciI6eyIkaWQiOiI0Nzg5IiwiQSI6MjU1LCJSIjoyNTUsIkciOjAsIkIiOjB9fSwiTGluZVdlaWdodCI6MC4wLCJMaW5lVHlwZSI6MCwiUGFyZW50U3R5bGUiOm51bGx9LCJQYXJlbnRTdHlsZSI6bnVsbH0sIk1hcmdpbiI6eyIkaWQiOiI0NzkwIiwiVG9wIjowLjAsIkxlZnQiOjAuMCwiUmlnaHQiOjAuMCwiQm90dG9tIjowLjB9LCJQYWRkaW5nIjp7IiRpZCI6IjQ3OTEiLCJUb3AiOjAuMCwiTGVmdCI6MC4wLCJSaWdodCI6MC4wLCJCb3R0b20iOjAuMH0sIkJhY2tncm91bmQiOm51bGwsIklzVmlzaWJsZSI6dHJ1ZSwiV2lkdGgiOjAuMCwiSGVpZ2h0IjowLjAsIkJvcmRlclN0eWxlIjpudWxsLCJQYXJlbnRTdHlsZSI6bnVsbH0sIlNoYXBlU3R5bGUiOnsiJGlkIjoiNDc5MiIsIk1hcmdpbiI6eyIkaWQiOiI0NzkzIiwiVG9wIjowLjAsIkxlZnQiOjQuMCwiUmlnaHQiOjQuMCwiQm90dG9tIjowLjB9LCJQYWRkaW5nIjp7IiRpZCI6IjQ3OTQiLCJUb3AiOjAuMCwiTGVmdCI6MC4wLCJSaWdodCI6MC4wLCJCb3R0b20iOjAuMH0sIkJhY2tncm91bmQiOnsiJGlkIjoiNDc5NSIsIkNvbG9yIjp7IiRpZCI6IjQ3OTYiLCJBIjoyNTUsIlIiOjE2NSwiRyI6MTY1LCJCIjoxNjV9fSwiSXNWaXNpYmxlIjp0cnVlLCJXaWR0aCI6MC4wLCJIZWlnaHQiOjEwLjAsIkJvcmRlclN0eWxlIjp7IiRpZCI6IjQ3OTciLCJMaW5lQ29sb3IiOnsiJGlkIjoiNDc5OCIsIiR0eXBlIjoiTkxSRS5Db21tb24uRG9tLlNvbGlkQ29sb3JCcnVzaCwgTkxSRS5Db21tb24iLCJDb2xvciI6eyIkaWQiOiI0Nzk5IiwiQSI6MjU1LCJSIjoyMzQsIkciOjIyLCJCIjozMH19LCJMaW5lV2VpZ2h0IjowLjAsIkxpbmVUeXBlIjowLCJQYXJlbnRTdHlsZSI6bnVsbH0sIlBhcmVudFN0eWxlIjpudWxsfSwiVGl0bGVTdHlsZSI6eyIkaWQiOiI0ODAwIiwiRm9udFNldHRpbmdzIjp7IiRpZCI6IjQ4MDEiLCJGb250U2l6ZSI6MTEsIkZvbnROYW1lIjoiQ2FsaWJyaSIsIklzQm9sZCI6ZmFsc2UsIklzSXRhbGljIjpmYWxzZSwiSXNVbmRlcmxpbmVkIjpmYWxzZSwiUGFyZW50U3R5bGUiOm51bGx9LCJBdXRvU2l6ZSI6MCwiRm9yZWdyb3VuZCI6eyIkaWQiOiI0ODAyIiwiQ29sb3IiOnsiJGlkIjoiNDg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A0IiwiVG9wIjowLjAsIkxlZnQiOjAuMCwiUmlnaHQiOjAuMCwiQm90dG9tIjowLjB9LCJQYWRkaW5nIjp7IiRpZCI6IjQ4MDUiLCJUb3AiOjAuMCwiTGVmdCI6MC4wLCJSaWdodCI6MC4wLCJCb3R0b20iOjAuMH0sIkJhY2tncm91bmQiOnsiJGlkIjoiNDgwNiIsIkNvbG9yIjp7IiRpZCI6IjQ4MDciLCJBIjoyNTUsIlIiOjAsIkciOjAsIkIiOjB9fSwiSXNWaXNpYmxlIjp0cnVlLCJXaWR0aCI6MC4wLCJIZWlnaHQiOjAuMCwiQm9yZGVyU3R5bGUiOnsiJGlkIjoiNDgwOCIsIkxpbmVDb2xvciI6bnVsbCwiTGluZVdlaWdodCI6MC4wLCJMaW5lVHlwZSI6MCwiUGFyZW50U3R5bGUiOm51bGx9LCJQYXJlbnRTdHlsZSI6bnVsbH0sIkRhdGVTdHlsZSI6eyIkaWQiOiI0ODA5IiwiRm9udFNldHRpbmdzIjp7IiRpZCI6IjQ4MTAiLCJGb250U2l6ZSI6MTAsIkZvbnROYW1lIjoiQ2FsaWJyaSIsIklzQm9sZCI6ZmFsc2UsIklzSXRhbGljIjpmYWxzZSwiSXNVbmRlcmxpbmVkIjpmYWxzZSwiUGFyZW50U3R5bGUiOm51bGx9LCJBdXRvU2l6ZSI6MCwiRm9yZWdyb3VuZCI6eyIkaWQiOiI0ODExIiwiQ29sb3IiOnsiJGlkIjoiNDgx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gxMyIsIlRvcCI6MC4wLCJMZWZ0IjowLjAsIlJpZ2h0IjowLjAsIkJvdHRvbSI6MC4wfSwiUGFkZGluZyI6eyIkaWQiOiI0ODE0IiwiVG9wIjowLjAsIkxlZnQiOjAuMCwiUmlnaHQiOjAuMCwiQm90dG9tIjowLjB9LCJCYWNrZ3JvdW5kIjp7IiRpZCI6IjQ4MTUiLCJDb2xvciI6eyIkaWQiOiI0ODE2IiwiQSI6MjU1LCJSIjo2OCwiRyI6ODQsIkIiOjEwNn19LCJJc1Zpc2libGUiOnRydWUsIldpZHRoIjowLjAsIkhlaWdodCI6MC4wLCJCb3JkZXJTdHlsZSI6eyIkaWQiOiI0ODE3IiwiTGluZUNvbG9yIjpudWxsLCJMaW5lV2VpZ2h0IjowLjAsIkxpbmVUeXBlIjowLCJQYXJlbnRTdHlsZSI6bnVsbH0sIlBhcmVudFN0eWxlIjpudWxsfSwiRGF0ZUZvcm1hdCI6eyIkaWQiOiI0ODE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MTkiLCJGb3JtYXQiOjAsIklzVmlzaWJsZSI6ZmFsc2UsIkxhc3RLbm93blZpc2liaWxpdHlTdGF0ZSI6ZmFsc2V9LCJJc1Zpc2libGUiOnRydWUsIlZhcmlhbmNlU3R5bGUiOnsiJGlkIjoiNDgyMCIsIlRleHRTdHlsZSI6eyIkaWQiOiI0ODIxIiwiRm9udFNldHRpbmdzIjp7IiRpZCI6IjQ4MjIiLCJGb250U2l6ZSI6MTAsIkZvbnROYW1lIjoiQ2FsaWJyaSIsIklzQm9sZCI6ZmFsc2UsIklzSXRhbGljIjpmYWxzZSwiSXNVbmRlcmxpbmVkIjpmYWxzZSwiUGFyZW50U3R5bGUiOm51bGx9LCJBdXRvU2l6ZSI6MCwiRm9yZWdyb3VuZCI6eyIkaWQiOiI0ODIzIiwiQ29sb3IiOnsiJGlkIjoiNDgy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I1IiwiVG9wIjowLjAsIkxlZnQiOjAuMCwiUmlnaHQiOjAuMCwiQm90dG9tIjowLjB9LCJQYWRkaW5nIjp7IiRpZCI6IjQ4MjYiLCJUb3AiOjAuMCwiTGVmdCI6MC4wLCJSaWdodCI6MC4wLCJCb3R0b20iOjAuMH0sIkJhY2tncm91bmQiOnsiJGlkIjoiNDgyNyIsIkNvbG9yIjp7IiRpZCI6IjQ4MjgiLCJBIjoyNTUsIlIiOjAsIkciOjAsIkIiOjB9fSwiSXNWaXNpYmxlIjp0cnVlLCJXaWR0aCI6MC4wLCJIZWlnaHQiOjAuMCwiQm9yZGVyU3R5bGUiOnsiJGlkIjoiNDgyOSIsIkxpbmVDb2xvciI6bnVsbCwiTGluZVdlaWdodCI6MC4wLCJMaW5lVHlwZSI6MCwiUGFyZW50U3R5bGUiOm51bGx9LCJQYXJlbnRTdHlsZSI6bnVsbH0sIlBhcmVudFN0eWxlIjpudWxsfSwiUGFyZW50U3R5bGUiOm51bGwsIl9leHBsaWNpdGx5U2V0Ijp7IiRpZCI6IjQ4Mz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ODMxIiwiU2hhcGUiOjEsIkNvbm5lY3Rvck1hcmdpbiI6eyIkaWQiOiI0ODMyIiwiVG9wIjowLjAsIkxlZnQiOjIuMCwiUmlnaHQiOjIuMCwiQm90dG9tIjowLjB9LCJDb25uZWN0b3JTdHlsZSI6eyIkaWQiOiI0ODMzIiwiTGluZUNvbG9yIjp7IiRpZCI6IjQ4MzQiLCIkdHlwZSI6Ik5MUkUuQ29tbW9uLkRvbS5Tb2xpZENvbG9yQnJ1c2gsIE5MUkUuQ29tbW9uIiwiQ29sb3IiOnsiJGlkIjoiNDgzNSIsIkEiOjEyNywiUiI6NTcsIkciOjU3LCJCIjo1N319LCJMaW5lV2VpZ2h0IjoxLjAsIkxpbmVUeXBlIjowLCJQYXJlbnRTdHlsZSI6bnVsbH0sIklzQmVsb3dUaW1lYmFuZCI6ZmFsc2UsIlBvc2l0aW9uT25UYXNrIjoxLCJIaWRlRGF0ZSI6ZmFsc2UsIlNoYXBlU2l6ZSI6MCwiU3BhY2luZyI6MC4wLCJQYWRkaW5nIjp7IiRpZCI6IjQ4MzYiLCJUb3AiOjUuMCwiTGVmdCI6My4wLCJSaWdodCI6MC4wLCJCb3R0b20iOjIuMH0sIlNoYXBlU3R5bGUiOnsiJGlkIjoiNDgzNyIsIk1hcmdpbiI6eyIkaWQiOiI0ODM4IiwiVG9wIjowLjAsIkxlZnQiOjAuMCwiUmlnaHQiOjAuMCwiQm90dG9tIjowLjB9LCJQYWRkaW5nIjp7IiRpZCI6IjQ4MzkiLCJUb3AiOjAuMCwiTGVmdCI6MC4wLCJSaWdodCI6MC4wLCJCb3R0b20iOjAuMH0sIkJhY2tncm91bmQiOnsiJGlkIjoiNDg0MCIsIkNvbG9yIjp7IiRpZCI6IjQ4NDEiLCJBIjoyNTUsIlIiOjU3LCJHIjo1NywiQiI6NTd9fSwiSXNWaXNpYmxlIjp0cnVlLCJXaWR0aCI6MTIuMCwiSGVpZ2h0IjoxNC4wLCJCb3JkZXJTdHlsZSI6eyIkaWQiOiI0ODQyIiwiTGluZUNvbG9yIjp7IiRpZCI6IjQ4NDMiLCIkdHlwZSI6Ik5MUkUuQ29tbW9uLkRvbS5Tb2xpZENvbG9yQnJ1c2gsIE5MUkUuQ29tbW9uIiwiQ29sb3IiOnsiJGlkIjoiNDg0NCIsIkEiOjI1NSwiUiI6MjU1LCJHIjowLCJCIjowfX0sIkxpbmVXZWlnaHQiOjAuMCwiTGluZVR5cGUiOjAsIlBhcmVudFN0eWxlIjpudWxsfSwiUGFyZW50U3R5bGUiOm51bGx9LCJUaXRsZVN0eWxlIjp7IiRpZCI6IjQ4NDUiLCJGb250U2V0dGluZ3MiOnsiJGlkIjoiNDg0NiIsIkZvbnRTaXplIjoxMSwiRm9udE5hbWUiOiJDYWxpYnJpIiwiSXNCb2xkIjpmYWxzZSwiSXNJdGFsaWMiOmZhbHNlLCJJc1VuZGVybGluZWQiOmZhbHNlLCJQYXJlbnRTdHlsZSI6bnVsbH0sIkF1dG9TaXplIjowLCJGb3JlZ3JvdW5kIjp7IiRpZCI6IjQ4NDciLCJDb2xvciI6eyIkaWQiOiI0ODQ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4NDkiLCJUb3AiOjAuMCwiTGVmdCI6MC4wLCJSaWdodCI6MC4wLCJCb3R0b20iOjAuMH0sIlBhZGRpbmciOnsiJGlkIjoiNDg1MCIsIlRvcCI6MC4wLCJMZWZ0IjowLjAsIlJpZ2h0IjowLjAsIkJvdHRvbSI6MC4wfSwiQmFja2dyb3VuZCI6eyIkaWQiOiI0ODUxIiwiQ29sb3IiOnsiJGlkIjoiNDg1MiIsIkEiOjI1NSwiUiI6MCwiRyI6MCwiQiI6MH19LCJJc1Zpc2libGUiOnRydWUsIldpZHRoIjowLjAsIkhlaWdodCI6MC4wLCJCb3JkZXJTdHlsZSI6eyIkaWQiOiI0ODUzIiwiTGluZUNvbG9yIjpudWxsLCJMaW5lV2VpZ2h0IjowLjAsIkxpbmVUeXBlIjowLCJQYXJlbnRTdHlsZSI6bnVsbH0sIlBhcmVudFN0eWxlIjpudWxsfSwiRGF0ZVN0eWxlIjp7IiRpZCI6IjQ4NTQiLCJGb250U2V0dGluZ3MiOnsiJGlkIjoiNDg1NSIsIkZvbnRTaXplIjoxMCwiRm9udE5hbWUiOiJDYWxpYnJpIiwiSXNCb2xkIjpmYWxzZSwiSXNJdGFsaWMiOmZhbHNlLCJJc1VuZGVybGluZWQiOmZhbHNlLCJQYXJlbnRTdHlsZSI6bnVsbH0sIkF1dG9TaXplIjowLCJGb3JlZ3JvdW5kIjp7IiRpZCI6IjQ4NTYiLCJDb2xvciI6eyIkaWQiOiI0ODU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ODU4IiwiVG9wIjowLjAsIkxlZnQiOjAuMCwiUmlnaHQiOjAuMCwiQm90dG9tIjowLjB9LCJQYWRkaW5nIjp7IiRpZCI6IjQ4NTkiLCJUb3AiOjAuMCwiTGVmdCI6MC4wLCJSaWdodCI6MC4wLCJCb3R0b20iOjAuMH0sIkJhY2tncm91bmQiOnsiJGlkIjoiNDg2MCIsIkNvbG9yIjp7IiRpZCI6IjQ4NjEiLCJBIjoyNTUsIlIiOjY4LCJHIjo4NCwiQiI6MTA2fX0sIklzVmlzaWJsZSI6dHJ1ZSwiV2lkdGgiOjAuMCwiSGVpZ2h0IjowLjAsIkJvcmRlclN0eWxlIjp7IiRpZCI6IjQ4NjIiLCJMaW5lQ29sb3IiOm51bGwsIkxpbmVXZWlnaHQiOjAuMCwiTGluZVR5cGUiOjAsIlBhcmVudFN0eWxlIjpudWxsfSwiUGFyZW50U3R5bGUiOm51bGx9LCJEYXRlRm9ybWF0Ijp7IiRpZCI6IjQ4NjMiLCJGb3JtYXRTdHJpbmciOiJN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NjQiLCJGb3JtYXQiOjAsIklzVmlzaWJsZSI6ZmFsc2UsIkxhc3RLbm93blZpc2liaWxpdHlTdGF0ZSI6ZmFsc2V9LCJJc1Zpc2libGUiOmZhbHNlLCJWYXJpYW5jZVN0eWxlIjp7IiRpZCI6IjQ4NjUiLCJUZXh0U3R5bGUiOnsiJGlkIjoiNDg2NiIsIkZvbnRTZXR0aW5ncyI6eyIkaWQiOiI0ODY3IiwiRm9udFNpemUiOjEwLCJGb250TmFtZSI6IkNhbGlicmkiLCJJc0JvbGQiOmZhbHNlLCJJc0l0YWxpYyI6ZmFsc2UsIklzVW5kZXJsaW5lZCI6ZmFsc2UsIlBhcmVudFN0eWxlIjpudWxsfSwiQXV0b1NpemUiOjAsIkZvcmVncm91bmQiOnsiJGlkIjoiNDg2OCIsIkNvbG9yIjp7IiRpZCI6IjQ4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3MCIsIlRvcCI6MC4wLCJMZWZ0IjowLjAsIlJpZ2h0IjowLjAsIkJvdHRvbSI6MC4wfSwiUGFkZGluZyI6eyIkaWQiOiI0ODcxIiwiVG9wIjowLjAsIkxlZnQiOjAuMCwiUmlnaHQiOjAuMCwiQm90dG9tIjowLjB9LCJCYWNrZ3JvdW5kIjp7IiRpZCI6IjQ4NzIiLCJDb2xvciI6eyIkaWQiOiI0ODczIiwiQSI6MjU1LCJSIjowLCJHIjowLCJCIjowfX0sIklzVmlzaWJsZSI6dHJ1ZSwiV2lkdGgiOjAuMCwiSGVpZ2h0IjowLjAsIkJvcmRlclN0eWxlIjp7IiRpZCI6IjQ4NzQiLCJMaW5lQ29sb3IiOm51bGwsIkxpbmVXZWlnaHQiOjAuMCwiTGluZVR5cGUiOjAsIlBhcmVudFN0eWxlIjpudWxsfSwiUGFyZW50U3R5bGUiOm51bGx9LCJQYXJlbnRTdHlsZSI6bnVsbH0sIlBhcmVudFN0eWxlIjpudWxsfSwiRGVmYXVsdFN3aW1sYW5lTWlsZXN0b25lU3R5bGUiOnsiJGlkIjoiNDg3NSIsIlRpdGxlUG9zaXRpb24iOiJMZWZ0IiwiRGF0ZVBvc2l0aW9uIjoiUmlnaHQiLCJWYXJpYW5jZVBvc2l0aW9uIjoiUmlnaHQiLCJTaGFwZVR5cGUiOjEsIlNoYXBlU2l6ZSI6MCwiU3BhY2luZyI6NSwiU2hhcGVTdHlsZSI6eyIkaWQiOiI0ODc2IiwiTWFyZ2luIjp7IiRpZCI6IjQ4NzciLCJUb3AiOjAuMCwiTGVmdCI6MC4wLCJSaWdodCI6MC4wLCJCb3R0b20iOjAuMH0sIlBhZGRpbmciOnsiJGlkIjoiNDg3OCIsIlRvcCI6MC4wLCJMZWZ0IjowLjAsIlJpZ2h0IjowLjAsIkJvdHRvbSI6MC4wfSwiQmFja2dyb3VuZCI6eyIkaWQiOiI0ODc5IiwiQ29sb3IiOnsiJGlkIjoiNDg4MCIsIkEiOjI1NSwiUiI6MTY1LCJHIjoxNjUsIkIiOjE2NX19LCJJc1Zpc2libGUiOnRydWUsIldpZHRoIjoxMi4wLCJIZWlnaHQiOjE0LjAsIkJvcmRlclN0eWxlIjp7IiRpZCI6IjQ4ODEiLCJMaW5lQ29sb3IiOnsiJGlkIjoiNDg4MiIsIiR0eXBlIjoiTkxSRS5Db21tb24uRG9tLlNvbGlkQ29sb3JCcnVzaCwgTkxSRS5Db21tb24iLCJDb2xvciI6eyIkaWQiOiI0ODgzIiwiQSI6MjU1LCJSIjoyMzQsIkciOjIyLCJCIjozMH19LCJMaW5lV2VpZ2h0IjowLjAsIkxpbmVUeXBlIjowLCJQYXJlbnRTdHlsZSI6bnVsbH0sIlBhcmVudFN0eWxlIjpudWxsfSwiVGl0bGVTdHlsZSI6eyIkaWQiOiI0ODg0IiwiRm9udFNldHRpbmdzIjp7IiRpZCI6IjQ4ODUiLCJGb250U2l6ZSI6MTEsIkZvbnROYW1lIjoiQ2FsaWJyaSIsIklzQm9sZCI6ZmFsc2UsIklzSXRhbGljIjpmYWxzZSwiSXNVbmRlcmxpbmVkIjpmYWxzZSwiUGFyZW50U3R5bGUiOm51bGx9LCJBdXRvU2l6ZSI6MCwiRm9yZWdyb3VuZCI6eyIkaWQiOiI0ODg2IiwiQ29sb3IiOnsiJGlkIjoiNDg4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ODg4IiwiVG9wIjowLjAsIkxlZnQiOjAuMCwiUmlnaHQiOjAuMCwiQm90dG9tIjowLjB9LCJQYWRkaW5nIjp7IiRpZCI6IjQ4ODkiLCJUb3AiOjAuMCwiTGVmdCI6MC4wLCJSaWdodCI6MC4wLCJCb3R0b20iOjAuMH0sIkJhY2tncm91bmQiOnsiJGlkIjoiNDg5MCIsIkNvbG9yIjp7IiRpZCI6IjQ4OTEiLCJBIjoyNTUsIlIiOjAsIkciOjAsIkIiOjB9fSwiSXNWaXNpYmxlIjp0cnVlLCJXaWR0aCI6MC4wLCJIZWlnaHQiOjAuMCwiQm9yZGVyU3R5bGUiOnsiJGlkIjoiNDg5MiIsIkxpbmVDb2xvciI6bnVsbCwiTGluZVdlaWdodCI6MC4wLCJMaW5lVHlwZSI6MCwiUGFyZW50U3R5bGUiOm51bGx9LCJQYXJlbnRTdHlsZSI6bnVsbH0sIkRhdGVTdHlsZSI6eyIkaWQiOiI0ODkzIiwiRm9udFNldHRpbmdzIjp7IiRpZCI6IjQ4OTQiLCJGb250U2l6ZSI6MTAsIkZvbnROYW1lIjoiQ2FsaWJyaSIsIklzQm9sZCI6ZmFsc2UsIklzSXRhbGljIjpmYWxzZSwiSXNVbmRlcmxpbmVkIjpmYWxzZSwiUGFyZW50U3R5bGUiOm51bGx9LCJBdXRvU2l6ZSI6MCwiRm9yZWdyb3VuZCI6eyIkaWQiOiI0ODk1IiwiQ29sb3IiOnsiJGlkIjoiNDg5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g5NyIsIlRvcCI6MC4wLCJMZWZ0IjowLjAsIlJpZ2h0IjowLjAsIkJvdHRvbSI6MC4wfSwiUGFkZGluZyI6eyIkaWQiOiI0ODk4IiwiVG9wIjowLjAsIkxlZnQiOjAuMCwiUmlnaHQiOjAuMCwiQm90dG9tIjowLjB9LCJCYWNrZ3JvdW5kIjp7IiRpZCI6IjQ4OTkiLCJDb2xvciI6eyIkaWQiOiI0OTAwIiwiQSI6MjU1LCJSIjo2OCwiRyI6ODQsIkIiOjEwNn19LCJJc1Zpc2libGUiOnRydWUsIldpZHRoIjowLjAsIkhlaWdodCI6MC4wLCJCb3JkZXJTdHlsZSI6eyIkaWQiOiI0OTAxIiwiTGluZUNvbG9yIjpudWxsLCJMaW5lV2VpZ2h0IjowLjAsIkxpbmVUeXBlIjowLCJQYXJlbnRTdHlsZSI6bnVsbH0sIlBhcmVudFN0eWxlIjpudWxsfSwiRGF0ZUZvcm1hdCI6eyIkaWQiOiI0OTA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5MDMiLCJGb3JtYXQiOjAsIklzVmlzaWJsZSI6ZmFsc2UsIkxhc3RLbm93blZpc2liaWxpdHlTdGF0ZSI6ZmFsc2V9LCJJc1Zpc2libGUiOnRydWUsIlZhcmlhbmNlU3R5bGUiOnsiJGlkIjoiNDkwNCIsIlRleHRTdHlsZSI6eyIkaWQiOiI0OTA1IiwiRm9udFNldHRpbmdzIjp7IiRpZCI6IjQ5MDYiLCJGb250U2l6ZSI6MTAsIkZvbnROYW1lIjoiQ2FsaWJyaSIsIklzQm9sZCI6ZmFsc2UsIklzSXRhbGljIjpmYWxzZSwiSXNVbmRlcmxpbmVkIjpmYWxzZSwiUGFyZW50U3R5bGUiOm51bGx9LCJBdXRvU2l6ZSI6MCwiRm9yZWdyb3VuZCI6eyIkaWQiOiI0OTA3IiwiQ29sb3IiOnsiJGlkIjoiNDkw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TA5IiwiVG9wIjowLjAsIkxlZnQiOjAuMCwiUmlnaHQiOjAuMCwiQm90dG9tIjowLjB9LCJQYWRkaW5nIjp7IiRpZCI6IjQ5MTAiLCJUb3AiOjAuMCwiTGVmdCI6MC4wLCJSaWdodCI6MC4wLCJCb3R0b20iOjAuMH0sIkJhY2tncm91bmQiOnsiJGlkIjoiNDkxMSIsIkNvbG9yIjp7IiRpZCI6IjQ5MTIiLCJBIjoyNTUsIlIiOjAsIkciOjAsIkIiOjB9fSwiSXNWaXNpYmxlIjp0cnVlLCJXaWR0aCI6MC4wLCJIZWlnaHQiOjAuMCwiQm9yZGVyU3R5bGUiOnsiJGlkIjoiNDkxMyIsIkxpbmVDb2xvciI6bnVsbCwiTGluZVdlaWdodCI6MC4wLCJMaW5lVHlwZSI6MCwiUGFyZW50U3R5bGUiOm51bGx9LCJQYXJlbnRTdHlsZSI6bnVsbH0sIlBhcmVudFN0eWxlIjpudWxsfSwiUGFyZW50U3R5bGUiOm51bGx9LCJEZWZhdWx0U3dpbWxhbmVBY3Rpdml0eVN0eWxlIjp7IiRpZCI6IjQ5MTQiLCJIZWFkZXJTdHlsZSI6eyIkaWQiOiI0OTE1IiwiVGV4dFN0eWxlIjp7IiRpZCI6IjQ5MTYiLCJGb250U2V0dGluZ3MiOnsiJGlkIjoiNDkxNyIsIkZvbnRTaXplIjoxMSwiRm9udE5hbWUiOiJDYWxpYnJpIiwiSXNCb2xkIjpmYWxzZSwiSXNJdGFsaWMiOmZhbHNlLCJJc1VuZGVybGluZWQiOmZhbHNlLCJQYXJlbnRTdHlsZSI6bnVsbH0sIkF1dG9TaXplIjoyLCJGb3JlZ3JvdW5kIjp7IiRpZCI6IjQ5MTgiLCJDb2xvciI6eyIkaWQiOiI0OTE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kyMCIsIlRvcCI6MC4wLCJMZWZ0IjowLjAsIlJpZ2h0IjowLjAsIkJvdHRvbSI6MC4wfSwiUGFkZGluZyI6eyIkaWQiOiI0OTIxIiwiVG9wIjowLjAsIkxlZnQiOjAuMCwiUmlnaHQiOjAuMCwiQm90dG9tIjowLjB9LCJCYWNrZ3JvdW5kIjp7IiRpZCI6IjQ5MjIiLCJDb2xvciI6eyIkaWQiOiI0OTIzIiwiQSI6MjU1LCJSIjo2NCwiRyI6NjQsIkIiOjY0fX0sIklzVmlzaWJsZSI6dHJ1ZSwiV2lkdGgiOjAuMCwiSGVpZ2h0IjowLjAsIkJvcmRlclN0eWxlIjpudWxsLCJQYXJlbnRTdHlsZSI6bnVsbH0sIlJlY3RhbmdsZVN0eWxlIjp7IiRpZCI6IjQ5MjQiLCJNYXJnaW4iOnsiJGlkIjoiNDkyNSIsIlRvcCI6MC4wLCJMZWZ0IjowLjAsIlJpZ2h0IjowLjAsIkJvdHRvbSI6MC4wfSwiUGFkZGluZyI6eyIkaWQiOiI0OTI2IiwiVG9wIjowLjAsIkxlZnQiOjAuMCwiUmlnaHQiOjAuMCwiQm90dG9tIjowLjB9LCJCYWNrZ3JvdW5kIjp7IiRpZCI6IjQ5MjciLCJDb2xvciI6eyIkaWQiOiI0OTI4IiwiQSI6MTI3LCJSIjoxNjUsIkciOjE2NSwiQiI6MTY1fX0sIklzVmlzaWJsZSI6dHJ1ZSwiV2lkdGgiOjAuMCwiSGVpZ2h0IjowLjAsIkJvcmRlclN0eWxlIjp7IiRpZCI6IjQ5MjkiLCJMaW5lQ29sb3IiOnsiJGlkIjoiNDkzMCIsIiR0eXBlIjoiTkxSRS5Db21tb24uRG9tLlNvbGlkQ29sb3JCcnVzaCwgTkxSRS5Db21tb24iLCJDb2xvciI6eyIkaWQiOiI0OTMxIiwiQSI6MjU1LCJSIjoyNTUsIkciOjAsIkIiOjB9fSwiTGluZVdlaWdodCI6MC4wLCJMaW5lVHlwZSI6MCwiUGFyZW50U3R5bGUiOm51bGx9LCJQYXJlbnRTdHlsZSI6bnVsbH0sIk1hcmdpbiI6eyIkaWQiOiI0OTMyIiwiVG9wIjowLjAsIkxlZnQiOjAuMCwiUmlnaHQiOjAuMCwiQm90dG9tIjowLjB9LCJQYWRkaW5nIjp7IiRpZCI6IjQ5MzMiLCJUb3AiOjAuMCwiTGVmdCI6MC4wLCJSaWdodCI6MC4wLCJCb3R0b20iOjAuMH0sIkJhY2tncm91bmQiOm51bGwsIklzVmlzaWJsZSI6dHJ1ZSwiV2lkdGgiOjAuMCwiSGVpZ2h0IjowLjAsIkJvcmRlclN0eWxlIjpudWxsLCJQYXJlbnRTdHlsZSI6bnVsbH0sIkJhY2tncm91bmRTdHlsZSI6eyIkaWQiOiI0OTM0IiwiTWFyZ2luIjp7IiRpZCI6IjQ5MzUiLCJUb3AiOjAuMCwiTGVmdCI6MC4wLCJSaWdodCI6MC4wLCJCb3R0b20iOjAuMH0sIlBhZGRpbmciOnsiJGlkIjoiNDkzNiIsIlRvcCI6MC4wLCJMZWZ0IjowLjAsIlJpZ2h0IjowLjAsIkJvdHRvbSI6MC4wfSwiQmFja2dyb3VuZCI6eyIkaWQiOiI0OTM3IiwiQ29sb3IiOnsiJGlkIjoiNDkzOCIsIkEiOjUxLCJSIjoyMDAsIkciOjIwMCwiQiI6MjAwfX0sIklzVmlzaWJsZSI6dHJ1ZSwiV2lkdGgiOjAuMCwiSGVpZ2h0IjowLjAsIkJvcmRlclN0eWxlIjp7IiRpZCI6IjQ5MzkiLCJMaW5lQ29sb3IiOnsiJGlkIjoiNDk0MCIsIiR0eXBlIjoiTkxSRS5Db21tb24uRG9tLlNvbGlkQ29sb3JCcnVzaCwgTkxSRS5Db21tb24iLCJDb2xvciI6eyIkaWQiOiI0OTQxIiwiQSI6MjU1LCJSIjoyMzQsIkciOjIyLCJCIjozMH19LCJMaW5lV2VpZ2h0IjowLjAsIkxpbmVUeXBlIjowLCJQYXJlbnRTdHlsZSI6bnVsbH0sIlBhcmVudFN0eWxlIjpudWxsfSwiTWFyZ2luIjp7IiRpZCI6IjQ5NDIiLCJUb3AiOjAuMCwiTGVmdCI6MC4wLCJSaWdodCI6MC4wLCJCb3R0b20iOjAuMH0sIlBhZGRpbmciOnsiJGlkIjoiNDk0MyIsIlRvcCI6MC4wLCJMZWZ0IjowLjAsIlJpZ2h0IjowLjAsIkJvdHRvbSI6MC4wfSwiSXNWaXNpYmxlIjp0cnVlLCJXaWR0aCI6MC4wLCJIZWlnaHQiOjAuMCwiQm9yZGVyU3R5bGUiOnsiJGlkIjoiNDk0NCIsIkxpbmVDb2xvciI6bnVsbCwiTGluZVdlaWdodCI6MC4wLCJMaW5lVHlwZSI6MCwiUGFyZW50U3R5bGUiOm51bGx9LCJQYXJlbnRTdHlsZSI6bnVsbH0sIk1hcmdpbiI6eyIkaWQiOiI0OTQ1IiwiVG9wIjowLjAsIkxlZnQiOjAuMCwiUmlnaHQiOjAuMCwiQm90dG9tIjowLjB9LCJQYWRkaW5nIjp7IiRpZCI6IjQ5NDYiLCJUb3AiOjAuMCwiTGVmdCI6MC4wLCJSaWdodCI6MC4wLCJCb3R0b20iOjAuMH0sIklzVmlzaWJsZSI6dHJ1ZSwiV2lkdGgiOjAuMCwiSGVpZ2h0IjowLjAsIkJvcmRlclN0eWxlIjp7IiRpZCI6IjQ5NDciLCJMaW5lQ29sb3IiOm51bGwsIkxpbmVXZWlnaHQiOjAuMCwiTGluZVR5cGUiOjAsIlBhcmVudFN0eWxlIjpudWxsfSwiUGFyZW50U3R5bGUiOm51bGx9XSwiQ29uZGl0aW9uYWxGb3JtYXR0aW5nIjp7IiRpZCI6IjQ5NDgiLCJQdkFGb3JtYXR0aW5nIjp7IiRpZCI6IjQ5NDkiLCJEZWxheVRhc2tTdHlsZSI6eyIkaWQiOiI0OTUwIiwiU3R5bGVPcHRpb25zIjoyNCwiVGl0bGVGb3JlZ3JvdW5kIjp7IiRpZCI6IjQ5NTEiLCJDb2xvciI6eyIkaWQiOiI0OTUyIiwiQSI6MjU1LCJSIjoxNzUsIkciOjAsIkIiOjB9fSwiQWN0dWFsU2hhcGVzQmFja2dyb3VuZCI6eyIkaWQiOiI0OTUzIiwiQ29sb3IiOnsiJGlkIjoiNDk1NCIsIkEiOjYyLCJSIjoyNTUsIkciOjAsIkIiOjB9fSwiQWN0dWFsU2hhcGVzQm9yZGVyU3R5bGUiOnsiJGlkIjoiNDk1NSIsIkxpbmVDb2xvciI6eyIkaWQiOiI0OTU2IiwiJHR5cGUiOiJOTFJFLkNvbW1vbi5Eb20uU29saWRDb2xvckJydXNoLCBOTFJFLkNvbW1vbiIsIkNvbG9yIjp7IiRpZCI6IjQ5NTciLCJBIjoxNjMsIlIiOjI1NSwiRyI6MCwiQiI6MH19LCJMaW5lV2VpZ2h0IjozLjAsIkxpbmVUeXBlIjowLCJQYXJlbnRTdHlsZSI6bnVsbH0sIkJhc2VsaW5lU2hhcGVzQmFja2dyb3VuZCI6eyIkaWQiOiI0OTU4IiwiQ29sb3IiOnsiJGlkIjoiNDk1OSIsIkEiOjE4NCwiUiI6MjU1LCJHIjowLCJCIjowfX0sIlZhcmlhbmNlRm9yZWdyb3VuZCI6eyIkaWQiOiI0OTYwIiwiQ29sb3IiOnsiJGlkIjoiNDk2MSIsIkEiOjI1NSwiUiI6MTc1LCJHIjowLCJCIjowfX0sIklzVmlzaWJsZSI6dHJ1ZX0sIkRlbGF5TWlsZXN0b25lU3R5bGUiOnsiJGlkIjoiNDk2MiIsIlN0eWxlT3B0aW9ucyI6MTgsIlRpdGxlRm9yZWdyb3VuZCI6eyIkaWQiOiI0OTYzIiwiQ29sb3IiOnsiJGlkIjoiNDk2NCIsIkEiOjI1NSwiUiI6MTc1LCJHIjowLCJCIjowfX0sIkFjdHVhbFNoYXBlc0JhY2tncm91bmQiOnsiJGlkIjoiNDk2NSIsIkNvbG9yIjp7IiRpZCI6IjQ5NjYiLCJBIjoyNTUsIlIiOjIyMiwiRyI6ODAsIkIiOjUwfX0sIkFjdHVhbFNoYXBlc0JvcmRlclN0eWxlIjp7IiRpZCI6IjQ5NjciLCJMaW5lQ29sb3IiOnsiJGlkIjoiNDk2OCIsIiR0eXBlIjoiTkxSRS5Db21tb24uRG9tLlNvbGlkQ29sb3JCcnVzaCwgTkxSRS5Db21tb24iLCJDb2xvciI6eyIkaWQiOiI0OTY5IiwiQSI6MTYzLCJSIjoyNTUsIkciOjAsIkIiOjB9fSwiTGluZVdlaWdodCI6My4wLCJMaW5lVHlwZSI6MCwiUGFyZW50U3R5bGUiOm51bGx9LCJCYXNlbGluZVNoYXBlc0JhY2tncm91bmQiOnsiJGlkIjoiNDk3MCIsIkNvbG9yIjp7IiRpZCI6IjQ5NzEiLCJBIjoxODQsIlIiOjI1NSwiRyI6MCwiQiI6MH19LCJWYXJpYW5jZUZvcmVncm91bmQiOnsiJGlkIjoiNDk3MiIsIkNvbG9yIjp7IiRpZCI6IjQ5NzMiLCJBIjoyNTUsIlIiOjE3NSwiRyI6MCwiQiI6MH19LCJJc1Zpc2libGUiOnRydWV9LCJBZHZhbmNlVGFza1N0eWxlIjp7IiRpZCI6IjQ5NzQiLCJTdHlsZU9wdGlvbnMiOjI0LCJUaXRsZUZvcmVncm91bmQiOnsiJGlkIjoiNDk3NSIsIkNvbG9yIjp7IiRpZCI6IjQ5NzYiLCJBIjoyNTUsIlIiOjAsIkciOjExMCwiQiI6MH19LCJBY3R1YWxTaGFwZXNCYWNrZ3JvdW5kIjp7IiRpZCI6IjQ5NzciLCJDb2xvciI6eyIkaWQiOiI0OTc4IiwiQSI6NjEsIlIiOjAsIkciOjEyOCwiQiI6MH19LCJBY3R1YWxTaGFwZXNCb3JkZXJTdHlsZSI6eyIkaWQiOiI0OTc5IiwiTGluZUNvbG9yIjp7IiRpZCI6IjQ5ODAiLCIkdHlwZSI6Ik5MUkUuQ29tbW9uLkRvbS5Tb2xpZENvbG9yQnJ1c2gsIE5MUkUuQ29tbW9uIiwiQ29sb3IiOnsiJGlkIjoiNDk4MSIsIkEiOjE2MywiUiI6MCwiRyI6MTI4LCJCIjowfX0sIkxpbmVXZWlnaHQiOjMuMCwiTGluZVR5cGUiOjAsIlBhcmVudFN0eWxlIjpudWxsfSwiQmFzZWxpbmVTaGFwZXNCYWNrZ3JvdW5kIjp7IiRpZCI6IjQ5ODIiLCJDb2xvciI6eyIkaWQiOiI0OTgzIiwiQSI6MTg0LCJSIjowLCJHIjoxMjgsIkIiOjB9fSwiVmFyaWFuY2VGb3JlZ3JvdW5kIjp7IiRpZCI6IjQ5ODQiLCJDb2xvciI6eyIkaWQiOiI0OTg1IiwiQSI6MjU1LCJSIjowLCJHIjoxMTAsIkIiOjB9fSwiSXNWaXNpYmxlIjp0cnVlfSwiQWR2YW5jZU1pbGVzdG9uZVN0eWxlIjp7IiRpZCI6IjQ5ODYiLCJTdHlsZU9wdGlvbnMiOjE4LCJUaXRsZUZvcmVncm91bmQiOnsiJGlkIjoiNDk4NyIsIkNvbG9yIjp7IiRpZCI6IjQ5ODgiLCJBIjoyNTUsIlIiOjAsIkciOjExMCwiQiI6MH19LCJBY3R1YWxTaGFwZXNCYWNrZ3JvdW5kIjp7IiRpZCI6IjQ5ODkiLCJDb2xvciI6eyIkaWQiOiI0OTkwIiwiQSI6MjU1LCJSIjoyMCwiRyI6MTAwLCJCIjowfX0sIkFjdHVhbFNoYXBlc0JvcmRlclN0eWxlIjp7IiRpZCI6IjQ5OTEiLCJMaW5lQ29sb3IiOnsiJGlkIjoiNDk5MiIsIiR0eXBlIjoiTkxSRS5Db21tb24uRG9tLlNvbGlkQ29sb3JCcnVzaCwgTkxSRS5Db21tb24iLCJDb2xvciI6eyIkaWQiOiI0OTkzIiwiQSI6MTYzLCJSIjowLCJHIjoxMjgsIkIiOjB9fSwiTGluZVdlaWdodCI6My4wLCJMaW5lVHlwZSI6MCwiUGFyZW50U3R5bGUiOm51bGx9LCJCYXNlbGluZVNoYXBlc0JhY2tncm91bmQiOnsiJGlkIjoiNDk5NCIsIkNvbG9yIjp7IiRpZCI6IjQ5OTUiLCJBIjoxODQsIlIiOjAsIkciOjEyOCwiQiI6MH19LCJWYXJpYW5jZUZvcmVncm91bmQiOnsiJGlkIjoiNDk5NiIsIkNvbG9yIjp7IiRpZCI6IjQ5OTciLCJBIjoyNTUsIlIiOjAsIkciOjExMCwiQiI6MH19LCJJc1Zpc2libGUiOnRydWV9fSwiVmFyaWFuY2VEaXNwbGF5U2V0dGluZ3MiOnsiJGlkIjoiNDk5OCIsIlRhc2tWYXJpYW5jZURpc3BsYXlPcHRpb25zIjp7IiRpZCI6IjQ5OTkiLCJTaG93RGVsYXlWYXJpYW5jZSI6dHJ1ZSwiU2hvd0FkdmFuY2VWYXJpYW5jZSI6dHJ1ZSwiU2hvd18wX1ZhcmlhbmNlIjpmYWxzZX0sIk1pbGVzdG9uZVZhcmlhbmNlRGlzcGxheU9wdGlvbnMiOnsiJGlkIjoiNTAwMCIsIlNob3dEZWxheVZhcmlhbmNlIjp0cnVlLCJTaG93QWR2YW5jZVZhcmlhbmNlIjp0cnVlLCJTaG93XzBfVmFyaWFuY2UiOmZhbHNlfX19fSwiU2NhbGUiOm51bGwsIlNjYWxlVjIiOnsiJGlkIjoiNTAwMSIsIlN0YXJ0RGF0ZSI6IjAwMDEtMDEtMDFUMDA6MDA6MDAiLCJFbmREYXRlIjoiMjAyNy0xMi0zMVQyMzo1OTowMCIsIkF1dG9EYXRlUmFuZ2UiOnRydWUsIldvcmtpbmdEYXlzIjozMSwiRmlzY2FsWWVhciI6eyIkaWQiOiI1MDAyIiwiU3RhcnRNb250aCI6MSwiVXNlU3RhcnRpbmdZZWFyRm9yTnVtYmVyaW5nIjp0cnVlLCJTaG93RmlzY2FsWWVhckxhYmVsIjp0cnVlfSwiVG9kYXlNYXJrZXJUZXh0IjoiVG9kYXkiLCJBdXRvU2NhbGVUeXBlIjp0cnVlLCJUaW1lYmFuZFNjYWxlcyI6eyIkaWQiOiI1MDAzIiwiVG9wU2NhbGVMYXllciI6eyIkaWQiOiI1MDA0IiwiRm9ybWF0IjoiTU1NTSIsIlR5cGUiOjIsIkdyb3VwaW5nSW50ZXJ2YWxzIjp7IiRpZCI6IjUwMDUiLCJJc1NldCI6ZmFsc2UsIkdyb3VwaW5nU3RlcENvdW50IjoxfX0sIk1pZGRsZVNjYWxlTGF5ZXIiOnsiJGlkIjoiNTAwNiIsIkZvcm1hdCI6bnVsbCwiVHlwZSI6MCwiR3JvdXBpbmdJbnRlcnZhbHMiOnsiJGlkIjoiNTAwNyIsIklzU2V0IjpmYWxzZSwiR3JvdXBpbmdTdGVwQ291bnQiOjF9fSwiQm90dG9tU2NhbGVMYXllciI6eyIkaWQiOiI1MDA4IiwiRm9ybWF0IjpudWxsLCJUeXBlIjowLCJHcm91cGluZ0ludGVydmFscyI6eyIkaWQiOiI1MDA5IiwiSXNTZXQiOmZhbHNlLCJHcm91cGluZ1N0ZXBDb3VudCI6MX19fX0sIk1pbGVzdG9uZXMiOltdLCJUYXNrcyI6W10sIlN3aW1sYW5lcyI6W10sIk1zUHJvamVjdEl0ZW1zVHJlZSI6eyIkaWQiOiI1MDEwIiwiUm9vdCI6eyJJbXBvcnRJZCI6bnVsbCwiSXNJbXBvcnRlZCI6ZmFsc2UsIkNoaWxkcmVuIjpbXX19LCJNZXRhZGF0YSI6eyIkaWQiOiI1MDExIiwiU291cmNlVGhlbWUiOiJ7XCIkaWRcIjpcIjFcIixcIklkXCI6XCIwYzhiMmZjYi0wM2QwLTQyYmMtYTMyOS0yZjFmY2E4Zjg4MWRcIixcIkNhdGVnb3J5XCI6MSxcIkN1bHR1cmVJbmZvTmFtZVwiOlwiZW4tVVNcIixcIlZlcnNpb25cIjp7XCIkaWRcIjpcIjJcIixcIlRoZW1lRG9tVmVyc2lvblwiOlwiMi4x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Y4LFwiR1wiOjg0LFwiQlwiOjEwNn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1NSxcIkdcIjoxOTIsXCJCXCI6MH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EsXCJHXCI6MjMwLFwiQlwiOjIzMH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NjgsXCJHXCI6ODQsXCJCXCI6MTA2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z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Y4LFwiR1wiOjg0LFwiQlwiOjEwNn19LFwiSG9yaXpvbnRhbEFsaWdubWVudFwiOjAsXCJJc1Zpc2libGVcIjpmYWxzZX0sXCJIb3Jpem9udGFsQ29ubmVjdG9yU3R5bGVcIjp7XCIkaWRcIjpcIjU2XCIsXCJMaW5lU3R5bGVcIjp7XCIkaWRcIjpcIjU3XCIsXCJMaW5lQ29sb3JcIjp7XCIkaWRcIjpcIjU4XCIsXCJDb2xvclwiOntcIiRpZFwiOlwiNTlcIixcIkFcIjo1MSxcIlJcIjo2OCxcIkdcIjoxMTQsXCJCXCI6MTk2fX0sXCJMaW5lV2VpZ2h0XCI6MS4wLFwiTGluZVR5cGVcIjowfSxcIklzVmlzaWJsZVwiOnRydWV9LFwiVmVydGljYWxDb25uZWN0b3JTdHlsZVwiOntcIiRpZFwiOlwiNjBcIixcIkxpbmVTdHlsZVwiOntcIiRpZFwiOlwiNjFcIixcIkxpbmVDb2xvclwiOntcIiRpZFwiOlwiNjJcIixcIkNvbG9yXCI6e1wiJGlkXCI6XCI2M1wiLFwiQVwiOjUxLFwiUlwiOjY4LFwiR1wiOjExNCxcIkJcIjoxOTZ9fSxcIkxpbmVXZWlnaHRcIjoxLjAsXCJMaW5lVHlwZVwiOjB9LFwiSXNWaXNpYmxlXCI6ZmFsc2V9LFwiTWFyZ2luXCI6e1wiJGlkXCI6XCI2NFwiLFwiVG9wXCI6MC4wLFwiTGVmdFwiOjAuMCxcIlJpZ2h0XCI6MC4wLFwiQm90dG9tXCI6MC4wfSxcIlN0YXJ0RGF0ZVBvc2l0aW9uXCI6NCxcIkVuZERhdGVQb3NpdGlvblwiOjQsXCJUaXRsZVBvc2l0aW9uXCI6MyxcIkR1cmF0aW9uUG9zaXRpb25cIjowLFwiUGVyY2VudGFnZUNvbXBsZXRlZFBvc2l0aW9uXCI6MixcIlZhcmlhbmNlUG9zaXRpb25cIjoyLFwiU3BhY2luZ1wiOjM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Y4LFwiR1wiOjExNCxcIkJcIjoxOTZ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NjgsXCJHXCI6ODQsXCJCXCI6MTA2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0cnVlfX19LFwiTWlsZXN0b25lU3R5bGVcIjp7XCIkaWRcIjpcIjk5XCIsXCJTaGFwZVwiOjA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IzNyxcIkdcIjoxMjUsXCJCXCI6NDl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E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NjgsXCJHXCI6ODQsXCJCXCI6MTA2fX0sXCJIb3Jpem9udGFsQWxpZ25tZW50XCI6MSxcIklzVmlzaWJsZVwiOnRydWV9LFwiRGF0ZUZvcm1hdFwiOntcIiRpZFwiOlwiMTE4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xOVwiLFwiRm9ybWF0XCI6MCxcIklzVmlzaWJsZVwiOmZhbHNlLFwiTGFzdEtub3duVmlzaWJpbGl0eVN0YXRlXCI6ZmFsc2V9LFwiVmFyaWFuY2VTdHlsZVwiOntcIiRpZFwiOlwiMTIwXCIsXCJWYXJpYW5jZVRleHRTdHlsZVwiOntcIiRpZFwiOlwiMTIxXCIsXCJGb250U2V0dGluZ3NcIjp7XCIkaWRcIjpcIjEyMlwiLFwiRm9udFNpemVcIjoxMCxcIkZvbnROYW1lXCI6XCJDYWxpYnJpXCIsXCJJc0JvbGRcIjpmYWxzZSxcIklzSXRhbGljXCI6ZmFsc2UsXCJJc1VuZGVybGluZWRcIjpmYWxzZX0sXCJGb3JlZ3JvdW5kXCI6e1wiJGlkXCI6XCIxMjNcIixcIkNvbG9yXCI6e1wiJGlkXCI6XCIxMjRcIixcIkFcIjoyNTUsXCJSXCI6MCxcIkdcIjowLFwiQlwiOjB9fSxcIkhvcml6b250YWxBbGlnbm1lbnRcIjowLFwiSXNWaXNpYmxlXCI6dHJ1ZX19fSxcIk1vdFN0eWxlXCI6e1wiJGlkXCI6XCIxMjVcIixcIlNoYXBlXCI6M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jM3LFwiR1wiOjEyNSxcIkJcIjo0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2OCxcIkdcIjo4NCxcIkJcIjoxMDZ9fSxcIkhvcml6b250YWxBbGlnbm1lbnRcIjox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4LFwiR1wiOjExNCxcIkJcIjoxOTZ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gsXCJHXCI6MTE0LFwiQlwiOjE5Nn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NjgsXCJHXCI6MTE0LFwiQlwiOjE5Nn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NjgsXCJHXCI6ODQsXCJCXCI6MTA2fX0sXCJIb3Jpem9udGFsQWxpZ25tZW50XCI6MCxcIklzVmlzaWJsZVwiOnRydWV9LFwiRGF0ZUZvcm1hdFwiOntcIiRpZFwiOlwiMjE3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dHJ1ZX19fSxcIkRlZmF1bHRTd2ltbGFuZVRhc2tTdHlsZVwiOntcIiRpZFwiOlwiMjI0XCIsXCJTaGFwZVwiOjEsXCJTaGFwZVRoaWNrbmVzc1wiOjAsXCJEdXJhdGlvbkZvcm1hdFwiOjA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IzMixcIkdcIjoyMzIsXCJCXCI6MjMy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EwLFwiRm9udE5hbWVcIjpcIkNhbGlicmlcIixcIklzQm9sZFwiOmZhbHNlLFwiSXNJdGFsaWNcIjpmYWxzZSxcIklzVW5kZXJsaW5lZFwiOmZhbHNlfSxcIkZvcmVncm91bmRcIjp7XCIkaWRcIjpcIjIzNFwiLFwiQ29sb3JcIjp7XCIkaWRcIjpcIjIzNVwiLFwiQVwiOjI1NSxcIlJcIjo2OCxcIkdcIjo4NCxcIkJcIjoxMDZ9fSxcIkhvcml6b250YWxBbGlnbm1lbnRcIjowLFwiSXNWaXNpYmxlXCI6ZmFsc2V9LFwiTWFyZ2luXCI6e1wiJGlkXCI6XCIyMzZ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NjgsXCJHXCI6MTE0LFwiQlwiOjE5Nn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2OCxcIkdcIjo4NCxcIkJcIjoxMDZ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zNCxcIkdcIjo1NyxcIkJcIjo5OH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Y4LFwiR1wiOjg0LFwiQlwiOjEwNn19LFwiSG9yaXpvbnRhbEFsaWdubWVudFwiOjEsXCJJc1Zpc2libGVcIjp0cnVlfSxcIkRhdGVGb3JtYXRcIjp7XCIkaWRcIjpcIjI5M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nRydW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zgsXCJHXCI6MzgsXCJCXCI6Mzh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yNTUsXCJHXCI6MTkyLFwiQlwiOj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jU1LFwiR1wiOjE5MixcIkJcIjo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U1LFwiR1wiOjE5MixcIkJcIjow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2OCxcIkdcIjo4NCxcIkJcIjoxMDZ9fSxcIkhvcml6b250YWxBbGlnbm1lbnRcIjowLFwiSXNWaXNpYmxlXCI6dHJ1ZX0sXCJEYXRlRm9ybWF0XCI6e1wiJGlkXCI6XCIzNjN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Y4LFwiR1wiOjg0LFwiQlwiOjEwNn19LFwiSG9yaXpvbnRhbEFsaWdubWVudFwiOjAsXCJJc1Zpc2libGVcIjpmYWxzZX0sXCJNYXJnaW5cIjp7XCIkaWRcIjpcIjM4M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zODNcIixcIkJhc2VsaW5lU2hhcGVTdHlsZVwiOntcIiRpZFwiOlwiMzg0XCIsXCJNYXJnaW5cIjp7XCIkaWRcIjpcIjM4NVwiLFwiVG9wXCI6MC4wLFwiTGVmdFwiOjAuMCxcIlJpZ2h0XCI6MC4wLFwiQm90dG9tXCI6MC4wfSxcIlBhZGRpbmdcIjp7XCIkaWRcIjpcIjM4NlwiLFwiVG9wXCI6MC4wLFwiTGVmdFwiOjAuMCxcIlJpZ2h0XCI6MC4wLFwiQm90dG9tXCI6MC4wfSxcIkJhY2tncm91bmRcIjp7XCIkaWRcIjpcIjM4N1wiLFwiQ29sb3JcIjp7XCIkaWRcIjpcIjM4OFwiLFwiQVwiOjE1MyxcIlJcIjowLFwiR1wiOjAsXCJCXCI6MH19LFwiSXNWaXNpYmxlXCI6ZmFsc2UsXCJXaWR0aFwiOjAuMCxcIkhlaWdodFwiOjAuMCxcIkJvcmRlclN0eWxlXCI6e1wiJGlkXCI6XCIzODlcIixcIkxpbmVTdHlsZVwiOntcIiRpZFwiOlwiMzkwXCIsXCJMaW5lQ29sb3JcIjp7XCIkaWRcIjpcIjM5MVwiLFwiQ29sb3JcIjp7XCIkaWRcIjpcIjM5MlwiLFwiQVwiOjI1NSxcIlJcIjoyNTUsXCJHXCI6MCxcIkJcIjowfX0sXCJMaW5lV2VpZ2h0XCI6Mi4wLFwiTGluZVR5cGVcIjowfSxcIklzVmlzaWJsZVwiOmZhbHNlfX19LFwiU2hhcGVTdHlsZVwiOntcIiRpZFwiOlwiMzkzXCIsXCJNYXJnaW5cIjp7XCIkaWRcIjpcIjM5NFwiLFwiVG9wXCI6MC4wLFwiTGVmdFwiOjQuMCxcIlJpZ2h0XCI6NC4wLFwiQm90dG9tXCI6MC4wfSxcIlBhZGRpbmdcIjp7XCIkaWRcIjpcIjM5NVwiLFwiVG9wXCI6MC4wLFwiTGVmdFwiOjAuMCxcIlJpZ2h0XCI6MC4wLFwiQm90dG9tXCI6MC4wfSxcIkJhY2tncm91bmRcIjp7XCIkaWRcIjpcIjM5NlwiLFwiQ29sb3JcIjp7XCIkaWRcIjpcIjM5N1wiLFwiQVwiOjI1NSxcIlJcIjoyNTUsXCJHXCI6MTkyLFwiQlwiOjB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NjgsXCJHXCI6ODQsXCJCXCI6MTA2fX0sXCJIb3Jpem9udGFsQWxpZ25tZW50XCI6MixcIklzVmlzaWJsZVwiOnRydWV9LFwiRGF0ZUZvcm1hdFwiOntcIiRpZFwiOlwiNDE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xMVwiLFwiRm9ybWF0XCI6MCxcIklzVmlzaWJsZVwiOmZhbHNlLFwiTGFzdEtub3duVmlzaWJpbGl0eVN0YXRlXCI6ZmFsc2V9LFwiVmFyaWFuY2VTdHlsZVwiOntcIiRpZFwiOlwiNDEyXCIsXCJWYXJpYW5jZVRleHRTdHlsZVwiOntcIiRpZFwiOlwiNDEzXCIsXCJGb250U2V0dGluZ3NcIjp7XCIkaWRcIjpcIjQxNFwiLFwiRm9udFNpemVcIjoxMCxcIkZvbnROYW1lXCI6XCJDYWxpYnJpXCIsXCJJc0JvbGRcIjpmYWxzZSxcIklzSXRhbGljXCI6ZmFsc2UsXCJJc1VuZGVybGluZWRcIjpmYWxzZX0sXCJGb3JlZ3JvdW5kXCI6e1wiJGlkXCI6XCI0MTVcIixcIkNvbG9yXCI6e1wiJGlkXCI6XCI0MTZcIixcIkFcIjoyNTUsXCJSXCI6MCxcIkdcIjowLFwiQlwiOjB9fSxcIkhvcml6b250YWxBbGlnbm1lbnRcIjowLFwiSXNWaXNpYmxlXCI6dHJ1ZX19fSxcIkRlZmF1bHRTd2ltbGFuZU1vdFN0eWxlXCI6e1wiJGlkXCI6XCI0MTdcIixcIlNoYXBlXCI6MS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3LFwiR1wiOjk2LFwiQlwiOjB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NjgsXCJHXCI6ODQsXCJCXCI6MTA2fX0sXCJIb3Jpem9udGFsQWxpZ25tZW50XCI6MSxcIklzVmlzaWJsZVwiOnRydWV9LFwiRGF0ZUZvcm1hdFwiOntcIiRpZFwiOlwiNDM2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QzN1wiLFwiRm9ybWF0XCI6MCxcIklzVmlzaWJsZVwiOmZhbHNlLFwiTGFzdEtub3duVmlzaWJpbGl0eVN0YXRlXCI6ZmFsc2V9LFwiVmFyaWFuY2VTdHlsZVwiOntcIiRpZFwiOlwiNDM4XCIsXCJWYXJpYW5jZVRleHRTdHlsZVwiOntcIiRpZFwiOlwiNDM5XCIsXCJGb250U2V0dGluZ3NcIjp7XCIkaWRcIjpcIjQ0MFwiLFwiRm9udFNpemVcIjoxMCxcIkZvbnROYW1lXCI6XCJDYWxpYnJpXCIsXCJJc0JvbGRcIjpmYWxzZSxcIklzSXRhbGljXCI6ZmFsc2UsXCJJc1VuZGVybGluZWRcIjpmYWxzZX0sXCJGb3JlZ3JvdW5kXCI6e1wiJGlkXCI6XCI0NDFcIixcIkNvbG9yXCI6e1wiJGlkXCI6XCI0NDJcIixcIkFcIjoyNTUsXCJSXCI6MCxcIkdcIjowLFwiQlwiOjB9fSxcIkhvcml6b250YWxBbGlnbm1lbnRcIjowLFwiSXNWaXNpYmxlXCI6dHJ1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ExMixcIkdcIjoxNzMsXCJCXCI6NzF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y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Y0LFwiR1wiOjY0LFwiQlwiOjY0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xMjcsXCJSXCI6MTEyLFwiR1wiOjE3MyxcIkJcIjo3MX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sXCJTaGFwZVNpemVcIjowLFwiU3BhY2luZ1wiOjUsXCJTaGFwZVN0eWxlXCI6e1wiJGlkXCI6XCI0OTJcIixcIk1hcmdpblwiOntcIiRpZFwiOlwiNDkzXCIsXCJUb3BcIjowLjAsXCJMZWZ0XCI6MC4wLFwiUmlnaHRcIjowLjAsXCJCb3R0b21cIjowLjB9LFwiUGFkZGluZ1wiOntcIiRpZFwiOlwiNDk0XCIsXCJUb3BcIjowLjAsXCJMZWZ0XCI6MC4wLFwiUmlnaHRcIjowLjAsXCJCb3R0b21cIjowLjB9LFwiQmFja2dyb3VuZFwiOntcIiRpZFwiOlwiNDk1XCIsXCJDb2xvclwiOntcIiRpZFwiOlwiNDk2XCIsXCJBXCI6MjU1LFwiUlwiOjExMixcIkdcIjoxNzMsXCJCXCI6NzF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Y4LFwiR1wiOjg0LFwiQlwiOjEwNn19LFwiSG9yaXpvbnRhbEFsaWdubWVudFwiOjAsXCJJc1Zpc2libGVcIjp0cnVlfSxcIkRhdGVGb3JtYXRcIjp7XCIkaWRcIjpcIjUwO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nRydWV9fX0sXCJEZWZhdWx0U3dpbWxhbmVUYXNrU3R5bGVcIjp7XCIkaWRcIjpcIjUxNlwiLFwiU2hhcGVcIjox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IsXCJHXCI6MjMyLFwiQlwiOjIzMn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NjgsXCJHXCI6ODQsXCJCXCI6MTA2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ExMixcIkdcIjoxNzMsXCJCXCI6NzF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NjgsXCJHXCI6ODQsXCJCXCI6MTA2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dHJ1ZX19fSxcIkRlZmF1bHRTd2ltbGFuZU1vdFN0eWxlXCI6e1wiJGlkXCI6XCI1NjNcIixcIlNoYXBlXCI6MSxcIlNoYXBlU2l6ZVwiOjAsXCJEZXRhaWxzU3BhY2luZ1wiOjAuMCxcIlBhZGRpbmdcIjp7XCIkaWRcIjpcIjU2NFwiLFwiVG9wXCI6NS4wLFwiTGVmdFwiOjMuMCxcIlJpZ2h0XCI6MC4wLFwiQm90dG9tXCI6Mi4wfSxcIlBvc2l0aW9uT25UYXNrXCI6MSxcIlNoYXBlU3R5bGVcIjp7XCIkaWRcIjpcIjU2NVwiLFwiTWFyZ2luXCI6e1wiJGlkXCI6XCI1NjZcIixcIlRvcFwiOjAuMCxcIkxlZnRcIjowLjAsXCJSaWdodFwiOjAuMCxcIkJvdHRvbVwiOjAuMH0sXCJQYWRkaW5nXCI6e1wiJGlkXCI6XCI1NjdcIixcIlRvcFwiOjAuMCxcIkxlZnRcIjowLjAsXCJSaWdodFwiOjAuMCxcIkJvdHRvbVwiOjAuMH0sXCJCYWNrZ3JvdW5kXCI6e1wiJGlkXCI6XCI1NjhcIixcIkNvbG9yXCI6e1wiJGlkXCI6XCI1NjlcIixcIkFcIjoyNTUsXCJSXCI6NTYsXCJHXCI6ODYsXCJCXCI6MzV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NjgsXCJHXCI6ODQsXCJCXCI6MTA2fX0sXCJIb3Jpem9udGFsQWxpZ25tZW50XCI6MSxcIklzVmlzaWJsZVwiOnRydWV9LFwiRGF0ZUZvcm1hdFwiOntcIiRpZFwiOlwiNTgy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nRydW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NjUsXCJHXCI6MTY1LFwiQlwiOjE2NX19LFwiSXNWaXNpYmxlXCI6dHJ1ZSxcIldpZHRoXCI6MC4wLFwiSGVpZ2h0XCI6MC4wLFwiQm9yZGVyU3R5bGVcIjp7XCIkaWRcIjpcIjYwMFwiLFwiTGluZVN0eWxlXCI6e1wiJGlkXCI6XCI2MDFcIixcIkxpbmVDb2xvclwiOntcIiRpZFwiOlwiNjAyXCIsXCJDb2xvclwiOntcIiRpZFwiOlwiNjAzXCIsXCJBXCI6MjU1LFwiUlwiOjI1NSxcIkdcIjoyNTUsXCJCXCI6MjU1fX0sXCJMaW5lV2VpZ2h0XCI6MC4wLFwiTGluZVR5cGVcIjowfSxcIklzVmlzaWJsZVwiOmZhbHNlfX19LFwiQmFja2dyb3VuZFN0eWxlXCI6e1wiJGlkXCI6XCI2MDRcIixcIk1hcmdpblwiOntcIiRpZFwiOlwiNjA1XCIsXCJUb3BcIjowLjAsXCJMZWZ0XCI6MC4wLFwiUmlnaHRcIjowLjAsXCJCb3R0b21cIjowLjB9LFwiUGFkZGluZ1wiOntcIiRpZFwiOlwiNjA2XCIsXCJUb3BcIjowLjAsXCJMZWZ0XCI6MC4wLFwiUmlnaHRcIjowLjAsXCJCb3R0b21cIjowLjB9LFwiQmFja2dyb3VuZFwiOntcIiRpZFwiOlwiNjA3XCIsXCJDb2xvclwiOntcIiRpZFwiOlwiNjA4XCIsXCJBXCI6NTEsXCJSXCI6MjAwLFwiR1wiOjIwMCxcIkJcIjoyMDB9fSxcIklzVmlzaWJsZVwiOnRydWUsXCJXaWR0aFwiOjAuMCxcIkhlaWdodFwiOjAuMCxcIkJvcmRlclN0eWxlXCI6e1wiJGlkXCI6XCI2MDlcIixcIkxpbmVTdHlsZVwiOntcIiRpZFwiOlwiNjEwXCIsXCJMaW5lQ29sb3JcIjp7XCIkaWRcIjpcIjYxMVwiLFwiQ29sb3JcIjp7XCIkaWRcIjpcIjYxMlwiLFwiQVwiOjI1NSxcIlJcIjoyMzQsXCJHXCI6MjIsXCJCXCI6MzB9fSxcIkxpbmVXZWlnaHRcIjoyLjAsXCJMaW5lVHlwZVwiOjB9LFwiSXNWaXNpYmxlXCI6ZmFsc2V9fSxcIklzQWJvdmVUaW1lYmFuZFwiOmZhbHNlLFwiU3BhY2luZ1wiOjIsXCJEZWZhdWx0U3dpbWxhbmVBY3Rpdml0eVN0eWxlXCI6e1wiJGlkXCI6XCI2MTNcIixcIkhlYWRlclN0eWxlXCI6e1wiJGlkXCI6XCI2MTRcIixcIlRleHRTdHlsZVwiOntcIiRpZFwiOlwiNjE1XCIsXCJGb250U2V0dGluZ3NcIjp7XCIkaWRcIjpcIjYxNlwiLFwiRm9udFNpemVcIjoxMSxcIkZvbnROYW1lXCI6XCJDYWxpYnJpXCIsXCJJc0JvbGRcIjpmYWxzZSxcIklzSXRhbGljXCI6ZmFsc2UsXCJJc1VuZGVybGluZWRcIjpmYWxzZX0sXCJGb3JlZ3JvdW5kXCI6e1wiJGlkXCI6XCI2MTdcIixcIkNvbG9yXCI6e1wiJGlkXCI6XCI2MThcIixcIkFcIjoyNTUsXCJSXCI6NjQsXCJHXCI6NjQsXCJCXCI6NjR9fSxcIkhvcml6b250YWxBbGlnbm1lbnRcIjowLFwiSXNWaXNpYmxlXCI6dHJ1ZX0sXCJSZWN0YW5nbGVTdHlsZVwiOntcIiRpZFwiOlwiNjE5XCIsXCJNYXJnaW5cIjp7XCIkaWRcIjpcIjYyMFwiLFwiVG9wXCI6MC4wLFwiTGVmdFwiOjAuMCxcIlJpZ2h0XCI6MC4wLFwiQm90dG9tXCI6MC4wfSxcIlBhZGRpbmdcIjp7XCIkaWRcIjpcIjYyMVwiLFwiVG9wXCI6MC4wLFwiTGVmdFwiOjAuMCxcIlJpZ2h0XCI6MC4wLFwiQm90dG9tXCI6MC4wfSxcIkJhY2tncm91bmRcIjp7XCIkaWRcIjpcIjYyMlwiLFwiQ29sb3JcIjp7XCIkaWRcIjpcIjYyM1wiLFwiQVwiOjEyNyxcIlJcIjoxNjUsXCJHXCI6MTY1LFwiQlwiOjE2NX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Y1LFwiR1wiOjE2NSxcIkJcIjoxNjV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Y4LFwiR1wiOjg0LFwiQlwiOjEwNn19LFwiSG9yaXpvbnRhbEFsaWdubWVudFwiOjAsXCJJc1Zpc2libGVcIjp0cnVlfSxcIkRhdGVGb3JtYXRcIjp7XCIkaWRcIjpcIjY1N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2NTZcIixcIkZvcm1hdFwiOjAsXCJJc1Zpc2libGVcIjpmYWxzZSxcIkxhc3RLbm93blZpc2liaWxpdHlTdGF0ZVwiOmZhbHNlfSxcIlZhcmlhbmNlU3R5bGVcIjp7XCIkaWRcIjpcIjY1N1wiLFwiVmFyaWFuY2VUZXh0U3R5bGVcIjp7XCIkaWRcIjpcIjY1OFwiLFwiRm9udFNldHRpbmdzXCI6e1wiJGlkXCI6XCI2NTlcIixcIkZvbnRTaXplXCI6MTAsXCJGb250TmFtZVwiOlwiQ2FsaWJyaVwiLFwiSXNCb2xkXCI6ZmFsc2UsXCJJc0l0YWxpY1wiOmZhbHNlLFwiSXNVbmRlcmxpbmVkXCI6ZmFsc2V9LFwiRm9yZWdyb3VuZFwiOntcIiRpZFwiOlwiNjYwXCIsXCJDb2xvclwiOntcIiRpZFwiOlwiNjYxXCIsXCJBXCI6MjU1LFwiUlwiOjAsXCJHXCI6MCxcIkJcIjowfX0sXCJIb3Jpem9udGFsQWxpZ25tZW50XCI6MCxcIklzVmlzaWJsZVwiOnRydWV9fX0sXCJEZWZhdWx0U3dpbWxhbmVUYXNrU3R5bGVcIjp7XCIkaWRcIjpcIjY2MlwiLFwiU2hhcGVcIjoxLFwiU2hhcGVUaGlja25lc3NcIjowLFwiRHVyYXRpb25Gb3JtYXRcIjow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yMzIsXCJHXCI6MjMyLFwiQlwiOjIzMn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xMCxcIkZvbnROYW1lXCI6XCJDYWxpYnJpXCIsXCJJc0JvbGRcIjpmYWxzZSxcIklzSXRhbGljXCI6ZmFsc2UsXCJJc1VuZGVybGluZWRcIjpmYWxzZX0sXCJGb3JlZ3JvdW5kXCI6e1wiJGlkXCI6XCI2NzJcIixcIkNvbG9yXCI6e1wiJGlkXCI6XCI2NzNcIixcIkFcIjoyNTUsXCJSXCI6NjgsXCJHXCI6ODQsXCJCXCI6MTA2fX0sXCJIb3Jpem9udGFsQWxpZ25tZW50XCI6MCxcIklzVmlzaWJsZVwiOmZhbHNlfSxcIk1hcmdpblwiOntcIiRpZFwiOlwiNjc0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2NSxcIkdcIjoxNjUsXCJCXCI6MTY1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Y4LFwiR1wiOjg0LFwiQlwiOjEwNn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U3LFwiR1wiOjU3LFwiQlwiOjU3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NjgsXCJHXCI6ODQsXCJCXCI6MTA2fX0sXCJIb3Jpem9udGFsQWxpZ25tZW50XCI6MSxcIklzVmlzaWJsZVwiOnRydWV9LFwiRGF0ZUZvcm1hdFwiOntcIiRpZFwiOlwiNzI4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jUsXCJSXCI6NjgsXCJHXCI6ODQsXCJCXCI6MTA2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2OCxcIkdcIjo4NCxcIkJcIjoxMDZ9fSxcIkxpbmVXZWlnaHRcIjoxLjAsXCJMaW5lVHlwZVwiOjB9LFwiRW5kQXJyb3doZWFkTGluZVN0eWxlXCI6e1wiJGlkXCI6XCI3NDdcIixcIktpbmRcIjoxLFwiV2lkdGhcIjoxLFwiTGVuZ3RoXCI6MH0sXCJCcmluZ1RvRnJvbnRcIjp0cnVlLFwiUmFkaXVzXCI6My4wfSxcIkNyaXRpY2FsUGF0aFN0eWxlXCI6e1wiJGlkXCI6XCI3NDhcIixcIkNyaXRpY2FsUGF0aFN0eWxlT3B0aW9uc1wiOjMwLFwiTGluZVN0eWxlXCI6e1wiJGlkXCI6XCI3NDlcIixcIkxpbmVDb2xvclwiOntcIiRpZFwiOlwiNzUwXCIsXCJDb2xvclwiOntcIiRpZFwiOlwiNzUxXCIsXCJBXCI6MjU1LFwiUlwiOjIyMixcIkdcIjo1MCxcIkJcIjo1MH19LFwiTGluZVdlaWdodFwiOjEuMCxcIkxpbmVUeXBlXCI6MH0sXCJUaXRsZUZvcmVncm91bmRcIjp7XCIkaWRcIjpcIjc1MlwiLFwiQ29sb3JcIjp7XCIkaWRcIjpcIjc1M1wiLFwiQVwiOjI1NSxcIlJcIjoxNzYsXCJHXCI6MTksXCJCXCI6MjV9fSxcIlNoYXBlc0JhY2tncm91bmRcIjp7XCIkaWRcIjpcIjc1NFwiLFwiQ29sb3JcIjp7XCIkaWRcIjpcIjc1NVwiLFwiQVwiOjI1NSxcIlJcIjoyNTMsXCJHXCI6MjAzLFwiQlwiOjIwOH19LFwiU2hhcGVzQm9yZGVyU3R5bGVcIjp7XCIkaWRcIjpcIjc1NlwiLFwiTGluZUNvbG9yXCI6e1wiJGlkXCI6XCI3NTdcIixcIkNvbG9yXCI6e1wiJGlkXCI6XCI3NThcIixcIkFcIjoyNTUsXCJSXCI6MjM0LFwiR1wiOjIyLFwiQlwiOjMwfX0sXCJMaW5lV2VpZ2h0XCI6Mi4wLFwiTGluZVR5cGVcIjowfX0sXCJQYW5lbHNTcGFjaW5nRGVmaW5pdGlvblwiOntcIiRpZFwiOlwiNzU5XCIsXCJTcGFjaW5nQWJvdmVUaW1lYmFuZFwiOjMsXCJTcGFjaW5nQmVsb3dUaW1lYmFuZFwiOjMsXCJTcGFjaW5nQWJvdmVCZXR3ZWVuU3dpbWxhbmVzQW5kVGFza3NcIjo1LFwiU3BhY2luZ0JlbG93QmV0d2VlblN3aW1sYW5lc0FuZFRhc2tzXCI6NX0sXCJDb25kaXRpb25hbEZvcm1hdHRpbmdcIjp7XCIkaWRcIjpcIjc2MFwiLFwiUHZBRm9ybWF0dGluZ1wiOntcIiRpZFwiOlwiNzYxXCIsXCJEZWxheVRhc2tTdHlsZVwiOntcIiRpZFwiOlwiNzYyXCIsXCJTdHlsZU9wdGlvbnNcIjoyNCxcIlRpdGxlRm9yZWdyb3VuZFwiOntcIiRpZFwiOlwiNzYzXCIsXCJDb2xvclwiOntcIiRpZFwiOlwiNzY0XCIsXCJBXCI6MjU1LFwiUlwiOjE3NSxcIkdcIjowLFwiQlwiOjB9fSxcIkFjdHVhbFNoYXBlc0JhY2tncm91bmRcIjp7XCIkaWRcIjpcIjc2NVwiLFwiQ29sb3JcIjp7XCIkaWRcIjpcIjc2NlwiLFwiQVwiOjYyLFwiUlwiOjI1NSxcIkdcIjowLFwiQlwiOjB9fSxcIkFjdHVhbFNoYXBlc0JvcmRlclN0eWxlXCI6e1wiJGlkXCI6XCI3NjdcIixcIkxpbmVDb2xvclwiOntcIiRpZFwiOlwiNzY4XCIsXCJDb2xvclwiOntcIiRpZFwiOlwiNzY5XCIsXCJBXCI6MTYzLFwiUlwiOjI1NSxcIkdcIjowLFwiQlwiOjB9fSxcIkxpbmVXZWlnaHRcIjozLjAsXCJMaW5lVHlwZVwiOjB9LFwiQmFzZWxpbmVTaGFwZXNCYWNrZ3JvdW5kXCI6e1wiJGlkXCI6XCI3NzBcIixcIkNvbG9yXCI6e1wiJGlkXCI6XCI3NzFcIixcIkFcIjoxODQsXCJSXCI6MjU1LFwiR1wiOjAsXCJCXCI6MH19LFwiVmFyaWFuY2VGb3JlZ3JvdW5kXCI6e1wiJGlkXCI6XCI3NzJcIixcIkNvbG9yXCI6e1wiJGlkXCI6XCI3NzNcIixcIkFcIjoyNTUsXCJSXCI6MTc1LFwiR1wiOjAsXCJCXCI6MH19fSxcIkRlbGF5TWlsZXN0b25lU3R5bGVcIjp7XCIkaWRcIjpcIjc3NFwiLFwiU3R5bGVPcHRpb25zXCI6MTgsXCJUaXRsZUZvcmVncm91bmRcIjp7XCIkaWRcIjpcIjc3NVwiLFwiQ29sb3JcIjp7XCIkaWRcIjpcIjc3NlwiLFwiQVwiOjI1NSxcIlJcIjoxNzUsXCJHXCI6MCxcIkJcIjowfX0sXCJBY3R1YWxTaGFwZXNCYWNrZ3JvdW5kXCI6e1wiJGlkXCI6XCI3NzdcIixcIkNvbG9yXCI6e1wiJGlkXCI6XCI3NzhcIixcIkFcIjoyNTUsXCJSXCI6MjIyLFwiR1wiOjgwLFwiQlwiOjUwfX0sXCJBY3R1YWxTaGFwZXNCb3JkZXJTdHlsZVwiOntcIiRpZFwiOlwiNzc5XCIsXCJMaW5lQ29sb3JcIjp7XCIkaWRcIjpcIjc4MFwiLFwiQ29sb3JcIjp7XCIkaWRcIjpcIjc4MVwiLFwiQVwiOjE2MyxcIlJcIjoyNTUsXCJHXCI6MCxcIkJcIjowfX0sXCJMaW5lV2VpZ2h0XCI6My4wLFwiTGluZVR5cGVcIjowfSxcIkJhc2VsaW5lU2hhcGVzQmFja2dyb3VuZFwiOntcIiRpZFwiOlwiNzgyXCIsXCJDb2xvclwiOntcIiRpZFwiOlwiNzgzXCIsXCJBXCI6MTg0LFwiUlwiOjI1NSxcIkdcIjowLFwiQlwiOjB9fSxcIlZhcmlhbmNlRm9yZWdyb3VuZFwiOntcIiRpZFwiOlwiNzg0XCIsXCJDb2xvclwiOntcIiRpZFwiOlwiNzg1XCIsXCJBXCI6MjU1LFwiUlwiOjE3NSxcIkdcIjowLFwiQlwiOjB9fX0sXCJBZHZhbmNlVGFza1N0eWxlXCI6e1wiJGlkXCI6XCI3ODZcIixcIlN0eWxlT3B0aW9uc1wiOjI0LFwiVGl0bGVGb3JlZ3JvdW5kXCI6e1wiJGlkXCI6XCI3ODdcIixcIkNvbG9yXCI6e1wiJGlkXCI6XCI3ODhcIixcIkFcIjoyNTUsXCJSXCI6MCxcIkdcIjoxMTAsXCJCXCI6MH19LFwiQWN0dWFsU2hhcGVzQmFja2dyb3VuZFwiOntcIiRpZFwiOlwiNzg5XCIsXCJDb2xvclwiOntcIiRpZFwiOlwiNzkwXCIsXCJBXCI6NjEsXCJSXCI6MCxcIkdcIjoxMjgsXCJCXCI6MH19LFwiQWN0dWFsU2hhcGVzQm9yZGVyU3R5bGVcIjp7XCIkaWRcIjpcIjc5MVwiLFwiTGluZUNvbG9yXCI6e1wiJGlkXCI6XCI3OTJcIixcIkNvbG9yXCI6e1wiJGlkXCI6XCI3OTNcIixcIkFcIjoxNjMsXCJSXCI6MCxcIkdcIjoxMjgsXCJCXCI6MH19LFwiTGluZVdlaWdodFwiOjMuMCxcIkxpbmVUeXBlXCI6MH0sXCJCYXNlbGluZVNoYXBlc0JhY2tncm91bmRcIjp7XCIkaWRcIjpcIjc5NFwiLFwiQ29sb3JcIjp7XCIkaWRcIjpcIjc5NVwiLFwiQVwiOjE4NCxcIlJcIjowLFwiR1wiOjEyOCxcIkJcIjowfX0sXCJWYXJpYW5jZUZvcmVncm91bmRcIjp7XCIkaWRcIjpcIjc5NlwiLFwiQ29sb3JcIjp7XCIkaWRcIjpcIjc5N1wiLFwiQVwiOjI1NSxcIlJcIjowLFwiR1wiOjExMCxcIkJcIjowfX19LFwiQWR2YW5jZU1pbGVzdG9uZVN0eWxlXCI6e1wiJGlkXCI6XCI3OThcIixcIlN0eWxlT3B0aW9uc1wiOjE4LFwiVGl0bGVGb3JlZ3JvdW5kXCI6e1wiJGlkXCI6XCI3OTlcIixcIkNvbG9yXCI6e1wiJGlkXCI6XCI4MDBcIixcIkFcIjoyNTUsXCJSXCI6MCxcIkdcIjoxMTAsXCJCXCI6MH19LFwiQWN0dWFsU2hhcGVzQmFja2dyb3VuZFwiOntcIiRpZFwiOlwiODAxXCIsXCJDb2xvclwiOntcIiRpZFwiOlwiODAyXCIsXCJBXCI6MjU1LFwiUlwiOjIwLFwiR1wiOjEwMCxcIkJcIjowfX0sXCJBY3R1YWxTaGFwZXNCb3JkZXJTdHlsZVwiOntcIiRpZFwiOlwiODAzXCIsXCJMaW5lQ29sb3JcIjp7XCIkaWRcIjpcIjgwNFwiLFwiQ29sb3JcIjp7XCIkaWRcIjpcIjgwNVwiLFwiQVwiOjE2MyxcIlJcIjowLFwiR1wiOjEyOCxcIkJcIjowfX0sXCJMaW5lV2VpZ2h0XCI6My4wLFwiTGluZVR5cGVcIjowfSxcIkJhc2VsaW5lU2hhcGVzQmFja2dyb3VuZFwiOntcIiRpZFwiOlwiODA2XCIsXCJDb2xvclwiOntcIiRpZFwiOlwiODA3XCIsXCJBXCI6MTg0LFwiUlwiOjAsXCJHXCI6MTI4LFwiQlwiOjB9fSxcIlZhcmlhbmNlRm9yZWdyb3VuZFwiOntcIiRpZFwiOlwiODA4XCIsXCJDb2xvclwiOntcIiRpZFwiOlwiODA5XCIsXCJBXCI6MjU1LFwiUlwiOjAsXCJHXCI6MTEwLFwiQlwiOjB9fX19fSxcIl9zZWxlY3RlZFRoZW1lUHJlc2V0Q29sb3JzXCI6e1wiJGlkXCI6XCI4MTBcIixcIlRleHRMaWdodFwiOntcIiRpZFwiOlwiODExXCIsXCJBXCI6MjU1LFwiUlwiOjI1NSxcIkdcIjoyNTUsXCJCXCI6MjU1fSxcIlRleHREYXJrXCI6e1wiJGlkXCI6XCI4MTJcIixcIkFcIjoyNTUsXCJSXCI6MCxcIkdcIjowLFwiQlwiOjB9LFwiQWNjZW50MVwiOntcIiRpZFwiOlwiODEzXCIsXCJBXCI6MjU1LFwiUlwiOjIzMSxcIkdcIjoyMzAsXCJCXCI6MjMwfSxcIkFjY2VudDJcIjp7XCIkaWRcIjpcIjgxNFwiLFwiQVwiOjI1NSxcIlJcIjo2OCxcIkdcIjo4NCxcIkJcIjoxMDZ9LFwiQWNjZW50M1wiOntcIiRpZFwiOlwiODE1XCIsXCJBXCI6MjU1LFwiUlwiOjY4LFwiR1wiOjExNCxcIkJcIjoxOTZ9LFwiQWNjZW50NFwiOntcIiRpZFwiOlwiODE2XCIsXCJBXCI6MjU1LFwiUlwiOjI1NSxcIkdcIjoxOTIsXCJCXCI6MH0sXCJBY2NlbnQ1XCI6e1wiJGlkXCI6XCI4MTdcIixcIkFcIjoyNTUsXCJSXCI6MTEyLFwiR1wiOjE3MyxcIkJcIjo3MX0sXCJBY2NlbnQ2XCI6e1wiJGlkXCI6XCI4MThcIixcIkFcIjoyNTUsXCJSXCI6MTY1LFwiR1wiOjE2NSxcIkJcIjoxNjV9LFwiQWNjZW50N1wiOntcIiRpZFwiOlwiODE5XCIsXCJBXCI6MjU1LFwiUlwiOjkxLFwiR1wiOjE1NSxcIkJcIjoyMTN9LFwiQWNjZW50OFwiOntcIiRpZFwiOlwiODIwXCIsXCJBXCI6MjU1LFwiUlwiOjIzNyxcIkdcIjoxMjUsXCJCXCI6NDl9fSxcIl9jdXN0b21QcmVzZXRDb2xvcnNcIjp7XCIkaWRcIjpcIjgyMVwiLFwiVGV4dExpZ2h0XCI6e1wiJGlkXCI6XCI4MjJcIixcIkFcIjoyNTUsXCJSXCI6MjU1LFwiR1wiOjI1NSxcIkJcIjoyNTV9LFwiVGV4dERhcmtcIjp7XCIkaWRcIjpcIjgyM1wiLFwiQVwiOjI1NSxcIlJcIjowLFwiR1wiOjAsXCJCXCI6MH0sXCJBY2NlbnQxXCI6e1wiJGlkXCI6XCI4MjRcIixcIkFcIjoyNTUsXCJSXCI6MjMxLFwiR1wiOjIzMCxcIkJcIjoyMzB9LFwiQWNjZW50MlwiOntcIiRpZFwiOlwiODI1XCIsXCJBXCI6MjU1LFwiUlwiOjY4LFwiR1wiOjg0LFwiQlwiOjEwNn0sXCJBY2NlbnQzXCI6e1wiJGlkXCI6XCI4MjZcIixcIkFcIjoyNTUsXCJSXCI6NjgsXCJHXCI6MTE0LFwiQlwiOjE5Nn0sXCJBY2NlbnQ0XCI6e1wiJGlkXCI6XCI4MjdcIixcIkFcIjoyNTUsXCJSXCI6MjU1LFwiR1wiOjE5MixcIkJcIjowfSxcIkFjY2VudDVcIjp7XCIkaWRcIjpcIjgyOFwiLFwiQVwiOjI1NSxcIlJcIjoxMTIsXCJHXCI6MTczLFwiQlwiOjcxfSxcIkFjY2VudDZcIjp7XCIkaWRcIjpcIjgyOVwiLFwiQVwiOjI1NSxcIlJcIjoxNjUsXCJHXCI6MTY1LFwiQlwiOjE2NX0sXCJBY2NlbnQ3XCI6e1wiJGlkXCI6XCI4MzBcIixcIkFcIjoyNTUsXCJSXCI6OTEsXCJHXCI6MTU1LFwiQlwiOjIxM30sXCJBY2NlbnQ4XCI6e1wiJGlkXCI6XCI4MzFcIixcIkFcIjoyNTUsXCJSXCI6MjM3LFwiR1wiOjEyNSxcIkJcIjo0OX19fX0iLCJSZWNlbnRDb2xvcnNDb2xsZWN0aW9uIjoiW1wiI0ZGODE5NTVCXCIsXCIjRkY4RDYzNzRcIixcIiNGRjYxODE5N1wiLFwiI0ZGNkY2Rjc0XCIsXCIjRkY5ODdENUFcIl0ifSwiU2V0dGluZ3MiOnsiJGlkIjoiNTAxMiIsIkltcGFPcHRpb25zIjp7IiRpZCI6IjUwMTM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1MDE0IiwiVXNlVGltZSI6ZmFsc2UsIldvcmtEYXlTdGFydCI6IjAwOjAwOjAwIiwiV29ya0RheUVuZCI6IjIzOjU5OjAwIn0sIkxhc3RVc2VkVGVtcGxhdGVJZCI6ImI2ZTU0Yjg4LTdkYzUtNDJkOC04Yzk4LThlODgxNTIzNTcwMiIsIkxhc3RVc2VkVGhlbWVEZXRhaWxzIjp7IiRpZCI6IjUwMTUiLCJJZCI6ImY5NWFhYjExLTE2YmEtNGQ5YS1iMjhlLTAwZjlkNDZmNzRhNCIsIlRpdGxlIjoiRnJhbWV3b3JrIiwiQ2F0ZWdvcnkiOjF9LCJGaXJzdFdlZWtPZlllYXIiOjAsIlBsYWNlTWlsZXN0b25lQXRUaGVCZWdpbm5pbmdPZlRoZURheSI6ZmFsc2UsIkRlcGVuZGVuY3lTY2hlZHVsaW5nU2V0dGluZ3MiOnsiJGlkIjoiNTAxNi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dHJ1ZSwiUGxhbm5lZE1vZHVsZUVuYWJsZWQiOmZhbHNlLCJPbGRGaXhlZEludGVydmFsc1JlbmRlcmluZ1N0cmF0ZWd5VXNlZEJlZm9yZSI6ZmFsc2UsIkRlcGVuZGVuY2llcyI6eyJfZGVwZW5kZW5jaWVzIjpbXX19"/>
  <p:tag name="__MASTER" val="__part_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Hid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Hid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0LTAxVDAwOjAwOjAwWiIsIkVuZERhdGUiOiIyMDI2LTA1LTE1VDIzOjU5OjAwWiIsIlBlcmNlbnRhZ2VDb21wbGV0ZSI6bnVsbCwiU3R5bGUiOnsiJGlkIjoiNyIsIlNoYXBlIjox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SIsIlRvcCI6MC4wLCJMZWZ0IjowLjAsIlJpZ2h0IjowLjAsIkJvdHRvbSI6MC4wfSwiUGFkZGluZyI6eyIkaWQiOiIyMiIsIlRvcCI6MC4wLCJMZWZ0IjowLjAsIlJpZ2h0IjowLjAsIkJvdHRvbSI6MC4wfSwiQmFja2dyb3VuZCI6eyIkaWQiOiIyMyIsIkNvbG9yIjp7IiRpZCI6IjI0IiwiQSI6MjU1LCJSIjo2OCwiRyI6ODQsIkIiOjEwNn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CwiRyI6MCwiQiI6MH19LCJMaW5lV2VpZ2h0IjowLjAsIkxpbmVUeXBlIjowLCJQYXJlbnRTdHlsZSI6bnVsbH0sIlZlcnRpY2FsQ29ubmVjdG9yU3R5bGUiOnsiJGlkIjoiMjkiLCJMaW5lQ29sb3IiOnsiJGlkIjoiMzAiLCIkdHlwZSI6Ik5MUkUuQ29tbW9uLkRvbS5Tb2xpZENvbG9yQnJ1c2gsIE5MUkUuQ29tbW9uIiwiQ29sb3IiOnsiJGlkIjoiM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yIiwiU2hhcGVTdHlsZSI6eyIkaWQiOiIzMyIsIk1hcmdpbiI6eyIkaWQiOiIzNCIsIlRvcCI6MC4wLCJMZWZ0IjowLjAsIlJpZ2h0IjowLjAsIkJvdHRvbSI6MC4wfSwiUGFkZGluZyI6eyIkaWQiOiIzNSIsIlRvcCI6MC4wLCJMZWZ0IjowLjAsIlJpZ2h0IjowLjAsIkJvdHRvbSI6MC4wfSwiQmFja2dyb3VuZCI6eyIkaWQiOiIzNiIsIkNvbG9yIjp7IiRpZCI6IjM3IiwiQSI6MTUzLCJSIjowLCJHIjowLCJCIjowfX0sIklzVmlzaWJsZSI6dHJ1ZSwiV2lkdGgiOjAuMCwiSGVpZ2h0IjowLjAsIkJvcmRlclN0eWxlIjpudWxsLCJQYXJlbnRTdHlsZSI6bnVsbH0sIk1hcmdpbiI6eyIkaWQiOiIzOCIsIlRvcCI6MC4wLCJMZWZ0IjowLjAsIlJpZ2h0IjowLjAsIkJvdHRvbSI6MC4wfSwiUGFkZGluZyI6eyIkaWQiOiIzOSIsIlRvcCI6MC4wLCJMZWZ0IjowLjAsIlJpZ2h0IjowLjAsIkJvdHRvbSI6MC4wfSwiQmFja2dyb3VuZCI6bnVsbCwiSXNWaXNpYmxlIjp0cnVlLCJXaWR0aCI6MC4wLCJIZWlnaHQiOjAuMCwiQm9yZGVyU3R5bGUiOm51bGwsIlBhcmVudFN0eWxlIjpudWxsfSwiU2hhcGVTdHlsZSI6eyIkaWQiOiI0MCIsIk1hcmdpbiI6eyIkaWQiOiI0MSIsIlRvcCI6MC4wLCJMZWZ0Ijo0LjAsIlJpZ2h0Ijo0LjAsIkJvdHRvbSI6MC4wfSwiUGFkZGluZyI6eyIkaWQiOiI0MiIsIlRvcCI6MC4wLCJMZWZ0IjowLjAsIlJpZ2h0IjowLjAsIkJvdHRvbSI6MC4wfSwiQmFja2dyb3VuZCI6eyIkaWQiOiI0MyIsIkNvbG9yIjp7IiRpZCI6IjQ0IiwiQSI6MjU1LCJSIjo2OCwiRyI6MTE0LCJCIjoxOTZ9fSwiSXNWaXNpYmxlIjp0cnVlLCJXaWR0aCI6MC4wLCJIZWlnaHQiOjEwLjAsIkJvcmRlclN0eWxlIjp7IiRpZCI6IjQ1IiwiTGluZUNvbG9yIjp7IiRpZCI6IjQ2IiwiJHR5cGUiOiJOTFJFLkNvbW1vbi5Eb20uU29saWRDb2xvckJydXNoLCBOTFJFLkNvbW1vbiIsIkNvbG9yIjp7IiRpZCI6IjQ3IiwiQSI6MjU1LCJSIjoyMzQsIkciOjIyLCJCIjozMH19LCJMaW5lV2VpZ2h0IjowLjAsIkxpbmVUeXBlIjowLCJQYXJlbnRTdHlsZSI6bnVsbH0sIlBhcmVudFN0eWxlIjpudWxsfSwiVGl0bGVTdHlsZSI6eyIkaWQiOiI0OCIsIkZvbnRTZXR0aW5ncyI6eyIkaWQiOiI0OSIsIkZvbnRTaXplIjoxMSwiRm9udE5hbWUiOiJUaXRpbGxpdW0gV2ViIiwiSXNCb2xkIjpmYWxzZSwiSXNJdGFsaWMiOmZhbHNlLCJJc1VuZGVybGluZWQiOmZhbHNlLCJQYXJlbnRTdHlsZSI6bnVsbH0sIkF1dG9TaXplIjowLCJGb3JlZ3JvdW5kIjp7IiRpZCI6IjUwIiwiQ29sb3IiOnsiJGlkIjoiNTE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AsIlIiOjI1NSwiRyI6MjU1LCJCIjoyNTV9fSwiSXNWaXNpYmxlIjp0cnVlLCJXaWR0aCI6MC4wLCJIZWlnaHQiOjAuMCwiQm9yZGVyU3R5bGUiOnsiJGlkIjoiNTYiLCJMaW5lQ29sb3IiOm51bGwsIkxpbmVXZWlnaHQiOjAuMCwiTGluZVR5cGUiOjAsIlBhcmVudFN0eWxlIjpudWxsfSwiUGFyZW50U3R5bGUiOm51bGx9LCJEYXRlU3R5bGUiOnsiJGlkIjoiNTciLCJGb250U2V0dGluZ3MiOnsiJGlkIjoiNTgiLCJGb250U2l6ZSI6MTAsIkZvbnROYW1lIjoiVGl0aWxsaXVtIFdlYiIsIklzQm9sZCI6ZmFsc2UsIklzSXRhbGljIjpmYWxzZSwiSXNVbmRlcmxpbmVkIjpmYWxzZSwiUGFyZW50U3R5bGUiOm51bGx9LCJBdXRvU2l6ZSI6MCwiRm9yZWdyb3VuZCI6eyIkaWQiOiI1OSIsIkNvbG9yIjp7IiRpZCI6IjYw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pZCI6IjYxIiwiVG9wIjowLjAsIkxlZnQiOjAuMCwiUmlnaHQiOjAuMCwiQm90dG9tIjowLjB9LCJQYWRkaW5nIjp7IiRpZCI6IjYyIiwiVG9wIjowLjAsIkxlZnQiOjAuMCwiUmlnaHQiOjAuMCwiQm90dG9tIjowLjB9LCJCYWNrZ3JvdW5kIjp7IiRpZCI6IjYzIiwiQ29sb3IiOnsiJGlkIjoiNjQiLCJBIjowLCJSIjoyNTUsIkciOjI1NSwiQiI6MjU1fX0sIklzVmlzaWJsZSI6dHJ1ZSwiV2lkdGgiOjAuMCwiSGVpZ2h0IjowLjAsIkJvcmRlclN0eWxlIjp7IiRpZCI6IjY1IiwiTGluZUNvbG9yIjpudWxsLCJMaW5lV2VpZ2h0IjowLjAsIkxpbmVUeXBlIjowLCJQYXJlbnRTdHlsZSI6bnVsbH0sIlBhcmVudFN0eWxlIjpudWxsfSwiRGF0ZUZvcm1hdCI6eyIkaWQiOiI2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yIsIkZvcm1hdCI6MCwiSXNWaXNpYmxlIjpmYWxzZSwiTGFzdEtub3duVmlzaWJpbGl0eVN0YXRlIjpmYWxzZX0sIklzVmlzaWJsZSI6dHJ1ZSwiVmFyaWFuY2VTdHlsZSI6eyIkaWQiOiI2OCIsIlRleHRTdHlsZSI6eyIkaWQiOiI2OSIsIkZvbnRTZXR0aW5ncyI6eyIkaWQiOiI3MCIsIkZvbnRTaXplIjoxMCwiRm9udE5hbWUiOiJDYWxpYnJpIiwiSXNCb2xkIjpmYWxzZSwiSXNJdGFsaWMiOmZhbHNlLCJJc1VuZGVybGluZWQiOmZhbHNlLCJQYXJlbnRTdHlsZSI6bnVsbH0sIkF1dG9TaXplIjowLCJGb3JlZ3JvdW5kIjp7IiRpZCI6IjcxIiwiQ29sb3IiOnsiJGlkIjoiN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MiLCJUb3AiOjAuMCwiTGVmdCI6MC4wLCJSaWdodCI6MC4wLCJCb3R0b20iOjAuMH0sIlBhZGRpbmciOnsiJGlkIjoiNzQiLCJUb3AiOjAuMCwiTGVmdCI6MC4wLCJSaWdodCI6MC4wLCJCb3R0b20iOjAuMH0sIkJhY2tncm91bmQiOnsiJGlkIjoiNzUiLCJDb2xvciI6eyIkaWQiOiI3NiIsIkEiOjI1NSwiUiI6MCwiRyI6MCwiQiI6MH19LCJJc1Zpc2libGUiOnRydWUsIldpZHRoIjowLjAsIkhlaWdodCI6MC4wLCJCb3JkZXJTdHlsZSI6bnVsbCwiUGFyZW50U3R5bGUiOm51bGx9LCJQYXJlbnRTdHlsZSI6bnVsbH0sIlBhcmVudFN0eWxlIjpudWxsfSwiSW5kZXgiOjEsIlNtYXJ0RHVyYXRpb25BY3RpdmF0ZWQiOmZhbHNlLCJEYXRlRm9ybWF0Ijp7IiRyZWYiOiI2NiJ9LCJXZWVrTnVtYmVyaW5nIjp7IiRpZCI6Ijc3IiwiRm9ybWF0IjowLCJJc1Zpc2libGUiOmZhbHNlLCJMYXN0S25vd25WaXNpYmlsaXR5U3RhdGUiOmZhbHNlfSwiQmFzZWxpbmVEYXRhIjp7IiRpZCI6Ijc4IiwiU3RhcnREYXRlIjoiMjAyNi0wNC0wMVQwMDowMDowMCIsIkVuZERhdGUiOiIyMDI2LTA1LTE1VDIzOjU5OjAwIn0sIklkIjoiMWMyOGQyYmMtMTRjNS00YWRhLTk3YTAtMDVhMmFlY2Y0NjE4IiwiSW1wb3J0SWQiOm51bGwsIlRpdGxlIjoiVmlzacOzbiIsIk5vdGUiOm51bGwsIkh5cGVybGluayI6eyIkaWQiOiI3OSIsIkFkZHJlc3MiOiIiLCJTdWJBZGRyZXNzIjoiIn0sIklzQ2hhbmdlZCI6ZmFsc2UsIklzTmV3IjpmYWxzZX19XSwiX21pbGVzdG9uZXMiOltdLCJJZCI6IjAwMDAwMDAwLTAwMDAtMDAwMC0wMDAwLTAwMDAwMDAwMDAwMCIsIklzU2luZ2xlSXRlbVJvdyI6dHJ1ZX1dLCJJbmRleCI6MCwiSWQiOiI2NWRjMDcyMy0xZmUxLTRjMzQtYTNlNC02N2M3ODMyODZkNWQiLCJIZWFkZXJUZXh0IjpudWxsLCJJc0RlZmF1bHQiOnRydWUsIlN0eWxlIjp7IiRpZCI6IjgwIiwiSGVhZGVyU3R5bGUiOnsiJGlkIjoiODEiLCJUZXh0U3R5bGUiOnsiJGlkIjoiODIiLCJGb250U2V0dGluZ3MiOnsiJGlkIjoiODMiLCJGb250U2l6ZSI6MTEsIkZvbnROYW1lIjoiQ2FsaWJyaSIsIklzQm9sZCI6ZmFsc2UsIklzSXRhbGljIjpmYWxzZSwiSXNVbmRlcmxpbmVkIjpmYWxzZSwiUGFyZW50U3R5bGUiOm51bGx9LCJBdXRvU2l6ZSI6MCwiRm9yZWdyb3VuZCI6eyIkaWQiOiI4NCIsIkNvbG9yIjp7IiRpZCI6Ijg1IiwiQSI6MjU1LCJSIjo2NCwiRyI6NjQsIkIiOjY0fX0sIk1heFdpZHRoIjowLjAsIk1heEhlaWdodCI6MC4wLCJTbWFydEZvcmVncm91bmRJc0FjdGl2ZSI6ZmFsc2UsIkhvcml6b250YWxBbGlnbm1lbnQiOjA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pZCI6Ijg4IiwiQ29sb3IiOnsiJGlkIjoiODkiLCJBIjoyNTUsIlIiOjY0LCJHIjo2NCwiQiI6NjR9fSwiSXNWaXNpYmxlIjpmYWxzZSwiV2lkdGgiOjAuMCwiSGVpZ2h0IjowLjAsIkJvcmRlclN0eWxlIjpudWxsLCJQYXJlbnRTdHlsZSI6bnVsbH0sIlJlY3RhbmdsZVN0eWxlIjp7IiRpZCI6IjkwIiwiTWFyZ2luIjp7IiRpZCI6IjkxIiwiVG9wIjowLjAsIkxlZnQiOjAuMCwiUmlnaHQiOjAuMCwiQm90dG9tIjowLjB9LCJQYWRkaW5nIjp7IiRpZCI6IjkyIiwiVG9wIjowLjAsIkxlZnQiOjAuMCwiUmlnaHQiOjAuMCwiQm90dG9tIjowLjB9LCJCYWNrZ3JvdW5kIjp7IiRpZCI6IjkzIiwiQ29sb3IiOnsiJGlkIjoiOTQiLCJBIjoxMjcsIlIiOjY4LCJHIjoxMTQsIkIiOjE5Nn19LCJJc1Zpc2libGUiOmZhbHNlLCJXaWR0aCI6MC4wLCJIZWlnaHQiOjAuMCwiQm9yZGVyU3R5bGUiOnsiJGlkIjoiOTUiLCJMaW5lQ29sb3IiOnsiJGlkIjoiOTYiLCIkdHlwZSI6Ik5MUkUuQ29tbW9uLkRvbS5Tb2xpZENvbG9yQnJ1c2gsIE5MUkUuQ29tbW9uIiwiQ29sb3IiOnsiJGlkIjoiOTciLCJBIjoyNTUsIlIiOjI1NSwiRyI6MCwiQiI6MH19LCJMaW5lV2VpZ2h0IjowLjAsIkxpbmVUeXBlIjowLCJQYXJlbnRTdHlsZSI6bnVsbH0sIlBhcmVudFN0eWxlIjpudWxsfSwiTWFyZ2luIjp7IiRpZCI6Ijk4IiwiVG9wIjowLjAsIkxlZnQiOjAuMCwiUmlnaHQiOjAuMCwiQm90dG9tIjowLjB9LCJQYWRkaW5nIjp7IiRpZCI6Ijk5IiwiVG9wIjowLjAsIkxlZnQiOjAuMCwiUmlnaHQiOjAuMCwiQm90dG9tIjowLjB9LCJCYWNrZ3JvdW5kIjpudWxsLCJJc1Zpc2libGUiOnRydWUsIldpZHRoIjowLjAsIkhlaWdodCI6MC4wLCJCb3JkZXJTdHlsZSI6bnVsbCwiUGFyZW50U3R5bGUiOm51bGx9LCJCYWNrZ3JvdW5kU3R5bGUiOnsiJGlkIjoiMTAwIiwiTWFyZ2luIjp7IiRpZCI6IjEwMSIsIlRvcCI6MC4wLCJMZWZ0IjowLjAsIlJpZ2h0IjowLjAsIkJvdHRvbSI6MC4wfSwiUGFkZGluZyI6eyIkaWQiOiIxMDIiLCJUb3AiOjAuMCwiTGVmdCI6MC4wLCJSaWdodCI6MC4wLCJCb3R0b20iOjAuMH0sIkJhY2tncm91bmQiOnsiJGlkIjoiMTAzIiwiQ29sb3IiOnsiJGlkIjoiMTA0IiwiQSI6NTEsIlIiOjIwMCwiRyI6MjAwLCJCIjoyMDB9fSwiSXNWaXNpYmxlIjp0cnVlLCJXaWR0aCI6MC4wLCJIZWlnaHQiOjAuMCwiQm9yZGVyU3R5bGUiOnsiJGlkIjoiMTA1IiwiTGluZUNvbG9yIjp7IiRpZCI6IjEwNiIsIiR0eXBlIjoiTkxSRS5Db21tb24uRG9tLlNvbGlkQ29sb3JCcnVzaCwgTkxSRS5Db21tb24iLCJDb2xvciI6eyIkaWQiOiIxMDciLCJBIjoyNTUsIlIiOjIzNCwiRyI6MjIsIkIiOjMwfX0sIkxpbmVXZWlnaHQiOjAuMCwiTGluZVR5cGUiOjAsIlBhcmVudFN0eWxlIjpudWxsfSwiUGFyZW50U3R5bGUiOm51bGx9LCJNYXJnaW4iOnsiJGlkIjoiMTA4IiwiVG9wIjowLjAsIkxlZnQiOjAuMCwiUmlnaHQiOjAuMCwiQm90dG9tIjowLjB9LCJQYWRkaW5nIjp7IiRpZCI6IjEwOSIsIlRvcCI6MC4wLCJMZWZ0IjowLjAsIlJpZ2h0IjowLjAsIkJvdHRvbSI6MC4wfSwiSXNWaXNpYmxlIjp0cnVlLCJXaWR0aCI6MC4wLCJIZWlnaHQiOjAuMCwiQm9yZGVyU3R5bGUiOnsiJGlkIjoiMTEwIiwiTGluZUNvbG9yIjpudWxsLCJMaW5lV2VpZ2h0IjowLjAsIkxpbmVUeXBlIjowLCJQYXJlbnRTdHlsZSI6bnVsbH0sIlBhcmVudFN0eWxlIjpudWxsfX1dLCJJZCI6ImYzNWMyMjkxLWM1YjQtNDE4NC1iYmVmLWIzODE4ODhjZmZmNyIsIkluZGV4IjowLCJIZWFkZXJUZXh0IjoiUHJlLUlkZWFjacOzbiIsIlN0eWxlIjp7IiRpZCI6IjExMSIsIlN0eWxlSWQiOiIzMzJjZmIxMy1iNDAxLTRlYzMtYjY1NS03Mzk2OGQwNGQ3NDkiLCJIZWFkZXJTdHlsZSI6eyIkaWQiOiIxMTIiLCJUZXh0SXNWZXJ0aWNhbCI6ZmFsc2UsIlRleHRTdHlsZSI6eyIkaWQiOiIxMTMiLCJGb250U2V0dGluZ3MiOnsiJGlkIjoiMTE0IiwiRm9udFNpemUiOjExLCJGb250TmFtZSI6IkNhbGlicmkiLCJJc0JvbGQiOmZhbHNlLCJJc0l0YWxpYyI6ZmFsc2UsIklzVW5kZXJsaW5lZCI6ZmFsc2UsIlBhcmVudFN0eWxlIjpudWxsfSwiQXV0b1NpemUiOjIsIkZvcmVncm91bmQiOnsiJGlkIjoiMTE1IiwiQ29sb3IiOnsiJGlkIjoiMTE2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E3IiwiVG9wIjowLjAsIkxlZnQiOjAuMCwiUmlnaHQiOjAuMCwiQm90dG9tIjowLjB9LCJQYWRkaW5nIjp7IiRpZCI6IjExOCIsIlRvcCI6MC4wLCJMZWZ0IjowLjAsIlJpZ2h0IjowLjAsIkJvdHRvbSI6MC4wfSwiQmFja2dyb3VuZCI6eyIkaWQiOiIxMTkiLCJDb2xvciI6eyIkaWQiOiIxMjAiLCJBIjoyNTUsIlIiOjI1NSwiRyI6MjU1LCJCIjoyNTV9fSwiSXNWaXNpYmxlIjpmYWxzZSwiV2lkdGgiOjAuMCwiSGVpZ2h0IjowLjAsIkJvcmRlclN0eWxlIjpudWxsLCJQYXJlbnRTdHlsZSI6bnVsbH0sIlJlY3RhbmdsZVN0eWxlIjp7IiRpZCI6IjEyMSIsIk1hcmdpbiI6eyIkaWQiOiIxMjIiLCJUb3AiOjAuMCwiTGVmdCI6MC4wLCJSaWdodCI6MC4wLCJCb3R0b20iOjAuMH0sIlBhZGRpbmciOnsiJGlkIjoiMTIzIiwiVG9wIjowLjAsIkxlZnQiOjAuMCwiUmlnaHQiOjAuMCwiQm90dG9tIjowLjB9LCJCYWNrZ3JvdW5kIjp7IiRpZCI6IjEyNCIsIkNvbG9yIjp7IiRpZCI6IjEyNSIsIkEiOjI1NSwiUiI6NjgsIkciOjExNCwiQiI6MTk2fX0sIklzVmlzaWJsZSI6dHJ1ZSwiV2lkdGgiOjAuMCwiSGVpZ2h0IjowLjAsIkJvcmRlclN0eWxlIjp7IiRpZCI6IjEyNiIsIkxpbmVDb2xvciI6eyIkaWQiOiIxMjciLCIkdHlwZSI6Ik5MUkUuQ29tbW9uLkRvbS5Tb2xpZENvbG9yQnJ1c2gsIE5MUkUuQ29tbW9uIiwiQ29sb3IiOnsiJGlkIjoiMTI4IiwiQSI6MjU1LCJSIjoyNTUsIkciOjI1NSwiQiI6MjU1fX0sIkxpbmVXZWlnaHQiOjAuMCwiTGluZVR5cGUiOjAsIlBhcmVudFN0eWxlIjpudWxsfSwiUGFyZW50U3R5bGUiOm51bGx9LCJNYXJnaW4iOnsiJGlkIjoiMTI5IiwiVG9wIjowLjAsIkxlZnQiOjAuMCwiUmlnaHQiOjAuMCwiQm90dG9tIjowLjB9LCJQYWRkaW5nIjp7IiRpZCI6IjEzMCIsIlRvcCI6MC4wLCJMZWZ0IjowLjAsIlJpZ2h0IjowLjAsIkJvdHRvbSI6MC4wfSwiQmFja2dyb3VuZCI6bnVsbCwiSXNWaXNpYmxlIjp0cnVlLCJXaWR0aCI6MC4wLCJIZWlnaHQiOjAuMCwiQm9yZGVyU3R5bGUiOm51bGwsIlBhcmVudFN0eWxlIjpudWxsfSwiQmFja2dyb3VuZF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UxLCJSIjoyMDAsIkciOjIwMCwiQiI6MjAwfX0sIklzVmlzaWJsZSI6dHJ1ZSwiV2lkdGgiOjAuMCwiSGVpZ2h0IjowLjAsIkJvcmRlclN0eWxlIjp7IiRpZCI6IjEzNiIsIkxpbmVDb2xvciI6eyIkaWQiOiIxMzciLCIkdHlwZSI6Ik5MUkUuQ29tbW9uLkRvbS5Tb2xpZENvbG9yQnJ1c2gsIE5MUkUuQ29tbW9uIiwiQ29sb3IiOnsiJGlkIjoiMTM4IiwiQSI6MjU1LCJSIjoyMzQsIkciOjIyLCJCIjozMH19LCJMaW5lV2VpZ2h0IjowLjAsIkxpbmVUeXBlIjowLCJQYXJlbnRTdHlsZSI6bnVsbH0sIlBhcmVudFN0eWxlIjpudWxsfSwiSXNBYm92ZVRpbWViYW5kIjpmYWxzZSwiU3BhY2luZyI6MiwiRGVmYXVsdFN3aW1sYW5lVGFza1N0eWxlIjp7IiRpZCI6IjEzOSIsIiR0eXBlIjoiTkxSRS5Db21tb24uRG9tLlN0eWxlcy5FeHBsaWNpdFNldGFibGVUYXNrU3R5bGUsIE5MUkUuQ29tbW9uIiwiU2hhcGUiOjEsIlNoYXBlVGhpY2tuZXNzIjowLCJEdXJhdGlvbkZvcm1hdCI6MCwiSW5jbHVkZU5vbldvcmtpbmdEYXlzSW5EdXJhdGlvbiI6ZmFsc2UsIlBlcmNlbnRhZ2VDb21wbGV0ZVN0eWxlIjp7IiRpZCI6IjE0MCIsIkZvbnRTZXR0aW5ncyI6eyIkaWQiOiIxNDEiLCJGb250U2l6ZSI6MTAsIkZvbnROYW1lIjoiQ2FsaWJyaSIsIklzQm9sZCI6ZmFsc2UsIklzSXRhbGljIjpmYWxzZSwiSXNVbmRlcmxpbmVkIjpmYWxzZSwiUGFyZW50U3R5bGUiOm51bGx9LCJBdXRvU2l6ZSI6MCwiRm9yZWdyb3VuZCI6eyIkaWQiOiIxNDIiLCJDb2xvciI6eyIkaWQiOiIxNDM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0IiwiVG9wIjowLjAsIkxlZnQiOjAuMCwiUmlnaHQiOjAuMCwiQm90dG9tIjowLjB9LCJQYWRkaW5nIjp7IiRpZCI6IjE0NSIsIlRvcCI6MC4wLCJMZWZ0IjowLjAsIlJpZ2h0IjowLjAsIkJvdHRvbSI6MC4wfSwiQmFja2dyb3VuZCI6eyIkaWQiOiIxNDYiLCJDb2xvciI6eyIkaWQiOiIxNDciLCJBIjo4OSwiUiI6MCwiRyI6MCwiQiI6MH19LCJJc1Zpc2libGUiOnRydWUsIldpZHRoIjowLjAsIkhlaWdodCI6MC4wLCJCb3JkZXJTdHlsZSI6eyIkaWQiOiIxNDgiLCJMaW5lQ29sb3IiOm51bGwsIkxpbmVXZWlnaHQiOjAuMCwiTGluZVR5cGUiOjAsIlBhcmVudFN0eWxlIjpudWxsfSwiUGFyZW50U3R5bGUiOm51bGx9LCJEdXJhdGlvblN0eWxlIjp7IiRpZCI6IjE0OSIsIkZvbnRTZXR0aW5ncyI6eyIkaWQiOiIxNTAiLCJGb250U2l6ZSI6MTAsIkZvbnROYW1lIjoiQ2FsaWJyaSIsIklzQm9sZCI6ZmFsc2UsIklzSXRhbGljIjpmYWxzZSwiSXNVbmRlcmxpbmVkIjpmYWxzZSwiUGFyZW50U3R5bGUiOm51bGx9LCJBdXRvU2l6ZSI6MCwiRm9yZWdyb3VuZCI6eyIkaWQiOiIxNTEiLCJDb2xvciI6eyIkaWQiOiIxN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1MyIsIlRvcCI6MC4wLCJMZWZ0IjowLjAsIlJpZ2h0IjowLjAsIkJvdHRvbSI6MC4wfSwiUGFkZGluZyI6eyIkaWQiOiIxNTQiLCJUb3AiOjAuMCwiTGVmdCI6MC4wLCJSaWdodCI6MC4wLCJCb3R0b20iOjAuMH0sIkJhY2tncm91bmQiOnsiJGlkIjoiMTU1IiwiQ29sb3IiOnsiJGlkIjoiMTU2IiwiQSI6MjU1LCJSIjo2OCwiRyI6ODQsIkIiOjEwNn19LCJJc1Zpc2libGUiOnRydWUsIldpZHRoIjowLjAsIkhlaWdodCI6MC4wLCJCb3JkZXJTdHlsZSI6eyIkaWQiOiIxNTciLCJMaW5lQ29sb3IiOm51bGwsIkxpbmVXZWlnaHQiOjAuMCwiTGluZVR5cGUiOjAsIlBhcmVudFN0eWxlIjpudWxsfSwiUGFyZW50U3R5bGUiOm51bGx9LCJIb3Jpem9udGFsQ29ubmVjdG9yU3R5bGUiOnsiJGlkIjoiMTU4IiwiTGluZUNvbG9yIjp7IiRpZCI6IjE1OSIsIiR0eXBlIjoiTkxSRS5Db21tb24uRG9tLlNvbGlkQ29sb3JCcnVzaCwgTkxSRS5Db21tb24iLCJDb2xvciI6eyIkaWQiOiIxNjAiLCJBIjoyNTUsIlIiOjAsIkciOjAsIkIiOjB9fSwiTGluZVdlaWdodCI6MC4wLCJMaW5lVHlwZSI6MCwiUGFyZW50U3R5bGUiOm51bGx9LCJWZXJ0aWNhbENvbm5lY3RvclN0eWxlIjp7IiRpZCI6IjE2MSIsIkxpbmVDb2xvciI6eyIkaWQiOiIxNjIiLCIkdHlwZSI6Ik5MUkUuQ29tbW9uLkRvbS5Tb2xpZENvbG9yQnJ1c2gsIE5MUkUuQ29tbW9uIiwiQ29sb3IiOnsiJGlkIjoiMTY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QiLCJTaGFwZVN0eWxlIjp7IiRpZCI6IjE2NSIsIk1hcmdpbiI6eyIkaWQiOiIxNjYiLCJUb3AiOjAuMCwiTGVmdCI6MC4wLCJSaWdodCI6MC4wLCJCb3R0b20iOjAuMH0sIlBhZGRpbmciOnsiJGlkIjoiMTY3IiwiVG9wIjowLjAsIkxlZnQiOjAuMCwiUmlnaHQiOjAuMCwiQm90dG9tIjowLjB9LCJCYWNrZ3JvdW5kIjp7IiRpZCI6IjE2OCIsIkNvbG9yIjp7IiRpZCI6IjE2OSIsIkEiOjE1MywiUiI6MCwiRyI6MCwiQiI6MH19LCJJc1Zpc2libGUiOnRydWUsIldpZHRoIjowLjAsIkhlaWdodCI6MC4wLCJCb3JkZXJTdHlsZSI6eyIkaWQiOiIxNzAiLCJMaW5lQ29sb3IiOnsiJGlkIjoiMTcxIiwiJHR5cGUiOiJOTFJFLkNvbW1vbi5Eb20uU29saWRDb2xvckJydXNoLCBOTFJFLkNvbW1vbiIsIkNvbG9yIjp7IiRpZCI6IjE3MiIsIkEiOjI1NSwiUiI6MjU1LCJHIjowLCJCIjowfX0sIkxpbmVXZWlnaHQiOjAuMCwiTGluZVR5cGUiOjAsIlBhcmVudFN0eWxlIjpudWxsfSwiUGFyZW50U3R5bGUiOm51bGx9LCJNYXJnaW4iOnsiJGlkIjoiMTczIiwiVG9wIjowLjAsIkxlZnQiOjAuMCwiUmlnaHQiOjAuMCwiQm90dG9tIjowLjB9LCJQYWRkaW5nIjp7IiRpZCI6IjE3NCIsIlRvcCI6MC4wLCJMZWZ0IjowLjAsIlJpZ2h0IjowLjAsIkJvdHRvbSI6MC4wfSwiQmFja2dyb3VuZCI6bnVsbCwiSXNWaXNpYmxlIjp0cnVlLCJXaWR0aCI6MC4wLCJIZWlnaHQiOjAuMCwiQm9yZGVyU3R5bGUiOm51bGwsIlBhcmVudFN0eWxlIjpudWxsfSwiU2hhcGVTdHlsZSI6eyIkaWQiOiIxNzUiLCJNYXJnaW4iOnsiJGlkIjoiMTc2IiwiVG9wIjowLjAsIkxlZnQiOjQuMCwiUmlnaHQiOjQuMCwiQm90dG9tIjowLjB9LCJQYWRkaW5nIjp7IiRpZCI6IjE3NyIsIlRvcCI6MC4wLCJMZWZ0IjowLjAsIlJpZ2h0IjowLjAsIkJvdHRvbSI6MC4wfSwiQmFja2dyb3VuZCI6eyIkaWQiOiIxNzgiLCJDb2xvciI6eyIkaWQiOiIxNzkiLCJBIjoyNTUsIlIiOjY4LCJHIjoxMTQsIkIiOjE5Nn19LCJJc1Zpc2libGUiOnRydWUsIldpZHRoIjowLjAsIkhlaWdodCI6MTAuMCwiQm9yZGVyU3R5bGUiOnsiJGlkIjoiMTgwIiwiTGluZUNvbG9yIjp7IiRpZCI6IjE4MSIsIiR0eXBlIjoiTkxSRS5Db21tb24uRG9tLlNvbGlkQ29sb3JCcnVzaCwgTkxSRS5Db21tb24iLCJDb2xvciI6eyIkaWQiOiIxODIiLCJBIjoyNTUsIlIiOjIzNCwiRyI6MjIsIkIiOjMwfX0sIkxpbmVXZWlnaHQiOjAuMCwiTGluZVR5cGUiOjAsIlBhcmVudFN0eWxlIjpudWxsfSwiUGFyZW50U3R5bGUiOm51bGx9LCJUaXRsZVN0eWxlIjp7IiRpZCI6IjE4MyIsIkZvbnRTZXR0aW5ncyI6eyIkaWQiOiIxODQiLCJGb250U2l6ZSI6MTEsIkZvbnROYW1lIjoiQ2FsaWJyaSIsIklzQm9sZCI6ZmFsc2UsIklzSXRhbGljIjpmYWxzZSwiSXNVbmRlcmxpbmVkIjpmYWxzZSwiUGFyZW50U3R5bGUiOm51bGx9LCJBdXRvU2l6ZSI6MCwiRm9yZWdyb3VuZCI6eyIkaWQiOiIxODUiLCJDb2xvciI6eyIkaWQiOiIx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g3IiwiVG9wIjowLjAsIkxlZnQiOjAuMCwiUmlnaHQiOjAuMCwiQm90dG9tIjowLjB9LCJQYWRkaW5nIjp7IiRpZCI6IjE4OCIsIlRvcCI6MC4wLCJMZWZ0IjowLjAsIlJpZ2h0IjowLjAsIkJvdHRvbSI6MC4wfSwiQmFja2dyb3VuZCI6eyIkaWQiOiIxODkiLCJDb2xvciI6eyIkaWQiOiIxOTAiLCJBIjoyNTUsIlIiOjAsIkciOjAsIkIiOjB9fSwiSXNWaXNpYmxlIjp0cnVlLCJXaWR0aCI6MC4wLCJIZWlnaHQiOjAuMCwiQm9yZGVyU3R5bGUiOnsiJGlkIjoiMTkxIiwiTGluZUNvbG9yIjpudWxsLCJMaW5lV2VpZ2h0IjowLjAsIkxpbmVUeXBlIjowLCJQYXJlbnRTdHlsZSI6bnVsbH0sIlBhcmVudFN0eWxlIjpudWxsfSwiRGF0ZV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5NiIsIlRvcCI6MC4wLCJMZWZ0IjowLjAsIlJpZ2h0IjowLjAsIkJvdHRvbSI6MC4wfSwiUGFkZGluZyI6eyIkaWQiOiIxOTciLCJUb3AiOjAuMCwiTGVmdCI6MC4wLCJSaWdodCI6MC4wLCJCb3R0b20iOjAuMH0sIkJhY2tncm91bmQiOnsiJGlkIjoiMTk4IiwiQ29sb3IiOnsiJGlkIjoiMTk5IiwiQSI6MjU1LCJSIjo2OCwiRyI6ODQsIkIiOjEwNn19LCJJc1Zpc2libGUiOnRydWUsIldpZHRoIjowLjAsIkhlaWdodCI6MC4wLCJCb3JkZXJTdHlsZSI6eyIkaWQiOiIyMDAiLCJMaW5lQ29sb3IiOm51bGwsIkxpbmVXZWlnaHQiOjAuMCwiTGluZVR5cGUiOjAsIlBhcmVudFN0eWxlIjpudWxsfSwiUGFyZW50U3R5bGUiOm51bGx9LCJEYXRlRm9ybWF0Ijp7IiRpZCI6IjIw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IiLCJGb3JtYXQiOjAsIklzVmlzaWJsZSI6ZmFsc2UsIkxhc3RLbm93blZpc2liaWxpdHlTdGF0ZSI6ZmFsc2V9LCJJc1Zpc2libGUiOnRydWUsIlZhcmlhbmNlU3R5bGUiOnsiJGlkIjoiMjAzIiwiVGV4dFN0eWxlIjp7IiRpZCI6IjIwNCIsIkZvbnRTZXR0aW5ncyI6eyIkaWQiOiIyMDUiLCJGb250U2l6ZSI6MTAsIkZvbnROYW1lIjoiQ2FsaWJyaSIsIklzQm9sZCI6ZmFsc2UsIklzSXRhbGljIjpmYWxzZSwiSXNVbmRlcmxpbmVkIjpmYWxzZSwiUGFyZW50U3R5bGUiOm51bGx9LCJBdXRvU2l6ZSI6MCwiRm9yZWdyb3VuZCI6eyIkaWQiOiIyMDYiLCJDb2xvciI6eyIkaWQiOiIyM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A4IiwiVG9wIjowLjAsIkxlZnQiOjAuMCwiUmlnaHQiOjAuMCwiQm90dG9tIjowLjB9LCJQYWRkaW5nIjp7IiRpZCI6IjIwOSIsIlRvcCI6MC4wLCJMZWZ0IjowLjAsIlJpZ2h0IjowLjAsIkJvdHRvbSI6MC4wfSwiQmFja2dyb3VuZCI6eyIkaWQiOiIyMTAiLCJDb2xvciI6eyIkaWQiOiIyMTEiLCJBIjoyNTUsIlIiOjAsIkciOjAsIkIiOjB9fSwiSXNWaXNpYmxlIjp0cnVlLCJXaWR0aCI6MC4wLCJIZWlnaHQiOjAuMCwiQm9yZGVyU3R5bGUiOm51bGwsIlBhcmVudFN0eWxlIjpudWxsfSwiUGFyZW50U3R5bGUiOm51bGx9LCJQYXJlbnRTdHlsZSI6bnVsbCwiX2V4cGxpY2l0bHlTZXQiOnsiJGlkIjoiMjEy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jEzIiwiU2hhcGUiOjEsIkNvbm5lY3Rvck1hcmdpbiI6eyIkaWQiOiIyMTQiLCJUb3AiOjAuMCwiTGVmdCI6Mi4wLCJSaWdodCI6Mi4wLCJCb3R0b20iOjAuMH0sIkNvbm5lY3RvclN0eWxlIjp7IiRpZCI6IjIxNSIsIkxpbmVDb2xvciI6eyIkaWQiOiIyMTYiLCIkdHlwZSI6Ik5MUkUuQ29tbW9uLkRvbS5Tb2xpZENvbG9yQnJ1c2gsIE5MUkUuQ29tbW9uIiwiQ29sb3IiOnsiJGlkIjoiMjE3IiwiQSI6MTI3LCJSIjozNCwiRyI6NTcsIkIiOjk4fX0sIkxpbmVXZWlnaHQiOjEuMCwiTGluZVR5cGUiOjAsIlBhcmVudFN0eWxlIjpudWxsfSwiSXNCZWxvd1RpbWViYW5kIjpmYWxzZSwiUG9zaXRpb25PblRhc2siOjEsIkhpZGVEYXRlIjpmYWxzZSwiU2hhcGVTaXplIjowLCJTcGFjaW5nIjowLjAsIlBhZGRpbmciOnsiJGlkIjoiMjE4IiwiVG9wIjo1LjAsIkxlZnQiOjMuMCwiUmlnaHQiOjAuMCwiQm90dG9tIjoyLjB9LCJTaGFwZVN0eWxlIjp7IiRpZCI6IjIxOSIsIk1hcmdpbiI6eyIkaWQiOiIyMjAiLCJUb3AiOjAuMCwiTGVmdCI6MC4wLCJSaWdodCI6MC4wLCJCb3R0b20iOjAuMH0sIlBhZGRpbmciOnsiJGlkIjoiMjIxIiwiVG9wIjowLjAsIkxlZnQiOjAuMCwiUmlnaHQiOjAuMCwiQm90dG9tIjowLjB9LCJCYWNrZ3JvdW5kIjp7IiRpZCI6IjIyMiIsIkNvbG9yIjp7IiRpZCI6IjIyMyIsIkEiOjI1NSwiUiI6MzQsIkciOjU3LCJCIjo5OH19LCJJc1Zpc2libGUiOnRydWUsIldpZHRoIjoxMi4wLCJIZWlnaHQiOjE0LjAsIkJvcmRlclN0eWxlIjp7IiRpZCI6IjIyNCIsIkxpbmVDb2xvciI6eyIkaWQiOiIyMjUiLCIkdHlwZSI6Ik5MUkUuQ29tbW9uLkRvbS5Tb2xpZENvbG9yQnJ1c2gsIE5MUkUuQ29tbW9uIiwiQ29sb3IiOnsiJGlkIjoiMjI2IiwiQSI6MjU1LCJSIjoyNTUsIkciOjAsIkIiOjB9fSwiTGluZVdlaWdodCI6MC4wLCJMaW5lVHlwZSI6MCwiUGFyZW50U3R5bGUiOm51bGx9LCJQYXJlbnRTdHlsZSI6bnVsbH0sIlRpdGxlU3R5bGUiOnsiJGlkIjoiMjI3IiwiRm9udFNldHRpbmdzIjp7IiRpZCI6IjIyOCIsIkZvbnRTaXplIjoxMSwiRm9udE5hbWUiOiJDYWxpYnJpIiwiSXNCb2xkIjpmYWxzZSwiSXNJdGFsaWMiOmZhbHNlLCJJc1VuZGVybGluZWQiOmZhbHNlLCJQYXJlbnRTdHlsZSI6bnVsbH0sIkF1dG9TaXplIjowLCJGb3JlZ3JvdW5kIjp7IiRpZCI6IjIyOSIsIkNvbG9yIjp7IiRpZCI6IjIz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MzEiLCJUb3AiOjAuMCwiTGVmdCI6MC4wLCJSaWdodCI6MC4wLCJCb3R0b20iOjAuMH0sIlBhZGRpbmciOnsiJGlkIjoiMjMyIiwiVG9wIjowLjAsIkxlZnQiOjAuMCwiUmlnaHQiOjAuMCwiQm90dG9tIjowLjB9LCJCYWNrZ3JvdW5kIjp7IiRpZCI6IjIzMyIsIkNvbG9yIjp7IiRpZCI6IjIzNCIsIkEiOjI1NSwiUiI6MCwiRyI6MCwiQiI6MH19LCJJc1Zpc2libGUiOnRydWUsIldpZHRoIjowLjAsIkhlaWdodCI6MC4wLCJCb3JkZXJTdHlsZSI6eyIkaWQiOiIyMzUiLCJMaW5lQ29sb3IiOm51bGwsIkxpbmVXZWlnaHQiOjAuMCwiTGluZVR5cGUiOjAsIlBhcmVudFN0eWxlIjpudWxsfSwiUGFyZW50U3R5bGUiOm51bGx9LCJEYXRlU3R5bGUiOnsiJGlkIjoiMjM2IiwiRm9udFNldHRpbmdzIjp7IiRpZCI6IjIzNyIsIkZvbnRTaXplIjoxMCwiRm9udE5hbWUiOiJDYWxpYnJpIiwiSXNCb2xkIjpmYWxzZSwiSXNJdGFsaWMiOmZhbHNlLCJJc1VuZGVybGluZWQiOmZhbHNlLCJQYXJlbnRTdHlsZSI6bnVsbH0sIkF1dG9TaXplIjowLCJGb3JlZ3JvdW5kIjp7IiRpZCI6IjIzOCIsIkNvbG9yIjp7IiRpZCI6IjIzO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QwIiwiVG9wIjowLjAsIkxlZnQiOjAuMCwiUmlnaHQiOjAuMCwiQm90dG9tIjowLjB9LCJQYWRkaW5nIjp7IiRpZCI6IjI0MSIsIlRvcCI6MC4wLCJMZWZ0IjowLjAsIlJpZ2h0IjowLjAsIkJvdHRvbSI6MC4wfSwiQmFja2dyb3VuZCI6eyIkaWQiOiIyNDIiLCJDb2xvciI6eyIkaWQiOiIyNDMiLCJBIjoyNTUsIlIiOjY4LCJHIjo4NCwiQiI6MTA2fX0sIklzVmlzaWJsZSI6dHJ1ZSwiV2lkdGgiOjAuMCwiSGVpZ2h0IjowLjAsIkJvcmRlclN0eWxlIjp7IiRpZCI6IjI0NCIsIkxpbmVDb2xvciI6bnVsbCwiTGluZVdlaWdodCI6MC4wLCJMaW5lVHlwZSI6MCwiUGFyZW50U3R5bGUiOm51bGx9LCJQYXJlbnRTdHlsZSI6bnVsbH0sIkRhdGVGb3JtYXQiOnsiJGlkIjoiMj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NiIsIkZvcm1hdCI6MCwiSXNWaXNpYmxlIjpmYWxzZSwiTGFzdEtub3duVmlzaWJpbGl0eVN0YXRlIjpmYWxzZX0sIklzVmlzaWJsZSI6dHJ1ZSwiVmFyaWFuY2VTdHlsZSI6eyIkaWQiOiIyNDciLCJUZXh0U3R5bGUiOnsiJGlkIjoiMjQ4IiwiRm9udFNldHRpbmdzIjp7IiRpZCI6IjI0OSIsIkZvbnRTaXplIjoxMCwiRm9udE5hbWUiOiJDYWxpYnJpIiwiSXNCb2xkIjpmYWxzZSwiSXNJdGFsaWMiOmZhbHNlLCJJc1VuZGVybGluZWQiOmZhbHNlLCJQYXJlbnRTdHlsZSI6bnVsbH0sIkF1dG9TaXplIjowLCJGb3JlZ3JvdW5kIjp7IiRpZCI6IjI1MCIsIkNvbG9yIjp7IiRpZCI6IjI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I1NSwiUiI6MCwiRyI6MCwiQiI6MH19LCJJc1Zpc2libGUiOnRydWUsIldpZHRoIjowLjAsIkhlaWdodCI6MC4wLCJCb3JkZXJTdHlsZSI6bnVsbCwiUGFyZW50U3R5bGUiOm51bGx9LCJQYXJlbnRTdHlsZSI6bnVsbH0sIlBhcmVudFN0eWxlIjpudWxsfSwiRGVmYXVsdFN3aW1sYW5lTWlsZXN0b25lU3R5bGUiOnsiJGlkIjoiMjU2IiwiVGl0bGVQb3NpdGlvbiI6IkxlZnQiLCJEYXRlUG9zaXRpb24iOiJSaWdodCIsIlZhcmlhbmNlUG9zaXRpb24iOiJSaWdodCIsIlNoYXBlVHlwZSI6MSwiU2hhcGVTaXplIjowLCJTcGFjaW5nIjo1LCJTaGFwZVN0eWxlIjp7IiRpZCI6IjI1NyIsIk1hcmdpbiI6eyIkaWQiOiIyNTgiLCJUb3AiOjAuMCwiTGVmdCI6MC4wLCJSaWdodCI6MC4wLCJCb3R0b20iOjAuMH0sIlBhZGRpbmciOnsiJGlkIjoiMjU5IiwiVG9wIjowLjAsIkxlZnQiOjAuMCwiUmlnaHQiOjAuMCwiQm90dG9tIjowLjB9LCJCYWNrZ3JvdW5kIjp7IiRpZCI6IjI2MCIsIkNvbG9yIjp7IiRpZCI6IjI2MSIsIkEiOjI1NSwiUiI6NjgsIkciOjExNCwiQiI6MTk2fX0sIklzVmlzaWJsZSI6dHJ1ZSwiV2lkdGgiOjEyLjAsIkhlaWdodCI6MTQuMCwiQm9yZGVyU3R5bGUiOnsiJGlkIjoiMjYyIiwiTGluZUNvbG9yIjp7IiRpZCI6IjI2MyIsIiR0eXBlIjoiTkxSRS5Db21tb24uRG9tLlNvbGlkQ29sb3JCcnVzaCwgTkxSRS5Db21tb24iLCJDb2xvciI6eyIkaWQiOiIyNjQiLCJBIjoyNTUsIlIiOjIzNCwiRyI6MjIsIkIiOjMwfX0sIkxpbmVXZWlnaHQiOjAuMCwiTGluZVR5cGUiOjAsIlBhcmVudFN0eWxlIjpudWxsfSwiUGFyZW50U3R5bGUiOm51bGx9LCJUaXRsZVN0eWxlIjp7IiRpZCI6IjI2NSIsIkZvbnRTZXR0aW5ncyI6eyIkaWQiOiIyNjYiLCJGb250U2l6ZSI6MTEsIkZvbnROYW1lIjoiQ2FsaWJyaSIsIklzQm9sZCI6ZmFsc2UsIklzSXRhbGljIjpmYWxzZSwiSXNVbmRlcmxpbmVkIjpmYWxzZSwiUGFyZW50U3R5bGUiOm51bGx9LCJBdXRvU2l6ZSI6MCwiRm9yZWdyb3VuZCI6eyIkaWQiOiIyNjciLCJDb2xvciI6eyIkaWQiOiIyN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Y5IiwiVG9wIjowLjAsIkxlZnQiOjAuMCwiUmlnaHQiOjAuMCwiQm90dG9tIjowLjB9LCJQYWRkaW5nIjp7IiRpZCI6IjI3MCIsIlRvcCI6MC4wLCJMZWZ0IjowLjAsIlJpZ2h0IjowLjAsIkJvdHRvbSI6MC4wfSwiQmFja2dyb3VuZCI6eyIkaWQiOiIyNzEiLCJDb2xvciI6eyIkaWQiOiIyNzIiLCJBIjoyNTUsIlIiOjAsIkciOjAsIkIiOjB9fSwiSXNWaXNpYmxlIjp0cnVlLCJXaWR0aCI6MC4wLCJIZWlnaHQiOjAuMCwiQm9yZGVyU3R5bGUiOnsiJGlkIjoiMjczIiwiTGluZUNvbG9yIjpudWxsLCJMaW5lV2VpZ2h0IjowLjAsIkxpbmVUeXBlIjowLCJQYXJlbnRTdHlsZSI6bnVsbH0sIlBhcmVudFN0eWxlIjpudWxsfSwiRGF0ZVN0eWxlIjp7IiRpZCI6IjI3NCIsIkZvbnRTZXR0aW5ncyI6eyIkaWQiOiIyNzUiLCJGb250U2l6ZSI6MTAsIkZvbnROYW1lIjoiQ2FsaWJyaSIsIklzQm9sZCI6ZmFsc2UsIklzSXRhbGljIjpmYWxzZSwiSXNVbmRlcmxpbmVkIjpmYWxzZSwiUGFyZW50U3R5bGUiOm51bGx9LCJBdXRvU2l6ZSI6MCwiRm9yZWdyb3VuZCI6eyIkaWQiOiIyNzYiLCJDb2xvciI6eyIkaWQiOiIy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3OCIsIlRvcCI6MC4wLCJMZWZ0IjowLjAsIlJpZ2h0IjowLjAsIkJvdHRvbSI6MC4wfSwiUGFkZGluZyI6eyIkaWQiOiIyNzkiLCJUb3AiOjAuMCwiTGVmdCI6MC4wLCJSaWdodCI6MC4wLCJCb3R0b20iOjAuMH0sIkJhY2tncm91bmQiOnsiJGlkIjoiMjgwIiwiQ29sb3IiOnsiJGlkIjoiMjgxIiwiQSI6MjU1LCJSIjo2OCwiRyI6ODQsIkIiOjEwNn19LCJJc1Zpc2libGUiOnRydWUsIldpZHRoIjowLjAsIkhlaWdodCI6MC4wLCJCb3JkZXJTdHlsZSI6eyIkaWQiOiIyODIiLCJMaW5lQ29sb3IiOm51bGwsIkxpbmVXZWlnaHQiOjAuMCwiTGluZVR5cGUiOjAsIlBhcmVudFN0eWxlIjpudWxsfSwiUGFyZW50U3R5bGUiOm51bGx9LCJEYXRlRm9ybWF0Ijp7IiRpZCI6IjI4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QiLCJGb3JtYXQiOjAsIklzVmlzaWJsZSI6ZmFsc2UsIkxhc3RLbm93blZpc2liaWxpdHlTdGF0ZSI6ZmFsc2V9LCJJc1Zpc2libGUiOnRydWUsIlZhcmlhbmNlU3R5bGUiOnsiJGlkIjoiMjg1IiwiVGV4dFN0eWxlIjp7IiRpZCI6IjI4NiIsIkZvbnRTZXR0aW5ncyI6eyIkaWQiOiIyODciLCJGb250U2l6ZSI6MTAsIkZvbnROYW1lIjoiQ2FsaWJyaSIsIklzQm9sZCI6ZmFsc2UsIklzSXRhbGljIjpmYWxzZSwiSXNVbmRlcmxpbmVkIjpmYWxzZSwiUGFyZW50U3R5bGUiOm51bGx9LCJBdXRvU2l6ZSI6MCwiRm9yZWdyb3VuZCI6eyIkaWQiOiIyODgiLCJDb2xvciI6eyIkaWQiOiIyO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kwIiwiVG9wIjowLjAsIkxlZnQiOjAuMCwiUmlnaHQiOjAuMCwiQm90dG9tIjowLjB9LCJQYWRkaW5nIjp7IiRpZCI6IjI5MSIsIlRvcCI6MC4wLCJMZWZ0IjowLjAsIlJpZ2h0IjowLjAsIkJvdHRvbSI6MC4wfSwiQmFja2dyb3VuZCI6eyIkaWQiOiIyOTIiLCJDb2xvciI6eyIkaWQiOiIyOTMiLCJBIjoyNTUsIlIiOjAsIkciOjAsIkIiOjB9fSwiSXNWaXNpYmxlIjp0cnVlLCJXaWR0aCI6MC4wLCJIZWlnaHQiOjAuMCwiQm9yZGVyU3R5bGUiOm51bGwsIlBhcmVudFN0eWxlIjpudWxsfSwiUGFyZW50U3R5bGUiOm51bGx9LCJQYXJlbnRTdHlsZSI6bnVsbH0sIkRlZmF1bHRTd2ltbGFuZUFjdGl2aXR5U3R5bGUiOnsiJGlkIjoiMjk0IiwiSGVhZGVyU3R5bGUiOnsiJGlkIjoiMjk1IiwiVGV4dFN0eWxlIjp7IiRpZCI6IjI5NiIsIkZvbnRTZXR0aW5ncyI6eyIkaWQiOiIyOTciLCJGb250U2l6ZSI6MTEsIkZvbnROYW1lIjoiQ2FsaWJyaSIsIklzQm9sZCI6ZmFsc2UsIklzSXRhbGljIjpmYWxzZSwiSXNVbmRlcmxpbmVkIjpmYWxzZSwiUGFyZW50U3R5bGUiOm51bGx9LCJBdXRvU2l6ZSI6MCwiRm9yZWdyb3VuZCI6eyIkaWQiOiIyOTgiLCJDb2xvciI6eyIkaWQiOiIyOTkiLCJBIjoyNTUsIlIiOjY0LCJHIjo2NCwiQiI6NjR9fSwiTWF4V2lkdGgiOjAuMCwiTWF4SGVpZ2h0IjowLjAsIlNtYXJ0Rm9yZWdyb3VuZElzQWN0aXZlIjpmYWxzZSwiSG9yaXpvbnRhbEFsaWdubWVudCI6MCwiVmVydGljYWxBbGlnbm1lbnQiOjAsIlNtYXJ0Rm9yZWdyb3VuZCI6bnVsbCwiQmFja2dyb3VuZEZpbGxUeXBlIjowLCJNYXJnaW4iOnsiJGlkIjoiMzAwIiwiVG9wIjowLjAsIkxlZnQiOjAuMCwiUmlnaHQiOjAuMCwiQm90dG9tIjowLjB9LCJQYWRkaW5nIjp7IiRpZCI6IjMwMSIsIlRvcCI6MC4wLCJMZWZ0IjowLjAsIlJpZ2h0IjowLjAsIkJvdHRvbSI6MC4wfSwiQmFja2dyb3VuZCI6eyIkaWQiOiIzMDIiLCJDb2xvciI6eyIkaWQiOiIzMDMiLCJBIjoyNTUsIlIiOjY0LCJHIjo2NCwiQiI6NjR9fSwiSXNWaXNpYmxlIjpmYWxzZSwiV2lkdGgiOjAuMCwiSGVpZ2h0IjowLjAsIkJvcmRlclN0eWxlIjpudWxsLCJQYXJlbnRTdHlsZSI6bnVsbH0sIlJlY3RhbmdsZVN0eWxlIjp7IiRpZCI6IjMwNCIsIk1hcmdpbiI6eyIkaWQiOiIzMDUiLCJUb3AiOjAuMCwiTGVmdCI6MC4wLCJSaWdodCI6MC4wLCJCb3R0b20iOjAuMH0sIlBhZGRpbmciOnsiJGlkIjoiMzA2IiwiVG9wIjowLjAsIkxlZnQiOjAuMCwiUmlnaHQiOjAuMCwiQm90dG9tIjowLjB9LCJCYWNrZ3JvdW5kIjp7IiRpZCI6IjMwNyIsIkNvbG9yIjp7IiRpZCI6IjMwOCIsIkEiOjEyNywiUiI6NjgsIkciOjExNCwiQiI6MTk2fX0sIklzVmlzaWJsZSI6ZmFsc2UsIldpZHRoIjowLjAsIkhlaWdodCI6MC4wLCJCb3JkZXJTdHlsZSI6eyIkaWQiOiIzMDkiLCJMaW5lQ29sb3IiOnsiJGlkIjoiMzEwIiwiJHR5cGUiOiJOTFJFLkNvbW1vbi5Eb20uU29saWRDb2xvckJydXNoLCBOTFJFLkNvbW1vbiIsIkNvbG9yIjp7IiRpZCI6IjMxMSIsIkEiOjI1NSwiUiI6MjU1LCJHIjowLCJCIjowfX0sIkxpbmVXZWlnaHQiOjAuMCwiTGluZVR5cGUiOjAsIlBhcmVudFN0eWxlIjpudWxsfSwiUGFyZW50U3R5bGUiOm51bGx9LCJNYXJnaW4iOnsiJGlkIjoiMzEyIiwiVG9wIjowLjAsIkxlZnQiOjAuMCwiUmlnaHQiOjAuMCwiQm90dG9tIjowLjB9LCJQYWRkaW5nIjp7IiRpZCI6IjMxMyIsIlRvcCI6MC4wLCJMZWZ0IjowLjAsIlJpZ2h0IjowLjAsIkJvdHRvbSI6MC4wfSwiQmFja2dyb3VuZCI6bnVsbCwiSXNWaXNpYmxlIjp0cnVlLCJXaWR0aCI6MC4wLCJIZWlnaHQiOjAuMCwiQm9yZGVyU3R5bGUiOm51bGwsIlBhcmVudFN0eWxlIjpudWxsfSwiQmFja2dyb3VuZFN0eWxlIjp7IiRpZCI6IjMxNCIsIk1hcmdpbiI6eyIkaWQiOiIzMTUiLCJUb3AiOjAuMCwiTGVmdCI6MC4wLCJSaWdodCI6MC4wLCJCb3R0b20iOjAuMH0sIlBhZGRpbmciOnsiJGlkIjoiMzE2IiwiVG9wIjowLjAsIkxlZnQiOjAuMCwiUmlnaHQiOjAuMCwiQm90dG9tIjowLjB9LCJCYWNrZ3JvdW5kIjp7IiRpZCI6IjMxNyIsIkNvbG9yIjp7IiRpZCI6IjMxOCIsIkEiOjUxLCJSIjoyMDAsIkciOjIwMCwiQiI6MjAwfX0sIklzVmlzaWJsZSI6dHJ1ZSwiV2lkdGgiOjAuMCwiSGVpZ2h0IjowLjAsIkJvcmRlclN0eWxlIjp7IiRpZCI6IjMxOSIsIkxpbmVDb2xvciI6eyIkaWQiOiIzMjAiLCIkdHlwZSI6Ik5MUkUuQ29tbW9uLkRvbS5Tb2xpZENvbG9yQnJ1c2gsIE5MUkUuQ29tbW9uIiwiQ29sb3IiOnsiJGlkIjoiMzIxIiwiQSI6MjU1LCJSIjoyMzQsIkciOjIyLCJCIjozMH19LCJMaW5lV2VpZ2h0IjowLjAsIkxpbmVUeXBlIjowLCJQYXJlbnRTdHlsZSI6bnVsbH0sIlBhcmVudFN0eWxlIjpudWxsfSwiTWFyZ2luIjp7IiRpZCI6IjMyMiIsIlRvcCI6MC4wLCJMZWZ0IjowLjAsIlJpZ2h0IjowLjAsIkJvdHRvbSI6MC4wfSwiUGFkZGluZyI6eyIkaWQiOiIzMjMiLCJUb3AiOjAuMCwiTGVmdCI6MC4wLCJSaWdodCI6MC4wLCJCb3R0b20iOjAuMH0sIklzVmlzaWJsZSI6dHJ1ZSwiV2lkdGgiOjAuMCwiSGVpZ2h0IjowLjAsIkJvcmRlclN0eWxlIjp7IiRpZCI6IjMyNCIsIkxpbmVDb2xvciI6bnVsbCwiTGluZVdlaWdodCI6MC4wLCJMaW5lVHlwZSI6MCwiUGFyZW50U3R5bGUiOm51bGx9LCJQYXJlbnRTdHlsZSI6bnVsbH0sIk1hcmdpbiI6eyIkaWQiOiIzMjUiLCJUb3AiOjAuMCwiTGVmdCI6MC4wLCJSaWdodCI6MC4wLCJCb3R0b20iOjAuMH0sIlBhZGRpbmciOnsiJGlkIjoiMzI2IiwiVG9wIjowLjAsIkxlZnQiOjAuMCwiUmlnaHQiOjAuMCwiQm90dG9tIjowLjB9LCJJc1Zpc2libGUiOmZhbHNlLCJXaWR0aCI6MC4wLCJIZWlnaHQiOjAuMCwiQm9yZGVyU3R5bGUiOnsiJGlkIjoiMzI3IiwiTGluZUNvbG9yIjpudWxsLCJMaW5lV2VpZ2h0IjowLjAsIkxpbmVUeXBlIjowLCJQYXJlbnRTdHlsZSI6bnVsbH0sIlBhcmVudFN0eWxlIjpudWxsfX0seyIkaWQiOiIzMjgiLCJfYWN0aXZpdGllcyI6W3siJGlkIjoiMzI5IiwiX3Jvd3MiOlt7IiRpZCI6IjMzMCIsIl90YXNrcyI6W3siJGlkIjoiMzMxIiwiX2F0dGFjaGVkTWlsZXN0b25lcyI6W10sIlRhc2tEZWZpbml0aW9uIjp7IiRpZCI6IjMzMiIsIkdyb3VwTmFtZSI6bnVsbCwiU3RhcnREYXRlIjoiMjAyNi0wNS0wM1QwMDowMDowMFoiLCJFbmREYXRlIjoiMjAyNi0wNS0yOVQyMzo1OTowMFoiLCJQZXJjZW50YWdlQ29tcGxldGUiOm51bGwsIlN0eWxlIjp7IiRpZCI6IjMzMyIsIlNoYXBlIjoxLCJTaGFwZVRoaWNrbmVzcyI6MCwiRHVyYXRpb25Gb3JtYXQiOjAsIkluY2x1ZGVOb25Xb3JraW5nRGF5c0luRHVyYXRpb24iOmZhbHNlLCJQZXJjZW50YWdlQ29tcGxldGVTdHlsZSI6eyIkaWQiOiIzMzQiLCJGb250U2V0dGluZ3MiOnsiJGlkIjoiMzM1IiwiRm9udFNpemUiOjEwLCJGb250TmFtZSI6IkNhbGlicmkiLCJJc0JvbGQiOmZhbHNlLCJJc0l0YWxpYyI6ZmFsc2UsIklzVW5kZXJsaW5lZCI6ZmFsc2UsIlBhcmVudFN0eWxlIjpudWxsfSwiQXV0b1NpemUiOjAsIkZvcmVncm91bmQiOnsiJGlkIjoiMzM2IiwiQ29sb3IiOnsiJGlkIjoiMz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zOCIsIlRvcCI6MC4wLCJMZWZ0IjowLjAsIlJpZ2h0IjowLjAsIkJvdHRvbSI6MC4wfSwiUGFkZGluZyI6eyIkaWQiOiIzMzkiLCJUb3AiOjAuMCwiTGVmdCI6MC4wLCJSaWdodCI6MC4wLCJCb3R0b20iOjAuMH0sIkJhY2tncm91bmQiOnsiJGlkIjoiMzQwIiwiQ29sb3IiOnsiJGlkIjoiMzQxIiwiQSI6ODksIlIiOjAsIkciOjAsIkIiOjB9fSwiSXNWaXNpYmxlIjp0cnVlLCJXaWR0aCI6MC4wLCJIZWlnaHQiOjAuMCwiQm9yZGVyU3R5bGUiOnsiJGlkIjoiMzQyIiwiTGluZUNvbG9yIjpudWxsLCJMaW5lV2VpZ2h0IjowLjAsIkxpbmVUeXBlIjowLCJQYXJlbnRTdHlsZSI6bnVsbH0sIlBhcmVudFN0eWxlIjpudWxsfSwiRHVyYXRpb25TdHlsZSI6eyIkaWQiOiIzNDMiLCJGb250U2V0dGluZ3MiOnsiJGlkIjoiMzQ0IiwiRm9udFNpemUiOjEwLCJGb250TmFtZSI6IkNhbGlicmkiLCJJc0JvbGQiOmZhbHNlLCJJc0l0YWxpYyI6ZmFsc2UsIklzVW5kZXJsaW5lZCI6ZmFsc2UsIlBhcmVudFN0eWxlIjpudWxsfSwiQXV0b1NpemUiOjAsIkZvcmVncm91bmQiOnsiJGlkIjoiMzQ1IiwiQ29sb3IiOnsiJGlkIjoiMz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NDciLCJUb3AiOjAuMCwiTGVmdCI6MC4wLCJSaWdodCI6MC4wLCJCb3R0b20iOjAuMH0sIlBhZGRpbmciOnsiJGlkIjoiMzQ4IiwiVG9wIjowLjAsIkxlZnQiOjAuMCwiUmlnaHQiOjAuMCwiQm90dG9tIjowLjB9LCJCYWNrZ3JvdW5kIjp7IiRpZCI6IjM0OSIsIkNvbG9yIjp7IiRpZCI6IjM1MCIsIkEiOjI1NSwiUiI6NjgsIkciOjg0LCJCIjoxMDZ9fSwiSXNWaXNpYmxlIjp0cnVlLCJXaWR0aCI6MC4wLCJIZWlnaHQiOjAuMCwiQm9yZGVyU3R5bGUiOnsiJGlkIjoiMzUxIiwiTGluZUNvbG9yIjpudWxsLCJMaW5lV2VpZ2h0IjowLjAsIkxpbmVUeXBlIjowLCJQYXJlbnRTdHlsZSI6bnVsbH0sIlBhcmVudFN0eWxlIjpudWxsfSwiSG9yaXpvbnRhbENvbm5lY3RvclN0eWxlIjp7IiRpZCI6IjM1MiIsIkxpbmVDb2xvciI6eyIkaWQiOiIzNTMiLCIkdHlwZSI6Ik5MUkUuQ29tbW9uLkRvbS5Tb2xpZENvbG9yQnJ1c2gsIE5MUkUuQ29tbW9uIiwiQ29sb3IiOnsiJGlkIjoiMzU0IiwiQSI6MjU1LCJSIjowLCJHIjowLCJCIjowfX0sIkxpbmVXZWlnaHQiOjAuMCwiTGluZVR5cGUiOjAsIlBhcmVudFN0eWxlIjpudWxsfSwiVmVydGljYWxDb25uZWN0b3JTdHlsZSI6eyIkaWQiOiIzNTUiLCJMaW5lQ29sb3IiOnsiJGlkIjoiMzU2IiwiJHR5cGUiOiJOTFJFLkNvbW1vbi5Eb20uU29saWRDb2xvckJydXNoLCBOTFJFLkNvbW1vbiIsIkNvbG9yIjp7IiRpZCI6IjM1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zU4IiwiU2hhcGVTdHlsZSI6eyIkaWQiOiIzNTkiLCJNYXJnaW4iOnsiJGlkIjoiMzYwIiwiVG9wIjowLjAsIkxlZnQiOjAuMCwiUmlnaHQiOjAuMCwiQm90dG9tIjowLjB9LCJQYWRkaW5nIjp7IiRpZCI6IjM2MSIsIlRvcCI6MC4wLCJMZWZ0IjowLjAsIlJpZ2h0IjowLjAsIkJvdHRvbSI6MC4wfSwiQmFja2dyb3VuZCI6eyIkaWQiOiIzNjIiLCJDb2xvciI6eyIkaWQiOiIzNjMiLCJBIjoxNTMsIlIiOjAsIkciOjAsIkIiOjB9fSwiSXNWaXNpYmxlIjp0cnVlLCJXaWR0aCI6MC4wLCJIZWlnaHQiOjAuMCwiQm9yZGVyU3R5bGUiOm51bGwsIlBhcmVudFN0eWxlIjpudWxsfSwiTWFyZ2luIjp7IiRpZCI6IjM2NCIsIlRvcCI6MC4wLCJMZWZ0IjowLjAsIlJpZ2h0IjowLjAsIkJvdHRvbSI6MC4wfSwiUGFkZGluZyI6eyIkaWQiOiIzNjUiLCJUb3AiOjAuMCwiTGVmdCI6MC4wLCJSaWdodCI6MC4wLCJCb3R0b20iOjAuMH0sIkJhY2tncm91bmQiOm51bGwsIklzVmlzaWJsZSI6dHJ1ZSwiV2lkdGgiOjAuMCwiSGVpZ2h0IjowLjAsIkJvcmRlclN0eWxlIjpudWxsLCJQYXJlbnRTdHlsZSI6bnVsbH0sIlNoYXBlU3R5bGUiOnsiJGlkIjoiMzY2IiwiTWFyZ2luIjp7IiRpZCI6IjM2NyIsIlRvcCI6MC4wLCJMZWZ0Ijo0LjAsIlJpZ2h0Ijo0LjAsIkJvdHRvbSI6MC4wfSwiUGFkZGluZyI6eyIkaWQiOiIzNjgiLCJUb3AiOjAuMCwiTGVmdCI6MC4wLCJSaWdodCI6MC4wLCJCb3R0b20iOjAuMH0sIkJhY2tncm91bmQiOnsiJGlkIjoiMzY5IiwiQ29sb3IiOnsiJGlkIjoiMzcwIiwiQSI6MjU1LCJSIjoyNTUsIkciOjE5MiwiQiI6MH19LCJJc1Zpc2libGUiOnRydWUsIldpZHRoIjowLjAsIkhlaWdodCI6MTAuMCwiQm9yZGVyU3R5bGUiOnsiJGlkIjoiMzcxIiwiTGluZUNvbG9yIjp7IiRpZCI6IjM3MiIsIiR0eXBlIjoiTkxSRS5Db21tb24uRG9tLlNvbGlkQ29sb3JCcnVzaCwgTkxSRS5Db21tb24iLCJDb2xvciI6eyIkaWQiOiIzNzMiLCJBIjoyNTUsIlIiOjIzNCwiRyI6MjIsIkIiOjMwfX0sIkxpbmVXZWlnaHQiOjAuMCwiTGluZVR5cGUiOjAsIlBhcmVudFN0eWxlIjpudWxsfSwiUGFyZW50U3R5bGUiOm51bGx9LCJUaXRsZVN0eWxlIjp7IiRpZCI6IjM3NCIsIkZvbnRTZXR0aW5ncyI6eyIkaWQiOiIzNzUiLCJGb250U2l6ZSI6MTEsIkZvbnROYW1lIjoiVGl0aWxsaXVtIFdlYiIsIklzQm9sZCI6ZmFsc2UsIklzSXRhbGljIjpmYWxzZSwiSXNVbmRlcmxpbmVkIjpmYWxzZSwiUGFyZW50U3R5bGUiOm51bGx9LCJBdXRvU2l6ZSI6MCwiRm9yZWdyb3VuZCI6eyIkaWQiOiIzNzYiLCJDb2xvciI6eyIkaWQiOiIzNz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Mzc4IiwiVG9wIjowLjAsIkxlZnQiOjAuMCwiUmlnaHQiOjAuMCwiQm90dG9tIjowLjB9LCJQYWRkaW5nIjp7IiRpZCI6IjM3OSIsIlRvcCI6MC4wLCJMZWZ0IjowLjAsIlJpZ2h0IjowLjAsIkJvdHRvbSI6MC4wfSwiQmFja2dyb3VuZCI6eyIkaWQiOiIzODAiLCJDb2xvciI6eyIkaWQiOiIzODEiLCJBIjowLCJSIjoyNTUsIkciOjI1NSwiQiI6MjU1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lRpdGlsbGl1bSBXZWIiLCJJc0JvbGQiOmZhbHNlLCJJc0l0YWxpYyI6ZmFsc2UsIklzVW5kZXJsaW5lZCI6ZmFsc2UsIlBhcmVudFN0eWxlIjpudWxsfSwiQXV0b1NpemUiOjAsIkZvcmVncm91bmQiOnsiJGlkIjoiMzg1IiwiQ29sb3IiOnsiJGlkIjoiMzg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CwiUiI6MjU1LCJHIjoyNTUsIkIiOjI1NX19LCJJc1Zpc2libGUiOnRydWUsIldpZHRoIjowLjAsIkhlaWdodCI6MC4wLCJCb3JkZXJTdHlsZSI6eyIkaWQiOiIzOTEiLCJMaW5lQ29sb3IiOm51bGwsIkxpbmVXZWlnaHQiOjAuMCwiTGluZVR5cGUiOjAsIlBhcmVudFN0eWxlIjpudWxsfSwiUGFyZW50U3R5bGUiOm51bGx9LCJEYXRlRm9ybWF0Ijp7IiRpZCI6IjM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MiLCJGb3JtYXQiOjAsIklzVmlzaWJsZSI6ZmFsc2UsIkxhc3RLbm93blZpc2liaWxpdHlTdGF0ZSI6ZmFsc2V9LCJJc1Zpc2libGUiOnRydWUsIlZhcmlhbmNlU3R5bGUiOnsiJGlkIjoiMzk0IiwiVGV4dFN0eWxlIjp7IiRpZCI6IjM5NSIsIkZvbnRTZXR0aW5ncyI6eyIkaWQiOiIzOTYiLCJGb250U2l6ZSI6MTAsIkZvbnROYW1lIjoiQ2FsaWJyaSIsIklzQm9sZCI6ZmFsc2UsIklzSXRhbGljIjpmYWxzZSwiSXNVbmRlcmxpbmVkIjpmYWxzZSwiUGFyZW50U3R5bGUiOm51bGx9LCJBdXRvU2l6ZSI6MCwiRm9yZWdyb3VuZCI6eyIkaWQiOiIzOTciLCJDb2xvciI6eyIkaWQiOiIzOT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5IiwiVG9wIjowLjAsIkxlZnQiOjAuMCwiUmlnaHQiOjAuMCwiQm90dG9tIjowLjB9LCJQYWRkaW5nIjp7IiRpZCI6IjQwMCIsIlRvcCI6MC4wLCJMZWZ0IjowLjAsIlJpZ2h0IjowLjAsIkJvdHRvbSI6MC4wfSwiQmFja2dyb3VuZCI6eyIkaWQiOiI0MDEiLCJDb2xvciI6eyIkaWQiOiI0MDIiLCJBIjoyNTUsIlIiOjAsIkciOjAsIkIiOjB9fSwiSXNWaXNpYmxlIjp0cnVlLCJXaWR0aCI6MC4wLCJIZWlnaHQiOjAuMCwiQm9yZGVyU3R5bGUiOnsiJGlkIjoiNDAzIiwiTGluZUNvbG9yIjpudWxsLCJMaW5lV2VpZ2h0IjowLjAsIkxpbmVUeXBlIjowLCJQYXJlbnRTdHlsZSI6bnVsbH0sIlBhcmVudFN0eWxlIjpudWxsfSwiUGFyZW50U3R5bGUiOm51bGx9LCJQYXJlbnRTdHlsZSI6bnVsbH0sIkluZGV4IjozLCJTbWFydER1cmF0aW9uQWN0aXZhdGVkIjpmYWxzZSwiRGF0ZUZvcm1hdCI6eyIkcmVmIjoiMzkyIn0sIldlZWtOdW1iZXJpbmciOnsiJGlkIjoiNDA0IiwiRm9ybWF0IjowLCJJc1Zpc2libGUiOmZhbHNlLCJMYXN0S25vd25WaXNpYmlsaXR5U3RhdGUiOmZhbHNlfSwiQmFzZWxpbmVEYXRhIjp7IiRpZCI6IjQwNSIsIlN0YXJ0RGF0ZSI6IjIwMjYtMDUtMDNUMDA6MDA6MDAiLCJFbmREYXRlIjoiMjAyNi0wNS0yOVQyMzo1OTowMCJ9LCJJZCI6IjViYzJmZjZkLWY5MDktNDJlYy05OGQwLWM3MTE1MjRkNjZjYSIsIkltcG9ydElkIjpudWxsLCJUaXRsZSI6IkNhc29zIGRlIHVzbyB5IGFycXVpdGVjdHVyYSBjb25jZXB0dWFsIChTcHJpbnQgMSB5IDIpIiwiTm90ZSI6bnVsbCwiSHlwZXJsaW5rIjp7IiRpZCI6IjQwNiIsIkFkZHJlc3MiOiIiLCJTdWJBZGRyZXNzIjoiIn0sIklzQ2hhbmdlZCI6ZmFsc2UsIklzTmV3IjpmYWxzZX19XSwiX21pbGVzdG9uZXMiOltdLCJJZCI6IjAwMDAwMDAwLTAwMDAtMDAwMC0wMDAwLTAwMDAwMDAwMDAwMCIsIklzU2luZ2xlSXRlbVJvdyI6dHJ1ZX1dLCJJbmRleCI6MiwiSWQiOiI0YzNjZjgzYy1lMzZjLTRkOGMtYjQ4ZS1hZmM1MzY4ZmVlY2EiLCJIZWFkZXJUZXh0IjpudWxsLCJJc0RlZmF1bHQiOnRydWUsIlN0eWxlIjp7IiRpZCI6IjQwNyIsIkhlYWRlclN0eWxlIjp7IiRpZCI6IjQwOCIsIlRleHRTdHlsZSI6eyIkaWQiOiI0MDkiLCJGb250U2V0dGluZ3MiOnsiJGlkIjoiNDEwIiwiRm9udFNpemUiOjExLCJGb250TmFtZSI6IkNhbGlicmkiLCJJc0JvbGQiOmZhbHNlLCJJc0l0YWxpYyI6ZmFsc2UsIklzVW5kZXJsaW5lZCI6ZmFsc2UsIlBhcmVudFN0eWxlIjpudWxsfSwiQXV0b1NpemUiOjIsIkZvcmVncm91bmQiOnsiJGlkIjoiNDExIiwiQ29sb3IiOnsiJGlkIjoiNDE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EzIiwiVG9wIjowLjAsIkxlZnQiOjAuMCwiUmlnaHQiOjAuMCwiQm90dG9tIjowLjB9LCJQYWRkaW5nIjp7IiRpZCI6IjQxNCIsIlRvcCI6MC4wLCJMZWZ0IjowLjAsIlJpZ2h0IjowLjAsIkJvdHRvbSI6MC4wfSwiQmFja2dyb3VuZCI6eyIkaWQiOiI0MTUiLCJDb2xvciI6eyIkaWQiOiI0MTYiLCJBIjoyNTUsIlIiOjY0LCJHIjo2NCwiQiI6NjR9fSwiSXNWaXNpYmxlIjp0cnVlLCJXaWR0aCI6MC4wLCJIZWlnaHQiOjAuMCwiQm9yZGVyU3R5bGUiOm51bGwsIlBhcmVudFN0eWxlIjpudWxsfSwiUmVjdGFuZ2xlU3R5bGUiOnsiJGlkIjoiNDE3IiwiTWFyZ2luIjp7IiRpZCI6IjQxOCIsIlRvcCI6MC4wLCJMZWZ0IjowLjAsIlJpZ2h0IjowLjAsIkJvdHRvbSI6MC4wfSwiUGFkZGluZyI6eyIkaWQiOiI0MTkiLCJUb3AiOjAuMCwiTGVmdCI6MC4wLCJSaWdodCI6MC4wLCJCb3R0b20iOjAuMH0sIkJhY2tncm91bmQiOnsiJGlkIjoiNDIwIiwiQ29sb3IiOnsiJGlkIjoiNDIxIiwiQSI6MTI3LCJSIjoyNTUsIkciOjE5MiwiQiI6MH19LCJJc1Zpc2libGUiOnRydWUsIldpZHRoIjowLjAsIkhlaWdodCI6MC4wLCJCb3JkZXJTdHlsZSI6eyIkaWQiOiI0MjIiLCJMaW5lQ29sb3IiOnsiJGlkIjoiNDIzIiwiJHR5cGUiOiJOTFJFLkNvbW1vbi5Eb20uU29saWRDb2xvckJydXNoLCBOTFJFLkNvbW1vbiIsIkNvbG9yIjp7IiRpZCI6IjQyNCIsIkEiOjI1NSwiUiI6MjU1LCJHIjoyNTUsIkIiOjI1NX19LCJMaW5lV2VpZ2h0IjowLjAsIkxpbmVUeXBlIjowLCJQYXJlbnRTdHlsZSI6bnVsbH0sIlBhcmVudFN0eWxlIjpudWxsfSwiTWFyZ2luIjp7IiRpZCI6IjQyNSIsIlRvcCI6MC4wLCJMZWZ0IjowLjAsIlJpZ2h0IjowLjAsIkJvdHRvbSI6MC4wfSwiUGFkZGluZyI6eyIkaWQiOiI0MjYiLCJUb3AiOjAuMCwiTGVmdCI6MC4wLCJSaWdodCI6MC4wLCJCb3R0b20iOjAuMH0sIkJhY2tncm91bmQiOm51bGwsIklzVmlzaWJsZSI6dHJ1ZSwiV2lkdGgiOjAuMCwiSGVpZ2h0IjowLjAsIkJvcmRlclN0eWxlIjpudWxsLCJQYXJlbnRTdHlsZSI6bnVsbH0sIkJhY2tncm91bmRTdHlsZSI6eyIkaWQiOiI0MjciLCJNYXJnaW4iOnsiJGlkIjoiNDI4IiwiVG9wIjowLjAsIkxlZnQiOjAuMCwiUmlnaHQiOjAuMCwiQm90dG9tIjowLjB9LCJQYWRkaW5nIjp7IiRpZCI6IjQyOSIsIlRvcCI6MC4wLCJMZWZ0IjowLjAsIlJpZ2h0IjowLjAsIkJvdHRvbSI6MC4wfSwiQmFja2dyb3VuZCI6eyIkaWQiOiI0MzAiLCJDb2xvciI6eyIkaWQiOiI0MzEiLCJBIjo1MSwiUiI6MjAwLCJHIjoyMDAsIkIiOjIwMH19LCJJc1Zpc2libGUiOnRydWUsIldpZHRoIjowLjAsIkhlaWdodCI6MC4wLCJCb3JkZXJTdHlsZSI6eyIkaWQiOiI0MzIiLCJMaW5lQ29sb3IiOnsiJGlkIjoiNDMzIiwiJHR5cGUiOiJOTFJFLkNvbW1vbi5Eb20uU29saWRDb2xvckJydXNoLCBOTFJFLkNvbW1vbiIsIkNvbG9yIjp7IiRpZCI6IjQzNCIsIkEiOjI1NSwiUiI6MjM0LCJHIjoyMiwiQiI6MzB9fSwiTGluZVdlaWdodCI6MC4wLCJMaW5lVHlwZSI6MCwiUGFyZW50U3R5bGUiOm51bGx9LCJQYXJlbnRTdHlsZSI6bnVsbH0sIk1hcmdpbiI6eyIkaWQiOiI0MzUiLCJUb3AiOjAuMCwiTGVmdCI6MC4wLCJSaWdodCI6MC4wLCJCb3R0b20iOjAuMH0sIlBhZGRpbmciOnsiJGlkIjoiNDM2IiwiVG9wIjowLjAsIkxlZnQiOjAuMCwiUmlnaHQiOjAuMCwiQm90dG9tIjowLjB9LCJJc1Zpc2libGUiOnRydWUsIldpZHRoIjowLjAsIkhlaWdodCI6MC4wLCJCb3JkZXJTdHlsZSI6eyIkaWQiOiI0MzciLCJMaW5lQ29sb3IiOm51bGwsIkxpbmVXZWlnaHQiOjAuMCwiTGluZVR5cGUiOjAsIlBhcmVudFN0eWxlIjpudWxsfSwiUGFyZW50U3R5bGUiOm51bGx9fV0sIklkIjoiNmI1Nzc0OGMtZGYyMS00ZDE1LWI3YWMtMTFiZjg4OTUxYzY5IiwiSW5kZXgiOjIsIkhlYWRlclRleHQiOiJJZGVhY2nDs25cclxuIiwiU3R5bGUiOnsiJGlkIjoiNDM4IiwiU3R5bGVJZCI6Ijk4NTEzZTEwLTU1MWMtNGYzMC1hYzExLWEwNjkwZTkwMzEzNCIsIkhlYWRlclN0eWxlIjp7IiRpZCI6IjQzOSIsIlRleHRJc1ZlcnRpY2FsIjpmYWxzZSwiVGV4dFN0eWxlIjp7IiRpZCI6IjQ0MCIsIkZvbnRTZXR0aW5ncyI6eyIkaWQiOiI0NDEiLCJGb250U2l6ZSI6MTEsIkZvbnROYW1lIjoiVGl0aWxsaXVtIFdlYiIsIklzQm9sZCI6ZmFsc2UsIklzSXRhbGljIjpmYWxzZSwiSXNVbmRlcmxpbmVkIjpmYWxzZSwiUGFyZW50U3R5bGUiOm51bGx9LCJBdXRvU2l6ZSI6MiwiRm9yZWdyb3VuZCI6eyIkaWQiOiI0NDIiLCJDb2xvciI6eyIkaWQiOiI0ND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zgsIkciOjM4LCJCIjozOH19LCJJc1Zpc2libGUiOnRydWUsIldpZHRoIjowLjAsIkhlaWdodCI6MC4wLCJCb3JkZXJTdHlsZSI6bnVsbCwiUGFyZW50U3R5bGUiOm51bGx9LCJSZWN0YW5nbGVTdHlsZSI6eyIkaWQiOiI0NDgiLCJNYXJnaW4iOnsiJGlkIjoiNDQ5IiwiVG9wIjowLjAsIkxlZnQiOjAuMCwiUmlnaHQiOjAuMCwiQm90dG9tIjowLjB9LCJQYWRkaW5nIjp7IiRpZCI6IjQ1MCIsIlRvcCI6MC4wLCJMZWZ0IjowLjAsIlJpZ2h0IjowLjAsIkJvdHRvbSI6MC4wfSwiQmFja2dyb3VuZCI6eyIkaWQiOiI0NTEiLCJDb2xvciI6eyIkaWQiOiI0NTIiLCJBIjoyNTUsIlIiOjI1NSwiRyI6MTkyLCJCIjowfX0sIklzVmlzaWJsZSI6dHJ1ZSwiV2lkdGgiOjAuMCwiSGVpZ2h0IjowLjAsIkJvcmRlclN0eWxlIjp7IiRpZCI6IjQ1MyIsIkxpbmVDb2xvciI6eyIkaWQiOiI0NTQiLCIkdHlwZSI6Ik5MUkUuQ29tbW9uLkRvbS5Tb2xpZENvbG9yQnJ1c2gsIE5MUkUuQ29tbW9uIiwiQ29sb3IiOnsiJGlkIjoiNDU1IiwiQSI6MjU1LCJSIjoyNTUsIkciOjI1NSwiQiI6MjU1fX0sIkxpbmVXZWlnaHQiOjAuMCwiTGluZVR5cGUiOjAsIlBhcmVudFN0eWxlIjpudWxsfSwiUGFyZW50U3R5bGUiOm51bGx9LCJNYXJnaW4iOnsiJGlkIjoiNDU2IiwiVG9wIjowLjAsIkxlZnQiOjAuMCwiUmlnaHQiOjAuMCwiQm90dG9tIjowLjB9LCJQYWRkaW5nIjp7IiRpZCI6IjQ1NyIsIlRvcCI6MC4wLCJMZWZ0IjowLjAsIlJpZ2h0IjowLjAsIkJvdHRvbSI6MC4wfSwiQmFja2dyb3VuZCI6bnVsbCwiSXNWaXNpYmxlIjp0cnVlLCJXaWR0aCI6MC4wLCJIZWlnaHQiOjAuMCwiQm9yZGVyU3R5bGUiOm51bGwsIlBhcmVudFN0eWxlIjpudWxsfSwiQmFja2dyb3VuZFN0eWxlIjp7IiRpZCI6IjQ1OCIsIk1hcmdpbiI6eyIkaWQiOiI0NTkiLCJUb3AiOjAuMCwiTGVmdCI6MC4wLCJSaWdodCI6MC4wLCJCb3R0b20iOjAuMH0sIlBhZGRpbmciOnsiJGlkIjoiNDYwIiwiVG9wIjowLjAsIkxlZnQiOjAuMCwiUmlnaHQiOjAuMCwiQm90dG9tIjowLjB9LCJCYWNrZ3JvdW5kIjp7IiRpZCI6IjQ2MSIsIkNvbG9yIjp7IiRpZCI6IjQ2MiIsIkEiOjUxLCJSIjoyMDAsIkciOjIwMCwiQiI6MjAwfX0sIklzVmlzaWJsZSI6dHJ1ZSwiV2lkdGgiOjAuMCwiSGVpZ2h0IjowLjAsIkJvcmRlclN0eWxlIjp7IiRpZCI6IjQ2MyIsIkxpbmVDb2xvciI6eyIkaWQiOiI0NjQiLCIkdHlwZSI6Ik5MUkUuQ29tbW9uLkRvbS5Tb2xpZENvbG9yQnJ1c2gsIE5MUkUuQ29tbW9uIiwiQ29sb3IiOnsiJGlkIjoiNDY1IiwiQSI6MjU1LCJSIjoyMzQsIkciOjIyLCJCIjozMH19LCJMaW5lV2VpZ2h0IjowLjAsIkxpbmVUeXBlIjowLCJQYXJlbnRTdHlsZSI6bnVsbH0sIlBhcmVudFN0eWxlIjpudWxsfSwiSXNBYm92ZVRpbWViYW5kIjpmYWxzZSwiU3BhY2luZyI6MiwiRGVmYXVsdFN3aW1sYW5lVGFza1N0eWxlIjp7IiRpZCI6IjQ2NiIsIiR0eXBlIjoiTkxSRS5Db21tb24uRG9tLlN0eWxlcy5FeHBsaWNpdFNldGFibGVUYXNrU3R5bGUsIE5MUkUuQ29tbW9uIiwiU2hhcGUiOjEsIlNoYXBlVGhpY2tuZXNzIjowLCJEdXJhdGlvbkZvcm1hdCI6MCwiSW5jbHVkZU5vbldvcmtpbmdEYXlzSW5EdXJhdGlvbiI6ZmFsc2UsIlBlcmNlbnRhZ2VDb21wbGV0ZVN0eWxlIjp7IiRpZCI6IjQ2NyIsIkZvbnRTZXR0aW5ncyI6eyIkaWQiOiI0NjgiLCJGb250U2l6ZSI6MTAsIkZvbnROYW1lIjoiQ2FsaWJyaSIsIklzQm9sZCI6ZmFsc2UsIklzSXRhbGljIjpmYWxzZSwiSXNVbmRlcmxpbmVkIjpmYWxzZSwiUGFyZW50U3R5bGUiOm51bGx9LCJBdXRvU2l6ZSI6MCwiRm9yZWdyb3VuZCI6eyIkaWQiOiI0NjkiLCJDb2xvciI6eyIkaWQiOiI0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cxIiwiVG9wIjowLjAsIkxlZnQiOjAuMCwiUmlnaHQiOjAuMCwiQm90dG9tIjowLjB9LCJQYWRkaW5nIjp7IiRpZCI6IjQ3MiIsIlRvcCI6MC4wLCJMZWZ0IjowLjAsIlJpZ2h0IjowLjAsIkJvdHRvbSI6MC4wfSwiQmFja2dyb3VuZCI6eyIkaWQiOiI0NzMiLCJDb2xvciI6eyIkaWQiOiI0NzQiLCJBIjo4OSwiUiI6MCwiRyI6MCwiQiI6MH19LCJJc1Zpc2libGUiOnRydWUsIldpZHRoIjowLjAsIkhlaWdodCI6MC4wLCJCb3JkZXJTdHlsZSI6eyIkaWQiOiI0NzUiLCJMaW5lQ29sb3IiOm51bGwsIkxpbmVXZWlnaHQiOjAuMCwiTGluZVR5cGUiOjAsIlBhcmVudFN0eWxlIjpudWxsfSwiUGFyZW50U3R5bGUiOm51bGx9LCJEdXJhdGlvblN0eWxlIjp7IiRpZCI6IjQ3NiIsIkZvbnRTZXR0aW5ncyI6eyIkaWQiOiI0NzciLCJGb250U2l6ZSI6MTAsIkZvbnROYW1lIjoiQ2FsaWJyaSIsIklzQm9sZCI6ZmFsc2UsIklzSXRhbGljIjpmYWxzZSwiSXNVbmRlcmxpbmVkIjpmYWxzZSwiUGFyZW50U3R5bGUiOm51bGx9LCJBdXRvU2l6ZSI6MCwiRm9yZWdyb3VuZCI6eyIkaWQiOiI0NzgiLCJDb2xvciI6eyIkaWQiOiI0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4MCIsIlRvcCI6MC4wLCJMZWZ0IjowLjAsIlJpZ2h0IjowLjAsIkJvdHRvbSI6MC4wfSwiUGFkZGluZyI6eyIkaWQiOiI0ODEiLCJUb3AiOjAuMCwiTGVmdCI6MC4wLCJSaWdodCI6MC4wLCJCb3R0b20iOjAuMH0sIkJhY2tncm91bmQiOnsiJGlkIjoiNDgyIiwiQ29sb3IiOnsiJGlkIjoiNDgzIiwiQSI6MjU1LCJSIjo2OCwiRyI6ODQsIkIiOjEwNn19LCJJc1Zpc2libGUiOnRydWUsIldpZHRoIjowLjAsIkhlaWdodCI6MC4wLCJCb3JkZXJTdHlsZSI6eyIkaWQiOiI0ODQiLCJMaW5lQ29sb3IiOm51bGwsIkxpbmVXZWlnaHQiOjAuMCwiTGluZVR5cGUiOjAsIlBhcmVudFN0eWxlIjpudWxsfSwiUGFyZW50U3R5bGUiOm51bGx9LCJIb3Jpem9udGFsQ29ubmVjdG9yU3R5bGUiOnsiJGlkIjoiNDg1IiwiTGluZUNvbG9yIjp7IiRpZCI6IjQ4NiIsIiR0eXBlIjoiTkxSRS5Db21tb24uRG9tLlNvbGlkQ29sb3JCcnVzaCwgTkxSRS5Db21tb24iLCJDb2xvciI6eyIkaWQiOiI0ODciLCJBIjoyNTUsIlIiOjAsIkciOjAsIkIiOjB9fSwiTGluZVdlaWdodCI6MC4wLCJMaW5lVHlwZSI6MCwiUGFyZW50U3R5bGUiOm51bGx9LCJWZXJ0aWNhbENvbm5lY3RvclN0eWxlIjp7IiRpZCI6IjQ4OCIsIkxpbmVDb2xvciI6eyIkaWQiOiI0ODkiLCIkdHlwZSI6Ik5MUkUuQ29tbW9uLkRvbS5Tb2xpZENvbG9yQnJ1c2gsIE5MUkUuQ29tbW9uIiwiQ29sb3IiOnsiJGlkIjoiNDk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DkxIiwiU2hhcGVTdHlsZSI6eyIkaWQiOiI0OTIiLCJNYXJnaW4iOnsiJGlkIjoiNDkzIiwiVG9wIjowLjAsIkxlZnQiOjAuMCwiUmlnaHQiOjAuMCwiQm90dG9tIjowLjB9LCJQYWRkaW5nIjp7IiRpZCI6IjQ5NCIsIlRvcCI6MC4wLCJMZWZ0IjowLjAsIlJpZ2h0IjowLjAsIkJvdHRvbSI6MC4wfSwiQmFja2dyb3VuZCI6eyIkaWQiOiI0OTUiLCJDb2xvciI6eyIkaWQiOiI0OTYiLCJBIjoxNTMsIlIiOjAsIkciOjAsIkIiOjB9fSwiSXNWaXNpYmxlIjp0cnVlLCJXaWR0aCI6MC4wLCJIZWlnaHQiOjAuMCwiQm9yZGVyU3R5bGUiOnsiJGlkIjoiNDk3IiwiTGluZUNvbG9yIjp7IiRpZCI6IjQ5OCIsIiR0eXBlIjoiTkxSRS5Db21tb24uRG9tLlNvbGlkQ29sb3JCcnVzaCwgTkxSRS5Db21tb24iLCJDb2xvciI6eyIkaWQiOiI0OTkiLCJBIjoyNTUsIlIiOjI1NSwiRyI6MCwiQiI6MH19LCJMaW5lV2VpZ2h0IjowLjAsIkxpbmVUeXBlIjowLCJQYXJlbnRTdHlsZSI6bnVsbH0sIlBhcmVudFN0eWxlIjpudWxsfSwiTWFyZ2luIjp7IiRpZCI6IjUwMCIsIlRvcCI6MC4wLCJMZWZ0IjowLjAsIlJpZ2h0IjowLjAsIkJvdHRvbSI6MC4wfSwiUGFkZGluZyI6eyIkaWQiOiI1MDEiLCJUb3AiOjAuMCwiTGVmdCI6MC4wLCJSaWdodCI6MC4wLCJCb3R0b20iOjAuMH0sIkJhY2tncm91bmQiOm51bGwsIklzVmlzaWJsZSI6dHJ1ZSwiV2lkdGgiOjAuMCwiSGVpZ2h0IjowLjAsIkJvcmRlclN0eWxlIjpudWxsLCJQYXJlbnRTdHlsZSI6bnVsbH0sIlNoYXBlU3R5bGUiOnsiJGlkIjoiNTAyIiwiTWFyZ2luIjp7IiRpZCI6IjUwMyIsIlRvcCI6MC4wLCJMZWZ0Ijo0LjAsIlJpZ2h0Ijo0LjAsIkJvdHRvbSI6MC4wfSwiUGFkZGluZyI6eyIkaWQiOiI1MDQiLCJUb3AiOjAuMCwiTGVmdCI6MC4wLCJSaWdodCI6MC4wLCJCb3R0b20iOjAuMH0sIkJhY2tncm91bmQiOnsiJGlkIjoiNTA1IiwiQ29sb3IiOnsiJGlkIjoiNTA2IiwiQSI6MjU1LCJSIjoyNTUsIkciOjE5MiwiQiI6MH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TEsIkZvbnROYW1lIjoiQ2FsaWJyaSIsIklzQm9sZCI6ZmFsc2UsIklzSXRhbGljIjpmYWxzZSwiSXNVbmRlcmxpbmVkIjpmYWxzZSwiUGFyZW50U3R5bGUiOm51bGx9LCJBdXRvU2l6ZSI6MCwiRm9yZWdyb3VuZCI6eyIkaWQiOiI1MTIiLCJDb2xvciI6eyIkaWQiOiI1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yNTUsIlIiOjAsIkciOjAsIkIiOjB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AsIkZvbnROYW1lIjoiQ2FsaWJyaSIsIklzQm9sZCI6ZmFsc2UsIklzSXRhbGljIjpmYWxzZSwiSXNVbmRlcmxpbmVkIjpmYWxzZSwiUGFyZW50U3R5bGUiOm51bGx9LCJBdXRvU2l6ZSI6MCwiRm9yZWdyb3VuZCI6eyIkaWQiOiI1MjEiLCJDb2xvciI6eyIkaWQiOiI1MjI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UyMyIsIlRvcCI6MC4wLCJMZWZ0IjowLjAsIlJpZ2h0IjowLjAsIkJvdHRvbSI6MC4wfSwiUGFkZGluZyI6eyIkaWQiOiI1MjQiLCJUb3AiOjAuMCwiTGVmdCI6MC4wLCJSaWdodCI6MC4wLCJCb3R0b20iOjAuMH0sIkJhY2tncm91bmQiOnsiJGlkIjoiNTI1IiwiQ29sb3IiOnsiJGlkIjoiNTI2IiwiQSI6MjU1LCJSIjo2OCwiRyI6ODQsIkIiOjEwNn19LCJJc1Zpc2libGUiOnRydWUsIldpZHRoIjowLjAsIkhlaWdodCI6MC4wLCJCb3JkZXJTdHlsZSI6eyIkaWQiOiI1MjciLCJMaW5lQ29sb3IiOm51bGwsIkxpbmVXZWlnaHQiOjAuMCwiTGluZVR5cGUiOjAsIlBhcmVudFN0eWxlIjpudWxsfSwiUGFyZW50U3R5bGUiOm51bGx9LCJEYXRlRm9ybWF0Ijp7IiRpZCI6IjU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kiLCJGb3JtYXQiOjAsIklzVmlzaWJsZSI6ZmFsc2UsIkxhc3RLbm93blZpc2liaWxpdHlTdGF0ZSI6ZmFsc2V9LCJJc1Zpc2libGUiOnRydWUsIlZhcmlhbmNlU3R5bGUiOnsiJGlkIjoiNTMwIiwiVGV4dFN0eWxlIjp7IiRpZCI6IjUzMSIsIkZvbnRTZXR0aW5ncyI6eyIkaWQiOiI1MzIiLCJGb250U2l6ZSI6MTAsIkZvbnROYW1lIjoiQ2FsaWJyaSIsIklzQm9sZCI6ZmFsc2UsIklzSXRhbGljIjpmYWxzZSwiSXNVbmRlcmxpbmVkIjpmYWxzZSwiUGFyZW50U3R5bGUiOm51bGx9LCJBdXRvU2l6ZSI6MCwiRm9yZWdyb3VuZCI6eyIkaWQiOiI1MzMiLCJDb2xvciI6eyIkaWQiOiI1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1IiwiVG9wIjowLjAsIkxlZnQiOjAuMCwiUmlnaHQiOjAuMCwiQm90dG9tIjowLjB9LCJQYWRkaW5nIjp7IiRpZCI6IjUzNiIsIlRvcCI6MC4wLCJMZWZ0IjowLjAsIlJpZ2h0IjowLjAsIkJvdHRvbSI6MC4wfSwiQmFja2dyb3VuZCI6eyIkaWQiOiI1MzciLCJDb2xvciI6eyIkaWQiOiI1MzgiLCJBIjoyNTUsIlIiOjAsIkciOjAsIkIiOjB9fSwiSXNWaXNpYmxlIjp0cnVlLCJXaWR0aCI6MC4wLCJIZWlnaHQiOjAuMCwiQm9yZGVyU3R5bGUiOnsiJGlkIjoiNTM5IiwiTGluZUNvbG9yIjpudWxsLCJMaW5lV2VpZ2h0IjowLjAsIkxpbmVUeXBlIjowLCJQYXJlbnRTdHlsZSI6bnVsbH0sIlBhcmVudFN0eWxlIjpudWxsfSwiUGFyZW50U3R5bGUiOm51bGx9LCJQYXJlbnRTdHlsZSI6bnVsbCwiX2V4cGxpY2l0bHlTZXQiOnsiJGlkIjoiNTQ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NTQxIiwiU2hhcGUiOjEsIkNvbm5lY3Rvck1hcmdpbiI6eyIkaWQiOiI1NDIiLCJUb3AiOjAuMCwiTGVmdCI6Mi4wLCJSaWdodCI6Mi4wLCJCb3R0b20iOjAuMH0sIkNvbm5lY3RvclN0eWxlIjp7IiRpZCI6IjU0MyIsIkxpbmVDb2xvciI6eyIkaWQiOiI1NDQiLCIkdHlwZSI6Ik5MUkUuQ29tbW9uLkRvbS5Tb2xpZENvbG9yQnJ1c2gsIE5MUkUuQ29tbW9uIiwiQ29sb3IiOnsiJGlkIjoiNTQ1IiwiQSI6MTI3LCJSIjoxMjcsIkciOjk2LCJCIjowfX0sIkxpbmVXZWlnaHQiOjEuMCwiTGluZVR5cGUiOjAsIlBhcmVudFN0eWxlIjpudWxsfSwiSXNCZWxvd1RpbWViYW5kIjpmYWxzZSwiUG9zaXRpb25PblRhc2siOjEsIkhpZGVEYXRlIjpmYWxzZSwiU2hhcGVTaXplIjowLCJTcGFjaW5nIjowLjAsIlBhZGRpbmciOnsiJGlkIjoiNTQ2IiwiVG9wIjo1LjAsIkxlZnQiOjMuMCwiUmlnaHQiOjAuMCwiQm90dG9tIjoyLjB9LCJTaGFwZVN0eWxlIjp7IiRpZCI6IjU0NyIsIk1hcmdpbiI6eyIkaWQiOiI1NDgiLCJUb3AiOjAuMCwiTGVmdCI6MC4wLCJSaWdodCI6MC4wLCJCb3R0b20iOjAuMH0sIlBhZGRpbmciOnsiJGlkIjoiNTQ5IiwiVG9wIjowLjAsIkxlZnQiOjAuMCwiUmlnaHQiOjAuMCwiQm90dG9tIjowLjB9LCJCYWNrZ3JvdW5kIjp7IiRpZCI6IjU1MCIsIkNvbG9yIjp7IiRpZCI6IjU1MSIsIkEiOjI1NSwiUiI6MTI3LCJHIjo5NiwiQiI6MH19LCJJc1Zpc2libGUiOnRydWUsIldpZHRoIjoxMi4wLCJIZWlnaHQiOjE0LjAsIkJvcmRlclN0eWxlIjp7IiRpZCI6IjU1MiIsIkxpbmVDb2xvciI6eyIkaWQiOiI1NTMiLCIkdHlwZSI6Ik5MUkUuQ29tbW9uLkRvbS5Tb2xpZENvbG9yQnJ1c2gsIE5MUkUuQ29tbW9uIiwiQ29sb3IiOnsiJGlkIjoiNTU0IiwiQSI6MjU1LCJSIjoyNTUsIkciOjI1NSwiQiI6MjU1fX0sIkxpbmVXZWlnaHQiOjAuMCwiTGluZVR5cGUiOjAsIlBhcmVudFN0eWxlIjpudWxsfSwiUGFyZW50U3R5bGUiOm51bGx9LCJUaXRsZVN0eWxlIjp7IiRpZCI6IjU1NSIsIkZvbnRTZXR0aW5ncyI6eyIkaWQiOiI1NTYiLCJGb250U2l6ZSI6MTEsIkZvbnROYW1lIjoiQ2FsaWJyaSIsIklzQm9sZCI6ZmFsc2UsIklzSXRhbGljIjpmYWxzZSwiSXNVbmRlcmxpbmVkIjpmYWxzZSwiUGFyZW50U3R5bGUiOm51bGx9LCJBdXRvU2l6ZSI6MCwiRm9yZWdyb3VuZCI6eyIkaWQiOiI1NTciLCJDb2xvciI6eyIkaWQiOiI1NT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TU5IiwiVG9wIjowLjAsIkxlZnQiOjAuMCwiUmlnaHQiOjAuMCwiQm90dG9tIjowLjB9LCJQYWRkaW5nIjp7IiRpZCI6IjU2MCIsIlRvcCI6MC4wLCJMZWZ0IjowLjAsIlJpZ2h0IjowLjAsIkJvdHRvbSI6MC4wfSwiQmFja2dyb3VuZCI6eyIkaWQiOiI1NjEiLCJDb2xvciI6eyIkaWQiOiI1NjIiLCJBIjoyNTUsIlIiOjAsIkciOjAsIkIiOjB9fSwiSXNWaXNpYmxlIjp0cnVlLCJXaWR0aCI6MC4wLCJIZWlnaHQiOjAuMCwiQm9yZGVyU3R5bGUiOnsiJGlkIjoiNTYzIiwiTGluZUNvbG9yIjpudWxsLCJMaW5lV2VpZ2h0IjowLjAsIkxpbmVUeXBlIjowLCJQYXJlbnRTdHlsZSI6bnVsbH0sIlBhcmVudFN0eWxlIjpudWxsfSwiRGF0ZVN0eWxlIjp7IiRpZCI6IjU2NCIsIkZvbnRTZXR0aW5ncyI6eyIkaWQiOiI1NjUiLCJGb250U2l6ZSI6MTAsIkZvbnROYW1lIjoiQ2FsaWJyaSIsIklzQm9sZCI6ZmFsc2UsIklzSXRhbGljIjpmYWxzZSwiSXNVbmRlcmxpbmVkIjpmYWxzZSwiUGFyZW50U3R5bGUiOm51bGx9LCJBdXRvU2l6ZSI6MCwiRm9yZWdyb3VuZCI6eyIkaWQiOiI1NjYiLCJDb2xvciI6eyIkaWQiOiI1Nj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U2OCIsIlRvcCI6MC4wLCJMZWZ0IjowLjAsIlJpZ2h0IjowLjAsIkJvdHRvbSI6MC4wfSwiUGFkZGluZyI6eyIkaWQiOiI1NjkiLCJUb3AiOjAuMCwiTGVmdCI6MC4wLCJSaWdodCI6MC4wLCJCb3R0b20iOjAuMH0sIkJhY2tncm91bmQiOnsiJGlkIjoiNTcwIiwiQ29sb3IiOnsiJGlkIjoiNTcxIiwiQSI6MjU1LCJSIjo2OCwiRyI6ODQsIkIiOjEwNn19LCJJc1Zpc2libGUiOnRydWUsIldpZHRoIjowLjAsIkhlaWdodCI6MC4wLCJCb3JkZXJTdHlsZSI6eyIkaWQiOiI1NzIiLCJMaW5lQ29sb3IiOm51bGwsIkxpbmVXZWlnaHQiOjAuMCwiTGluZVR5cGUiOjAsIlBhcmVudFN0eWxlIjpudWxsfSwiUGFyZW50U3R5bGUiOm51bGx9LCJEYXRlRm9ybWF0Ijp7IiRpZCI6IjU3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zQiLCJGb3JtYXQiOjAsIklzVmlzaWJsZSI6ZmFsc2UsIkxhc3RLbm93blZpc2liaWxpdHlTdGF0ZSI6ZmFsc2V9LCJJc1Zpc2libGUiOmZhbHNlLCJWYXJpYW5jZVN0eWxlIjp7IiRpZCI6IjU3NSIsIlRleHRTdHlsZSI6eyIkaWQiOiI1NzYiLCJGb250U2V0dGluZ3MiOnsiJGlkIjoiNTc3IiwiRm9udFNpemUiOjEwLCJGb250TmFtZSI6IkNhbGlicmkiLCJJc0JvbGQiOmZhbHNlLCJJc0l0YWxpYyI6ZmFsc2UsIklzVW5kZXJsaW5lZCI6ZmFsc2UsIlBhcmVudFN0eWxlIjpudWxsfSwiQXV0b1NpemUiOjAsIkZvcmVncm91bmQiOnsiJGlkIjoiNTc4IiwiQ29sb3IiOnsiJGlkIjoiNT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4MCIsIlRvcCI6MC4wLCJMZWZ0IjowLjAsIlJpZ2h0IjowLjAsIkJvdHRvbSI6MC4wfSwiUGFkZGluZyI6eyIkaWQiOiI1ODEiLCJUb3AiOjAuMCwiTGVmdCI6MC4wLCJSaWdodCI6MC4wLCJCb3R0b20iOjAuMH0sIkJhY2tncm91bmQiOnsiJGlkIjoiNTgyIiwiQ29sb3IiOnsiJGlkIjoiNTgzIiwiQSI6MjU1LCJSIjowLCJHIjowLCJCIjowfX0sIklzVmlzaWJsZSI6dHJ1ZSwiV2lkdGgiOjAuMCwiSGVpZ2h0IjowLjAsIkJvcmRlclN0eWxlIjp7IiRpZCI6IjU4NCIsIkxpbmVDb2xvciI6bnVsbCwiTGluZVdlaWdodCI6MC4wLCJMaW5lVHlwZSI6MCwiUGFyZW50U3R5bGUiOm51bGx9LCJQYXJlbnRTdHlsZSI6bnVsbH0sIlBhcmVudFN0eWxlIjpudWxsfSwiUGFyZW50U3R5bGUiOm51bGx9LCJEZWZhdWx0U3dpbWxhbmVNaWxlc3RvbmVTdHlsZSI6eyIkaWQiOiI1ODUiLCJUaXRsZVBvc2l0aW9uIjoiTGVmdCIsIkRhdGVQb3NpdGlvbiI6IlJpZ2h0IiwiVmFyaWFuY2VQb3NpdGlvbiI6IlJpZ2h0IiwiU2hhcGVUeXBlIjoxLCJTaGFwZVNpemUiOjAsIlNwYWNpbmciOjUsIlNoYXBlU3R5bGUiOnsiJGlkIjoiNTg2IiwiTWFyZ2luIjp7IiRpZCI6IjU4NyIsIlRvcCI6MC4wLCJMZWZ0IjowLjAsIlJpZ2h0IjowLjAsIkJvdHRvbSI6MC4wfSwiUGFkZGluZyI6eyIkaWQiOiI1ODgiLCJUb3AiOjAuMCwiTGVmdCI6MC4wLCJSaWdodCI6MC4wLCJCb3R0b20iOjAuMH0sIkJhY2tncm91bmQiOnsiJGlkIjoiNTg5IiwiQ29sb3IiOnsiJGlkIjoiNTkwIiwiQSI6MjU1LCJSIjoyNTUsIkciOjE5MiwiQiI6MH19LCJJc1Zpc2libGUiOnRydWUsIldpZHRoIjoxMi4wLCJIZWlnaHQiOjE0LjAsIkJvcmRlclN0eWxlIjp7IiRpZCI6IjU5MSIsIkxpbmVDb2xvciI6eyIkaWQiOiI1OTIiLCIkdHlwZSI6Ik5MUkUuQ29tbW9uLkRvbS5Tb2xpZENvbG9yQnJ1c2gsIE5MUkUuQ29tbW9uIiwiQ29sb3IiOnsiJGlkIjoiNTkzIiwiQSI6MjU1LCJSIjoyMzQsIkciOjIyLCJCIjozMH19LCJMaW5lV2VpZ2h0IjowLjAsIkxpbmVUeXBlIjowLCJQYXJlbnRTdHlsZSI6bnVsbH0sIlBhcmVudFN0eWxlIjpudWxsfSwiVGl0bGVTdHlsZSI6eyIkaWQiOiI1OTQiLCJGb250U2V0dGluZ3MiOnsiJGlkIjoiNTk1IiwiRm9udFNpemUiOjExLCJGb250TmFtZSI6IkNhbGlicmkiLCJJc0JvbGQiOmZhbHNlLCJJc0l0YWxpYyI6ZmFsc2UsIklzVW5kZXJsaW5lZCI6ZmFsc2UsIlBhcmVudFN0eWxlIjpudWxsfSwiQXV0b1NpemUiOjAsIkZvcmVncm91bmQiOnsiJGlkIjoiNTk2IiwiQ29sb3IiOnsiJGlkIjoiNTk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U5OCIsIlRvcCI6MC4wLCJMZWZ0IjowLjAsIlJpZ2h0IjowLjAsIkJvdHRvbSI6MC4wfSwiUGFkZGluZyI6eyIkaWQiOiI1OTkiLCJUb3AiOjAuMCwiTGVmdCI6MC4wLCJSaWdodCI6MC4wLCJCb3R0b20iOjAuMH0sIkJhY2tncm91bmQiOnsiJGlkIjoiNjAwIiwiQ29sb3IiOnsiJGlkIjoiNjAxIiwiQSI6MjU1LCJSIjowLCJHIjowLCJCIjowfX0sIklzVmlzaWJsZSI6dHJ1ZSwiV2lkdGgiOjAuMCwiSGVpZ2h0IjowLjAsIkJvcmRlclN0eWxlIjp7IiRpZCI6IjYwMiIsIkxpbmVDb2xvciI6bnVsbCwiTGluZVdlaWdodCI6MC4wLCJMaW5lVHlwZSI6MCwiUGFyZW50U3R5bGUiOm51bGx9LCJQYXJlbnRTdHlsZSI6bnVsbH0sIkRhdGVTdHlsZSI6eyIkaWQiOiI2MDMiLCJGb250U2V0dGluZ3MiOnsiJGlkIjoiNjA0IiwiRm9udFNpemUiOjEwLCJGb250TmFtZSI6IkNhbGlicmkiLCJJc0JvbGQiOmZhbHNlLCJJc0l0YWxpYyI6ZmFsc2UsIklzVW5kZXJsaW5lZCI6ZmFsc2UsIlBhcmVudFN0eWxlIjpudWxsfSwiQXV0b1NpemUiOjAsIkZvcmVncm91bmQiOnsiJGlkIjoiNjA1IiwiQ29sb3IiOnsiJGlkIjoiNjA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I1NSwiUiI6NjgsIkciOjg0LCJCIjoxMDZ9fSwiSXNWaXNpYmxlIjp0cnVlLCJXaWR0aCI6MC4wLCJIZWlnaHQiOjAuMCwiQm9yZGVyU3R5bGUiOnsiJGlkIjoiNjExIiwiTGluZUNvbG9yIjpudWxsLCJMaW5lV2VpZ2h0IjowLjAsIkxpbmVUeXBlIjowLCJQYXJlbnRTdHlsZSI6bnVsbH0sIlBhcmVudFN0eWxlIjpudWxsfSwiRGF0ZUZvcm1hdCI6eyIkaWQiOiI2MT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x9LCJEZWZhdWx0U3dpbWxhbmVBY3Rpdml0eVN0eWxlIjp7IiRpZCI6IjYyNCIsIkhlYWRlclN0eWxlIjp7IiRpZCI6IjYyNSIsIlRleHRTdHlsZSI6eyIkaWQiOiI2MjYiLCJGb250U2V0dGluZ3MiOnsiJGlkIjoiNjI3IiwiRm9udFNpemUiOjExLCJGb250TmFtZSI6IkNhbGlicmkiLCJJc0JvbGQiOmZhbHNlLCJJc0l0YWxpYyI6ZmFsc2UsIklzVW5kZXJsaW5lZCI6ZmFsc2UsIlBhcmVudFN0eWxlIjpudWxsfSwiQXV0b1NpemUiOjIsIkZvcmVncm91bmQiOnsiJGlkIjoiNjI4IiwiQ29sb3IiOnsiJGlkIjoiNj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jMwIiwiVG9wIjowLjAsIkxlZnQiOjAuMCwiUmlnaHQiOjAuMCwiQm90dG9tIjowLjB9LCJQYWRkaW5nIjp7IiRpZCI6IjYzMSIsIlRvcCI6MC4wLCJMZWZ0IjowLjAsIlJpZ2h0IjowLjAsIkJvdHRvbSI6MC4wfSwiQmFja2dyb3VuZCI6eyIkaWQiOiI2MzIiLCJDb2xvciI6eyIkaWQiOiI2MzMiLCJBIjoyNTUsIlIiOjY0LCJHIjo2NCwiQiI6NjR9fSwiSXNWaXNpYmxlIjp0cnVlLCJXaWR0aCI6MC4wLCJIZWlnaHQiOjAuMCwiQm9yZGVyU3R5bGUiOm51bGwsIlBhcmVudFN0eWxlIjpudWxsfSwiUmVjdGFuZ2xlU3R5bGUiOnsiJGlkIjoiNjM0IiwiTWFyZ2luIjp7IiRpZCI6IjYzNSIsIlRvcCI6MC4wLCJMZWZ0IjowLjAsIlJpZ2h0IjowLjAsIkJvdHRvbSI6MC4wfSwiUGFkZGluZyI6eyIkaWQiOiI2MzYiLCJUb3AiOjAuMCwiTGVmdCI6MC4wLCJSaWdodCI6MC4wLCJCb3R0b20iOjAuMH0sIkJhY2tncm91bmQiOnsiJGlkIjoiNjM3IiwiQ29sb3IiOnsiJGlkIjoiNjM4IiwiQSI6MTI3LCJSIjoyNTUsIkciOjE5MiwiQiI6MH19LCJJc1Zpc2libGUiOnRydWUsIldpZHRoIjowLjAsIkhlaWdodCI6MC4wLCJCb3JkZXJTdHlsZSI6eyIkaWQiOiI2MzkiLCJMaW5lQ29sb3IiOnsiJGlkIjoiNjQwIiwiJHR5cGUiOiJOTFJFLkNvbW1vbi5Eb20uU29saWRDb2xvckJydXNoLCBOTFJFLkNvbW1vbiIsIkNvbG9yIjp7IiRpZCI6IjY0MSIsIkEiOjI1NSwiUiI6MjU1LCJHIjoyNTUsIkIiOjI1NX19LCJMaW5lV2VpZ2h0IjowLjAsIkxpbmVUeXBlIjowLCJQYXJlbnRTdHlsZSI6bnVsbH0sIlBhcmVudFN0eWxlIjpudWxsfSwiTWFyZ2luIjp7IiRpZCI6IjY0MiIsIlRvcCI6MC4wLCJMZWZ0IjowLjAsIlJpZ2h0IjowLjAsIkJvdHRvbSI6MC4wfSwiUGFkZGluZyI6eyIkaWQiOiI2NDMiLCJUb3AiOjAuMCwiTGVmdCI6MC4wLCJSaWdodCI6MC4wLCJCb3R0b20iOjAuMH0sIkJhY2tncm91bmQiOm51bGwsIklzVmlzaWJsZSI6dHJ1ZSwiV2lkdGgiOjAuMCwiSGVpZ2h0IjowLjAsIkJvcmRlclN0eWxlIjpudWxsLCJQYXJlbnRTdHlsZSI6bnVsbH0sIkJhY2tncm91bmRTdHlsZSI6eyIkaWQiOiI2NDQiLCJNYXJnaW4iOnsiJGlkIjoiNjQ1IiwiVG9wIjowLjAsIkxlZnQiOjAuMCwiUmlnaHQiOjAuMCwiQm90dG9tIjowLjB9LCJQYWRkaW5nIjp7IiRpZCI6IjY0NiIsIlRvcCI6MC4wLCJMZWZ0IjowLjAsIlJpZ2h0IjowLjAsIkJvdHRvbSI6MC4wfSwiQmFja2dyb3VuZCI6eyIkaWQiOiI2NDciLCJDb2xvciI6eyIkaWQiOiI2NDgiLCJBIjo1MSwiUiI6MjAwLCJHIjoyMDAsIkIiOjIwMH19LCJJc1Zpc2libGUiOnRydWUsIldpZHRoIjowLjAsIkhlaWdodCI6MC4wLCJCb3JkZXJTdHlsZSI6eyIkaWQiOiI2NDkiLCJMaW5lQ29sb3IiOnsiJGlkIjoiNjUwIiwiJHR5cGUiOiJOTFJFLkNvbW1vbi5Eb20uU29saWRDb2xvckJydXNoLCBOTFJFLkNvbW1vbiIsIkNvbG9yIjp7IiRpZCI6IjY1MSIsIkEiOjI1NSwiUiI6MjM0LCJHIjoyMiwiQiI6MzB9fSwiTGluZVdlaWdodCI6MC4wLCJMaW5lVHlwZSI6MCwiUGFyZW50U3R5bGUiOm51bGx9LCJQYXJlbnRTdHlsZSI6bnVsbH0sIk1hcmdpbiI6eyIkaWQiOiI2NTIiLCJUb3AiOjAuMCwiTGVmdCI6MC4wLCJSaWdodCI6MC4wLCJCb3R0b20iOjAuMH0sIlBhZGRpbmciOnsiJGlkIjoiNjUzIiwiVG9wIjowLjAsIkxlZnQiOjAuMCwiUmlnaHQiOjAuMCwiQm90dG9tIjowLjB9LCJJc1Zpc2libGUiOnRydWUsIldpZHRoIjowLjAsIkhlaWdodCI6MC4wLCJCb3JkZXJTdHlsZSI6eyIkaWQiOiI2NTQiLCJMaW5lQ29sb3IiOm51bGwsIkxpbmVXZWlnaHQiOjAuMCwiTGluZVR5cGUiOjAsIlBhcmVudFN0eWxlIjpudWxsfSwiUGFyZW50U3R5bGUiOm51bGx9LCJNYXJnaW4iOnsiJGlkIjoiNjU1IiwiVG9wIjowLjAsIkxlZnQiOjAuMCwiUmlnaHQiOjAuMCwiQm90dG9tIjowLjB9LCJQYWRkaW5nIjp7IiRpZCI6IjY1NiIsIlRvcCI6MC4wLCJMZWZ0IjowLjAsIlJpZ2h0IjowLjAsIkJvdHRvbSI6MC4wfSwiSXNWaXNpYmxlIjpmYWxzZSwiV2lkdGgiOjAuMCwiSGVpZ2h0IjowLjAsIkJvcmRlclN0eWxlIjp7IiRpZCI6IjY1NyIsIkxpbmVDb2xvciI6bnVsbCwiTGluZVdlaWdodCI6MC4wLCJMaW5lVHlwZSI6MCwiUGFyZW50U3R5bGUiOm51bGx9LCJQYXJlbnRTdHlsZSI6bnVsbH19LHsiJGlkIjoiNjU4IiwiX2FjdGl2aXRpZXMiOlt7IiRpZCI6IjY1OSIsIl9yb3dzIjpbeyIkaWQiOiI2NjAiLCJfdGFza3MiOlt7IiRpZCI6IjY2MSIsIl9hdHRhY2hlZE1pbGVzdG9uZXMiOltdLCJUYXNrRGVmaW5pdGlvbiI6eyIkaWQiOiI2NjIiLCJHcm91cE5hbWUiOm51bGwsIlN0YXJ0RGF0ZSI6IjIwMjYtMDUtMDNUMDA6MDA6MDAiLCJFbmREYXRlIjoiMjAyNi0wNS0yMlQyMzo1OTowMCIsIlBlcmNlbnRhZ2VDb21wbGV0ZSI6bnVsbCwiU3R5bGUiOnsiJGlkIjoiNjYzIiwiU2hhcGUiOjEsIlNoYXBlVGhpY2tuZXNzIjowLCJEdXJhdGlvbkZvcm1hdCI6MCwiSW5jbHVkZU5vbldvcmtpbmdEYXlzSW5EdXJhdGlvbiI6ZmFsc2UsIlBlcmNlbnRhZ2VDb21wbGV0ZVN0eWxlIjp7IiRpZCI6IjY2NCIsIkZvbnRTZXR0aW5ncyI6eyIkaWQiOiI2NjUiLCJGb250U2l6ZSI6MTAsIkZvbnROYW1lIjoiQ2FsaWJyaSIsIklzQm9sZCI6ZmFsc2UsIklzSXRhbGljIjpmYWxzZSwiSXNVbmRlcmxpbmVkIjpmYWxzZSwiUGFyZW50U3R5bGUiOm51bGx9LCJBdXRvU2l6ZSI6MCwiRm9yZWdyb3VuZCI6eyIkaWQiOiI2NjYiLCJDb2xvciI6eyIkaWQiOiI2Njc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jY4IiwiVG9wIjowLjAsIkxlZnQiOjAuMCwiUmlnaHQiOjAuMCwiQm90dG9tIjowLjB9LCJQYWRkaW5nIjp7IiRpZCI6IjY2OSIsIlRvcCI6MC4wLCJMZWZ0IjowLjAsIlJpZ2h0IjowLjAsIkJvdHRvbSI6MC4wfSwiQmFja2dyb3VuZCI6eyIkaWQiOiI2NzAiLCJDb2xvciI6eyIkaWQiOiI2NzEiLCJBIjo4OSwiUiI6MCwiRyI6MCwiQiI6MH19LCJJc1Zpc2libGUiOnRydWUsIldpZHRoIjowLjAsIkhlaWdodCI6MC4wLCJCb3JkZXJTdHlsZSI6eyIkaWQiOiI2NzIiLCJMaW5lQ29sb3IiOm51bGwsIkxpbmVXZWlnaHQiOjAuMCwiTGluZVR5cGUiOjAsIlBhcmVudFN0eWxlIjpudWxsfSwiUGFyZW50U3R5bGUiOm51bGx9LCJEdXJhdGlvblN0eWxlIjp7IiRpZCI6IjY3MyIsIkZvbnRTZXR0aW5ncyI6eyIkaWQiOiI2NzQiLCJGb250U2l6ZSI6MTAsIkZvbnROYW1lIjoiQ2FsaWJyaSIsIklzQm9sZCI6ZmFsc2UsIklzSXRhbGljIjpmYWxzZSwiSXNVbmRlcmxpbmVkIjpmYWxzZSwiUGFyZW50U3R5bGUiOm51bGx9LCJBdXRvU2l6ZSI6MCwiRm9yZWdyb3VuZCI6eyIkaWQiOiI2NzUiLCJDb2xvciI6eyIkaWQiOiI2NzY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Y3NyIsIlRvcCI6MC4wLCJMZWZ0IjowLjAsIlJpZ2h0IjowLjAsIkJvdHRvbSI6MC4wfSwiUGFkZGluZyI6eyIkaWQiOiI2NzgiLCJUb3AiOjAuMCwiTGVmdCI6MC4wLCJSaWdodCI6MC4wLCJCb3R0b20iOjAuMH0sIkJhY2tncm91bmQiOnsiJGlkIjoiNjc5IiwiQ29sb3IiOnsiJGlkIjoiNjgwIiwiQSI6MjU1LCJSIjo2OCwiRyI6ODQsIkIiOjEwNn19LCJJc1Zpc2libGUiOnRydWUsIldpZHRoIjowLjAsIkhlaWdodCI6MC4wLCJCb3JkZXJTdHlsZSI6eyIkaWQiOiI2ODEiLCJMaW5lQ29sb3IiOm51bGwsIkxpbmVXZWlnaHQiOjAuMCwiTGluZVR5cGUiOjAsIlBhcmVudFN0eWxlIjpudWxsfSwiUGFyZW50U3R5bGUiOm51bGx9LCJIb3Jpem9udGFsQ29ubmVjdG9yU3R5bGUiOnsiJGlkIjoiNjgyIiwiTGluZUNvbG9yIjp7IiRpZCI6IjY4MyIsIiR0eXBlIjoiTkxSRS5Db21tb24uRG9tLlNvbGlkQ29sb3JCcnVzaCwgTkxSRS5Db21tb24iLCJDb2xvciI6eyIkaWQiOiI2ODQiLCJBIjoyNTUsIlIiOjAsIkciOjAsIkIiOjB9fSwiTGluZVdlaWdodCI6MC4wLCJMaW5lVHlwZSI6MCwiUGFyZW50U3R5bGUiOm51bGx9LCJWZXJ0aWNhbENvbm5lY3RvclN0eWxlIjp7IiRpZCI6IjY4NSIsIkxpbmVDb2xvciI6eyIkaWQiOiI2ODYiLCIkdHlwZSI6Ik5MUkUuQ29tbW9uLkRvbS5Tb2xpZENvbG9yQnJ1c2gsIE5MUkUuQ29tbW9uIiwiQ29sb3IiOnsiJGlkIjoiNjg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2ODgiLCJTaGFwZVN0eWxlIjp7IiRpZCI6IjY4OSIsIk1hcmdpbiI6eyIkaWQiOiI2OTAiLCJUb3AiOjAuMCwiTGVmdCI6MC4wLCJSaWdodCI6MC4wLCJCb3R0b20iOjAuMH0sIlBhZGRpbmciOnsiJGlkIjoiNjkxIiwiVG9wIjowLjAsIkxlZnQiOjAuMCwiUmlnaHQiOjAuMCwiQm90dG9tIjowLjB9LCJCYWNrZ3JvdW5kIjp7IiRpZCI6IjY5MiIsIkNvbG9yIjp7IiRpZCI6IjY5MyIsIkEiOjE1MywiUiI6MCwiRyI6MCwiQiI6MH19LCJJc1Zpc2libGUiOnRydWUsIldpZHRoIjowLjAsIkhlaWdodCI6MC4wLCJCb3JkZXJTdHlsZSI6bnVsbCwiUGFyZW50U3R5bGUiOm51bGx9LCJNYXJnaW4iOnsiJGlkIjoiNjk0IiwiVG9wIjowLjAsIkxlZnQiOjAuMCwiUmlnaHQiOjAuMCwiQm90dG9tIjowLjB9LCJQYWRkaW5nIjp7IiRpZCI6IjY5NSIsIlRvcCI6MC4wLCJMZWZ0IjowLjAsIlJpZ2h0IjowLjAsIkJvdHRvbSI6MC4wfSwiQmFja2dyb3VuZCI6bnVsbCwiSXNWaXNpYmxlIjp0cnVlLCJXaWR0aCI6MC4wLCJIZWlnaHQiOjAuMCwiQm9yZGVyU3R5bGUiOm51bGwsIlBhcmVudFN0eWxlIjpudWxsfSwiU2hhcGVTdHlsZSI6eyIkaWQiOiI2OTYiLCJNYXJnaW4iOnsiJGlkIjoiNjk3IiwiVG9wIjowLjAsIkxlZnQiOjQuMCwiUmlnaHQiOjQuMCwiQm90dG9tIjowLjB9LCJQYWRkaW5nIjp7IiRpZCI6IjY5OCIsIlRvcCI6MC4wLCJMZWZ0IjowLjAsIlJpZ2h0IjowLjAsIkJvdHRvbSI6MC4wfSwiQmFja2dyb3VuZCI6eyIkaWQiOiI2OTkiLCJDb2xvciI6eyIkaWQiOiI3MDAiLCJBIjoyNTUsIlIiOjExMiwiRyI6MTczLCJCIjo3MX19LCJJc1Zpc2libGUiOnRydWUsIldpZHRoIjowLjAsIkhlaWdodCI6MTAuMCwiQm9yZGVyU3R5bGUiOnsiJGlkIjoiNzAxIiwiTGluZUNvbG9yIjp7IiRpZCI6IjcwMiIsIiR0eXBlIjoiTkxSRS5Db21tb24uRG9tLlNvbGlkQ29sb3JCcnVzaCwgTkxSRS5Db21tb24iLCJDb2xvciI6eyIkaWQiOiI3MDMiLCJBIjoyNTUsIlIiOjIzNCwiRyI6MjIsIkIiOjMwfX0sIkxpbmVXZWlnaHQiOjAuMCwiTGluZVR5cGUiOjAsIlBhcmVudFN0eWxlIjpudWxsfSwiUGFyZW50U3R5bGUiOm51bGx9LCJUaXRsZVN0eWxlIjp7IiRpZCI6IjcwNCIsIkZvbnRTZXR0aW5ncyI6eyIkaWQiOiI3MDUiLCJGb250U2l6ZSI6MTEsIkZvbnROYW1lIjoiVGl0aWxsaXVtIFdlYiIsIklzQm9sZCI6ZmFsc2UsIklzSXRhbGljIjpmYWxzZSwiSXNVbmRlcmxpbmVkIjpmYWxzZSwiUGFyZW50U3R5bGUiOm51bGx9LCJBdXRvU2l6ZSI6MCwiRm9yZWdyb3VuZCI6eyIkaWQiOiI3MDYiLCJDb2xvciI6eyIkaWQiOiI3MD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A4IiwiVG9wIjowLjAsIkxlZnQiOjAuMCwiUmlnaHQiOjAuMCwiQm90dG9tIjowLjB9LCJQYWRkaW5nIjp7IiRpZCI6IjcwOSIsIlRvcCI6MC4wLCJMZWZ0IjowLjAsIlJpZ2h0IjowLjAsIkJvdHRvbSI6MC4wfSwiQmFja2dyb3VuZCI6eyIkaWQiOiI3MTAiLCJDb2xvciI6eyIkaWQiOiI3MTEiLCJBIjowLCJSIjoyNTUsIkciOjI1NSwiQiI6MjU1fX0sIklzVmlzaWJsZSI6dHJ1ZSwiV2lkdGgiOjAuMCwiSGVpZ2h0IjowLjAsIkJvcmRlclN0eWxlIjp7IiRpZCI6IjcxMiIsIkxpbmVDb2xvciI6bnVsbCwiTGluZVdlaWdodCI6MC4wLCJMaW5lVHlwZSI6MCwiUGFyZW50U3R5bGUiOm51bGx9LCJQYXJlbnRTdHlsZSI6bnVsbH0sIkRhdGVTdHlsZSI6eyIkaWQiOiI3MTMiLCJGb250U2V0dGluZ3MiOnsiJGlkIjoiNzE0IiwiRm9udFNpemUiOjEwLCJGb250TmFtZSI6IlRpdGlsbGl1bSBXZWIiLCJJc0JvbGQiOmZhbHNlLCJJc0l0YWxpYyI6ZmFsc2UsIklzVW5kZXJsaW5lZCI6ZmFsc2UsIlBhcmVudFN0eWxlIjpudWxsfSwiQXV0b1NpemUiOjAsIkZvcmVncm91bmQiOnsiJGlkIjoiNzE1IiwiQ29sb3IiOnsiJGlkIjoiNzE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xNyIsIlRvcCI6MC4wLCJMZWZ0IjowLjAsIlJpZ2h0IjowLjAsIkJvdHRvbSI6MC4wfSwiUGFkZGluZyI6eyIkaWQiOiI3MTgiLCJUb3AiOjAuMCwiTGVmdCI6MC4wLCJSaWdodCI6MC4wLCJCb3R0b20iOjAuMH0sIkJhY2tncm91bmQiOnsiJGlkIjoiNzE5IiwiQ29sb3IiOnsiJGlkIjoiNzIwIiwiQSI6MCwiUiI6MjU1LCJHIjoyNTUsIkIiOjI1NX19LCJJc1Zpc2libGUiOnRydWUsIldpZHRoIjowLjAsIkhlaWdodCI6MC4wLCJCb3JkZXJTdHlsZSI6eyIkaWQiOiI3MjEiLCJMaW5lQ29sb3IiOm51bGwsIkxpbmVXZWlnaHQiOjAuMCwiTGluZVR5cGUiOjAsIlBhcmVudFN0eWxlIjpudWxsfSwiUGFyZW50U3R5bGUiOm51bGx9LCJEYXRlRm9ybWF0Ijp7IiRpZCI6Ijcy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jMiLCJGb3JtYXQiOjAsIklzVmlzaWJsZSI6ZmFsc2UsIkxhc3RLbm93blZpc2liaWxpdHlTdGF0ZSI6ZmFsc2V9LCJJc1Zpc2libGUiOnRydWUsIlZhcmlhbmNlU3R5bGUiOnsiJGlkIjoiNzI0IiwiVGV4dFN0eWxlIjp7IiRpZCI6IjcyNSIsIkZvbnRTZXR0aW5ncyI6eyIkaWQiOiI3MjYiLCJGb250U2l6ZSI6MTAsIkZvbnROYW1lIjoiQ2FsaWJyaSIsIklzQm9sZCI6ZmFsc2UsIklzSXRhbGljIjpmYWxzZSwiSXNVbmRlcmxpbmVkIjpmYWxzZSwiUGFyZW50U3R5bGUiOm51bGx9LCJBdXRvU2l6ZSI6MCwiRm9yZWdyb3VuZCI6eyIkaWQiOiI3MjciLCJDb2xvciI6eyIkaWQiOiI3Mj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I5IiwiVG9wIjowLjAsIkxlZnQiOjAuMCwiUmlnaHQiOjAuMCwiQm90dG9tIjowLjB9LCJQYWRkaW5nIjp7IiRpZCI6IjczMCIsIlRvcCI6MC4wLCJMZWZ0IjowLjAsIlJpZ2h0IjowLjAsIkJvdHRvbSI6MC4wfSwiQmFja2dyb3VuZCI6eyIkaWQiOiI3MzEiLCJDb2xvciI6eyIkaWQiOiI3MzIiLCJBIjoyNTUsIlIiOjAsIkciOjAsIkIiOjB9fSwiSXNWaXNpYmxlIjp0cnVlLCJXaWR0aCI6MC4wLCJIZWlnaHQiOjAuMCwiQm9yZGVyU3R5bGUiOnsiJGlkIjoiNzMzIiwiTGluZUNvbG9yIjpudWxsLCJMaW5lV2VpZ2h0IjowLjAsIkxpbmVUeXBlIjowLCJQYXJlbnRTdHlsZSI6bnVsbH0sIlBhcmVudFN0eWxlIjpudWxsfSwiUGFyZW50U3R5bGUiOm51bGx9LCJQYXJlbnRTdHlsZSI6bnVsbH0sIkluZGV4Ijo1LCJTbWFydER1cmF0aW9uQWN0aXZhdGVkIjpmYWxzZSwiRGF0ZUZvcm1hdCI6eyIkcmVmIjoiNzIyIn0sIldlZWtOdW1iZXJpbmciOnsiJGlkIjoiNzM0IiwiRm9ybWF0IjowLCJJc1Zpc2libGUiOmZhbHNlLCJMYXN0S25vd25WaXNpYmlsaXR5U3RhdGUiOmZhbHNlfSwiQmFzZWxpbmVEYXRhIjp7IiRpZCI6IjczNSIsIlN0YXJ0RGF0ZSI6IjIwMjYtMDUtMDNUMDA6MDA6MDAiLCJFbmREYXRlIjoiMjAyNi0wNS0yMlQyMzo1OTowMCJ9LCJJZCI6ImYzZjZiNjY5LTM2YTMtNDA0Yi1iMTg3LTlmMTM2MDVmNGQ4MyIsIkltcG9ydElkIjpudWxsLCJUaXRsZSI6IkRldlNlY09wcyBMZWFkIiwiTm90ZSI6bnVsbCwiSHlwZXJsaW5rIjp7IiRpZCI6IjczNiIsIkFkZHJlc3MiOiIiLCJTdWJBZGRyZXNzIjoiIn0sIklzQ2hhbmdlZCI6ZmFsc2UsIklzTmV3IjpmYWxzZX19XSwiX21pbGVzdG9uZXMiOltdLCJJZCI6IjAwMDAwMDAwLTAwMDAtMDAwMC0wMDAwLTAwMDAwMDAwMDAwMCIsIklzU2luZ2xlSXRlbVJvdyI6dHJ1ZX0seyIkaWQiOiI3MzciLCJfdGFza3MiOlt7IiRpZCI6IjczOCIsIl9hdHRhY2hlZE1pbGVzdG9uZXMiOltdLCJUYXNrRGVmaW5pdGlvbiI6eyIkaWQiOiI3MzkiLCJHcm91cE5hbWUiOm51bGwsIlN0YXJ0RGF0ZSI6IjIwMjYtMDUtMDNUMDA6MDA6MDAiLCJFbmREYXRlIjoiMjAyNi0wNS0yOVQyMzo1OTowMCIsIlBlcmNlbnRhZ2VDb21wbGV0ZSI6bnVsbCwiU3R5bGUiOnsiJGlkIjoiNzQwIiwiU2hhcGUiOjEsIlNoYXBlVGhpY2tuZXNzIjowLCJEdXJhdGlvbkZvcm1hdCI6MCwiSW5jbHVkZU5vbldvcmtpbmdEYXlzSW5EdXJhdGlvbiI6ZmFsc2UsIlBlcmNlbnRhZ2VDb21wbGV0ZVN0eWxlIjp7IiRpZCI6Ijc0MSIsIkZvbnRTZXR0aW5ncyI6eyIkaWQiOiI3NDIiLCJGb250U2l6ZSI6MTAsIkZvbnROYW1lIjoiQ2FsaWJyaSIsIklzQm9sZCI6ZmFsc2UsIklzSXRhbGljIjpmYWxzZSwiSXNVbmRlcmxpbmVkIjpmYWxzZSwiUGFyZW50U3R5bGUiOm51bGx9LCJBdXRvU2l6ZSI6MCwiRm9yZWdyb3VuZCI6eyIkaWQiOiI3NDMiLCJDb2xvciI6eyIkaWQiOiI3N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zQ1IiwiVG9wIjowLjAsIkxlZnQiOjAuMCwiUmlnaHQiOjAuMCwiQm90dG9tIjowLjB9LCJQYWRkaW5nIjp7IiRpZCI6Ijc0NiIsIlRvcCI6MC4wLCJMZWZ0IjowLjAsIlJpZ2h0IjowLjAsIkJvdHRvbSI6MC4wfSwiQmFja2dyb3VuZCI6eyIkaWQiOiI3NDciLCJDb2xvciI6eyIkaWQiOiI3NDgiLCJBIjo4OSwiUiI6MCwiRyI6MCwiQiI6MH19LCJJc1Zpc2libGUiOnRydWUsIldpZHRoIjowLjAsIkhlaWdodCI6MC4wLCJCb3JkZXJTdHlsZSI6eyIkaWQiOiI3NDkiLCJMaW5lQ29sb3IiOm51bGwsIkxpbmVXZWlnaHQiOjAuMCwiTGluZVR5cGUiOjAsIlBhcmVudFN0eWxlIjpudWxsfSwiUGFyZW50U3R5bGUiOm51bGx9LCJEdXJhdGlvblN0eWxlIjp7IiRpZCI6Ijc1MCIsIkZvbnRTZXR0aW5ncyI6eyIkaWQiOiI3NTEiLCJGb250U2l6ZSI6MTAsIkZvbnROYW1lIjoiQ2FsaWJyaSIsIklzQm9sZCI6ZmFsc2UsIklzSXRhbGljIjpmYWxzZSwiSXNVbmRlcmxpbmVkIjpmYWxzZSwiUGFyZW50U3R5bGUiOm51bGx9LCJBdXRvU2l6ZSI6MCwiRm9yZWdyb3VuZCI6eyIkaWQiOiI3NTIiLCJDb2xvciI6eyIkaWQiOiI3N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c1NCIsIlRvcCI6MC4wLCJMZWZ0IjowLjAsIlJpZ2h0IjowLjAsIkJvdHRvbSI6MC4wfSwiUGFkZGluZyI6eyIkaWQiOiI3NTUiLCJUb3AiOjAuMCwiTGVmdCI6MC4wLCJSaWdodCI6MC4wLCJCb3R0b20iOjAuMH0sIkJhY2tncm91bmQiOnsiJGlkIjoiNzU2IiwiQ29sb3IiOnsiJGlkIjoiNzU3IiwiQSI6MjU1LCJSIjo2OCwiRyI6ODQsIkIiOjEwNn19LCJJc1Zpc2libGUiOnRydWUsIldpZHRoIjowLjAsIkhlaWdodCI6MC4wLCJCb3JkZXJTdHlsZSI6eyIkaWQiOiI3NTgiLCJMaW5lQ29sb3IiOm51bGwsIkxpbmVXZWlnaHQiOjAuMCwiTGluZVR5cGUiOjAsIlBhcmVudFN0eWxlIjpudWxsfSwiUGFyZW50U3R5bGUiOm51bGx9LCJIb3Jpem9udGFsQ29ubmVjdG9yU3R5bGUiOnsiJGlkIjoiNzU5IiwiTGluZUNvbG9yIjp7IiRpZCI6Ijc2MCIsIiR0eXBlIjoiTkxSRS5Db21tb24uRG9tLlNvbGlkQ29sb3JCcnVzaCwgTkxSRS5Db21tb24iLCJDb2xvciI6eyIkaWQiOiI3NjEiLCJBIjoyNTUsIlIiOjAsIkciOjAsIkIiOjB9fSwiTGluZVdlaWdodCI6MC4wLCJMaW5lVHlwZSI6MCwiUGFyZW50U3R5bGUiOm51bGx9LCJWZXJ0aWNhbENvbm5lY3RvclN0eWxlIjp7IiRpZCI6Ijc2MiIsIkxpbmVDb2xvciI6eyIkaWQiOiI3NjMiLCIkdHlwZSI6Ik5MUkUuQ29tbW9uLkRvbS5Tb2xpZENvbG9yQnJ1c2gsIE5MUkUuQ29tbW9uIiwiQ29sb3IiOnsiJGlkIjoiNzY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3NjUiLCJTaGFwZVN0eWxlIjp7IiRpZCI6Ijc2NiIsIk1hcmdpbiI6eyIkaWQiOiI3NjciLCJUb3AiOjAuMCwiTGVmdCI6MC4wLCJSaWdodCI6MC4wLCJCb3R0b20iOjAuMH0sIlBhZGRpbmciOnsiJGlkIjoiNzY4IiwiVG9wIjowLjAsIkxlZnQiOjAuMCwiUmlnaHQiOjAuMCwiQm90dG9tIjowLjB9LCJCYWNrZ3JvdW5kIjp7IiRpZCI6Ijc2OSIsIkNvbG9yIjp7IiRpZCI6Ijc3MCIsIkEiOjE1MywiUiI6MCwiRyI6MCwiQiI6MH19LCJJc1Zpc2libGUiOnRydWUsIldpZHRoIjowLjAsIkhlaWdodCI6MC4wLCJCb3JkZXJTdHlsZSI6bnVsbCwiUGFyZW50U3R5bGUiOm51bGx9LCJNYXJnaW4iOnsiJGlkIjoiNzcxIiwiVG9wIjowLjAsIkxlZnQiOjAuMCwiUmlnaHQiOjAuMCwiQm90dG9tIjowLjB9LCJQYWRkaW5nIjp7IiRpZCI6Ijc3MiIsIlRvcCI6MC4wLCJMZWZ0IjowLjAsIlJpZ2h0IjowLjAsIkJvdHRvbSI6MC4wfSwiQmFja2dyb3VuZCI6bnVsbCwiSXNWaXNpYmxlIjp0cnVlLCJXaWR0aCI6MC4wLCJIZWlnaHQiOjAuMCwiQm9yZGVyU3R5bGUiOm51bGwsIlBhcmVudFN0eWxlIjpudWxsfSwiU2hhcGVTdHlsZSI6eyIkaWQiOiI3NzMiLCJNYXJnaW4iOnsiJGlkIjoiNzc0IiwiVG9wIjowLjAsIkxlZnQiOjQuMCwiUmlnaHQiOjQuMCwiQm90dG9tIjowLjB9LCJQYWRkaW5nIjp7IiRpZCI6Ijc3NSIsIlRvcCI6MC4wLCJMZWZ0IjowLjAsIlJpZ2h0IjowLjAsIkJvdHRvbSI6MC4wfSwiQmFja2dyb3VuZCI6eyIkaWQiOiI3NzYiLCJDb2xvciI6eyIkaWQiOiI3NzciLCJBIjoyNTUsIlIiOjExMiwiRyI6MTczLCJCIjo3MX19LCJJc1Zpc2libGUiOnRydWUsIldpZHRoIjowLjAsIkhlaWdodCI6MTAuMCwiQm9yZGVyU3R5bGUiOnsiJGlkIjoiNzc4IiwiTGluZUNvbG9yIjp7IiRpZCI6Ijc3OSIsIiR0eXBlIjoiTkxSRS5Db21tb24uRG9tLlNvbGlkQ29sb3JCcnVzaCwgTkxSRS5Db21tb24iLCJDb2xvciI6eyIkaWQiOiI3ODAiLCJBIjoyNTUsIlIiOjIzNCwiRyI6MjIsIkIiOjMwfX0sIkxpbmVXZWlnaHQiOjAuMCwiTGluZVR5cGUiOjAsIlBhcmVudFN0eWxlIjpudWxsfSwiUGFyZW50U3R5bGUiOm51bGx9LCJUaXRsZVN0eWxlIjp7IiRpZCI6Ijc4MSIsIkZvbnRTZXR0aW5ncyI6eyIkaWQiOiI3ODIiLCJGb250U2l6ZSI6MTEsIkZvbnROYW1lIjoiVGl0aWxsaXVtIFdlYiIsIklzQm9sZCI6ZmFsc2UsIklzSXRhbGljIjpmYWxzZSwiSXNVbmRlcmxpbmVkIjpmYWxzZSwiUGFyZW50U3R5bGUiOm51bGx9LCJBdXRvU2l6ZSI6MCwiRm9yZWdyb3VuZCI6eyIkaWQiOiI3ODMiLCJDb2xvciI6eyIkaWQiOiI3ODQ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g1IiwiVG9wIjowLjAsIkxlZnQiOjAuMCwiUmlnaHQiOjAuMCwiQm90dG9tIjowLjB9LCJQYWRkaW5nIjp7IiRpZCI6Ijc4NiIsIlRvcCI6MC4wLCJMZWZ0IjowLjAsIlJpZ2h0IjowLjAsIkJvdHRvbSI6MC4wfSwiQmFja2dyb3VuZCI6eyIkaWQiOiI3ODciLCJDb2xvciI6eyIkaWQiOiI3ODgiLCJBIjowLCJSIjoyNTUsIkciOjI1NSwiQiI6MjU1fX0sIklzVmlzaWJsZSI6dHJ1ZSwiV2lkdGgiOjAuMCwiSGVpZ2h0IjowLjAsIkJvcmRlclN0eWxlIjp7IiRpZCI6Ijc4OSIsIkxpbmVDb2xvciI6bnVsbCwiTGluZVdlaWdodCI6MC4wLCJMaW5lVHlwZSI6MCwiUGFyZW50U3R5bGUiOm51bGx9LCJQYXJlbnRTdHlsZSI6bnVsbH0sIkRhdGVTdHlsZSI6eyIkaWQiOiI3OTAiLCJGb250U2V0dGluZ3MiOnsiJGlkIjoiNzkxIiwiRm9udFNpemUiOjEwLCJGb250TmFtZSI6IlRpdGlsbGl1bSBXZWIiLCJJc0JvbGQiOmZhbHNlLCJJc0l0YWxpYyI6ZmFsc2UsIklzVW5kZXJsaW5lZCI6ZmFsc2UsIlBhcmVudFN0eWxlIjpudWxsfSwiQXV0b1NpemUiOjAsIkZvcmVncm91bmQiOnsiJGlkIjoiNzkyIiwiQ29sb3IiOnsiJGlkIjoiNzkz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5NCIsIlRvcCI6MC4wLCJMZWZ0IjowLjAsIlJpZ2h0IjowLjAsIkJvdHRvbSI6MC4wfSwiUGFkZGluZyI6eyIkaWQiOiI3OTUiLCJUb3AiOjAuMCwiTGVmdCI6MC4wLCJSaWdodCI6MC4wLCJCb3R0b20iOjAuMH0sIkJhY2tncm91bmQiOnsiJGlkIjoiNzk2IiwiQ29sb3IiOnsiJGlkIjoiNzk3IiwiQSI6MCwiUiI6MjU1LCJHIjoyNTUsIkIiOjI1NX19LCJJc1Zpc2libGUiOnRydWUsIldpZHRoIjowLjAsIkhlaWdodCI6MC4wLCJCb3JkZXJTdHlsZSI6eyIkaWQiOiI3OTgiLCJMaW5lQ29sb3IiOm51bGwsIkxpbmVXZWlnaHQiOjAuMCwiTGluZVR5cGUiOjAsIlBhcmVudFN0eWxlIjpudWxsfSwiUGFyZW50U3R5bGUiOm51bGx9LCJEYXRlRm9ybWF0Ijp7IiRpZCI6Ijc5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DAiLCJGb3JtYXQiOjAsIklzVmlzaWJsZSI6ZmFsc2UsIkxhc3RLbm93blZpc2liaWxpdHlTdGF0ZSI6ZmFsc2V9LCJJc1Zpc2libGUiOnRydWUsIlZhcmlhbmNlU3R5bGUiOnsiJGlkIjoiODAxIiwiVGV4dFN0eWxlIjp7IiRpZCI6IjgwMiIsIkZvbnRTZXR0aW5ncyI6eyIkaWQiOiI4MDMiLCJGb250U2l6ZSI6MTAsIkZvbnROYW1lIjoiQ2FsaWJyaSIsIklzQm9sZCI6ZmFsc2UsIklzSXRhbGljIjpmYWxzZSwiSXNVbmRlcmxpbmVkIjpmYWxzZSwiUGFyZW50U3R5bGUiOm51bGx9LCJBdXRvU2l6ZSI6MCwiRm9yZWdyb3VuZCI6eyIkaWQiOiI4MDQiLCJDb2xvciI6eyIkaWQiOiI4M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A2IiwiVG9wIjowLjAsIkxlZnQiOjAuMCwiUmlnaHQiOjAuMCwiQm90dG9tIjowLjB9LCJQYWRkaW5nIjp7IiRpZCI6IjgwNyIsIlRvcCI6MC4wLCJMZWZ0IjowLjAsIlJpZ2h0IjowLjAsIkJvdHRvbSI6MC4wfSwiQmFja2dyb3VuZCI6eyIkaWQiOiI4MDgiLCJDb2xvciI6eyIkaWQiOiI4MDkiLCJBIjoyNTUsIlIiOjAsIkciOjAsIkIiOjB9fSwiSXNWaXNpYmxlIjp0cnVlLCJXaWR0aCI6MC4wLCJIZWlnaHQiOjAuMCwiQm9yZGVyU3R5bGUiOnsiJGlkIjoiODEwIiwiTGluZUNvbG9yIjpudWxsLCJMaW5lV2VpZ2h0IjowLjAsIkxpbmVUeXBlIjowLCJQYXJlbnRTdHlsZSI6bnVsbH0sIlBhcmVudFN0eWxlIjpudWxsfSwiUGFyZW50U3R5bGUiOm51bGx9LCJQYXJlbnRTdHlsZSI6bnVsbH0sIkluZGV4Ijo2LCJTbWFydER1cmF0aW9uQWN0aXZhdGVkIjpmYWxzZSwiRGF0ZUZvcm1hdCI6eyIkcmVmIjoiNzk5In0sIldlZWtOdW1iZXJpbmciOnsiJGlkIjoiODExIiwiRm9ybWF0IjowLCJJc1Zpc2libGUiOmZhbHNlLCJMYXN0S25vd25WaXNpYmlsaXR5U3RhdGUiOmZhbHNlfSwiQmFzZWxpbmVEYXRhIjp7IiRpZCI6IjgxMiIsIlN0YXJ0RGF0ZSI6IjIwMjYtMDUtMDNUMDA6MDA6MDAiLCJFbmREYXRlIjoiMjAyNi0wNS0yOVQyMzo1OTowMCJ9LCJJZCI6IjI5ZjMxNWRiLTFhZDYtNDBiNC1iMTA2LWY2OWY4ZmEwZGRmNSIsIkltcG9ydElkIjpudWxsLCJUaXRsZSI6IkluZnJhc3RydWN0dXJlIExlYWQiLCJOb3RlIjpudWxsLCJIeXBlcmxpbmsiOnsiJGlkIjoiODEzIiwiQWRkcmVzcyI6IiIsIlN1YkFkZHJlc3MiOiIifSwiSXNDaGFuZ2VkIjpmYWxzZSwiSXNOZXciOmZhbHNlfX1dLCJfbWlsZXN0b25lcyI6W10sIklkIjoiMDAwMDAwMDAtMDAwMC0wMDAwLTAwMDAtMDAwMDAwMDAwMDAwIiwiSXNTaW5nbGVJdGVtUm93Ijp0cnVlfSx7IiRpZCI6IjgxNCIsIl90YXNrcyI6W3siJGlkIjoiODE1IiwiX2F0dGFjaGVkTWlsZXN0b25lcyI6W10sIlRhc2tEZWZpbml0aW9uIjp7IiRpZCI6IjgxNiIsIkdyb3VwTmFtZSI6bnVsbCwiU3RhcnREYXRlIjoiMjAyNi0wNS0wM1QwMDowMDowMCIsIkVuZERhdGUiOiIyMDI2LTA2LTA1VDIzOjU5OjAwIiwiUGVyY2VudGFnZUNvbXBsZXRlIjpudWxsLCJTdHlsZSI6eyIkaWQiOiI4MTciLCJTaGFwZSI6MSwiU2hhcGVUaGlja25lc3MiOjAsIkR1cmF0aW9uRm9ybWF0IjowLCJJbmNsdWRlTm9uV29ya2luZ0RheXNJbkR1cmF0aW9uIjpmYWxzZSwiUGVyY2VudGFnZUNvbXBsZXRlU3R5bGUiOnsiJGlkIjoiODE4IiwiRm9udFNldHRpbmdzIjp7IiRpZCI6IjgxOSIsIkZvbnRTaXplIjoxMCwiRm9udE5hbWUiOiJDYWxpYnJpIiwiSXNCb2xkIjpmYWxzZSwiSXNJdGFsaWMiOmZhbHNlLCJJc1VuZGVybGluZWQiOmZhbHNlLCJQYXJlbnRTdHlsZSI6bnVsbH0sIkF1dG9TaXplIjowLCJGb3JlZ3JvdW5kIjp7IiRpZCI6IjgyMCIsIkNvbG9yIjp7IiRpZCI6IjgyM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4MjIiLCJUb3AiOjAuMCwiTGVmdCI6MC4wLCJSaWdodCI6MC4wLCJCb3R0b20iOjAuMH0sIlBhZGRpbmciOnsiJGlkIjoiODIzIiwiVG9wIjowLjAsIkxlZnQiOjAuMCwiUmlnaHQiOjAuMCwiQm90dG9tIjowLjB9LCJCYWNrZ3JvdW5kIjp7IiRpZCI6IjgyNCIsIkNvbG9yIjp7IiRpZCI6IjgyNSIsIkEiOjg5LCJSIjowLCJHIjowLCJCIjowfX0sIklzVmlzaWJsZSI6dHJ1ZSwiV2lkdGgiOjAuMCwiSGVpZ2h0IjowLjAsIkJvcmRlclN0eWxlIjp7IiRpZCI6IjgyNiIsIkxpbmVDb2xvciI6bnVsbCwiTGluZVdlaWdodCI6MC4wLCJMaW5lVHlwZSI6MCwiUGFyZW50U3R5bGUiOm51bGx9LCJQYXJlbnRTdHlsZSI6bnVsbH0sIkR1cmF0aW9uU3R5bGUiOnsiJGlkIjoiODI3IiwiRm9udFNldHRpbmdzIjp7IiRpZCI6IjgyOCIsIkZvbnRTaXplIjoxMCwiRm9udE5hbWUiOiJDYWxpYnJpIiwiSXNCb2xkIjpmYWxzZSwiSXNJdGFsaWMiOmZhbHNlLCJJc1VuZGVybGluZWQiOmZhbHNlLCJQYXJlbnRTdHlsZSI6bnVsbH0sIkF1dG9TaXplIjowLCJGb3JlZ3JvdW5kIjp7IiRpZCI6IjgyOSIsIkNvbG9yIjp7IiRpZCI6Ijgz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ODMxIiwiVG9wIjowLjAsIkxlZnQiOjAuMCwiUmlnaHQiOjAuMCwiQm90dG9tIjowLjB9LCJQYWRkaW5nIjp7IiRpZCI6IjgzMiIsIlRvcCI6MC4wLCJMZWZ0IjowLjAsIlJpZ2h0IjowLjAsIkJvdHRvbSI6MC4wfSwiQmFja2dyb3VuZCI6eyIkaWQiOiI4MzMiLCJDb2xvciI6eyIkaWQiOiI4MzQiLCJBIjoyNTUsIlIiOjY4LCJHIjo4NCwiQiI6MTA2fX0sIklzVmlzaWJsZSI6dHJ1ZSwiV2lkdGgiOjAuMCwiSGVpZ2h0IjowLjAsIkJvcmRlclN0eWxlIjp7IiRpZCI6IjgzNSIsIkxpbmVDb2xvciI6bnVsbCwiTGluZVdlaWdodCI6MC4wLCJMaW5lVHlwZSI6MCwiUGFyZW50U3R5bGUiOm51bGx9LCJQYXJlbnRTdHlsZSI6bnVsbH0sIkhvcml6b250YWxDb25uZWN0b3JTdHlsZSI6eyIkaWQiOiI4MzYiLCJMaW5lQ29sb3IiOnsiJGlkIjoiODM3IiwiJHR5cGUiOiJOTFJFLkNvbW1vbi5Eb20uU29saWRDb2xvckJydXNoLCBOTFJFLkNvbW1vbiIsIkNvbG9yIjp7IiRpZCI6IjgzOCIsIkEiOjI1NSwiUiI6MCwiRyI6MCwiQiI6MH19LCJMaW5lV2VpZ2h0IjowLjAsIkxpbmVUeXBlIjowLCJQYXJlbnRTdHlsZSI6bnVsbH0sIlZlcnRpY2FsQ29ubmVjdG9yU3R5bGUiOnsiJGlkIjoiODM5IiwiTGluZUNvbG9yIjp7IiRpZCI6Ijg0MCIsIiR0eXBlIjoiTkxSRS5Db21tb24uRG9tLlNvbGlkQ29sb3JCcnVzaCwgTkxSRS5Db21tb24iLCJDb2xvciI6eyIkaWQiOiI4N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g0MiIsIlNoYXBlU3R5bGUiOnsiJGlkIjoiODQzIiwiTWFyZ2luIjp7IiRpZCI6Ijg0NCIsIlRvcCI6MC4wLCJMZWZ0IjowLjAsIlJpZ2h0IjowLjAsIkJvdHRvbSI6MC4wfSwiUGFkZGluZyI6eyIkaWQiOiI4NDUiLCJUb3AiOjAuMCwiTGVmdCI6MC4wLCJSaWdodCI6MC4wLCJCb3R0b20iOjAuMH0sIkJhY2tncm91bmQiOnsiJGlkIjoiODQ2IiwiQ29sb3IiOnsiJGlkIjoiODQ3IiwiQSI6MTUzLCJSIjowLCJHIjowLCJCIjowfX0sIklzVmlzaWJsZSI6dHJ1ZSwiV2lkdGgiOjAuMCwiSGVpZ2h0IjowLjAsIkJvcmRlclN0eWxlIjpudWxsLCJQYXJlbnRTdHlsZSI6bnVsbH0sIk1hcmdpbiI6eyIkaWQiOiI4NDgiLCJUb3AiOjAuMCwiTGVmdCI6MC4wLCJSaWdodCI6MC4wLCJCb3R0b20iOjAuMH0sIlBhZGRpbmciOnsiJGlkIjoiODQ5IiwiVG9wIjowLjAsIkxlZnQiOjAuMCwiUmlnaHQiOjAuMCwiQm90dG9tIjowLjB9LCJCYWNrZ3JvdW5kIjpudWxsLCJJc1Zpc2libGUiOnRydWUsIldpZHRoIjowLjAsIkhlaWdodCI6MC4wLCJCb3JkZXJTdHlsZSI6bnVsbCwiUGFyZW50U3R5bGUiOm51bGx9LCJTaGFwZVN0eWxlIjp7IiRpZCI6Ijg1MCIsIk1hcmdpbiI6eyIkaWQiOiI4NTEiLCJUb3AiOjAuMCwiTGVmdCI6NC4wLCJSaWdodCI6NC4wLCJCb3R0b20iOjAuMH0sIlBhZGRpbmciOnsiJGlkIjoiODUyIiwiVG9wIjowLjAsIkxlZnQiOjAuMCwiUmlnaHQiOjAuMCwiQm90dG9tIjowLjB9LCJCYWNrZ3JvdW5kIjp7IiRpZCI6Ijg1MyIsIkNvbG9yIjp7IiRpZCI6Ijg1NCIsIkEiOjI1NSwiUiI6MTEyLCJHIjoxNzMsIkIiOjcxfX0sIklzVmlzaWJsZSI6dHJ1ZSwiV2lkdGgiOjAuMCwiSGVpZ2h0IjoxMC4wLCJCb3JkZXJTdHlsZSI6eyIkaWQiOiI4NTUiLCJMaW5lQ29sb3IiOnsiJGlkIjoiODU2IiwiJHR5cGUiOiJOTFJFLkNvbW1vbi5Eb20uU29saWRDb2xvckJydXNoLCBOTFJFLkNvbW1vbiIsIkNvbG9yIjp7IiRpZCI6Ijg1NyIsIkEiOjI1NSwiUiI6MjM0LCJHIjoyMiwiQiI6MzB9fSwiTGluZVdlaWdodCI6MC4wLCJMaW5lVHlwZSI6MCwiUGFyZW50U3R5bGUiOm51bGx9LCJQYXJlbnRTdHlsZSI6bnVsbH0sIlRpdGxlU3R5bGUiOnsiJGlkIjoiODU4IiwiRm9udFNldHRpbmdzIjp7IiRpZCI6Ijg1OSIsIkZvbnRTaXplIjoxMSwiRm9udE5hbWUiOiJUaXRpbGxpdW0gV2ViIiwiSXNCb2xkIjpmYWxzZSwiSXNJdGFsaWMiOmZhbHNlLCJJc1VuZGVybGluZWQiOmZhbHNlLCJQYXJlbnRTdHlsZSI6bnVsbH0sIkF1dG9TaXplIjowLCJGb3JlZ3JvdW5kIjp7IiRpZCI6Ijg2MCIsIkNvbG9yIjp7IiRpZCI6Ijg2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AsIlIiOjI1NSwiRyI6MjU1LCJCIjoyNTV9fSwiSXNWaXNpYmxlIjp0cnVlLCJXaWR0aCI6MC4wLCJIZWlnaHQiOjAuMCwiQm9yZGVyU3R5bGUiOnsiJGlkIjoiODY2IiwiTGluZUNvbG9yIjpudWxsLCJMaW5lV2VpZ2h0IjowLjAsIkxpbmVUeXBlIjowLCJQYXJlbnRTdHlsZSI6bnVsbH0sIlBhcmVudFN0eWxlIjpudWxsfSwiRGF0ZVN0eWxlIjp7IiRpZCI6Ijg2NyIsIkZvbnRTZXR0aW5ncyI6eyIkaWQiOiI4NjgiLCJGb250U2l6ZSI6MTAsIkZvbnROYW1lIjoiVGl0aWxsaXVtIFdlYiIsIklzQm9sZCI6ZmFsc2UsIklzSXRhbGljIjpmYWxzZSwiSXNVbmRlcmxpbmVkIjpmYWxzZSwiUGFyZW50U3R5bGUiOm51bGx9LCJBdXRvU2l6ZSI6MCwiRm9yZWdyb3VuZCI6eyIkaWQiOiI4NjkiLCJDb2xvciI6eyIkaWQiOiI4Nz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ODcxIiwiVG9wIjowLjAsIkxlZnQiOjAuMCwiUmlnaHQiOjAuMCwiQm90dG9tIjowLjB9LCJQYWRkaW5nIjp7IiRpZCI6Ijg3MiIsIlRvcCI6MC4wLCJMZWZ0IjowLjAsIlJpZ2h0IjowLjAsIkJvdHRvbSI6MC4wfSwiQmFja2dyb3VuZCI6eyIkaWQiOiI4NzMiLCJDb2xvciI6eyIkaWQiOiI4NzQiLCJBIjowLCJSIjoyNTUsIkciOjI1NSwiQiI6MjU1fX0sIklzVmlzaWJsZSI6dHJ1ZSwiV2lkdGgiOjAuMCwiSGVpZ2h0IjowLjAsIkJvcmRlclN0eWxlIjp7IiRpZCI6Ijg3NSIsIkxpbmVDb2xvciI6bnVsbCwiTGluZVdlaWdodCI6MC4wLCJMaW5lVHlwZSI6MCwiUGFyZW50U3R5bGUiOm51bGx9LCJQYXJlbnRTdHlsZSI6bnVsbH0sIkRhdGVGb3JtYXQiOnsiJGlkIjoiODc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NyIsIkZvcm1hdCI6MCwiSXNWaXNpYmxlIjpmYWxzZSwiTGFzdEtub3duVmlzaWJpbGl0eVN0YXRlIjpmYWxzZX0sIklzVmlzaWJsZSI6dHJ1ZSwiVmFyaWFuY2VTdHlsZSI6eyIkaWQiOiI4NzgiLCJUZXh0U3R5bGUiOnsiJGlkIjoiODc5IiwiRm9udFNldHRpbmdzIjp7IiRpZCI6Ijg4MCIsIkZvbnRTaXplIjoxMCwiRm9udE5hbWUiOiJDYWxpYnJpIiwiSXNCb2xkIjpmYWxzZSwiSXNJdGFsaWMiOmZhbHNlLCJJc1VuZGVybGluZWQiOmZhbHNlLCJQYXJlbnRTdHlsZSI6bnVsbH0sIkF1dG9TaXplIjowLCJGb3JlZ3JvdW5kIjp7IiRpZCI6Ijg4MSIsIkNvbG9yIjp7IiRpZCI6Ijg4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ODMiLCJUb3AiOjAuMCwiTGVmdCI6MC4wLCJSaWdodCI6MC4wLCJCb3R0b20iOjAuMH0sIlBhZGRpbmciOnsiJGlkIjoiODg0IiwiVG9wIjowLjAsIkxlZnQiOjAuMCwiUmlnaHQiOjAuMCwiQm90dG9tIjowLjB9LCJCYWNrZ3JvdW5kIjp7IiRpZCI6Ijg4NSIsIkNvbG9yIjp7IiRpZCI6Ijg4NiIsIkEiOjI1NSwiUiI6MCwiRyI6MCwiQiI6MH19LCJJc1Zpc2libGUiOnRydWUsIldpZHRoIjowLjAsIkhlaWdodCI6MC4wLCJCb3JkZXJTdHlsZSI6eyIkaWQiOiI4ODciLCJMaW5lQ29sb3IiOm51bGwsIkxpbmVXZWlnaHQiOjAuMCwiTGluZVR5cGUiOjAsIlBhcmVudFN0eWxlIjpudWxsfSwiUGFyZW50U3R5bGUiOm51bGx9LCJQYXJlbnRTdHlsZSI6bnVsbH0sIlBhcmVudFN0eWxlIjpudWxsfSwiSW5kZXgiOjcsIlNtYXJ0RHVyYXRpb25BY3RpdmF0ZWQiOmZhbHNlLCJEYXRlRm9ybWF0Ijp7IiRyZWYiOiI4NzYifSwiV2Vla051bWJlcmluZyI6eyIkaWQiOiI4ODgiLCJGb3JtYXQiOjAsIklzVmlzaWJsZSI6ZmFsc2UsIkxhc3RLbm93blZpc2liaWxpdHlTdGF0ZSI6ZmFsc2V9LCJCYXNlbGluZURhdGEiOnsiJGlkIjoiODg5IiwiU3RhcnREYXRlIjoiMjAyNi0wNS0wM1QwMDowMDowMCIsIkVuZERhdGUiOiIyMDI2LTA2LTA1VDIzOjU5OjAwIn0sIklkIjoiNmRmNTM5NjktZGJiYi00MDdjLThjOWQtNjdhMTMyMTVjMWM1IiwiSW1wb3J0SWQiOm51bGwsIlRpdGxlIjoiRGV2cyIsIk5vdGUiOm51bGwsIkh5cGVybGluayI6eyIkaWQiOiI4OTAiLCJBZGRyZXNzIjoiIiwiU3ViQWRkcmVzcyI6IiJ9LCJJc0NoYW5nZWQiOmZhbHNlLCJJc05ldyI6ZmFsc2V9fV0sIl9taWxlc3RvbmVzIjpbXSwiSWQiOiIwMDAwMDAwMC0wMDAwLTAwMDAtMDAwMC0wMDAwMDAwMDAwMDAiLCJJc1NpbmdsZUl0ZW1Sb3ciOnRydWV9XSwiSW5kZXgiOjQsIklkIjoiMjc2Y2U1NTEtY2E1ZC00ODRhLThlMTQtNjIzNDc5YTNiMGJkIiwiSGVhZGVyVGV4dCI6bnVsbCwiSXNEZWZhdWx0Ijp0cnVlLCJTdHlsZSI6eyIkaWQiOiI4OTEiLCJIZWFkZXJTdHlsZSI6eyIkaWQiOiI4OTIiLCJUZXh0U3R5bGUiOnsiJGlkIjoiODkzIiwiRm9udFNldHRpbmdzIjp7IiRpZCI6Ijg5NCIsIkZvbnRTaXplIjoxMSwiRm9udE5hbWUiOiJDYWxpYnJpIiwiSXNCb2xkIjpmYWxzZSwiSXNJdGFsaWMiOmZhbHNlLCJJc1VuZGVybGluZWQiOmZhbHNlLCJQYXJlbnRTdHlsZSI6bnVsbH0sIkF1dG9TaXplIjoyLCJGb3JlZ3JvdW5kIjp7IiRpZCI6Ijg5NSIsIkNvbG9yIjp7IiRpZCI6Ijg5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g5NyIsIlRvcCI6MC4wLCJMZWZ0IjowLjAsIlJpZ2h0IjowLjAsIkJvdHRvbSI6MC4wfSwiUGFkZGluZyI6eyIkaWQiOiI4OTgiLCJUb3AiOjAuMCwiTGVmdCI6MC4wLCJSaWdodCI6MC4wLCJCb3R0b20iOjAuMH0sIkJhY2tncm91bmQiOnsiJGlkIjoiODk5IiwiQ29sb3IiOnsiJGlkIjoiOTAwIiwiQSI6MjU1LCJSIjo2NCwiRyI6NjQsIkIiOjY0fX0sIklzVmlzaWJsZSI6dHJ1ZSwiV2lkdGgiOjAuMCwiSGVpZ2h0IjowLjAsIkJvcmRlclN0eWxlIjpudWxsLCJQYXJlbnRTdHlsZSI6bnVsbH0sIlJlY3RhbmdsZVN0eWxlIjp7IiRpZCI6IjkwMSIsIk1hcmdpbiI6eyIkaWQiOiI5MDIiLCJUb3AiOjAuMCwiTGVmdCI6MC4wLCJSaWdodCI6MC4wLCJCb3R0b20iOjAuMH0sIlBhZGRpbmciOnsiJGlkIjoiOTAzIiwiVG9wIjowLjAsIkxlZnQiOjAuMCwiUmlnaHQiOjAuMCwiQm90dG9tIjowLjB9LCJCYWNrZ3JvdW5kIjp7IiRpZCI6IjkwNCIsIkNvbG9yIjp7IiRpZCI6IjkwNSIsIkEiOjEyNywiUiI6MTEyLCJHIjoxNzMsIkIiOjcxfX0sIklzVmlzaWJsZSI6dHJ1ZSwiV2lkdGgiOjAuMCwiSGVpZ2h0IjowLjAsIkJvcmRlclN0eWxlIjp7IiRpZCI6IjkwNiIsIkxpbmVDb2xvciI6eyIkaWQiOiI5MDciLCIkdHlwZSI6Ik5MUkUuQ29tbW9uLkRvbS5Tb2xpZENvbG9yQnJ1c2gsIE5MUkUuQ29tbW9uIiwiQ29sb3IiOnsiJGlkIjoiOTA4IiwiQSI6MjU1LCJSIjoyNTUsIkciOjI1NSwiQiI6MjU1fX0sIkxpbmVXZWlnaHQiOjAuMCwiTGluZVR5cGUiOjAsIlBhcmVudFN0eWxlIjpudWxsfSwiUGFyZW50U3R5bGUiOm51bGx9LCJNYXJnaW4iOnsiJGlkIjoiOTA5IiwiVG9wIjowLjAsIkxlZnQiOjAuMCwiUmlnaHQiOjAuMCwiQm90dG9tIjowLjB9LCJQYWRkaW5nIjp7IiRpZCI6IjkxMCIsIlRvcCI6MC4wLCJMZWZ0IjowLjAsIlJpZ2h0IjowLjAsIkJvdHRvbSI6MC4wfSwiQmFja2dyb3VuZCI6bnVsbCwiSXNWaXNpYmxlIjp0cnVlLCJXaWR0aCI6MC4wLCJIZWlnaHQiOjAuMCwiQm9yZGVyU3R5bGUiOm51bGwsIlBhcmVudFN0eWxlIjpudWxsfSwiQmFja2dyb3VuZFN0eWxlIjp7IiRpZCI6IjkxMSIsIk1hcmdpbiI6eyIkaWQiOiI5MTIiLCJUb3AiOjAuMCwiTGVmdCI6MC4wLCJSaWdodCI6MC4wLCJCb3R0b20iOjAuMH0sIlBhZGRpbmciOnsiJGlkIjoiOTEzIiwiVG9wIjowLjAsIkxlZnQiOjAuMCwiUmlnaHQiOjAuMCwiQm90dG9tIjowLjB9LCJCYWNrZ3JvdW5kIjp7IiRpZCI6IjkxNCIsIkNvbG9yIjp7IiRpZCI6IjkxNSIsIkEiOjUxLCJSIjoyMDAsIkciOjIwMCwiQiI6MjAwfX0sIklzVmlzaWJsZSI6dHJ1ZSwiV2lkdGgiOjAuMCwiSGVpZ2h0IjowLjAsIkJvcmRlclN0eWxlIjp7IiRpZCI6IjkxNiIsIkxpbmVDb2xvciI6eyIkaWQiOiI5MTciLCIkdHlwZSI6Ik5MUkUuQ29tbW9uLkRvbS5Tb2xpZENvbG9yQnJ1c2gsIE5MUkUuQ29tbW9uIiwiQ29sb3IiOnsiJGlkIjoiOTE4IiwiQSI6MjU1LCJSIjoyMzQsIkciOjIyLCJCIjozMH19LCJMaW5lV2VpZ2h0IjowLjAsIkxpbmVUeXBlIjowLCJQYXJlbnRTdHlsZSI6bnVsbH0sIlBhcmVudFN0eWxlIjpudWxsfSwiTWFyZ2luIjp7IiRpZCI6IjkxOSIsIlRvcCI6MC4wLCJMZWZ0IjowLjAsIlJpZ2h0IjowLjAsIkJvdHRvbSI6MC4wfSwiUGFkZGluZyI6eyIkaWQiOiI5MjAiLCJUb3AiOjAuMCwiTGVmdCI6MC4wLCJSaWdodCI6MC4wLCJCb3R0b20iOjAuMH0sIklzVmlzaWJsZSI6dHJ1ZSwiV2lkdGgiOjAuMCwiSGVpZ2h0IjowLjAsIkJvcmRlclN0eWxlIjp7IiRpZCI6IjkyMSIsIkxpbmVDb2xvciI6bnVsbCwiTGluZVdlaWdodCI6MC4wLCJMaW5lVHlwZSI6MCwiUGFyZW50U3R5bGUiOm51bGx9LCJQYXJlbnRTdHlsZSI6bnVsbH19XSwiSWQiOiJlMTllMDhjOC1lZThjLTQzZmItYjc3YS02MzJiZjAzOTY2NjMiLCJJbmRleCI6NCwiSGVhZGVyVGV4dCI6IlJlc291cmNpbmciLCJTdHlsZSI6eyIkaWQiOiI5MjIiLCJTdHlsZUlkIjoiYjI0ZjgwNDUtZjY5Yi00YTQzLTgyOWYtYTU2NTAzZmRjZDY5IiwiSGVhZGVyU3R5bGUiOnsiJGlkIjoiOTIzIiwiVGV4dElzVmVydGljYWwiOmZhbHNlLCJUZXh0U3R5bGUiOnsiJGlkIjoiOTI0IiwiRm9udFNldHRpbmdzIjp7IiRpZCI6IjkyNSIsIkZvbnRTaXplIjoxMSwiRm9udE5hbWUiOiJUaXRpbGxpdW0gV2ViIiwiSXNCb2xkIjpmYWxzZSwiSXNJdGFsaWMiOmZhbHNlLCJJc1VuZGVybGluZWQiOmZhbHNlLCJQYXJlbnRTdHlsZSI6bnVsbH0sIkF1dG9TaXplIjoyLCJGb3JlZ3JvdW5kIjp7IiRpZCI6IjkyNiIsIkNvbG9yIjp7IiRpZCI6Ijky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kyOCIsIlRvcCI6MC4wLCJMZWZ0IjowLjAsIlJpZ2h0IjowLjAsIkJvdHRvbSI6MC4wfSwiUGFkZGluZyI6eyIkaWQiOiI5MjkiLCJUb3AiOjAuMCwiTGVmdCI6MC4wLCJSaWdodCI6MC4wLCJCb3R0b20iOjAuMH0sIkJhY2tncm91bmQiOnsiJGlkIjoiOTMwIiwiQ29sb3IiOnsiJGlkIjoiOTMxIiwiQSI6MjU1LCJSIjoyNTUsIkciOjI1NSwiQiI6MjU1fX0sIklzVmlzaWJsZSI6dHJ1ZSwiV2lkdGgiOjAuMCwiSGVpZ2h0IjowLjAsIkJvcmRlclN0eWxlIjpudWxsLCJQYXJlbnRTdHlsZSI6bnVsbH0sIlJlY3RhbmdsZVN0eWxlIjp7IiRpZCI6IjkzMiIsIk1hcmdpbiI6eyIkaWQiOiI5MzMiLCJUb3AiOjAuMCwiTGVmdCI6MC4wLCJSaWdodCI6MC4wLCJCb3R0b20iOjAuMH0sIlBhZGRpbmciOnsiJGlkIjoiOTM0IiwiVG9wIjowLjAsIkxlZnQiOjAuMCwiUmlnaHQiOjAuMCwiQm90dG9tIjowLjB9LCJCYWNrZ3JvdW5kIjp7IiRpZCI6IjkzNSIsIkNvbG9yIjp7IiRpZCI6IjkzNiIsIkEiOjI1NSwiUiI6MTEyLCJHIjoxNzMsIkIiOjcxfX0sIklzVmlzaWJsZSI6dHJ1ZSwiV2lkdGgiOjAuMCwiSGVpZ2h0IjowLjAsIkJvcmRlclN0eWxlIjp7IiRpZCI6IjkzNyIsIkxpbmVDb2xvciI6eyIkaWQiOiI5MzgiLCIkdHlwZSI6Ik5MUkUuQ29tbW9uLkRvbS5Tb2xpZENvbG9yQnJ1c2gsIE5MUkUuQ29tbW9uIiwiQ29sb3IiOnsiJGlkIjoiOTM5IiwiQSI6MjU1LCJSIjoyNTUsIkciOjI1NSwiQiI6MjU1fX0sIkxpbmVXZWlnaHQiOjAuMCwiTGluZVR5cGUiOjAsIlBhcmVudFN0eWxlIjpudWxsfSwiUGFyZW50U3R5bGUiOm51bGx9LCJNYXJnaW4iOnsiJGlkIjoiOTQwIiwiVG9wIjowLjAsIkxlZnQiOjAuMCwiUmlnaHQiOjAuMCwiQm90dG9tIjowLjB9LCJQYWRkaW5nIjp7IiRpZCI6Ijk0MSIsIlRvcCI6MC4wLCJMZWZ0IjowLjAsIlJpZ2h0IjowLjAsIkJvdHRvbSI6MC4wfSwiQmFja2dyb3VuZCI6bnVsbCwiSXNWaXNpYmxlIjp0cnVlLCJXaWR0aCI6MC4wLCJIZWlnaHQiOjAuMCwiQm9yZGVyU3R5bGUiOm51bGwsIlBhcmVudFN0eWxlIjpudWxsfSwiQmFja2dyb3VuZFN0eWxlIjp7IiRpZCI6Ijk0MiIsIk1hcmdpbiI6eyIkaWQiOiI5NDMiLCJUb3AiOjAuMCwiTGVmdCI6MC4wLCJSaWdodCI6MC4wLCJCb3R0b20iOjAuMH0sIlBhZGRpbmciOnsiJGlkIjoiOTQ0IiwiVG9wIjowLjAsIkxlZnQiOjAuMCwiUmlnaHQiOjAuMCwiQm90dG9tIjowLjB9LCJCYWNrZ3JvdW5kIjp7IiRpZCI6Ijk0NSIsIkNvbG9yIjp7IiRpZCI6Ijk0NiIsIkEiOjUxLCJSIjoyMDAsIkciOjIwMCwiQiI6MjAwfX0sIklzVmlzaWJsZSI6dHJ1ZSwiV2lkdGgiOjAuMCwiSGVpZ2h0IjowLjAsIkJvcmRlclN0eWxlIjp7IiRpZCI6Ijk0NyIsIkxpbmVDb2xvciI6eyIkaWQiOiI5NDgiLCIkdHlwZSI6Ik5MUkUuQ29tbW9uLkRvbS5Tb2xpZENvbG9yQnJ1c2gsIE5MUkUuQ29tbW9uIiwiQ29sb3IiOnsiJGlkIjoiOTQ5IiwiQSI6MjU1LCJSIjoyMzQsIkciOjIyLCJCIjozMH19LCJMaW5lV2VpZ2h0IjowLjAsIkxpbmVUeXBlIjowLCJQYXJlbnRTdHlsZSI6bnVsbH0sIlBhcmVudFN0eWxlIjpudWxsfSwiSXNBYm92ZVRpbWViYW5kIjpmYWxzZSwiU3BhY2luZyI6MiwiRGVmYXVsdFN3aW1sYW5lVGFza1N0eWxlIjp7IiRpZCI6Ijk1MCIsIiR0eXBlIjoiTkxSRS5Db21tb24uRG9tLlN0eWxlcy5FeHBsaWNpdFNldGFibGVUYXNrU3R5bGUsIE5MUkUuQ29tbW9uIiwiU2hhcGUiOjEsIlNoYXBlVGhpY2tuZXNzIjowLCJEdXJhdGlvbkZvcm1hdCI6MCwiSW5jbHVkZU5vbldvcmtpbmdEYXlzSW5EdXJhdGlvbiI6ZmFsc2UsIlBlcmNlbnRhZ2VDb21wbGV0ZVN0eWxlIjp7IiRpZCI6Ijk1MSIsIkZvbnRTZXR0aW5ncyI6eyIkaWQiOiI5NTIiLCJGb250U2l6ZSI6MTAsIkZvbnROYW1lIjoiQ2FsaWJyaSIsIklzQm9sZCI6ZmFsc2UsIklzSXRhbGljIjpmYWxzZSwiSXNVbmRlcmxpbmVkIjpmYWxzZSwiUGFyZW50U3R5bGUiOm51bGx9LCJBdXRvU2l6ZSI6MCwiRm9yZWdyb3VuZCI6eyIkaWQiOiI5NTMiLCJDb2xvciI6eyIkaWQiOiI5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OTU1IiwiVG9wIjowLjAsIkxlZnQiOjAuMCwiUmlnaHQiOjAuMCwiQm90dG9tIjowLjB9LCJQYWRkaW5nIjp7IiRpZCI6Ijk1NiIsIlRvcCI6MC4wLCJMZWZ0IjowLjAsIlJpZ2h0IjowLjAsIkJvdHRvbSI6MC4wfSwiQmFja2dyb3VuZCI6eyIkaWQiOiI5NTciLCJDb2xvciI6eyIkaWQiOiI5NTgiLCJBIjo4OSwiUiI6MCwiRyI6MCwiQiI6MH19LCJJc1Zpc2libGUiOnRydWUsIldpZHRoIjowLjAsIkhlaWdodCI6MC4wLCJCb3JkZXJTdHlsZSI6eyIkaWQiOiI5NTkiLCJMaW5lQ29sb3IiOm51bGwsIkxpbmVXZWlnaHQiOjAuMCwiTGluZVR5cGUiOjAsIlBhcmVudFN0eWxlIjpudWxsfSwiUGFyZW50U3R5bGUiOm51bGx9LCJEdXJhdGlvblN0eWxlIjp7IiRpZCI6Ijk2MCIsIkZvbnRTZXR0aW5ncyI6eyIkaWQiOiI5NjEiLCJGb250U2l6ZSI6MTAsIkZvbnROYW1lIjoiQ2FsaWJyaSIsIklzQm9sZCI6ZmFsc2UsIklzSXRhbGljIjpmYWxzZSwiSXNVbmRlcmxpbmVkIjpmYWxzZSwiUGFyZW50U3R5bGUiOm51bGx9LCJBdXRvU2l6ZSI6MCwiRm9yZWdyb3VuZCI6eyIkaWQiOiI5NjIiLCJDb2xvciI6eyIkaWQiOiI5Nj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k2NCIsIlRvcCI6MC4wLCJMZWZ0IjowLjAsIlJpZ2h0IjowLjAsIkJvdHRvbSI6MC4wfSwiUGFkZGluZyI6eyIkaWQiOiI5NjUiLCJUb3AiOjAuMCwiTGVmdCI6MC4wLCJSaWdodCI6MC4wLCJCb3R0b20iOjAuMH0sIkJhY2tncm91bmQiOnsiJGlkIjoiOTY2IiwiQ29sb3IiOnsiJGlkIjoiOTY3IiwiQSI6MjU1LCJSIjo2OCwiRyI6ODQsIkIiOjEwNn19LCJJc1Zpc2libGUiOnRydWUsIldpZHRoIjowLjAsIkhlaWdodCI6MC4wLCJCb3JkZXJTdHlsZSI6eyIkaWQiOiI5NjgiLCJMaW5lQ29sb3IiOm51bGwsIkxpbmVXZWlnaHQiOjAuMCwiTGluZVR5cGUiOjAsIlBhcmVudFN0eWxlIjpudWxsfSwiUGFyZW50U3R5bGUiOm51bGx9LCJIb3Jpem9udGFsQ29ubmVjdG9yU3R5bGUiOnsiJGlkIjoiOTY5IiwiTGluZUNvbG9yIjp7IiRpZCI6Ijk3MCIsIiR0eXBlIjoiTkxSRS5Db21tb24uRG9tLlNvbGlkQ29sb3JCcnVzaCwgTkxSRS5Db21tb24iLCJDb2xvciI6eyIkaWQiOiI5NzEiLCJBIjoyNTUsIlIiOjAsIkciOjAsIkIiOjB9fSwiTGluZVdlaWdodCI6MC4wLCJMaW5lVHlwZSI6MCwiUGFyZW50U3R5bGUiOm51bGx9LCJWZXJ0aWNhbENvbm5lY3RvclN0eWxlIjp7IiRpZCI6Ijk3MiIsIkxpbmVDb2xvciI6eyIkaWQiOiI5NzMiLCIkdHlwZSI6Ik5MUkUuQ29tbW9uLkRvbS5Tb2xpZENvbG9yQnJ1c2gsIE5MUkUuQ29tbW9uIiwiQ29sb3IiOnsiJGlkIjoiOTc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OTc1IiwiU2hhcGVTdHlsZSI6eyIkaWQiOiI5NzYiLCJNYXJnaW4iOnsiJGlkIjoiOTc3IiwiVG9wIjowLjAsIkxlZnQiOjAuMCwiUmlnaHQiOjAuMCwiQm90dG9tIjowLjB9LCJQYWRkaW5nIjp7IiRpZCI6Ijk3OCIsIlRvcCI6MC4wLCJMZWZ0IjowLjAsIlJpZ2h0IjowLjAsIkJvdHRvbSI6MC4wfSwiQmFja2dyb3VuZCI6eyIkaWQiOiI5NzkiLCJDb2xvciI6eyIkaWQiOiI5ODAiLCJBIjoxNTMsIlIiOjAsIkciOjAsIkIiOjB9fSwiSXNWaXNpYmxlIjp0cnVlLCJXaWR0aCI6MC4wLCJIZWlnaHQiOjAuMCwiQm9yZGVyU3R5bGUiOnsiJGlkIjoiOTgxIiwiTGluZUNvbG9yIjp7IiRpZCI6Ijk4MiIsIiR0eXBlIjoiTkxSRS5Db21tb24uRG9tLlNvbGlkQ29sb3JCcnVzaCwgTkxSRS5Db21tb24iLCJDb2xvciI6eyIkaWQiOiI5ODMiLCJBIjoyNTUsIlIiOjI1NSwiRyI6MCwiQiI6MH19LCJMaW5lV2VpZ2h0IjowLjAsIkxpbmVUeXBlIjowLCJQYXJlbnRTdHlsZSI6bnVsbH0sIlBhcmVudFN0eWxlIjpudWxsfSwiTWFyZ2luIjp7IiRpZCI6Ijk4NCIsIlRvcCI6MC4wLCJMZWZ0IjowLjAsIlJpZ2h0IjowLjAsIkJvdHRvbSI6MC4wfSwiUGFkZGluZyI6eyIkaWQiOiI5ODUiLCJUb3AiOjAuMCwiTGVmdCI6MC4wLCJSaWdodCI6MC4wLCJCb3R0b20iOjAuMH0sIkJhY2tncm91bmQiOm51bGwsIklzVmlzaWJsZSI6dHJ1ZSwiV2lkdGgiOjAuMCwiSGVpZ2h0IjowLjAsIkJvcmRlclN0eWxlIjpudWxsLCJQYXJlbnRTdHlsZSI6bnVsbH0sIlNoYXBlU3R5bGUiOnsiJGlkIjoiOTg2IiwiTWFyZ2luIjp7IiRpZCI6Ijk4NyIsIlRvcCI6MC4wLCJMZWZ0Ijo0LjAsIlJpZ2h0Ijo0LjAsIkJvdHRvbSI6MC4wfSwiUGFkZGluZyI6eyIkaWQiOiI5ODgiLCJUb3AiOjAuMCwiTGVmdCI6MC4wLCJSaWdodCI6MC4wLCJCb3R0b20iOjAuMH0sIkJhY2tncm91bmQiOnsiJGlkIjoiOTg5IiwiQ29sb3IiOnsiJGlkIjoiOTkwIiwiQSI6MjU1LCJSIjoxMTIsIkciOjE3MywiQiI6NzF9fSwiSXNWaXNpYmxlIjp0cnVlLCJXaWR0aCI6MC4wLCJIZWlnaHQiOjEwLjAsIkJvcmRlclN0eWxlIjp7IiRpZCI6Ijk5MSIsIkxpbmVDb2xvciI6eyIkaWQiOiI5OTIiLCIkdHlwZSI6Ik5MUkUuQ29tbW9uLkRvbS5Tb2xpZENvbG9yQnJ1c2gsIE5MUkUuQ29tbW9uIiwiQ29sb3IiOnsiJGlkIjoiOTkzIiwiQSI6MjU1LCJSIjoyMzQsIkciOjIyLCJCIjozMH19LCJMaW5lV2VpZ2h0IjowLjAsIkxpbmVUeXBlIjowLCJQYXJlbnRTdHlsZSI6bnVsbH0sIlBhcmVudFN0eWxlIjpudWxsfSwiVGl0bGVTdHlsZSI6eyIkaWQiOiI5OTQiLCJGb250U2V0dGluZ3MiOnsiJGlkIjoiOTk1IiwiRm9udFNpemUiOjExLCJGb250TmFtZSI6IkNhbGlicmkiLCJJc0JvbGQiOmZhbHNlLCJJc0l0YWxpYyI6ZmFsc2UsIklzVW5kZXJsaW5lZCI6ZmFsc2UsIlBhcmVudFN0eWxlIjpudWxsfSwiQXV0b1NpemUiOjAsIkZvcmVncm91bmQiOnsiJGlkIjoiOTk2IiwiQ29sb3IiOnsiJGlkIjoiOTk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5OCIsIlRvcCI6MC4wLCJMZWZ0IjowLjAsIlJpZ2h0IjowLjAsIkJvdHRvbSI6MC4wfSwiUGFkZGluZyI6eyIkaWQiOiI5OTkiLCJUb3AiOjAuMCwiTGVmdCI6MC4wLCJSaWdodCI6MC4wLCJCb3R0b20iOjAuMH0sIkJhY2tncm91bmQiOnsiJGlkIjoiMTAwMCIsIkNvbG9yIjp7IiRpZCI6IjEwMDEiLCJBIjoyNTUsIlIiOjAsIkciOjAsIkIiOjB9fSwiSXNWaXNpYmxlIjp0cnVlLCJXaWR0aCI6MC4wLCJIZWlnaHQiOjAuMCwiQm9yZGVyU3R5bGUiOnsiJGlkIjoiMTAwMiIsIkxpbmVDb2xvciI6bnVsbCwiTGluZVdlaWdodCI6MC4wLCJMaW5lVHlwZSI6MCwiUGFyZW50U3R5bGUiOm51bGx9LCJQYXJlbnRTdHlsZSI6bnVsbH0sIkRhdGVTdHlsZSI6eyIkaWQiOiIxMDAzIiwiRm9udFNldHRpbmdzIjp7IiRpZCI6IjEwMDQiLCJGb250U2l6ZSI6MTAsIkZvbnROYW1lIjoiQ2FsaWJyaSIsIklzQm9sZCI6ZmFsc2UsIklzSXRhbGljIjpmYWxzZSwiSXNVbmRlcmxpbmVkIjpmYWxzZSwiUGFyZW50U3R5bGUiOm51bGx9LCJBdXRvU2l6ZSI6MCwiRm9yZWdyb3VuZCI6eyIkaWQiOiIxMDA1IiwiQ29sb3IiOnsiJGlkIjoiMTAwN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TAwNyIsIlRvcCI6MC4wLCJMZWZ0IjowLjAsIlJpZ2h0IjowLjAsIkJvdHRvbSI6MC4wfSwiUGFkZGluZyI6eyIkaWQiOiIxMDA4IiwiVG9wIjowLjAsIkxlZnQiOjAuMCwiUmlnaHQiOjAuMCwiQm90dG9tIjowLjB9LCJCYWNrZ3JvdW5kIjp7IiRpZCI6IjEwMDkiLCJDb2xvciI6eyIkaWQiOiIxMDEwIiwiQSI6MjU1LCJSIjo2OCwiRyI6ODQsIkIiOjEwNn19LCJJc1Zpc2libGUiOnRydWUsIldpZHRoIjowLjAsIkhlaWdodCI6MC4wLCJCb3JkZXJTdHlsZSI6eyIkaWQiOiIxMDExIiwiTGluZUNvbG9yIjpudWxsLCJMaW5lV2VpZ2h0IjowLjAsIkxpbmVUeXBlIjowLCJQYXJlbnRTdHlsZSI6bnVsbH0sIlBhcmVudFN0eWxlIjpudWxsfSwiRGF0ZUZvcm1hdCI6eyIkaWQiOiIxMDE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TMiLCJGb3JtYXQiOjAsIklzVmlzaWJsZSI6ZmFsc2UsIkxhc3RLbm93blZpc2liaWxpdHlTdGF0ZSI6ZmFsc2V9LCJJc1Zpc2libGUiOnRydWUsIlZhcmlhbmNlU3R5bGUiOnsiJGlkIjoiMTAxNCIsIlRleHRTdHlsZSI6eyIkaWQiOiIxMDE1IiwiRm9udFNldHRpbmdzIjp7IiRpZCI6IjEwMTYiLCJGb250U2l6ZSI6MTAsIkZvbnROYW1lIjoiQ2FsaWJyaSIsIklzQm9sZCI6ZmFsc2UsIklzSXRhbGljIjpmYWxzZSwiSXNVbmRlcmxpbmVkIjpmYWxzZSwiUGFyZW50U3R5bGUiOm51bGx9LCJBdXRvU2l6ZSI6MCwiRm9yZWdyb3VuZCI6eyIkaWQiOiIxMDE3IiwiQ29sb3IiOnsiJGlkIjoiMTA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E5IiwiVG9wIjowLjAsIkxlZnQiOjAuMCwiUmlnaHQiOjAuMCwiQm90dG9tIjowLjB9LCJQYWRkaW5nIjp7IiRpZCI6IjEwMjAiLCJUb3AiOjAuMCwiTGVmdCI6MC4wLCJSaWdodCI6MC4wLCJCb3R0b20iOjAuMH0sIkJhY2tncm91bmQiOnsiJGlkIjoiMTAyMSIsIkNvbG9yIjp7IiRpZCI6IjEwMjIiLCJBIjoyNTUsIlIiOjAsIkciOjAsIkIiOjB9fSwiSXNWaXNpYmxlIjp0cnVlLCJXaWR0aCI6MC4wLCJIZWlnaHQiOjAuMCwiQm9yZGVyU3R5bGUiOnsiJGlkIjoiMTAyMyIsIkxpbmVDb2xvciI6bnVsbCwiTGluZVdlaWdodCI6MC4wLCJMaW5lVHlwZSI6MCwiUGFyZW50U3R5bGUiOm51bGx9LCJQYXJlbnRTdHlsZSI6bnVsbH0sIlBhcmVudFN0eWxlIjpudWxsfSwiUGFyZW50U3R5bGUiOm51bGwsIl9leHBsaWNpdGx5U2V0Ijp7IiRpZCI6IjEwMj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MDI1IiwiU2hhcGUiOjEsIkNvbm5lY3Rvck1hcmdpbiI6eyIkaWQiOiIxMDI2IiwiVG9wIjowLjAsIkxlZnQiOjIuMCwiUmlnaHQiOjIuMCwiQm90dG9tIjowLjB9LCJDb25uZWN0b3JTdHlsZSI6eyIkaWQiOiIxMDI3IiwiTGluZUNvbG9yIjp7IiRpZCI6IjEwMjgiLCIkdHlwZSI6Ik5MUkUuQ29tbW9uLkRvbS5Tb2xpZENvbG9yQnJ1c2gsIE5MUkUuQ29tbW9uIiwiQ29sb3IiOnsiJGlkIjoiMTAyOSIsIkEiOjEyNywiUiI6NTYsIkciOjg2LCJCIjozNX19LCJMaW5lV2VpZ2h0IjoxLjAsIkxpbmVUeXBlIjowLCJQYXJlbnRTdHlsZSI6bnVsbH0sIklzQmVsb3dUaW1lYmFuZCI6ZmFsc2UsIlBvc2l0aW9uT25UYXNrIjoxLCJIaWRlRGF0ZSI6ZmFsc2UsIlNoYXBlU2l6ZSI6MCwiU3BhY2luZyI6MC4wLCJQYWRkaW5nIjp7IiRpZCI6IjEwMzAiLCJUb3AiOjUuMCwiTGVmdCI6My4wLCJSaWdodCI6MC4wLCJCb3R0b20iOjIuMH0sIlNoYXBlU3R5bGUiOnsiJGlkIjoiMTAzMSIsIk1hcmdpbiI6eyIkaWQiOiIxMDMyIiwiVG9wIjowLjAsIkxlZnQiOjAuMCwiUmlnaHQiOjAuMCwiQm90dG9tIjowLjB9LCJQYWRkaW5nIjp7IiRpZCI6IjEwMzMiLCJUb3AiOjAuMCwiTGVmdCI6MC4wLCJSaWdodCI6MC4wLCJCb3R0b20iOjAuMH0sIkJhY2tncm91bmQiOnsiJGlkIjoiMTAzNCIsIkNvbG9yIjp7IiRpZCI6IjEwMzUiLCJBIjoyNTUsIlIiOjU2LCJHIjo4NiwiQiI6MzV9fSwiSXNWaXNpYmxlIjp0cnVlLCJXaWR0aCI6MTIuMCwiSGVpZ2h0IjoxNC4wLCJCb3JkZXJTdHlsZSI6eyIkaWQiOiIxMDM2IiwiTGluZUNvbG9yIjp7IiRpZCI6IjEwMzciLCIkdHlwZSI6Ik5MUkUuQ29tbW9uLkRvbS5Tb2xpZENvbG9yQnJ1c2gsIE5MUkUuQ29tbW9uIiwiQ29sb3IiOnsiJGlkIjoiMTAzOCIsIkEiOjI1NSwiUiI6MjU1LCJHIjoyNTUsIkIiOjI1NX19LCJMaW5lV2VpZ2h0IjowLjAsIkxpbmVUeXBlIjowLCJQYXJlbnRTdHlsZSI6bnVsbH0sIlBhcmVudFN0eWxlIjpudWxsfSwiVGl0bGVTdHlsZSI6eyIkaWQiOiIxMDM5IiwiRm9udFNldHRpbmdzIjp7IiRpZCI6IjEwNDAiLCJGb250U2l6ZSI6MTEsIkZvbnROYW1lIjoiQ2FsaWJyaSIsIklzQm9sZCI6ZmFsc2UsIklzSXRhbGljIjpmYWxzZSwiSXNVbmRlcmxpbmVkIjpmYWxzZSwiUGFyZW50U3R5bGUiOm51bGx9LCJBdXRvU2l6ZSI6MCwiRm9yZWdyb3VuZCI6eyIkaWQiOiIxMDQxIiwiQ29sb3IiOnsiJGlkIjoiMTA0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DQzIiwiVG9wIjowLjAsIkxlZnQiOjAuMCwiUmlnaHQiOjAuMCwiQm90dG9tIjowLjB9LCJQYWRkaW5nIjp7IiRpZCI6IjEwNDQiLCJUb3AiOjAuMCwiTGVmdCI6MC4wLCJSaWdodCI6MC4wLCJCb3R0b20iOjAuMH0sIkJhY2tncm91bmQiOnsiJGlkIjoiMTA0NSIsIkNvbG9yIjp7IiRpZCI6IjEwNDYiLCJBIjoyNTUsIlIiOjAsIkciOjAsIkIiOjB9fSwiSXNWaXNpYmxlIjp0cnVlLCJXaWR0aCI6MC4wLCJIZWlnaHQiOjAuMCwiQm9yZGVyU3R5bGUiOnsiJGlkIjoiMTA0NyIsIkxpbmVDb2xvciI6bnVsbCwiTGluZVdlaWdodCI6MC4wLCJMaW5lVHlwZSI6MCwiUGFyZW50U3R5bGUiOm51bGx9LCJQYXJlbnRTdHlsZSI6bnVsbH0sIkRhdGVTdHlsZSI6eyIkaWQiOiIxMDQ4IiwiRm9udFNldHRpbmdzIjp7IiRpZCI6IjEwNDkiLCJGb250U2l6ZSI6MTAsIkZvbnROYW1lIjoiQ2FsaWJyaSIsIklzQm9sZCI6ZmFsc2UsIklzSXRhbGljIjpmYWxzZSwiSXNVbmRlcmxpbmVkIjpmYWxzZSwiUGFyZW50U3R5bGUiOm51bGx9LCJBdXRvU2l6ZSI6MCwiRm9yZWdyb3VuZCI6eyIkaWQiOiIxMDUwIiwiQ29sb3IiOnsiJGlkIjoiMTA1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A1MiIsIlRvcCI6MC4wLCJMZWZ0IjowLjAsIlJpZ2h0IjowLjAsIkJvdHRvbSI6MC4wfSwiUGFkZGluZyI6eyIkaWQiOiIxMDUzIiwiVG9wIjowLjAsIkxlZnQiOjAuMCwiUmlnaHQiOjAuMCwiQm90dG9tIjowLjB9LCJCYWNrZ3JvdW5kIjp7IiRpZCI6IjEwNTQiLCJDb2xvciI6eyIkaWQiOiIxMDU1IiwiQSI6MjU1LCJSIjo2OCwiRyI6ODQsIkIiOjEwNn19LCJJc1Zpc2libGUiOnRydWUsIldpZHRoIjowLjAsIkhlaWdodCI6MC4wLCJCb3JkZXJTdHlsZSI6eyIkaWQiOiIxMDU2IiwiTGluZUNvbG9yIjpudWxsLCJMaW5lV2VpZ2h0IjowLjAsIkxpbmVUeXBlIjowLCJQYXJlbnRTdHlsZSI6bnVsbH0sIlBhcmVudFN0eWxlIjpudWxsfSwiRGF0ZUZvcm1hdCI6eyIkaWQiOiIxMDU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4IiwiRm9ybWF0IjowLCJJc1Zpc2libGUiOmZhbHNlLCJMYXN0S25vd25WaXNpYmlsaXR5U3RhdGUiOmZhbHNlfSwiSXNWaXNpYmxlIjpmYWxzZSwiVmFyaWFuY2VTdHlsZSI6eyIkaWQiOiIxMDU5IiwiVGV4dFN0eWxlIjp7IiRpZCI6IjEwNjAiLCJGb250U2V0dGluZ3MiOnsiJGlkIjoiMTA2MSIsIkZvbnRTaXplIjoxMCwiRm9udE5hbWUiOiJDYWxpYnJpIiwiSXNCb2xkIjpmYWxzZSwiSXNJdGFsaWMiOmZhbHNlLCJJc1VuZGVybGluZWQiOmZhbHNlLCJQYXJlbnRTdHlsZSI6bnVsbH0sIkF1dG9TaXplIjowLCJGb3JlZ3JvdW5kIjp7IiRpZCI6IjEwNjIiLCJDb2xvciI6eyIkaWQiOiIxMD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jQiLCJUb3AiOjAuMCwiTGVmdCI6MC4wLCJSaWdodCI6MC4wLCJCb3R0b20iOjAuMH0sIlBhZGRpbmciOnsiJGlkIjoiMTA2NSIsIlRvcCI6MC4wLCJMZWZ0IjowLjAsIlJpZ2h0IjowLjAsIkJvdHRvbSI6MC4wfSwiQmFja2dyb3VuZCI6eyIkaWQiOiIxMDY2IiwiQ29sb3IiOnsiJGlkIjoiMTA2NyIsIkEiOjI1NSwiUiI6MCwiRyI6MCwiQiI6MH19LCJJc1Zpc2libGUiOnRydWUsIldpZHRoIjowLjAsIkhlaWdodCI6MC4wLCJCb3JkZXJTdHlsZSI6eyIkaWQiOiIxMDY4IiwiTGluZUNvbG9yIjpudWxsLCJMaW5lV2VpZ2h0IjowLjAsIkxpbmVUeXBlIjowLCJQYXJlbnRTdHlsZSI6bnVsbH0sIlBhcmVudFN0eWxlIjpudWxsfSwiUGFyZW50U3R5bGUiOm51bGx9LCJQYXJlbnRTdHlsZSI6bnVsbH0sIkRlZmF1bHRTd2ltbGFuZU1pbGVzdG9uZVN0eWxlIjp7IiRpZCI6IjEwNjkiLCJUaXRsZVBvc2l0aW9uIjoiTGVmdCIsIkRhdGVQb3NpdGlvbiI6IlJpZ2h0IiwiVmFyaWFuY2VQb3NpdGlvbiI6IlJpZ2h0IiwiU2hhcGVUeXBlIjoxLCJTaGFwZVNpemUiOjAsIlNwYWNpbmciOjUsIlNoYXBlU3R5bGUiOnsiJGlkIjoiMTA3MCIsIk1hcmdpbiI6eyIkaWQiOiIxMDcxIiwiVG9wIjowLjAsIkxlZnQiOjAuMCwiUmlnaHQiOjAuMCwiQm90dG9tIjowLjB9LCJQYWRkaW5nIjp7IiRpZCI6IjEwNzIiLCJUb3AiOjAuMCwiTGVmdCI6MC4wLCJSaWdodCI6MC4wLCJCb3R0b20iOjAuMH0sIkJhY2tncm91bmQiOnsiJGlkIjoiMTA3MyIsIkNvbG9yIjp7IiRpZCI6IjEwNzQiLCJBIjoyNTUsIlIiOjExMiwiRyI6MTczLCJCIjo3MX19LCJJc1Zpc2libGUiOnRydWUsIldpZHRoIjoxMi4wLCJIZWlnaHQiOjE0LjAsIkJvcmRlclN0eWxlIjp7IiRpZCI6IjEwNzUiLCJMaW5lQ29sb3IiOnsiJGlkIjoiMTA3NiIsIiR0eXBlIjoiTkxSRS5Db21tb24uRG9tLlNvbGlkQ29sb3JCcnVzaCwgTkxSRS5Db21tb24iLCJDb2xvciI6eyIkaWQiOiIxMDc3IiwiQSI6MjU1LCJSIjoyMzQsIkciOjIyLCJCIjozMH19LCJMaW5lV2VpZ2h0IjowLjAsIkxpbmVUeXBlIjowLCJQYXJlbnRTdHlsZSI6bnVsbH0sIlBhcmVudFN0eWxlIjpudWxsfSwiVGl0bGVTdHlsZSI6eyIkaWQiOiIxMDc4IiwiRm9udFNldHRpbmdzIjp7IiRpZCI6IjEwNzkiLCJGb250U2l6ZSI6MTEsIkZvbnROYW1lIjoiQ2FsaWJyaSIsIklzQm9sZCI6ZmFsc2UsIklzSXRhbGljIjpmYWxzZSwiSXNVbmRlcmxpbmVkIjpmYWxzZSwiUGFyZW50U3R5bGUiOm51bGx9LCJBdXRvU2l6ZSI6MCwiRm9yZWdyb3VuZCI6eyIkaWQiOiIxMDgwIiwiQ29sb3IiOnsiJGlkIjoiMTA4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MDgyIiwiVG9wIjowLjAsIkxlZnQiOjAuMCwiUmlnaHQiOjAuMCwiQm90dG9tIjowLjB9LCJQYWRkaW5nIjp7IiRpZCI6IjEwODMiLCJUb3AiOjAuMCwiTGVmdCI6MC4wLCJSaWdodCI6MC4wLCJCb3R0b20iOjAuMH0sIkJhY2tncm91bmQiOnsiJGlkIjoiMTA4NCIsIkNvbG9yIjp7IiRpZCI6IjEwODUiLCJBIjoyNTUsIlIiOjAsIkciOjAsIkIiOjB9fSwiSXNWaXNpYmxlIjp0cnVlLCJXaWR0aCI6MC4wLCJIZWlnaHQiOjAuMCwiQm9yZGVyU3R5bGUiOnsiJGlkIjoiMTA4NiIsIkxpbmVDb2xvciI6bnVsbCwiTGluZVdlaWdodCI6MC4wLCJMaW5lVHlwZSI6MCwiUGFyZW50U3R5bGUiOm51bGx9LCJQYXJlbnRTdHlsZSI6bnVsbH0sIkRhdGVTdHlsZSI6eyIkaWQiOiIxMDg3IiwiRm9udFNldHRpbmdzIjp7IiRpZCI6IjEwODgiLCJGb250U2l6ZSI6MTAsIkZvbnROYW1lIjoiQ2FsaWJyaSIsIklzQm9sZCI6ZmFsc2UsIklzSXRhbGljIjpmYWxzZSwiSXNVbmRlcmxpbmVkIjpmYWxzZSwiUGFyZW50U3R5bGUiOm51bGx9LCJBdXRvU2l6ZSI6MCwiRm9yZWdyb3VuZCI6eyIkaWQiOiIxMDg5IiwiQ29sb3IiOnsiJGlkIjoiMTA5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TA5MSIsIlRvcCI6MC4wLCJMZWZ0IjowLjAsIlJpZ2h0IjowLjAsIkJvdHRvbSI6MC4wfSwiUGFkZGluZyI6eyIkaWQiOiIxMDkyIiwiVG9wIjowLjAsIkxlZnQiOjAuMCwiUmlnaHQiOjAuMCwiQm90dG9tIjowLjB9LCJCYWNrZ3JvdW5kIjp7IiRpZCI6IjEwOTMiLCJDb2xvciI6eyIkaWQiOiIxMDk0IiwiQSI6MjU1LCJSIjo2OCwiRyI6ODQsIkIiOjEwNn19LCJJc1Zpc2libGUiOnRydWUsIldpZHRoIjowLjAsIkhlaWdodCI6MC4wLCJCb3JkZXJTdHlsZSI6eyIkaWQiOiIxMDk1IiwiTGluZUNvbG9yIjpudWxsLCJMaW5lV2VpZ2h0IjowLjAsIkxpbmVUeXBlIjowLCJQYXJlbnRTdHlsZSI6bnVsbH0sIlBhcmVudFN0eWxlIjpudWxsfSwiRGF0ZUZvcm1hdCI6eyIkaWQiOiIxMDk2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ciLCJGb3JtYXQiOjAsIklzVmlzaWJsZSI6ZmFsc2UsIkxhc3RLbm93blZpc2liaWxpdHlTdGF0ZSI6ZmFsc2V9LCJJc1Zpc2libGUiOnRydWUsIlZhcmlhbmNlU3R5bGUiOnsiJGlkIjoiMTA5OCIsIlRleHRTdHlsZSI6eyIkaWQiOiIxMDk5IiwiRm9udFNldHRpbmdzIjp7IiRpZCI6IjExMDAiLCJGb250U2l6ZSI6MTAsIkZvbnROYW1lIjoiQ2FsaWJyaSIsIklzQm9sZCI6ZmFsc2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yNTUsIlIiOjAsIkciOjAsIkIiOjB9fSwiSXNWaXNpYmxlIjp0cnVlLCJXaWR0aCI6MC4wLCJIZWlnaHQiOjAuMCwiQm9yZGVyU3R5bGUiOnsiJGlkIjoiMTEwNyIsIkxpbmVDb2xvciI6bnVsbCwiTGluZVdlaWdodCI6MC4wLCJMaW5lVHlwZSI6MCwiUGFyZW50U3R5bGUiOm51bGx9LCJQYXJlbnRTdHlsZSI6bnVsbH0sIlBhcmVudFN0eWxlIjpudWxsfSwiUGFyZW50U3R5bGUiOm51bGx9LCJEZWZhdWx0U3dpbWxhbmVBY3Rpdml0eVN0eWxlIjp7IiRpZCI6IjExMDgiLCJIZWFkZXJTdHlsZSI6eyIkaWQiOiIxMTA5IiwiVGV4dFN0eWxlIjp7IiRpZCI6IjExMTAiLCJGb250U2V0dGluZ3MiOnsiJGlkIjoiMTExMSIsIkZvbnRTaXplIjoxMSwiRm9udE5hbWUiOiJDYWxpYnJpIiwiSXNCb2xkIjpmYWxzZSwiSXNJdGFsaWMiOmZhbHNlLCJJc1VuZGVybGluZWQiOmZhbHNlLCJQYXJlbnRTdHlsZSI6bnVsbH0sIkF1dG9TaXplIjoyLCJGb3JlZ3JvdW5kIjp7IiRpZCI6IjExMTIiLCJDb2xvciI6eyIkaWQiOiIxMTEz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ExNCIsIlRvcCI6MC4wLCJMZWZ0IjowLjAsIlJpZ2h0IjowLjAsIkJvdHRvbSI6MC4wfSwiUGFkZGluZyI6eyIkaWQiOiIxMTE1IiwiVG9wIjowLjAsIkxlZnQiOjAuMCwiUmlnaHQiOjAuMCwiQm90dG9tIjowLjB9LCJCYWNrZ3JvdW5kIjp7IiRpZCI6IjExMTYiLCJDb2xvciI6eyIkaWQiOiIxMTE3IiwiQSI6MjU1LCJSIjo2NCwiRyI6NjQsIkIiOjY0fX0sIklzVmlzaWJsZSI6dHJ1ZSwiV2lkdGgiOjAuMCwiSGVpZ2h0IjowLjAsIkJvcmRlclN0eWxlIjpudWxsLCJQYXJlbnRTdHlsZSI6bnVsbH0sIlJlY3RhbmdsZVN0eWxlIjp7IiRpZCI6IjExMTgiLCJNYXJnaW4iOnsiJGlkIjoiMTExOSIsIlRvcCI6MC4wLCJMZWZ0IjowLjAsIlJpZ2h0IjowLjAsIkJvdHRvbSI6MC4wfSwiUGFkZGluZyI6eyIkaWQiOiIxMTIwIiwiVG9wIjowLjAsIkxlZnQiOjAuMCwiUmlnaHQiOjAuMCwiQm90dG9tIjowLjB9LCJCYWNrZ3JvdW5kIjp7IiRpZCI6IjExMjEiLCJDb2xvciI6eyIkaWQiOiIxMTIyIiwiQSI6MTI3LCJSIjoxMTIsIkciOjE3MywiQiI6NzF9fSwiSXNWaXNpYmxlIjp0cnVlLCJXaWR0aCI6MC4wLCJIZWlnaHQiOjAuMCwiQm9yZGVyU3R5bGUiOnsiJGlkIjoiMTEyMyIsIkxpbmVDb2xvciI6eyIkaWQiOiIxMTI0IiwiJHR5cGUiOiJOTFJFLkNvbW1vbi5Eb20uU29saWRDb2xvckJydXNoLCBOTFJFLkNvbW1vbiIsIkNvbG9yIjp7IiRpZCI6IjExMjUiLCJBIjoyNTUsIlIiOjI1NSwiRyI6MjU1LCJCIjoyNTV9fSwiTGluZVdlaWdodCI6MC4wLCJMaW5lVHlwZSI6MCwiUGFyZW50U3R5bGUiOm51bGx9LCJQYXJlbnRTdHlsZSI6bnVsbH0sIk1hcmdpbiI6eyIkaWQiOiIxMTI2IiwiVG9wIjowLjAsIkxlZnQiOjAuMCwiUmlnaHQiOjAuMCwiQm90dG9tIjowLjB9LCJQYWRkaW5nIjp7IiRpZCI6IjExMjciLCJUb3AiOjAuMCwiTGVmdCI6MC4wLCJSaWdodCI6MC4wLCJCb3R0b20iOjAuMH0sIkJhY2tncm91bmQiOm51bGwsIklzVmlzaWJsZSI6dHJ1ZSwiV2lkdGgiOjAuMCwiSGVpZ2h0IjowLjAsIkJvcmRlclN0eWxlIjpudWxsLCJQYXJlbnRTdHlsZSI6bnVsbH0sIkJhY2tncm91bmRTdHlsZSI6eyIkaWQiOiIxMTI4IiwiTWFyZ2luIjp7IiRpZCI6IjExMjkiLCJUb3AiOjAuMCwiTGVmdCI6MC4wLCJSaWdodCI6MC4wLCJCb3R0b20iOjAuMH0sIlBhZGRpbmciOnsiJGlkIjoiMTEzMCIsIlRvcCI6MC4wLCJMZWZ0IjowLjAsIlJpZ2h0IjowLjAsIkJvdHRvbSI6MC4wfSwiQmFja2dyb3VuZCI6eyIkaWQiOiIxMTMxIiwiQ29sb3IiOnsiJGlkIjoiMTEzMiIsIkEiOjUxLCJSIjoyMDAsIkciOjIwMCwiQiI6MjAwfX0sIklzVmlzaWJsZSI6dHJ1ZSwiV2lkdGgiOjAuMCwiSGVpZ2h0IjowLjAsIkJvcmRlclN0eWxlIjp7IiRpZCI6IjExMzMiLCJMaW5lQ29sb3IiOnsiJGlkIjoiMTEzNCIsIiR0eXBlIjoiTkxSRS5Db21tb24uRG9tLlNvbGlkQ29sb3JCcnVzaCwgTkxSRS5Db21tb24iLCJDb2xvciI6eyIkaWQiOiIxMTM1IiwiQSI6MjU1LCJSIjoyMzQsIkciOjIyLCJCIjozMH19LCJMaW5lV2VpZ2h0IjowLjAsIkxpbmVUeXBlIjowLCJQYXJlbnRTdHlsZSI6bnVsbH0sIlBhcmVudFN0eWxlIjpudWxsfSwiTWFyZ2luIjp7IiRpZCI6IjExMzYiLCJUb3AiOjAuMCwiTGVmdCI6MC4wLCJSaWdodCI6MC4wLCJCb3R0b20iOjAuMH0sIlBhZGRpbmciOnsiJGlkIjoiMTEzNyIsIlRvcCI6MC4wLCJMZWZ0IjowLjAsIlJpZ2h0IjowLjAsIkJvdHRvbSI6MC4wfSwiSXNWaXNpYmxlIjp0cnVlLCJXaWR0aCI6MC4wLCJIZWlnaHQiOjAuMCwiQm9yZGVyU3R5bGUiOnsiJGlkIjoiMTEzOCIsIkxpbmVDb2xvciI6bnVsbCwiTGluZVdlaWdodCI6MC4wLCJMaW5lVHlwZSI6MCwiUGFyZW50U3R5bGUiOm51bGx9LCJQYXJlbnRTdHlsZSI6bnVsbH0sIk1hcmdpbiI6eyIkaWQiOiIxMTM5IiwiVG9wIjowLjAsIkxlZnQiOjAuMCwiUmlnaHQiOjAuMCwiQm90dG9tIjowLjB9LCJQYWRkaW5nIjp7IiRpZCI6IjExNDAiLCJUb3AiOjAuMCwiTGVmdCI6MC4wLCJSaWdodCI6MC4wLCJCb3R0b20iOjAuMH0sIklzVmlzaWJsZSI6ZmFsc2UsIldpZHRoIjowLjAsIkhlaWdodCI6MC4wLCJCb3JkZXJTdHlsZSI6eyIkaWQiOiIxMTQxIiwiTGluZUNvbG9yIjpudWxsLCJMaW5lV2VpZ2h0IjowLjAsIkxpbmVUeXBlIjowLCJQYXJlbnRTdHlsZSI6bnVsbH0sIlBhcmVudFN0eWxlIjpudWxsfX0seyIkaWQiOiIxMTQyIiwiX2FjdGl2aXRpZXMiOlt7IiRpZCI6IjExNDMiLCJfcm93cyI6W3siJGlkIjoiMTE0NCIsIl90YXNrcyI6W3siJGlkIjoiMTE0NSIsIl9hdHRhY2hlZE1pbGVzdG9uZXMiOltdLCJUYXNrRGVmaW5pdGlvbiI6eyIkaWQiOiIxMTQ2IiwiR3JvdXBOYW1lIjpudWxsLCJTdGFydERhdGUiOiIyMDI2LTA1LTEwVDAwOjAwOjAwIiwiRW5kRGF0ZSI6IjIwMjYtMDYtMTRUMjM6NTk6MDAiLCJQZXJjZW50YWdlQ29tcGxldGUiOm51bGwsIlN0eWxlIjp7IiRpZCI6IjExNDciLCJTaGFwZSI6MSwiU2hhcGVUaGlja25lc3MiOjAsIkR1cmF0aW9uRm9ybWF0IjowLCJJbmNsdWRlTm9uV29ya2luZ0RheXNJbkR1cmF0aW9uIjpmYWxzZSwiUGVyY2VudGFnZUNvbXBsZXRlU3R5bGUiOnsiJGlkIjoiMTE0OCIsIkZvbnRTZXR0aW5ncyI6eyIkaWQiOiIxMTQ5IiwiRm9udFNpemUiOjEwLCJGb250TmFtZSI6IkNhbGlicmkiLCJJc0JvbGQiOmZhbHNlLCJJc0l0YWxpYyI6ZmFsc2UsIklzVW5kZXJsaW5lZCI6ZmFsc2UsIlBhcmVudFN0eWxlIjpudWxsfSwiQXV0b1NpemUiOjAsIkZvcmVncm91bmQiOnsiJGlkIjoiMTE1MCIsIkNvbG9yIjp7IiRpZCI6IjExNTE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E1MiIsIlRvcCI6MC4wLCJMZWZ0IjowLjAsIlJpZ2h0IjowLjAsIkJvdHRvbSI6MC4wfSwiUGFkZGluZyI6eyIkaWQiOiIxMTUzIiwiVG9wIjowLjAsIkxlZnQiOjAuMCwiUmlnaHQiOjAuMCwiQm90dG9tIjowLjB9LCJCYWNrZ3JvdW5kIjp7IiRpZCI6IjExNTQiLCJDb2xvciI6eyIkaWQiOiIxMTU1IiwiQSI6ODksIlIiOjAsIkciOjAsIkIiOjB9fSwiSXNWaXNpYmxlIjp0cnVlLCJXaWR0aCI6MC4wLCJIZWlnaHQiOjAuMCwiQm9yZGVyU3R5bGUiOnsiJGlkIjoiMTE1NiIsIkxpbmVDb2xvciI6bnVsbCwiTGluZVdlaWdodCI6MC4wLCJMaW5lVHlwZSI6MCwiUGFyZW50U3R5bGUiOm51bGx9LCJQYXJlbnRTdHlsZSI6bnVsbH0sIkR1cmF0aW9uU3R5bGUiOnsiJGlkIjoiMTE1NyIsIkZvbnRTZXR0aW5ncyI6eyIkaWQiOiIxMTU4IiwiRm9udFNpemUiOjEwLCJGb250TmFtZSI6IkNhbGlicmkiLCJJc0JvbGQiOmZhbHNlLCJJc0l0YWxpYyI6ZmFsc2UsIklzVW5kZXJsaW5lZCI6ZmFsc2UsIlBhcmVudFN0eWxlIjpudWxsfSwiQXV0b1NpemUiOjAsIkZvcmVncm91bmQiOnsiJGlkIjoiMTE1OSIsIkNvbG9yIjp7IiRpZCI6IjExN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xNjEiLCJUb3AiOjAuMCwiTGVmdCI6MC4wLCJSaWdodCI6MC4wLCJCb3R0b20iOjAuMH0sIlBhZGRpbmciOnsiJGlkIjoiMTE2MiIsIlRvcCI6MC4wLCJMZWZ0IjowLjAsIlJpZ2h0IjowLjAsIkJvdHRvbSI6MC4wfSwiQmFja2dyb3VuZCI6eyIkaWQiOiIxMTYzIiwiQ29sb3IiOnsiJGlkIjoiMTE2NCIsIkEiOjI1NSwiUiI6NjgsIkciOjg0LCJCIjoxMDZ9fSwiSXNWaXNpYmxlIjp0cnVlLCJXaWR0aCI6MC4wLCJIZWlnaHQiOjAuMCwiQm9yZGVyU3R5bGUiOnsiJGlkIjoiMTE2NSIsIkxpbmVDb2xvciI6bnVsbCwiTGluZVdlaWdodCI6MC4wLCJMaW5lVHlwZSI6MCwiUGFyZW50U3R5bGUiOm51bGx9LCJQYXJlbnRTdHlsZSI6bnVsbH0sIkhvcml6b250YWxDb25uZWN0b3JTdHlsZSI6eyIkaWQiOiIxMTY2IiwiTGluZUNvbG9yIjp7IiRpZCI6IjExNjciLCIkdHlwZSI6Ik5MUkUuQ29tbW9uLkRvbS5Tb2xpZENvbG9yQnJ1c2gsIE5MUkUuQ29tbW9uIiwiQ29sb3IiOnsiJGlkIjoiMTE2OCIsIkEiOjI1NSwiUiI6MCwiRyI6MCwiQiI6MH19LCJMaW5lV2VpZ2h0IjowLjAsIkxpbmVUeXBlIjowLCJQYXJlbnRTdHlsZSI6bnVsbH0sIlZlcnRpY2FsQ29ubmVjdG9yU3R5bGUiOnsiJGlkIjoiMTE2OSIsIkxpbmVDb2xvciI6eyIkaWQiOiIxMTcwIiwiJHR5cGUiOiJOTFJFLkNvbW1vbi5Eb20uU29saWRDb2xvckJydXNoLCBOTFJFLkNvbW1vbiIsIkNvbG9yIjp7IiRpZCI6IjExN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xNzIiLCJTaGFwZVN0eWxlIjp7IiRpZCI6IjExNzMiLCJNYXJnaW4iOnsiJGlkIjoiMTE3NCIsIlRvcCI6MC4wLCJMZWZ0IjowLjAsIlJpZ2h0IjowLjAsIkJvdHRvbSI6MC4wfSwiUGFkZGluZyI6eyIkaWQiOiIxMTc1IiwiVG9wIjowLjAsIkxlZnQiOjAuMCwiUmlnaHQiOjAuMCwiQm90dG9tIjowLjB9LCJCYWNrZ3JvdW5kIjp7IiRpZCI6IjExNzYiLCJDb2xvciI6eyIkaWQiOiIxMTc3IiwiQSI6MTUzLCJSIjowLCJHIjowLCJCIjowfX0sIklzVmlzaWJsZSI6dHJ1ZSwiV2lkdGgiOjAuMCwiSGVpZ2h0IjowLjAsIkJvcmRlclN0eWxlIjpudWxsLCJQYXJlbnRTdHlsZSI6bnVsbH0sIk1hcmdpbiI6eyIkaWQiOiIxMTc4IiwiVG9wIjowLjAsIkxlZnQiOjAuMCwiUmlnaHQiOjAuMCwiQm90dG9tIjowLjB9LCJQYWRkaW5nIjp7IiRpZCI6IjExNzkiLCJUb3AiOjAuMCwiTGVmdCI6MC4wLCJSaWdodCI6MC4wLCJCb3R0b20iOjAuMH0sIkJhY2tncm91bmQiOm51bGwsIklzVmlzaWJsZSI6dHJ1ZSwiV2lkdGgiOjAuMCwiSGVpZ2h0IjowLjAsIkJvcmRlclN0eWxlIjpudWxsLCJQYXJlbnRTdHlsZSI6bnVsbH0sIlNoYXBlU3R5bGUiOnsiJGlkIjoiMTE4MCIsIk1hcmdpbiI6eyIkaWQiOiIxMTgxIiwiVG9wIjowLjAsIkxlZnQiOjQuMCwiUmlnaHQiOjQuMCwiQm90dG9tIjowLjB9LCJQYWRkaW5nIjp7IiRpZCI6IjExODIiLCJUb3AiOjAuMCwiTGVmdCI6MC4wLCJSaWdodCI6MC4wLCJCb3R0b20iOjAuMH0sIkJhY2tncm91bmQiOnsiJGlkIjoiMTE4MyIsIkNvbG9yIjp7IiRpZCI6IjExODQiLCJBIjoyNTUsIlIiOjE2NSwiRyI6MTY1LCJCIjoxNjV9fSwiSXNWaXNpYmxlIjp0cnVlLCJXaWR0aCI6MC4wLCJIZWlnaHQiOjEwLjAsIkJvcmRlclN0eWxlIjp7IiRpZCI6IjExODUiLCJMaW5lQ29sb3IiOnsiJGlkIjoiMTE4NiIsIiR0eXBlIjoiTkxSRS5Db21tb24uRG9tLlNvbGlkQ29sb3JCcnVzaCwgTkxSRS5Db21tb24iLCJDb2xvciI6eyIkaWQiOiIxMTg3IiwiQSI6MjU1LCJSIjoyMzQsIkciOjIyLCJCIjozMH19LCJMaW5lV2VpZ2h0IjowLjAsIkxpbmVUeXBlIjowLCJQYXJlbnRTdHlsZSI6bnVsbH0sIlBhcmVudFN0eWxlIjpudWxsfSwiVGl0bGVTdHlsZSI6eyIkaWQiOiIxMTg4IiwiRm9udFNldHRpbmdzIjp7IiRpZCI6IjExODkiLCJGb250U2l6ZSI6MTEsIkZvbnROYW1lIjoiVGl0aWxsaXVtIFdlYiIsIklzQm9sZCI6ZmFsc2UsIklzSXRhbGljIjpmYWxzZSwiSXNVbmRlcmxpbmVkIjpmYWxzZSwiUGFyZW50U3R5bGUiOm51bGx9LCJBdXRvU2l6ZSI6MCwiRm9yZWdyb3VuZCI6eyIkaWQiOiIxMTkwIiwiQ29sb3IiOnsiJGlkIjoiMTE5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xMTkyIiwiVG9wIjowLjAsIkxlZnQiOjAuMCwiUmlnaHQiOjAuMCwiQm90dG9tIjowLjB9LCJQYWRkaW5nIjp7IiRpZCI6IjExOTMiLCJUb3AiOjAuMCwiTGVmdCI6MC4wLCJSaWdodCI6MC4wLCJCb3R0b20iOjAuMH0sIkJhY2tncm91bmQiOnsiJGlkIjoiMTE5NCIsIkNvbG9yIjp7IiRpZCI6IjExOTUiLCJBIjowLCJSIjoyNTUsIkciOjI1NSwiQiI6MjU1fX0sIklzVmlzaWJsZSI6dHJ1ZSwiV2lkdGgiOjAuMCwiSGVpZ2h0IjowLjAsIkJvcmRlclN0eWxlIjp7IiRpZCI6IjExOTYiLCJMaW5lQ29sb3IiOm51bGwsIkxpbmVXZWlnaHQiOjAuMCwiTGluZVR5cGUiOjAsIlBhcmVudFN0eWxlIjpudWxsfSwiUGFyZW50U3R5bGUiOm51bGx9LCJEYXRlU3R5bGUiOnsiJGlkIjoiMTE5NyIsIkZvbnRTZXR0aW5ncyI6eyIkaWQiOiIxMTk4IiwiRm9udFNpemUiOjEwLCJGb250TmFtZSI6IlRpdGlsbGl1bSBXZWIiLCJJc0JvbGQiOmZhbHNlLCJJc0l0YWxpYyI6ZmFsc2UsIklzVW5kZXJsaW5lZCI6ZmFsc2UsIlBhcmVudFN0eWxlIjpudWxsfSwiQXV0b1NpemUiOjAsIkZvcmVncm91bmQiOnsiJGlkIjoiMTE5OSIsIkNvbG9yIjp7IiRpZCI6IjEyMD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TIwMSIsIlRvcCI6MC4wLCJMZWZ0IjowLjAsIlJpZ2h0IjowLjAsIkJvdHRvbSI6MC4wfSwiUGFkZGluZyI6eyIkaWQiOiIxMjAyIiwiVG9wIjowLjAsIkxlZnQiOjAuMCwiUmlnaHQiOjAuMCwiQm90dG9tIjowLjB9LCJCYWNrZ3JvdW5kIjp7IiRpZCI6IjEyMDMiLCJDb2xvciI6eyIkaWQiOiIxMjA0IiwiQSI6MCwiUiI6MjU1LCJHIjoyNTUsIkIiOjI1NX19LCJJc1Zpc2libGUiOnRydWUsIldpZHRoIjowLjAsIkhlaWdodCI6MC4wLCJCb3JkZXJTdHlsZSI6eyIkaWQiOiIxMjA1IiwiTGluZUNvbG9yIjpudWxsLCJMaW5lV2VpZ2h0IjowLjAsIkxpbmVUeXBlIjowLCJQYXJlbnRTdHlsZSI6bnVsbH0sIlBhcmVudFN0eWxlIjpudWxsfSwiRGF0ZUZvcm1hdCI6eyIkaWQiOiIx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DciLCJGb3JtYXQiOjAsIklzVmlzaWJsZSI6ZmFsc2UsIkxhc3RLbm93blZpc2liaWxpdHlTdGF0ZSI6ZmFsc2V9LCJJc1Zpc2libGUiOnRydWUsIlZhcmlhbmNlU3R5bGUiOnsiJGlkIjoiMTIwOCIsIlRleHRTdHlsZSI6eyIkaWQiOiIxMjA5IiwiRm9udFNldHRpbmdzIjp7IiRpZCI6IjEyMTAiLCJGb250U2l6ZSI6MTAsIkZvbnROYW1lIjoiQ2FsaWJyaSIsIklzQm9sZCI6ZmFsc2UsIklzSXRhbGljIjpmYWxzZSwiSXNVbmRlcmxpbmVkIjpmYWxzZSwiUGFyZW50U3R5bGUiOm51bGx9LCJBdXRvU2l6ZSI6MCwiRm9yZWdyb3VuZCI6eyIkaWQiOiIxMjExIiwiQ29sb3IiOnsiJGlkIjoiMTIx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EzIiwiVG9wIjowLjAsIkxlZnQiOjAuMCwiUmlnaHQiOjAuMCwiQm90dG9tIjowLjB9LCJQYWRkaW5nIjp7IiRpZCI6IjEyMTQiLCJUb3AiOjAuMCwiTGVmdCI6MC4wLCJSaWdodCI6MC4wLCJCb3R0b20iOjAuMH0sIkJhY2tncm91bmQiOnsiJGlkIjoiMTIxNSIsIkNvbG9yIjp7IiRpZCI6IjEyMTYiLCJBIjoyNTUsIlIiOjAsIkciOjAsIkIiOjB9fSwiSXNWaXNpYmxlIjp0cnVlLCJXaWR0aCI6MC4wLCJIZWlnaHQiOjAuMCwiQm9yZGVyU3R5bGUiOnsiJGlkIjoiMTIxNyIsIkxpbmVDb2xvciI6bnVsbCwiTGluZVdlaWdodCI6MC4wLCJMaW5lVHlwZSI6MCwiUGFyZW50U3R5bGUiOm51bGx9LCJQYXJlbnRTdHlsZSI6bnVsbH0sIlBhcmVudFN0eWxlIjpudWxsfSwiUGFyZW50U3R5bGUiOm51bGx9LCJJbmRleCI6OSwiU21hcnREdXJhdGlvbkFjdGl2YXRlZCI6ZmFsc2UsIkRhdGVGb3JtYXQiOnsiJHJlZiI6IjEyMDYifSwiV2Vla051bWJlcmluZyI6eyIkaWQiOiIxMjE4IiwiRm9ybWF0IjowLCJJc1Zpc2libGUiOmZhbHNlLCJMYXN0S25vd25WaXNpYmlsaXR5U3RhdGUiOmZhbHNlfSwiQmFzZWxpbmVEYXRhIjp7IiRpZCI6IjEyMTkiLCJTdGFydERhdGUiOiIyMDI2LTA1LTEwVDAwOjAwOjAwIiwiRW5kRGF0ZSI6IjIwMjYtMDYtMTRUMjM6NTk6MDAifSwiSWQiOiJiYTA4MGIzNi1jYzUxLTQxNTEtODU4YS1kNDQ5NGVmNWFiMjMiLCJJbXBvcnRJZCI6bnVsbCwiVGl0bGUiOiJQcm90b3RpcG8gbmF2ZWdhYmxlIChTcHJpbnQgMyB5IDQpIiwiTm90ZSI6bnVsbCwiSHlwZXJsaW5rIjp7IiRpZCI6IjEyMjAiLCJBZGRyZXNzIjoiIiwiU3ViQWRkcmVzcyI6IiJ9LCJJc0NoYW5nZWQiOmZhbHNlLCJJc05ldyI6ZmFsc2V9fV0sIl9taWxlc3RvbmVzIjpbXSwiSWQiOiIwMDAwMDAwMC0wMDAwLTAwMDAtMDAwMC0wMDAwMDAwMDAwMDAiLCJJc1NpbmdsZUl0ZW1Sb3ciOnRydWV9XSwiSW5kZXgiOjgsIklkIjoiMzBhZWZhYTUtODhhOS00ZmU3LWE2OTktODk1M2JlY2MyYjEwIiwiSGVhZGVyVGV4dCI6bnVsbCwiSXNEZWZhdWx0Ijp0cnVlLCJTdHlsZSI6eyIkaWQiOiIxMjIxIiwiSGVhZGVyU3R5bGUiOnsiJGlkIjoiMTIyMiIsIlRleHRTdHlsZSI6eyIkaWQiOiIxMjIzIiwiRm9udFNldHRpbmdzIjp7IiRpZCI6IjEyMjQiLCJGb250U2l6ZSI6MTEsIkZvbnROYW1lIjoiQ2FsaWJyaSIsIklzQm9sZCI6ZmFsc2UsIklzSXRhbGljIjpmYWxzZSwiSXNVbmRlcmxpbmVkIjpmYWxzZSwiUGFyZW50U3R5bGUiOm51bGx9LCJBdXRvU2l6ZSI6MiwiRm9yZWdyb3VuZCI6eyIkaWQiOiIxMjI1IiwiQ29sb3IiOnsiJGlkIjoiMTIy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yMjciLCJUb3AiOjAuMCwiTGVmdCI6MC4wLCJSaWdodCI6MC4wLCJCb3R0b20iOjAuMH0sIlBhZGRpbmciOnsiJGlkIjoiMTIyOCIsIlRvcCI6MC4wLCJMZWZ0IjowLjAsIlJpZ2h0IjowLjAsIkJvdHRvbSI6MC4wfSwiQmFja2dyb3VuZCI6eyIkaWQiOiIxMjI5IiwiQ29sb3IiOnsiJGlkIjoiMTIzMCIsIkEiOjI1NSwiUiI6NjQsIkciOjY0LCJCIjo2NH19LCJJc1Zpc2libGUiOnRydWUsIldpZHRoIjowLjAsIkhlaWdodCI6MC4wLCJCb3JkZXJTdHlsZSI6bnVsbCwiUGFyZW50U3R5bGUiOm51bGx9LCJSZWN0YW5nbGVTdHlsZSI6eyIkaWQiOiIxMjMxIiwiTWFyZ2luIjp7IiRpZCI6IjEyMzIiLCJUb3AiOjAuMCwiTGVmdCI6MC4wLCJSaWdodCI6MC4wLCJCb3R0b20iOjAuMH0sIlBhZGRpbmciOnsiJGlkIjoiMTIzMyIsIlRvcCI6MC4wLCJMZWZ0IjowLjAsIlJpZ2h0IjowLjAsIkJvdHRvbSI6MC4wfSwiQmFja2dyb3VuZCI6eyIkaWQiOiIxMjM0IiwiQ29sb3IiOnsiJGlkIjoiMTIzNSIsIkEiOjEyNywiUiI6MTY1LCJHIjoxNjUsIkIiOjE2NX19LCJJc1Zpc2libGUiOnRydWUsIldpZHRoIjowLjAsIkhlaWdodCI6MC4wLCJCb3JkZXJTdHlsZSI6eyIkaWQiOiIxMjM2IiwiTGluZUNvbG9yIjp7IiRpZCI6IjEyMzciLCIkdHlwZSI6Ik5MUkUuQ29tbW9uLkRvbS5Tb2xpZENvbG9yQnJ1c2gsIE5MUkUuQ29tbW9uIiwiQ29sb3IiOnsiJGlkIjoiMTIzOCIsIkEiOjI1NSwiUiI6MjU1LCJHIjowLCJCIjowfX0sIkxpbmVXZWlnaHQiOjAuMCwiTGluZVR5cGUiOjAsIlBhcmVudFN0eWxlIjpudWxsfSwiUGFyZW50U3R5bGUiOm51bGx9LCJNYXJnaW4iOnsiJGlkIjoiMTIzOSIsIlRvcCI6MC4wLCJMZWZ0IjowLjAsIlJpZ2h0IjowLjAsIkJvdHRvbSI6MC4wfSwiUGFkZGluZyI6eyIkaWQiOiIxMjQwIiwiVG9wIjowLjAsIkxlZnQiOjAuMCwiUmlnaHQiOjAuMCwiQm90dG9tIjowLjB9LCJCYWNrZ3JvdW5kIjpudWxsLCJJc1Zpc2libGUiOnRydWUsIldpZHRoIjowLjAsIkhlaWdodCI6MC4wLCJCb3JkZXJTdHlsZSI6bnVsbCwiUGFyZW50U3R5bGUiOm51bGx9LCJCYWNrZ3JvdW5kU3R5bGUiOnsiJGlkIjoiMTI0MSIsIk1hcmdpbiI6eyIkaWQiOiIxMjQyIiwiVG9wIjowLjAsIkxlZnQiOjAuMCwiUmlnaHQiOjAuMCwiQm90dG9tIjowLjB9LCJQYWRkaW5nIjp7IiRpZCI6IjEyNDMiLCJUb3AiOjAuMCwiTGVmdCI6MC4wLCJSaWdodCI6MC4wLCJCb3R0b20iOjAuMH0sIkJhY2tncm91bmQiOnsiJGlkIjoiMTI0NCIsIkNvbG9yIjp7IiRpZCI6IjEyNDUiLCJBIjo1MSwiUiI6MjAwLCJHIjoyMDAsIkIiOjIwMH19LCJJc1Zpc2libGUiOnRydWUsIldpZHRoIjowLjAsIkhlaWdodCI6MC4wLCJCb3JkZXJTdHlsZSI6eyIkaWQiOiIxMjQ2IiwiTGluZUNvbG9yIjp7IiRpZCI6IjEyNDciLCIkdHlwZSI6Ik5MUkUuQ29tbW9uLkRvbS5Tb2xpZENvbG9yQnJ1c2gsIE5MUkUuQ29tbW9uIiwiQ29sb3IiOnsiJGlkIjoiMTI0OCIsIkEiOjI1NSwiUiI6MjM0LCJHIjoyMiwiQiI6MzB9fSwiTGluZVdlaWdodCI6MC4wLCJMaW5lVHlwZSI6MCwiUGFyZW50U3R5bGUiOm51bGx9LCJQYXJlbnRTdHlsZSI6bnVsbH0sIk1hcmdpbiI6eyIkaWQiOiIxMjQ5IiwiVG9wIjowLjAsIkxlZnQiOjAuMCwiUmlnaHQiOjAuMCwiQm90dG9tIjowLjB9LCJQYWRkaW5nIjp7IiRpZCI6IjEyNTAiLCJUb3AiOjAuMCwiTGVmdCI6MC4wLCJSaWdodCI6MC4wLCJCb3R0b20iOjAuMH0sIklzVmlzaWJsZSI6dHJ1ZSwiV2lkdGgiOjAuMCwiSGVpZ2h0IjowLjAsIkJvcmRlclN0eWxlIjp7IiRpZCI6IjEyNTEiLCJMaW5lQ29sb3IiOm51bGwsIkxpbmVXZWlnaHQiOjAuMCwiTGluZVR5cGUiOjAsIlBhcmVudFN0eWxlIjpudWxsfSwiUGFyZW50U3R5bGUiOm51bGx9fV0sIklkIjoiMWZkMzVkMGQtOGQ4MC00MGI3LWE5OWQtNWY2OTc1NjZhNmY5IiwiSW5kZXgiOjgsIkhlYWRlclRleHQiOiJVWC9VSSBEcmFmdCIsIlN0eWxlIjp7IiRpZCI6IjEyNTIiLCJTdHlsZUlkIjoiMDcwMmRlYTgtYzExNC00ZDcxLWJlNDAtY2QzMDYyYzQ2OTcwIiwiSGVhZGVyU3R5bGUiOnsiJGlkIjoiMTI1MyIsIlRleHRJc1ZlcnRpY2FsIjpmYWxzZSwiVGV4dFN0eWxlIjp7IiRpZCI6IjEyNTQiLCJGb250U2V0dGluZ3MiOnsiJGlkIjoiMTI1NSIsIkZvbnRTaXplIjoxMSwiRm9udE5hbWUiOiJUaXRpbGxpdW0gV2ViIiwiSXNCb2xkIjpmYWxzZSwiSXNJdGFsaWMiOmZhbHNlLCJJc1VuZGVybGluZWQiOmZhbHNlLCJQYXJlbnRTdHlsZSI6bnVsbH0sIkF1dG9TaXplIjoyLCJGb3JlZ3JvdW5kIjp7IiRpZCI6IjEyNTYiLCJDb2xvciI6eyIkaWQiOiIxMjU3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I1OCIsIlRvcCI6MC4wLCJMZWZ0IjowLjAsIlJpZ2h0IjowLjAsIkJvdHRvbSI6MC4wfSwiUGFkZGluZyI6eyIkaWQiOiIxMjU5IiwiVG9wIjowLjAsIkxlZnQiOjAuMCwiUmlnaHQiOjAuMCwiQm90dG9tIjowLjB9LCJCYWNrZ3JvdW5kIjp7IiRpZCI6IjEyNjAiLCJDb2xvciI6eyIkaWQiOiIxMjYxIiwiQSI6MjU1LCJSIjoyNTUsIkciOjI1NSwiQiI6MjU1fX0sIklzVmlzaWJsZSI6dHJ1ZSwiV2lkdGgiOjAuMCwiSGVpZ2h0IjowLjAsIkJvcmRlclN0eWxlIjpudWxsLCJQYXJlbnRTdHlsZSI6bnVsbH0sIlJlY3RhbmdsZVN0eWxlIjp7IiRpZCI6IjEyNjIiLCJNYXJnaW4iOnsiJGlkIjoiMTI2MyIsIlRvcCI6MC4wLCJMZWZ0IjowLjAsIlJpZ2h0IjowLjAsIkJvdHRvbSI6MC4wfSwiUGFkZGluZyI6eyIkaWQiOiIxMjY0IiwiVG9wIjowLjAsIkxlZnQiOjAuMCwiUmlnaHQiOjAuMCwiQm90dG9tIjowLjB9LCJCYWNrZ3JvdW5kIjp7IiRpZCI6IjEyNjUiLCJDb2xvciI6eyIkaWQiOiIxMjY2IiwiQSI6MjU1LCJSIjoxNjUsIkciOjE2NSwiQiI6MTY1fX0sIklzVmlzaWJsZSI6dHJ1ZSwiV2lkdGgiOjAuMCwiSGVpZ2h0IjowLjAsIkJvcmRlclN0eWxlIjp7IiRpZCI6IjEyNjciLCJMaW5lQ29sb3IiOnsiJGlkIjoiMTI2OCIsIiR0eXBlIjoiTkxSRS5Db21tb24uRG9tLlNvbGlkQ29sb3JCcnVzaCwgTkxSRS5Db21tb24iLCJDb2xvciI6eyIkaWQiOiIxMjY5IiwiQSI6MjU1LCJSIjoyNTUsIkciOjI1NSwiQiI6MjU1fX0sIkxpbmVXZWlnaHQiOjAuMCwiTGluZVR5cGUiOjAsIlBhcmVudFN0eWxlIjpudWxsfSwiUGFyZW50U3R5bGUiOm51bGx9LCJNYXJnaW4iOnsiJGlkIjoiMTI3MCIsIlRvcCI6MC4wLCJMZWZ0IjowLjAsIlJpZ2h0IjowLjAsIkJvdHRvbSI6MC4wfSwiUGFkZGluZyI6eyIkaWQiOiIxMjcxIiwiVG9wIjowLjAsIkxlZnQiOjAuMCwiUmlnaHQiOjAuMCwiQm90dG9tIjowLjB9LCJCYWNrZ3JvdW5kIjpudWxsLCJJc1Zpc2libGUiOnRydWUsIldpZHRoIjowLjAsIkhlaWdodCI6MC4wLCJCb3JkZXJTdHlsZSI6bnVsbCwiUGFyZW50U3R5bGUiOm51bGx9LCJCYWNrZ3JvdW5kU3R5bGUiOnsiJGlkIjoiMTI3MiIsIk1hcmdpbiI6eyIkaWQiOiIxMjczIiwiVG9wIjowLjAsIkxlZnQiOjAuMCwiUmlnaHQiOjAuMCwiQm90dG9tIjowLjB9LCJQYWRkaW5nIjp7IiRpZCI6IjEyNzQiLCJUb3AiOjAuMCwiTGVmdCI6MC4wLCJSaWdodCI6MC4wLCJCb3R0b20iOjAuMH0sIkJhY2tncm91bmQiOnsiJGlkIjoiMTI3NSIsIkNvbG9yIjp7IiRpZCI6IjEyNzYiLCJBIjo1MSwiUiI6MjAwLCJHIjoyMDAsIkIiOjIwMH19LCJJc1Zpc2libGUiOnRydWUsIldpZHRoIjowLjAsIkhlaWdodCI6MC4wLCJCb3JkZXJTdHlsZSI6eyIkaWQiOiIxMjc3IiwiTGluZUNvbG9yIjp7IiRpZCI6IjEyNzgiLCIkdHlwZSI6Ik5MUkUuQ29tbW9uLkRvbS5Tb2xpZENvbG9yQnJ1c2gsIE5MUkUuQ29tbW9uIiwiQ29sb3IiOnsiJGlkIjoiMTI3OSIsIkEiOjI1NSwiUiI6MjM0LCJHIjoyMiwiQiI6MzB9fSwiTGluZVdlaWdodCI6MC4wLCJMaW5lVHlwZSI6MCwiUGFyZW50U3R5bGUiOm51bGx9LCJQYXJlbnRTdHlsZSI6bnVsbH0sIklzQWJvdmVUaW1lYmFuZCI6ZmFsc2UsIlNwYWNpbmciOjIsIkRlZmF1bHRTd2ltbGFuZVRhc2tTdHlsZSI6eyIkaWQiOiIxMjgwIiwiJHR5cGUiOiJOTFJFLkNvbW1vbi5Eb20uU3R5bGVzLkV4cGxpY2l0U2V0YWJsZVRhc2tTdHlsZSwgTkxSRS5Db21tb24iLCJTaGFwZSI6MSwiU2hhcGVUaGlja25lc3MiOjAsIkR1cmF0aW9uRm9ybWF0IjowLCJJbmNsdWRlTm9uV29ya2luZ0RheXNJbkR1cmF0aW9uIjpmYWxzZSwiUGVyY2VudGFnZUNvbXBsZXRlU3R5bGUiOnsiJGlkIjoiMTI4MSIsIkZvbnRTZXR0aW5ncyI6eyIkaWQiOiIxMjgyIiwiRm9udFNpemUiOjEwLCJGb250TmFtZSI6IkNhbGlicmkiLCJJc0JvbGQiOmZhbHNlLCJJc0l0YWxpYyI6ZmFsc2UsIklzVW5kZXJsaW5lZCI6ZmFsc2UsIlBhcmVudFN0eWxlIjpudWxsfSwiQXV0b1NpemUiOjAsIkZvcmVncm91bmQiOnsiJGlkIjoiMTI4MyIsIkNvbG9yIjp7IiRpZCI6IjEyO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4NSIsIlRvcCI6MC4wLCJMZWZ0IjowLjAsIlJpZ2h0IjowLjAsIkJvdHRvbSI6MC4wfSwiUGFkZGluZyI6eyIkaWQiOiIxMjg2IiwiVG9wIjowLjAsIkxlZnQiOjAuMCwiUmlnaHQiOjAuMCwiQm90dG9tIjowLjB9LCJCYWNrZ3JvdW5kIjp7IiRpZCI6IjEyODciLCJDb2xvciI6eyIkaWQiOiIxMjg4IiwiQSI6ODksIlIiOjAsIkciOjAsIkIiOjB9fSwiSXNWaXNpYmxlIjp0cnVlLCJXaWR0aCI6MC4wLCJIZWlnaHQiOjAuMCwiQm9yZGVyU3R5bGUiOnsiJGlkIjoiMTI4OSIsIkxpbmVDb2xvciI6bnVsbCwiTGluZVdlaWdodCI6MC4wLCJMaW5lVHlwZSI6MCwiUGFyZW50U3R5bGUiOm51bGx9LCJQYXJlbnRTdHlsZSI6bnVsbH0sIkR1cmF0aW9uU3R5bGUiOnsiJGlkIjoiMTI5MCIsIkZvbnRTZXR0aW5ncyI6eyIkaWQiOiIxMjkxIiwiRm9udFNpemUiOjEwLCJGb250TmFtZSI6IkNhbGlicmkiLCJJc0JvbGQiOmZhbHNlLCJJc0l0YWxpYyI6ZmFsc2UsIklzVW5kZXJsaW5lZCI6ZmFsc2UsIlBhcmVudFN0eWxlIjpudWxsfSwiQXV0b1NpemUiOjAsIkZvcmVncm91bmQiOnsiJGlkIjoiMTI5MiIsIkNvbG9yIjp7IiRpZCI6IjEyO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yOTQiLCJUb3AiOjAuMCwiTGVmdCI6MC4wLCJSaWdodCI6MC4wLCJCb3R0b20iOjAuMH0sIlBhZGRpbmciOnsiJGlkIjoiMTI5NSIsIlRvcCI6MC4wLCJMZWZ0IjowLjAsIlJpZ2h0IjowLjAsIkJvdHRvbSI6MC4wfSwiQmFja2dyb3VuZCI6eyIkaWQiOiIxMjk2IiwiQ29sb3IiOnsiJGlkIjoiMTI5NyIsIkEiOjI1NSwiUiI6NjgsIkciOjg0LCJCIjoxMDZ9fSwiSXNWaXNpYmxlIjp0cnVlLCJXaWR0aCI6MC4wLCJIZWlnaHQiOjAuMCwiQm9yZGVyU3R5bGUiOnsiJGlkIjoiMTI5OCIsIkxpbmVDb2xvciI6bnVsbCwiTGluZVdlaWdodCI6MC4wLCJMaW5lVHlwZSI6MCwiUGFyZW50U3R5bGUiOm51bGx9LCJQYXJlbnRTdHlsZSI6bnVsbH0sIkhvcml6b250YWxDb25uZWN0b3JTdHlsZSI6eyIkaWQiOiIxMjk5IiwiTGluZUNvbG9yIjp7IiRpZCI6IjEzMDAiLCIkdHlwZSI6Ik5MUkUuQ29tbW9uLkRvbS5Tb2xpZENvbG9yQnJ1c2gsIE5MUkUuQ29tbW9uIiwiQ29sb3IiOnsiJGlkIjoiMTMwMSIsIkEiOjI1NSwiUiI6MCwiRyI6MCwiQiI6MH19LCJMaW5lV2VpZ2h0IjowLjAsIkxpbmVUeXBlIjowLCJQYXJlbnRTdHlsZSI6bnVsbH0sIlZlcnRpY2FsQ29ubmVjdG9yU3R5bGUiOnsiJGlkIjoiMTMwMiIsIkxpbmVDb2xvciI6eyIkaWQiOiIxMzAzIiwiJHR5cGUiOiJOTFJFLkNvbW1vbi5Eb20uU29saWRDb2xvckJydXNoLCBOTFJFLkNvbW1vbiIsIkNvbG9yIjp7IiRpZCI6IjEzMD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MzA1IiwiU2hhcGVTdHlsZSI6eyIkaWQiOiIxMzA2IiwiTWFyZ2luIjp7IiRpZCI6IjEzMDciLCJUb3AiOjAuMCwiTGVmdCI6MC4wLCJSaWdodCI6MC4wLCJCb3R0b20iOjAuMH0sIlBhZGRpbmciOnsiJGlkIjoiMTMwOCIsIlRvcCI6MC4wLCJMZWZ0IjowLjAsIlJpZ2h0IjowLjAsIkJvdHRvbSI6MC4wfSwiQmFja2dyb3VuZCI6eyIkaWQiOiIxMzA5IiwiQ29sb3IiOnsiJGlkIjoiMTMxMCIsIkEiOjE1MywiUiI6MCwiRyI6MCwiQiI6MH19LCJJc1Zpc2libGUiOnRydWUsIldpZHRoIjowLjAsIkhlaWdodCI6MC4wLCJCb3JkZXJTdHlsZSI6eyIkaWQiOiIxMzExIiwiTGluZUNvbG9yIjp7IiRpZCI6IjEzMTIiLCIkdHlwZSI6Ik5MUkUuQ29tbW9uLkRvbS5Tb2xpZENvbG9yQnJ1c2gsIE5MUkUuQ29tbW9uIiwiQ29sb3IiOnsiJGlkIjoiMTMxMyIsIkEiOjI1NSwiUiI6MjU1LCJHIjowLCJCIjowfX0sIkxpbmVXZWlnaHQiOjAuMCwiTGluZVR5cGUiOjAsIlBhcmVudFN0eWxlIjpudWxsfSwiUGFyZW50U3R5bGUiOm51bGx9LCJNYXJnaW4iOnsiJGlkIjoiMTMxNCIsIlRvcCI6MC4wLCJMZWZ0IjowLjAsIlJpZ2h0IjowLjAsIkJvdHRvbSI6MC4wfSwiUGFkZGluZyI6eyIkaWQiOiIxMzE1IiwiVG9wIjowLjAsIkxlZnQiOjAuMCwiUmlnaHQiOjAuMCwiQm90dG9tIjowLjB9LCJCYWNrZ3JvdW5kIjpudWxsLCJJc1Zpc2libGUiOnRydWUsIldpZHRoIjowLjAsIkhlaWdodCI6MC4wLCJCb3JkZXJTdHlsZSI6bnVsbCwiUGFyZW50U3R5bGUiOm51bGx9LCJTaGFwZVN0eWxlIjp7IiRpZCI6IjEzMTYiLCJNYXJnaW4iOnsiJGlkIjoiMTMxNyIsIlRvcCI6MC4wLCJMZWZ0Ijo0LjAsIlJpZ2h0Ijo0LjAsIkJvdHRvbSI6MC4wfSwiUGFkZGluZyI6eyIkaWQiOiIxMzE4IiwiVG9wIjowLjAsIkxlZnQiOjAuMCwiUmlnaHQiOjAuMCwiQm90dG9tIjowLjB9LCJCYWNrZ3JvdW5kIjp7IiRpZCI6IjEzMTkiLCJDb2xvciI6eyIkaWQiOiIxMzIwIiwiQSI6MjU1LCJSIjoxNjUsIkciOjE2NSwiQiI6MTY1fX0sIklzVmlzaWJsZSI6dHJ1ZSwiV2lkdGgiOjAuMCwiSGVpZ2h0IjoxMC4wLCJCb3JkZXJTdHlsZSI6eyIkaWQiOiIxMzIxIiwiTGluZUNvbG9yIjp7IiRpZCI6IjEzMjIiLCIkdHlwZSI6Ik5MUkUuQ29tbW9uLkRvbS5Tb2xpZENvbG9yQnJ1c2gsIE5MUkUuQ29tbW9uIiwiQ29sb3IiOnsiJGlkIjoiMTMyMyIsIkEiOjI1NSwiUiI6MjM0LCJHIjoyMiwiQiI6MzB9fSwiTGluZVdlaWdodCI6MC4wLCJMaW5lVHlwZSI6MCwiUGFyZW50U3R5bGUiOm51bGx9LCJQYXJlbnRTdHlsZSI6bnVsbH0sIlRpdGxlU3R5bGUiOnsiJGlkIjoiMTMyNCIsIkZvbnRTZXR0aW5ncyI6eyIkaWQiOiIxMzI1IiwiRm9udFNpemUiOjExLCJGb250TmFtZSI6IkNhbGlicmkiLCJJc0JvbGQiOmZhbHNlLCJJc0l0YWxpYyI6ZmFsc2UsIklzVW5kZXJsaW5lZCI6ZmFsc2UsIlBhcmVudFN0eWxlIjpudWxsfSwiQXV0b1NpemUiOjAsIkZvcmVncm91bmQiOnsiJGlkIjoiMTMyNiIsIkNvbG9yIjp7IiRpZCI6IjEzMj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yOCIsIlRvcCI6MC4wLCJMZWZ0IjowLjAsIlJpZ2h0IjowLjAsIkJvdHRvbSI6MC4wfSwiUGFkZGluZyI6eyIkaWQiOiIxMzI5IiwiVG9wIjowLjAsIkxlZnQiOjAuMCwiUmlnaHQiOjAuMCwiQm90dG9tIjowLjB9LCJCYWNrZ3JvdW5kIjp7IiRpZCI6IjEzMzAiLCJDb2xvciI6eyIkaWQiOiIxMzMxIiwiQSI6MjU1LCJSIjowLCJHIjowLCJCIjowfX0sIklzVmlzaWJsZSI6dHJ1ZSwiV2lkdGgiOjAuMCwiSGVpZ2h0IjowLjAsIkJvcmRlclN0eWxlIjp7IiRpZCI6IjEzMzIiLCJMaW5lQ29sb3IiOm51bGwsIkxpbmVXZWlnaHQiOjAuMCwiTGluZVR5cGUiOjAsIlBhcmVudFN0eWxlIjpudWxsfSwiUGFyZW50U3R5bGUiOm51bGx9LCJEYXRlU3R5bGUiOnsiJGlkIjoiMTMzMyIsIkZvbnRTZXR0aW5ncyI6eyIkaWQiOiIxMzM0IiwiRm9udFNpemUiOjEwLCJGb250TmFtZSI6IkNhbGlicmkiLCJJc0JvbGQiOmZhbHNlLCJJc0l0YWxpYyI6ZmFsc2UsIklzVW5kZXJsaW5lZCI6ZmFsc2UsIlBhcmVudFN0eWxlIjpudWxsfSwiQXV0b1NpemUiOjAsIkZvcmVncm91bmQiOnsiJGlkIjoiMTMzNSIsIkNvbG9yIjp7IiRpZCI6IjEzMzY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EzMzciLCJUb3AiOjAuMCwiTGVmdCI6MC4wLCJSaWdodCI6MC4wLCJCb3R0b20iOjAuMH0sIlBhZGRpbmciOnsiJGlkIjoiMTMzOCIsIlRvcCI6MC4wLCJMZWZ0IjowLjAsIlJpZ2h0IjowLjAsIkJvdHRvbSI6MC4wfSwiQmFja2dyb3VuZCI6eyIkaWQiOiIxMzM5IiwiQ29sb3IiOnsiJGlkIjoiMTM0MCIsIkEiOjI1NSwiUiI6NjgsIkciOjg0LCJCIjoxMDZ9fSwiSXNWaXNpYmxlIjp0cnVlLCJXaWR0aCI6MC4wLCJIZWlnaHQiOjAuMCwiQm9yZGVyU3R5bGUiOnsiJGlkIjoiMTM0MSIsIkxpbmVDb2xvciI6bnVsbCwiTGluZVdlaWdodCI6MC4wLCJMaW5lVHlwZSI6MCwiUGFyZW50U3R5bGUiOm51bGx9LCJQYXJlbnRTdHlsZSI6bnVsbH0sIkRhdGVGb3JtYXQiOnsiJGlkIjoiMTM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QzIiwiRm9ybWF0IjowLCJJc1Zpc2libGUiOmZhbHNlLCJMYXN0S25vd25WaXNpYmlsaXR5U3RhdGUiOmZhbHNlfSwiSXNWaXNpYmxlIjp0cnVlLCJWYXJpYW5jZVN0eWxlIjp7IiRpZCI6IjEzNDQiLCJUZXh0U3R5bGUiOnsiJGlkIjoiMTM0NSIsIkZvbnRTZXR0aW5ncyI6eyIkaWQiOiIxMzQ2IiwiRm9udFNpemUiOjEwLCJGb250TmFtZSI6IkNhbGlicmkiLCJJc0JvbGQiOmZhbHNlLCJJc0l0YWxpYyI6ZmFsc2UsIklzVW5kZXJsaW5lZCI6ZmFsc2UsIlBhcmVudFN0eWxlIjpudWxsfSwiQXV0b1NpemUiOjAsIkZvcmVncm91bmQiOnsiJGlkIjoiMTM0NyIsIkNvbG9yIjp7IiRpZCI6IjEzN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0OSIsIlRvcCI6MC4wLCJMZWZ0IjowLjAsIlJpZ2h0IjowLjAsIkJvdHRvbSI6MC4wfSwiUGFkZGluZyI6eyIkaWQiOiIxMzUwIiwiVG9wIjowLjAsIkxlZnQiOjAuMCwiUmlnaHQiOjAuMCwiQm90dG9tIjowLjB9LCJCYWNrZ3JvdW5kIjp7IiRpZCI6IjEzNTEiLCJDb2xvciI6eyIkaWQiOiIxMzUyIiwiQSI6MjU1LCJSIjowLCJHIjowLCJCIjowfX0sIklzVmlzaWJsZSI6dHJ1ZSwiV2lkdGgiOjAuMCwiSGVpZ2h0IjowLjAsIkJvcmRlclN0eWxlIjp7IiRpZCI6IjEzNTMiLCJMaW5lQ29sb3IiOm51bGwsIkxpbmVXZWlnaHQiOjAuMCwiTGluZVR5cGUiOjAsIlBhcmVudFN0eWxlIjpudWxsfSwiUGFyZW50U3R5bGUiOm51bGx9LCJQYXJlbnRTdHlsZSI6bnVsbH0sIlBhcmVudFN0eWxlIjpudWxsLCJfZXhwbGljaXRseVNldCI6eyIkaWQiOiIxMzU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M1NSIsIlNoYXBlIjoxLCJDb25uZWN0b3JNYXJnaW4iOnsiJGlkIjoiMTM1NiIsIlRvcCI6MC4wLCJMZWZ0IjoyLjAsIlJpZ2h0IjoyLjAsIkJvdHRvbSI6MC4wfSwiQ29ubmVjdG9yU3R5bGUiOnsiJGlkIjoiMTM1NyIsIkxpbmVDb2xvciI6eyIkaWQiOiIxMzU4IiwiJHR5cGUiOiJOTFJFLkNvbW1vbi5Eb20uU29saWRDb2xvckJydXNoLCBOTFJFLkNvbW1vbiIsIkNvbG9yIjp7IiRpZCI6IjEzNTkiLCJBIjoxMjcsIlIiOjU3LCJHIjo1NywiQiI6NTd9fSwiTGluZVdlaWdodCI6MS4wLCJMaW5lVHlwZSI6MCwiUGFyZW50U3R5bGUiOm51bGx9LCJJc0JlbG93VGltZWJhbmQiOmZhbHNlLCJQb3NpdGlvbk9uVGFzayI6MSwiSGlkZURhdGUiOmZhbHNlLCJTaGFwZVNpemUiOjAsIlNwYWNpbmciOjAuMCwiUGFkZGluZyI6eyIkaWQiOiIxMzYwIiwiVG9wIjo1LjAsIkxlZnQiOjMuMCwiUmlnaHQiOjAuMCwiQm90dG9tIjoyLjB9LCJTaGFwZVN0eWxlIjp7IiRpZCI6IjEzNjEiLCJNYXJnaW4iOnsiJGlkIjoiMTM2MiIsIlRvcCI6MC4wLCJMZWZ0IjowLjAsIlJpZ2h0IjowLjAsIkJvdHRvbSI6MC4wfSwiUGFkZGluZyI6eyIkaWQiOiIxMzYzIiwiVG9wIjowLjAsIkxlZnQiOjAuMCwiUmlnaHQiOjAuMCwiQm90dG9tIjowLjB9LCJCYWNrZ3JvdW5kIjp7IiRpZCI6IjEzNjQiLCJDb2xvciI6eyIkaWQiOiIxMzY1IiwiQSI6MjU1LCJSIjo1NywiRyI6NTcsIkIiOjU3fX0sIklzVmlzaWJsZSI6dHJ1ZSwiV2lkdGgiOjEyLjAsIkhlaWdodCI6MTQuMCwiQm9yZGVyU3R5bGUiOnsiJGlkIjoiMTM2NiIsIkxpbmVDb2xvciI6eyIkaWQiOiIxMzY3IiwiJHR5cGUiOiJOTFJFLkNvbW1vbi5Eb20uU29saWRDb2xvckJydXNoLCBOTFJFLkNvbW1vbiIsIkNvbG9yIjp7IiRpZCI6IjEzNjgiLCJBIjoyNTUsIlIiOjI1NSwiRyI6MCwiQiI6MH19LCJMaW5lV2VpZ2h0IjowLjAsIkxpbmVUeXBlIjowLCJQYXJlbnRTdHlsZSI6bnVsbH0sIlBhcmVudFN0eWxlIjpudWxsfSwiVGl0bGVTdHlsZSI6eyIkaWQiOiIxMzY5IiwiRm9udFNldHRpbmdzIjp7IiRpZCI6IjEzNzAiLCJGb250U2l6ZSI6MTEsIkZvbnROYW1lIjoiQ2FsaWJyaSIsIklzQm9sZCI6ZmFsc2UsIklzSXRhbGljIjpmYWxzZSwiSXNVbmRlcmxpbmVkIjpmYWxzZSwiUGFyZW50U3R5bGUiOm51bGx9LCJBdXRvU2l6ZSI6MCwiRm9yZWdyb3VuZCI6eyIkaWQiOiIxMzcxIiwiQ29sb3IiOnsiJGlkIjoiMTM3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zczIiwiVG9wIjowLjAsIkxlZnQiOjAuMCwiUmlnaHQiOjAuMCwiQm90dG9tIjowLjB9LCJQYWRkaW5nIjp7IiRpZCI6IjEzNzQiLCJUb3AiOjAuMCwiTGVmdCI6MC4wLCJSaWdodCI6MC4wLCJCb3R0b20iOjAuMH0sIkJhY2tncm91bmQiOnsiJGlkIjoiMTM3NSIsIkNvbG9yIjp7IiRpZCI6IjEzNzYiLCJBIjoyNTUsIlIiOjAsIkciOjAsIkIiOjB9fSwiSXNWaXNpYmxlIjp0cnVlLCJXaWR0aCI6MC4wLCJIZWlnaHQiOjAuMCwiQm9yZGVyU3R5bGUiOnsiJGlkIjoiMTM3NyIsIkxpbmVDb2xvciI6bnVsbCwiTGluZVdlaWdodCI6MC4wLCJMaW5lVHlwZSI6MCwiUGFyZW50U3R5bGUiOm51bGx9LCJQYXJlbnRTdHlsZSI6bnVsbH0sIkRhdGVTdHlsZSI6eyIkaWQiOiIxMzc4IiwiRm9udFNldHRpbmdzIjp7IiRpZCI6IjEzNzkiLCJGb250U2l6ZSI6MTAsIkZvbnROYW1lIjoiQ2FsaWJyaSIsIklzQm9sZCI6ZmFsc2UsIklzSXRhbGljIjpmYWxzZSwiSXNVbmRlcmxpbmVkIjpmYWxzZSwiUGFyZW50U3R5bGUiOm51bGx9LCJBdXRvU2l6ZSI6MCwiRm9yZWdyb3VuZCI6eyIkaWQiOiIxMzgwIiwiQ29sb3IiOnsiJGlkIjoiMTM4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M4MiIsIlRvcCI6MC4wLCJMZWZ0IjowLjAsIlJpZ2h0IjowLjAsIkJvdHRvbSI6MC4wfSwiUGFkZGluZyI6eyIkaWQiOiIxMzgzIiwiVG9wIjowLjAsIkxlZnQiOjAuMCwiUmlnaHQiOjAuMCwiQm90dG9tIjowLjB9LCJCYWNrZ3JvdW5kIjp7IiRpZCI6IjEzODQiLCJDb2xvciI6eyIkaWQiOiIxMzg1IiwiQSI6MjU1LCJSIjo2OCwiRyI6ODQsIkIiOjEwNn19LCJJc1Zpc2libGUiOnRydWUsIldpZHRoIjowLjAsIkhlaWdodCI6MC4wLCJCb3JkZXJTdHlsZSI6eyIkaWQiOiIxMzg2IiwiTGluZUNvbG9yIjpudWxsLCJMaW5lV2VpZ2h0IjowLjAsIkxpbmVUeXBlIjowLCJQYXJlbnRTdHlsZSI6bnVsbH0sIlBhcmVudFN0eWxlIjpudWxsfSwiRGF0ZUZvcm1hdCI6eyIkaWQiOiIxMzg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g4IiwiRm9ybWF0IjowLCJJc1Zpc2libGUiOmZhbHNlLCJMYXN0S25vd25WaXNpYmlsaXR5U3RhdGUiOmZhbHNlfSwiSXNWaXNpYmxlIjpmYWxzZSwiVmFyaWFuY2VTdHlsZSI6eyIkaWQiOiIxMzg5IiwiVGV4dFN0eWxlIjp7IiRpZCI6IjEzOTAiLCJGb250U2V0dGluZ3MiOnsiJGlkIjoiMTM5MSIsIkZvbnRTaXplIjoxMCwiRm9udE5hbWUiOiJDYWxpYnJpIiwiSXNCb2xkIjpmYWxzZSwiSXNJdGFsaWMiOmZhbHNlLCJJc1VuZGVybGluZWQiOmZhbHNlLCJQYXJlbnRTdHlsZSI6bnVsbH0sIkF1dG9TaXplIjowLCJGb3JlZ3JvdW5kIjp7IiRpZCI6IjEzOTIiLCJDb2xvciI6eyIkaWQiOiIxMzk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OTQiLCJUb3AiOjAuMCwiTGVmdCI6MC4wLCJSaWdodCI6MC4wLCJCb3R0b20iOjAuMH0sIlBhZGRpbmciOnsiJGlkIjoiMTM5NSIsIlRvcCI6MC4wLCJMZWZ0IjowLjAsIlJpZ2h0IjowLjAsIkJvdHRvbSI6MC4wfSwiQmFja2dyb3VuZCI6eyIkaWQiOiIxMzk2IiwiQ29sb3IiOnsiJGlkIjoiMTM5NyIsIkEiOjI1NSwiUiI6MCwiRyI6MCwiQiI6MH19LCJJc1Zpc2libGUiOnRydWUsIldpZHRoIjowLjAsIkhlaWdodCI6MC4wLCJCb3JkZXJTdHlsZSI6eyIkaWQiOiIxMzk4IiwiTGluZUNvbG9yIjpudWxsLCJMaW5lV2VpZ2h0IjowLjAsIkxpbmVUeXBlIjowLCJQYXJlbnRTdHlsZSI6bnVsbH0sIlBhcmVudFN0eWxlIjpudWxsfSwiUGFyZW50U3R5bGUiOm51bGx9LCJQYXJlbnRTdHlsZSI6bnVsbH0sIkRlZmF1bHRTd2ltbGFuZU1pbGVzdG9uZVN0eWxlIjp7IiRpZCI6IjEzOTkiLCJUaXRsZVBvc2l0aW9uIjoiTGVmdCIsIkRhdGVQb3NpdGlvbiI6IlJpZ2h0IiwiVmFyaWFuY2VQb3NpdGlvbiI6IlJpZ2h0IiwiU2hhcGVUeXBlIjoxLCJTaGFwZVNpemUiOjAsIlNwYWNpbmciOjUsIlNoYXBlU3R5bGUiOnsiJGlkIjoiMTQwMCIsIk1hcmdpbiI6eyIkaWQiOiIxNDAxIiwiVG9wIjowLjAsIkxlZnQiOjAuMCwiUmlnaHQiOjAuMCwiQm90dG9tIjowLjB9LCJQYWRkaW5nIjp7IiRpZCI6IjE0MDIiLCJUb3AiOjAuMCwiTGVmdCI6MC4wLCJSaWdodCI6MC4wLCJCb3R0b20iOjAuMH0sIkJhY2tncm91bmQiOnsiJGlkIjoiMTQwMyIsIkNvbG9yIjp7IiRpZCI6IjE0MDQiLCJBIjoyNTUsIlIiOjE2NSwiRyI6MTY1LCJCIjoxNjV9fSwiSXNWaXNpYmxlIjp0cnVlLCJXaWR0aCI6MTIuMCwiSGVpZ2h0IjoxNC4wLCJCb3JkZXJTdHlsZSI6eyIkaWQiOiIxNDA1IiwiTGluZUNvbG9yIjp7IiRpZCI6IjE0MDYiLCIkdHlwZSI6Ik5MUkUuQ29tbW9uLkRvbS5Tb2xpZENvbG9yQnJ1c2gsIE5MUkUuQ29tbW9uIiwiQ29sb3IiOnsiJGlkIjoiMTQwNyIsIkEiOjI1NSwiUiI6MjM0LCJHIjoyMiwiQiI6MzB9fSwiTGluZVdlaWdodCI6MC4wLCJMaW5lVHlwZSI6MCwiUGFyZW50U3R5bGUiOm51bGx9LCJQYXJlbnRTdHlsZSI6bnVsbH0sIlRpdGxlU3R5bGUiOnsiJGlkIjoiMTQwOCIsIkZvbnRTZXR0aW5ncyI6eyIkaWQiOiIxNDA5IiwiRm9udFNpemUiOjExLCJGb250TmFtZSI6IkNhbGlicmkiLCJJc0JvbGQiOmZhbHNlLCJJc0l0YWxpYyI6ZmFsc2UsIklzVW5kZXJsaW5lZCI6ZmFsc2UsIlBhcmVudFN0eWxlIjpudWxsfSwiQXV0b1NpemUiOjAsIkZvcmVncm91bmQiOnsiJGlkIjoiMTQxMCIsIkNvbG9yIjp7IiRpZCI6IjE0MT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xMiIsIlRvcCI6MC4wLCJMZWZ0IjowLjAsIlJpZ2h0IjowLjAsIkJvdHRvbSI6MC4wfSwiUGFkZGluZyI6eyIkaWQiOiIxNDEzIiwiVG9wIjowLjAsIkxlZnQiOjAuMCwiUmlnaHQiOjAuMCwiQm90dG9tIjowLjB9LCJCYWNrZ3JvdW5kIjp7IiRpZCI6IjE0MTQiLCJDb2xvciI6eyIkaWQiOiIxNDE1IiwiQSI6MjU1LCJSIjowLCJHIjowLCJCIjowfX0sIklzVmlzaWJsZSI6dHJ1ZSwiV2lkdGgiOjAuMCwiSGVpZ2h0IjowLjAsIkJvcmRlclN0eWxlIjp7IiRpZCI6IjE0MTYiLCJMaW5lQ29sb3IiOm51bGwsIkxpbmVXZWlnaHQiOjAuMCwiTGluZVR5cGUiOjAsIlBhcmVudFN0eWxlIjpudWxsfSwiUGFyZW50U3R5bGUiOm51bGx9LCJEYXRlU3R5bGUiOnsiJGlkIjoiMTQxNyIsIkZvbnRTZXR0aW5ncyI6eyIkaWQiOiIxNDE4IiwiRm9udFNpemUiOjEwLCJGb250TmFtZSI6IkNhbGlicmkiLCJJc0JvbGQiOmZhbHNlLCJJc0l0YWxpYyI6ZmFsc2UsIklzVW5kZXJsaW5lZCI6ZmFsc2UsIlBhcmVudFN0eWxlIjpudWxsfSwiQXV0b1NpemUiOjAsIkZvcmVncm91bmQiOnsiJGlkIjoiMTQxOSIsIkNvbG9yIjp7IiRpZCI6IjE0M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0MjEiLCJUb3AiOjAuMCwiTGVmdCI6MC4wLCJSaWdodCI6MC4wLCJCb3R0b20iOjAuMH0sIlBhZGRpbmciOnsiJGlkIjoiMTQyMiIsIlRvcCI6MC4wLCJMZWZ0IjowLjAsIlJpZ2h0IjowLjAsIkJvdHRvbSI6MC4wfSwiQmFja2dyb3VuZCI6eyIkaWQiOiIxNDIzIiwiQ29sb3IiOnsiJGlkIjoiMTQyNCIsIkEiOjI1NSwiUiI6NjgsIkciOjg0LCJCIjoxMDZ9fSwiSXNWaXNpYmxlIjp0cnVlLCJXaWR0aCI6MC4wLCJIZWlnaHQiOjAuMCwiQm9yZGVyU3R5bGUiOnsiJGlkIjoiMTQyNSIsIkxpbmVDb2xvciI6bnVsbCwiTGluZVdlaWdodCI6MC4wLCJMaW5lVHlwZSI6MCwiUGFyZW50U3R5bGUiOm51bGx9LCJQYXJlbnRTdHlsZSI6bnVsbH0sIkRhdGVGb3JtYXQiOnsiJGlkIjoiMTQyNi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I3IiwiRm9ybWF0IjowLCJJc1Zpc2libGUiOmZhbHNlLCJMYXN0S25vd25WaXNpYmlsaXR5U3RhdGUiOmZhbHNlfSwiSXNWaXNpYmxlIjp0cnVlLCJWYXJpYW5jZVN0eWxlIjp7IiRpZCI6IjE0MjgiLCJUZXh0U3R5bGUiOnsiJGlkIjoiMTQyOSIsIkZvbnRTZXR0aW5ncyI6eyIkaWQiOiIxNDMwIiwiRm9udFNpemUiOjEwLCJGb250TmFtZSI6IkNhbGlicmkiLCJJc0JvbGQiOmZhbHNlLCJJc0l0YWxpYyI6ZmFsc2UsIklzVW5kZXJsaW5lZCI6ZmFsc2UsIlBhcmVudFN0eWxlIjpudWxsfSwiQXV0b1NpemUiOjAsIkZvcmVncm91bmQiOnsiJGlkIjoiMTQzMSIsIkNvbG9yIjp7IiRpZCI6IjE0M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zMyIsIlRvcCI6MC4wLCJMZWZ0IjowLjAsIlJpZ2h0IjowLjAsIkJvdHRvbSI6MC4wfSwiUGFkZGluZyI6eyIkaWQiOiIxNDM0IiwiVG9wIjowLjAsIkxlZnQiOjAuMCwiUmlnaHQiOjAuMCwiQm90dG9tIjowLjB9LCJCYWNrZ3JvdW5kIjp7IiRpZCI6IjE0MzUiLCJDb2xvciI6eyIkaWQiOiIxNDM2IiwiQSI6MjU1LCJSIjowLCJHIjowLCJCIjowfX0sIklzVmlzaWJsZSI6dHJ1ZSwiV2lkdGgiOjAuMCwiSGVpZ2h0IjowLjAsIkJvcmRlclN0eWxlIjp7IiRpZCI6IjE0MzciLCJMaW5lQ29sb3IiOm51bGwsIkxpbmVXZWlnaHQiOjAuMCwiTGluZVR5cGUiOjAsIlBhcmVudFN0eWxlIjpudWxsfSwiUGFyZW50U3R5bGUiOm51bGx9LCJQYXJlbnRTdHlsZSI6bnVsbH0sIlBhcmVudFN0eWxlIjpudWxsfSwiRGVmYXVsdFN3aW1sYW5lQWN0aXZpdHlTdHlsZSI6eyIkaWQiOiIxNDM4IiwiSGVhZGVyU3R5bGUiOnsiJGlkIjoiMTQzOSIsIlRleHRTdHlsZSI6eyIkaWQiOiIxNDQwIiwiRm9udFNldHRpbmdzIjp7IiRpZCI6IjE0NDEiLCJGb250U2l6ZSI6MTEsIkZvbnROYW1lIjoiQ2FsaWJyaSIsIklzQm9sZCI6ZmFsc2UsIklzSXRhbGljIjpmYWxzZSwiSXNVbmRlcmxpbmVkIjpmYWxzZSwiUGFyZW50U3R5bGUiOm51bGx9LCJBdXRvU2l6ZSI6MiwiRm9yZWdyb3VuZCI6eyIkaWQiOiIxNDQyIiwiQ29sb3IiOnsiJGlkIjoiMTQ0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0NDQiLCJUb3AiOjAuMCwiTGVmdCI6MC4wLCJSaWdodCI6MC4wLCJCb3R0b20iOjAuMH0sIlBhZGRpbmciOnsiJGlkIjoiMTQ0NSIsIlRvcCI6MC4wLCJMZWZ0IjowLjAsIlJpZ2h0IjowLjAsIkJvdHRvbSI6MC4wfSwiQmFja2dyb3VuZCI6eyIkaWQiOiIxNDQ2IiwiQ29sb3IiOnsiJGlkIjoiMTQ0NyIsIkEiOjI1NSwiUiI6NjQsIkciOjY0LCJCIjo2NH19LCJJc1Zpc2libGUiOnRydWUsIldpZHRoIjowLjAsIkhlaWdodCI6MC4wLCJCb3JkZXJTdHlsZSI6bnVsbCwiUGFyZW50U3R5bGUiOm51bGx9LCJSZWN0YW5nbGVTdHlsZSI6eyIkaWQiOiIxNDQ4IiwiTWFyZ2luIjp7IiRpZCI6IjE0NDkiLCJUb3AiOjAuMCwiTGVmdCI6MC4wLCJSaWdodCI6MC4wLCJCb3R0b20iOjAuMH0sIlBhZGRpbmciOnsiJGlkIjoiMTQ1MCIsIlRvcCI6MC4wLCJMZWZ0IjowLjAsIlJpZ2h0IjowLjAsIkJvdHRvbSI6MC4wfSwiQmFja2dyb3VuZCI6eyIkaWQiOiIxNDUxIiwiQ29sb3IiOnsiJGlkIjoiMTQ1MiIsIkEiOjEyNywiUiI6MTY1LCJHIjoxNjUsIkIiOjE2NX19LCJJc1Zpc2libGUiOnRydWUsIldpZHRoIjowLjAsIkhlaWdodCI6MC4wLCJCb3JkZXJTdHlsZSI6eyIkaWQiOiIxNDUzIiwiTGluZUNvbG9yIjp7IiRpZCI6IjE0NTQiLCIkdHlwZSI6Ik5MUkUuQ29tbW9uLkRvbS5Tb2xpZENvbG9yQnJ1c2gsIE5MUkUuQ29tbW9uIiwiQ29sb3IiOnsiJGlkIjoiMTQ1NSIsIkEiOjI1NSwiUiI6MjU1LCJHIjowLCJCIjowfX0sIkxpbmVXZWlnaHQiOjAuMCwiTGluZVR5cGUiOjAsIlBhcmVudFN0eWxlIjpudWxsfSwiUGFyZW50U3R5bGUiOm51bGx9LCJNYXJnaW4iOnsiJGlkIjoiMTQ1NiIsIlRvcCI6MC4wLCJMZWZ0IjowLjAsIlJpZ2h0IjowLjAsIkJvdHRvbSI6MC4wfSwiUGFkZGluZyI6eyIkaWQiOiIxNDU3IiwiVG9wIjowLjAsIkxlZnQiOjAuMCwiUmlnaHQiOjAuMCwiQm90dG9tIjowLjB9LCJCYWNrZ3JvdW5kIjpudWxsLCJJc1Zpc2libGUiOnRydWUsIldpZHRoIjowLjAsIkhlaWdodCI6MC4wLCJCb3JkZXJTdHlsZSI6bnVsbCwiUGFyZW50U3R5bGUiOm51bGx9LCJCYWNrZ3JvdW5kU3R5bGUiOnsiJGlkIjoiMTQ1OCIsIk1hcmdpbiI6eyIkaWQiOiIxNDU5IiwiVG9wIjowLjAsIkxlZnQiOjAuMCwiUmlnaHQiOjAuMCwiQm90dG9tIjowLjB9LCJQYWRkaW5nIjp7IiRpZCI6IjE0NjAiLCJUb3AiOjAuMCwiTGVmdCI6MC4wLCJSaWdodCI6MC4wLCJCb3R0b20iOjAuMH0sIkJhY2tncm91bmQiOnsiJGlkIjoiMTQ2MSIsIkNvbG9yIjp7IiRpZCI6IjE0NjIiLCJBIjo1MSwiUiI6MjAwLCJHIjoyMDAsIkIiOjIwMH19LCJJc1Zpc2libGUiOnRydWUsIldpZHRoIjowLjAsIkhlaWdodCI6MC4wLCJCb3JkZXJTdHlsZSI6eyIkaWQiOiIxNDYzIiwiTGluZUNvbG9yIjp7IiRpZCI6IjE0NjQiLCIkdHlwZSI6Ik5MUkUuQ29tbW9uLkRvbS5Tb2xpZENvbG9yQnJ1c2gsIE5MUkUuQ29tbW9uIiwiQ29sb3IiOnsiJGlkIjoiMTQ2NSIsIkEiOjI1NSwiUiI6MjM0LCJHIjoyMiwiQiI6MzB9fSwiTGluZVdlaWdodCI6MC4wLCJMaW5lVHlwZSI6MCwiUGFyZW50U3R5bGUiOm51bGx9LCJQYXJlbnRTdHlsZSI6bnVsbH0sIk1hcmdpbiI6eyIkaWQiOiIxNDY2IiwiVG9wIjowLjAsIkxlZnQiOjAuMCwiUmlnaHQiOjAuMCwiQm90dG9tIjowLjB9LCJQYWRkaW5nIjp7IiRpZCI6IjE0NjciLCJUb3AiOjAuMCwiTGVmdCI6MC4wLCJSaWdodCI6MC4wLCJCb3R0b20iOjAuMH0sIklzVmlzaWJsZSI6dHJ1ZSwiV2lkdGgiOjAuMCwiSGVpZ2h0IjowLjAsIkJvcmRlclN0eWxlIjp7IiRpZCI6IjE0NjgiLCJMaW5lQ29sb3IiOm51bGwsIkxpbmVXZWlnaHQiOjAuMCwiTGluZVR5cGUiOjAsIlBhcmVudFN0eWxlIjpudWxsfSwiUGFyZW50U3R5bGUiOm51bGx9LCJNYXJnaW4iOnsiJGlkIjoiMTQ2OSIsIlRvcCI6MC4wLCJMZWZ0IjowLjAsIlJpZ2h0IjowLjAsIkJvdHRvbSI6MC4wfSwiUGFkZGluZyI6eyIkaWQiOiIxNDcwIiwiVG9wIjowLjAsIkxlZnQiOjAuMCwiUmlnaHQiOjAuMCwiQm90dG9tIjowLjB9LCJJc1Zpc2libGUiOmZhbHNlLCJXaWR0aCI6MC4wLCJIZWlnaHQiOjAuMCwiQm9yZGVyU3R5bGUiOnsiJGlkIjoiMTQ3MSIsIkxpbmVDb2xvciI6bnVsbCwiTGluZVdlaWdodCI6MC4wLCJMaW5lVHlwZSI6MCwiUGFyZW50U3R5bGUiOm51bGx9LCJQYXJlbnRTdHlsZSI6bnVsbH19LHsiJGlkIjoiMTQ3MiIsIl9hY3Rpdml0aWVzIjpbeyIkaWQiOiIxNDczIiwiX3Jvd3MiOlt7IiRpZCI6IjE0NzQiLCJfdGFza3MiOlt7IiRpZCI6IjE0NzUiLCJfYXR0YWNoZWRNaWxlc3RvbmVzIjpbXSwiVGFza0RlZmluaXRpb24iOnsiJGlkIjoiMTQ3NiIsIkdyb3VwTmFtZSI6bnVsbCwiU3RhcnREYXRlIjoiMjAyNi0wNy0wMVQwMDowMDowMFoiLCJFbmREYXRlIjoiMjAyNi0wOS0zMFQyMzo1OTowMFoiLCJQZXJjZW50YWdlQ29tcGxldGUiOm51bGwsIlN0eWxlIjp7IiRpZCI6IjE0NzciLCJTaGFwZSI6MSwiU2hhcGVUaGlja25lc3MiOjAsIkR1cmF0aW9uRm9ybWF0IjowLCJJbmNsdWRlTm9uV29ya2luZ0RheXNJbkR1cmF0aW9uIjpmYWxzZSwiUGVyY2VudGFnZUNvbXBsZXRlU3R5bGUiOnsiJGlkIjoiMTQ3OCIsIkZvbnRTZXR0aW5ncyI6eyIkaWQiOiIxNDc5IiwiRm9udFNpemUiOjEwLCJGb250TmFtZSI6IkNhbGlicmkiLCJJc0JvbGQiOmZhbHNlLCJJc0l0YWxpYyI6ZmFsc2UsIklzVW5kZXJsaW5lZCI6ZmFsc2UsIlBhcmVudFN0eWxlIjpudWxsfSwiQXV0b1NpemUiOjAsIkZvcmVncm91bmQiOnsiJGlkIjoiMTQ4MCIsIkNvbG9yIjp7IiRpZCI6IjE0ODE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4MiIsIlRvcCI6MC4wLCJMZWZ0IjowLjAsIlJpZ2h0IjowLjAsIkJvdHRvbSI6MC4wfSwiUGFkZGluZyI6eyIkaWQiOiIxNDgzIiwiVG9wIjowLjAsIkxlZnQiOjAuMCwiUmlnaHQiOjAuMCwiQm90dG9tIjowLjB9LCJCYWNrZ3JvdW5kIjp7IiRpZCI6IjE0ODQiLCJDb2xvciI6eyIkaWQiOiIxNDg1IiwiQSI6ODksIlIiOjAsIkciOjAsIkIiOjB9fSwiSXNWaXNpYmxlIjp0cnVlLCJXaWR0aCI6MC4wLCJIZWlnaHQiOjAuMCwiQm9yZGVyU3R5bGUiOnsiJGlkIjoiMTQ4NiIsIkxpbmVDb2xvciI6bnVsbCwiTGluZVdlaWdodCI6MC4wLCJMaW5lVHlwZSI6MCwiUGFyZW50U3R5bGUiOm51bGx9LCJQYXJlbnRTdHlsZSI6bnVsbH0sIkR1cmF0aW9uU3R5bGUiOnsiJGlkIjoiMTQ4NyIsIkZvbnRTZXR0aW5ncyI6eyIkaWQiOiIxNDg4IiwiRm9udFNpemUiOjEwLCJGb250TmFtZSI6IkNhbGlicmkiLCJJc0JvbGQiOmZhbHNlLCJJc0l0YWxpYyI6ZmFsc2UsIklzVW5kZXJsaW5lZCI6ZmFsc2UsIlBhcmVudFN0eWxlIjpudWxsfSwiQXV0b1NpemUiOjAsIkZvcmVncm91bmQiOnsiJGlkIjoiMTQ4OSIsIkNvbG9yIjp7IiRpZCI6IjE0OT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0OTEiLCJUb3AiOjAuMCwiTGVmdCI6MC4wLCJSaWdodCI6MC4wLCJCb3R0b20iOjAuMH0sIlBhZGRpbmciOnsiJGlkIjoiMTQ5MiIsIlRvcCI6MC4wLCJMZWZ0IjowLjAsIlJpZ2h0IjowLjAsIkJvdHRvbSI6MC4wfSwiQmFja2dyb3VuZCI6eyIkaWQiOiIxNDkzIiwiQ29sb3IiOnsiJGlkIjoiMTQ5NCIsIkEiOjI1NSwiUiI6NjgsIkciOjg0LCJCIjoxMDZ9fSwiSXNWaXNpYmxlIjp0cnVlLCJXaWR0aCI6MC4wLCJIZWlnaHQiOjAuMCwiQm9yZGVyU3R5bGUiOnsiJGlkIjoiMTQ5NSIsIkxpbmVDb2xvciI6bnVsbCwiTGluZVdlaWdodCI6MC4wLCJMaW5lVHlwZSI6MCwiUGFyZW50U3R5bGUiOm51bGx9LCJQYXJlbnRTdHlsZSI6bnVsbH0sIkhvcml6b250YWxDb25uZWN0b3JTdHlsZSI6eyIkaWQiOiIxNDk2IiwiTGluZUNvbG9yIjp7IiRpZCI6IjE0OTciLCIkdHlwZSI6Ik5MUkUuQ29tbW9uLkRvbS5Tb2xpZENvbG9yQnJ1c2gsIE5MUkUuQ29tbW9uIiwiQ29sb3IiOnsiJGlkIjoiMTQ5OCIsIkEiOjI1NSwiUiI6MCwiRyI6MCwiQiI6MH19LCJMaW5lV2VpZ2h0IjowLjAsIkxpbmVUeXBlIjowLCJQYXJlbnRTdHlsZSI6bnVsbH0sIlZlcnRpY2FsQ29ubmVjdG9yU3R5bGUiOnsiJGlkIjoiMTQ5OSIsIkxpbmVDb2xvciI6eyIkaWQiOiIxNTAwIiwiJHR5cGUiOiJOTFJFLkNvbW1vbi5Eb20uU29saWRDb2xvckJydXNoLCBOTFJFLkNvbW1vbiIsIkNvbG9yIjp7IiRpZCI6IjE1M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1MDIiLCJTaGFwZVN0eWxlIjp7IiRpZCI6IjE1MDMiLCJNYXJnaW4iOnsiJGlkIjoiMTUwNCIsIlRvcCI6MC4wLCJMZWZ0IjowLjAsIlJpZ2h0IjowLjAsIkJvdHRvbSI6MC4wfSwiUGFkZGluZyI6eyIkaWQiOiIxNTA1IiwiVG9wIjowLjAsIkxlZnQiOjAuMCwiUmlnaHQiOjAuMCwiQm90dG9tIjowLjB9LCJCYWNrZ3JvdW5kIjp7IiRpZCI6IjE1MDYiLCJDb2xvciI6eyIkaWQiOiIxNTA3IiwiQSI6MTUzLCJSIjowLCJHIjowLCJCIjowfX0sIklzVmlzaWJsZSI6dHJ1ZSwiV2lkdGgiOjAuMCwiSGVpZ2h0IjowLjAsIkJvcmRlclN0eWxlIjpudWxsLCJQYXJlbnRTdHlsZSI6bnVsbH0sIk1hcmdpbiI6eyIkaWQiOiIxNTA4IiwiVG9wIjowLjAsIkxlZnQiOjAuMCwiUmlnaHQiOjAuMCwiQm90dG9tIjowLjB9LCJQYWRkaW5nIjp7IiRpZCI6IjE1MDkiLCJUb3AiOjAuMCwiTGVmdCI6MC4wLCJSaWdodCI6MC4wLCJCb3R0b20iOjAuMH0sIkJhY2tncm91bmQiOm51bGwsIklzVmlzaWJsZSI6dHJ1ZSwiV2lkdGgiOjAuMCwiSGVpZ2h0IjowLjAsIkJvcmRlclN0eWxlIjpudWxsLCJQYXJlbnRTdHlsZSI6bnVsbH0sIlNoYXBlU3R5bGUiOnsiJGlkIjoiMTUxMCIsIk1hcmdpbiI6eyIkaWQiOiIxNTExIiwiVG9wIjowLjAsIkxlZnQiOjQuMCwiUmlnaHQiOjQuMCwiQm90dG9tIjowLjB9LCJQYWRkaW5nIjp7IiRpZCI6IjE1MTIiLCJUb3AiOjAuMCwiTGVmdCI6MC4wLCJSaWdodCI6MC4wLCJCb3R0b20iOjAuMH0sIkJhY2tncm91bmQiOnsiJGlkIjoiMTUxMyIsIkNvbG9yIjp7IiRpZCI6IjE1MTQiLCJBIjoyNTUsIlIiOjY4LCJHIjoxMTQsIkIiOjE5Nn19LCJJc1Zpc2libGUiOnRydWUsIldpZHRoIjowLjAsIkhlaWdodCI6MTAuMCwiQm9yZGVyU3R5bGUiOnsiJGlkIjoiMTUxNSIsIkxpbmVDb2xvciI6eyIkaWQiOiIxNTE2IiwiJHR5cGUiOiJOTFJFLkNvbW1vbi5Eb20uU29saWRDb2xvckJydXNoLCBOTFJFLkNvbW1vbiIsIkNvbG9yIjp7IiRpZCI6IjE1MTciLCJBIjoyNTUsIlIiOjIzNCwiRyI6MjIsIkIiOjMwfX0sIkxpbmVXZWlnaHQiOjAuMCwiTGluZVR5cGUiOjAsIlBhcmVudFN0eWxlIjpudWxsfSwiUGFyZW50U3R5bGUiOm51bGx9LCJUaXRsZVN0eWxlIjp7IiRpZCI6IjE1MTgiLCJGb250U2V0dGluZ3MiOnsiJGlkIjoiMTUxOSIsIkZvbnRTaXplIjoxMSwiRm9udE5hbWUiOiJUaXRpbGxpdW0gV2ViIiwiSXNCb2xkIjpmYWxzZSwiSXNJdGFsaWMiOmZhbHNlLCJJc1VuZGVybGluZWQiOmZhbHNlLCJQYXJlbnRTdHlsZSI6bnVsbH0sIkF1dG9TaXplIjowLCJGb3JlZ3JvdW5kIjp7IiRpZCI6IjE1MjAiLCJDb2xvciI6eyIkaWQiOiIxNTIxIiwiQSI6MjU1LCJSIjoyNTUsIkciOjI1NSwiQiI6MjU1fX0sIk1heFdpZHRoIjo3MjAuMCwiTWF4SGVpZ2h0IjoiSW5maW5pdHkiLCJTbWFydEZvcmVncm91bmRJc0FjdGl2ZSI6ZmFsc2UsIkhvcml6b250YWxBbGlnbm1lbnQiOjAsIlZlcnRpY2FsQWxpZ25tZW50IjowLCJTbWFydEZvcmVncm91bmQiOm51bGwsIkJhY2tncm91bmRGaWxsVHlwZSI6MCwiTWFyZ2luIjp7IiRpZCI6IjE1MjIiLCJUb3AiOjAuMCwiTGVmdCI6MC4wLCJSaWdodCI6MC4wLCJCb3R0b20iOjAuMH0sIlBhZGRpbmciOnsiJGlkIjoiMTUyMyIsIlRvcCI6MC4wLCJMZWZ0IjowLjAsIlJpZ2h0IjowLjAsIkJvdHRvbSI6MC4wfSwiQmFja2dyb3VuZCI6eyIkaWQiOiIxNTI0IiwiQ29sb3IiOnsiJGlkIjoiMTUyNSIsIkEiOjAsIlIiOjI1NSwiRyI6MjU1LCJCIjoyNTV9fSwiSXNWaXNpYmxlIjp0cnVlLCJXaWR0aCI6MC4wLCJIZWlnaHQiOjAuMCwiQm9yZGVyU3R5bGUiOnsiJGlkIjoiMTUyNiIsIkxpbmVDb2xvciI6bnVsbCwiTGluZVdlaWdodCI6MC4wLCJMaW5lVHlwZSI6MCwiUGFyZW50U3R5bGUiOm51bGx9LCJQYXJlbnRTdHlsZSI6bnVsbH0sIkRhdGVTdHlsZSI6eyIkaWQiOiIxNTI3IiwiRm9udFNldHRpbmdzIjp7IiRpZCI6IjE1MjgiLCJGb250U2l6ZSI6MTAsIkZvbnROYW1lIjoiVGl0aWxsaXVtIFdlYiIsIklzQm9sZCI6ZmFsc2UsIklzSXRhbGljIjpmYWxzZSwiSXNVbmRlcmxpbmVkIjpmYWxzZSwiUGFyZW50U3R5bGUiOm51bGx9LCJBdXRvU2l6ZSI6MCwiRm9yZWdyb3VuZCI6eyIkaWQiOiIxNTI5IiwiQ29sb3IiOnsiJGlkIjoiMTUzMC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aWQiOiIxNTMxIiwiVG9wIjowLjAsIkxlZnQiOjAuMCwiUmlnaHQiOjAuMCwiQm90dG9tIjowLjB9LCJQYWRkaW5nIjp7IiRpZCI6IjE1MzIiLCJUb3AiOjAuMCwiTGVmdCI6MC4wLCJSaWdodCI6MC4wLCJCb3R0b20iOjAuMH0sIkJhY2tncm91bmQiOnsiJGlkIjoiMTUzMyIsIkNvbG9yIjp7IiRpZCI6IjE1MzQiLCJBIjowLCJSIjoyNTUsIkciOjI1NSwiQiI6MjU1fX0sIklzVmlzaWJsZSI6dHJ1ZSwiV2lkdGgiOjAuMCwiSGVpZ2h0IjowLjAsIkJvcmRlclN0eWxlIjp7IiRpZCI6IjE1MzUiLCJMaW5lQ29sb3IiOm51bGwsIkxpbmVXZWlnaHQiOjAuMCwiTGluZVR5cGUiOjAsIlBhcmVudFN0eWxlIjpudWxsfSwiUGFyZW50U3R5bGUiOm51bGx9LCJEYXRlRm9ybWF0Ijp7IiRpZCI6IjE1M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yIsIkZvcm1hdCI6MCwiSXNWaXNpYmxlIjpmYWxzZSwiTGFzdEtub3duVmlzaWJpbGl0eVN0YXRlIjpmYWxzZX0sIklzVmlzaWJsZSI6dHJ1ZSwiVmFyaWFuY2VTdHlsZSI6eyIkaWQiOiIxNTM4IiwiVGV4dFN0eWxlIjp7IiRpZCI6IjE1MzkiLCJGb250U2V0dGluZ3MiOnsiJGlkIjoiMTU0MCIsIkZvbnRTaXplIjoxMCwiRm9udE5hbWUiOiJDYWxpYnJpIiwiSXNCb2xkIjpmYWxzZSwiSXNJdGFsaWMiOmZhbHNlLCJJc1VuZGVybGluZWQiOmZhbHNlLCJQYXJlbnRTdHlsZSI6bnVsbH0sIkF1dG9TaXplIjowLCJGb3JlZ3JvdW5kIjp7IiRpZCI6IjE1NDEiLCJDb2xvciI6eyIkaWQiOiIxNTQ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1NDMiLCJUb3AiOjAuMCwiTGVmdCI6MC4wLCJSaWdodCI6MC4wLCJCb3R0b20iOjAuMH0sIlBhZGRpbmciOnsiJGlkIjoiMTU0NCIsIlRvcCI6MC4wLCJMZWZ0IjowLjAsIlJpZ2h0IjowLjAsIkJvdHRvbSI6MC4wfSwiQmFja2dyb3VuZCI6eyIkaWQiOiIxNTQ1IiwiQ29sb3IiOnsiJGlkIjoiMTU0NiIsIkEiOjI1NSwiUiI6MCwiRyI6MCwiQiI6MH19LCJJc1Zpc2libGUiOnRydWUsIldpZHRoIjowLjAsIkhlaWdodCI6MC4wLCJCb3JkZXJTdHlsZSI6bnVsbCwiUGFyZW50U3R5bGUiOm51bGx9LCJQYXJlbnRTdHlsZSI6bnVsbH0sIlBhcmVudFN0eWxlIjpudWxsfSwiSW5kZXgiOjExLCJTbWFydER1cmF0aW9uQWN0aXZhdGVkIjpmYWxzZSwiRGF0ZUZvcm1hdCI6eyIkcmVmIjoiMTUzNiJ9LCJXZWVrTnVtYmVyaW5nIjp7IiRpZCI6IjE1NDciLCJGb3JtYXQiOjAsIklzVmlzaWJsZSI6ZmFsc2UsIkxhc3RLbm93blZpc2liaWxpdHlTdGF0ZSI6ZmFsc2V9LCJCYXNlbGluZURhdGEiOnsiJGlkIjoiMTU0OCIsIlN0YXJ0RGF0ZSI6IjIwMjYtMDctMDFUMDA6MDA6MDAiLCJFbmREYXRlIjoiMjAyNi0wOS0zMFQyMzo1OTowMCJ9LCJJZCI6ImQyM2QyZDY4LWRjNmYtNDAwNC05NGYxLWE4YTAzMzNiZDM1MCIsIkltcG9ydElkIjpudWxsLCJUaXRsZSI6IlByaW1lcmFzIGZ1bmNpb25lcyBpbnRlZ3JhZGFzIChTcHJpbnQgNSAtIDEwKSIsIk5vdGUiOm51bGwsIkh5cGVybGluayI6eyIkaWQiOiIxNTQ5IiwiQWRkcmVzcyI6IiIsIlN1YkFkZHJlc3MiOiIifSwiSXNDaGFuZ2VkIjpmYWxzZSwiSXNOZXciOmZhbHNlfX1dLCJfbWlsZXN0b25lcyI6W10sIklkIjoiMDAwMDAwMDAtMDAwMC0wMDAwLTAwMDAtMDAwMDAwMDAwMDAwIiwiSXNTaW5nbGVJdGVtUm93Ijp0cnVlfV0sIkluZGV4IjoxMCwiSWQiOiJiNjkxZTllYy00ODhjLTQ4NmItOGQ1YS1jOTRmNTlmNzg1MDEiLCJIZWFkZXJUZXh0IjpudWxsLCJJc0RlZmF1bHQiOnRydWUsIlN0eWxlIjp7IiRpZCI6IjE1NTAiLCJIZWFkZXJTdHlsZSI6eyIkaWQiOiIxNTUxIiwiVGV4dFN0eWxlIjp7IiRpZCI6IjE1NTIiLCJGb250U2V0dGluZ3MiOnsiJGlkIjoiMTU1MyIsIkZvbnRTaXplIjoxMSwiRm9udE5hbWUiOiJDYWxpYnJpIiwiSXNCb2xkIjpmYWxzZSwiSXNJdGFsaWMiOmZhbHNlLCJJc1VuZGVybGluZWQiOmZhbHNlLCJQYXJlbnRTdHlsZSI6bnVsbH0sIkF1dG9TaXplIjowLCJGb3JlZ3JvdW5kIjp7IiRpZCI6IjE1NTQiLCJDb2xvciI6eyIkaWQiOiIxNTU1IiwiQSI6MjU1LCJSIjo2NCwiRyI6NjQsIkIiOjY0fX0sIk1heFdpZHRoIjowLjAsIk1heEhlaWdodCI6MC4wLCJTbWFydEZvcmVncm91bmRJc0FjdGl2ZSI6ZmFsc2UsIkhvcml6b250YWxBbGlnbm1lbnQiOjAsIlZlcnRpY2FsQWxpZ25tZW50IjowLCJTbWFydEZvcmVncm91bmQiOm51bGwsIkJhY2tncm91bmRGaWxsVHlwZSI6MCwiTWFyZ2luIjp7IiRpZCI6IjE1NTYiLCJUb3AiOjAuMCwiTGVmdCI6MC4wLCJSaWdodCI6MC4wLCJCb3R0b20iOjAuMH0sIlBhZGRpbmciOnsiJGlkIjoiMTU1NyIsIlRvcCI6MC4wLCJMZWZ0IjowLjAsIlJpZ2h0IjowLjAsIkJvdHRvbSI6MC4wfSwiQmFja2dyb3VuZCI6eyIkaWQiOiIxNTU4IiwiQ29sb3IiOnsiJGlkIjoiMTU1OSIsIkEiOjI1NSwiUiI6NjQsIkciOjY0LCJCIjo2NH19LCJJc1Zpc2libGUiOmZhbHNlLCJXaWR0aCI6MC4wLCJIZWlnaHQiOjAuMCwiQm9yZGVyU3R5bGUiOm51bGwsIlBhcmVudFN0eWxlIjpudWxsfSwiUmVjdGFuZ2xlU3R5bGUiOnsiJGlkIjoiMTU2MCIsIk1hcmdpbiI6eyIkaWQiOiIxNTYxIiwiVG9wIjowLjAsIkxlZnQiOjAuMCwiUmlnaHQiOjAuMCwiQm90dG9tIjowLjB9LCJQYWRkaW5nIjp7IiRpZCI6IjE1NjIiLCJUb3AiOjAuMCwiTGVmdCI6MC4wLCJSaWdodCI6MC4wLCJCb3R0b20iOjAuMH0sIkJhY2tncm91bmQiOnsiJGlkIjoiMTU2MyIsIkNvbG9yIjp7IiRpZCI6IjE1NjQiLCJBIjoxMjcsIlIiOjY4LCJHIjoxMTQsIkIiOjE5Nn19LCJJc1Zpc2libGUiOmZhbHNlLCJXaWR0aCI6MC4wLCJIZWlnaHQiOjAuMCwiQm9yZGVyU3R5bGUiOnsiJGlkIjoiMTU2NSIsIkxpbmVDb2xvciI6eyIkaWQiOiIxNTY2IiwiJHR5cGUiOiJOTFJFLkNvbW1vbi5Eb20uU29saWRDb2xvckJydXNoLCBOTFJFLkNvbW1vbiIsIkNvbG9yIjp7IiRpZCI6IjE1NjciLCJBIjoyNTUsIlIiOjI1NSwiRyI6MCwiQiI6MH19LCJMaW5lV2VpZ2h0IjowLjAsIkxpbmVUeXBlIjowLCJQYXJlbnRTdHlsZSI6bnVsbH0sIlBhcmVudFN0eWxlIjpudWxsfSwiTWFyZ2luIjp7IiRpZCI6IjE1NjgiLCJUb3AiOjAuMCwiTGVmdCI6MC4wLCJSaWdodCI6MC4wLCJCb3R0b20iOjAuMH0sIlBhZGRpbmciOnsiJGlkIjoiMTU2OSIsIlRvcCI6MC4wLCJMZWZ0IjowLjAsIlJpZ2h0IjowLjAsIkJvdHRvbSI6MC4wfSwiQmFja2dyb3VuZCI6bnVsbCwiSXNWaXNpYmxlIjp0cnVlLCJXaWR0aCI6MC4wLCJIZWlnaHQiOjAuMCwiQm9yZGVyU3R5bGUiOm51bGwsIlBhcmVudFN0eWxlIjpudWxsfSwiQmFja2dyb3VuZFN0eWxlIjp7IiRpZCI6IjE1NzAiLCJNYXJnaW4iOnsiJGlkIjoiMTU3MSIsIlRvcCI6MC4wLCJMZWZ0IjowLjAsIlJpZ2h0IjowLjAsIkJvdHRvbSI6MC4wfSwiUGFkZGluZyI6eyIkaWQiOiIxNTcyIiwiVG9wIjowLjAsIkxlZnQiOjAuMCwiUmlnaHQiOjAuMCwiQm90dG9tIjowLjB9LCJCYWNrZ3JvdW5kIjp7IiRpZCI6IjE1NzMiLCJDb2xvciI6eyIkaWQiOiIxNTc0IiwiQSI6NTEsIlIiOjIwMCwiRyI6MjAwLCJCIjoyMDB9fSwiSXNWaXNpYmxlIjp0cnVlLCJXaWR0aCI6MC4wLCJIZWlnaHQiOjAuMCwiQm9yZGVyU3R5bGUiOnsiJGlkIjoiMTU3NSIsIkxpbmVDb2xvciI6eyIkaWQiOiIxNTc2IiwiJHR5cGUiOiJOTFJFLkNvbW1vbi5Eb20uU29saWRDb2xvckJydXNoLCBOTFJFLkNvbW1vbiIsIkNvbG9yIjp7IiRpZCI6IjE1NzciLCJBIjoyNTUsIlIiOjIzNCwiRyI6MjIsIkIiOjMwfX0sIkxpbmVXZWlnaHQiOjAuMCwiTGluZVR5cGUiOjAsIlBhcmVudFN0eWxlIjpudWxsfSwiUGFyZW50U3R5bGUiOm51bGx9LCJNYXJnaW4iOnsiJGlkIjoiMTU3OCIsIlRvcCI6MC4wLCJMZWZ0IjowLjAsIlJpZ2h0IjowLjAsIkJvdHRvbSI6MC4wfSwiUGFkZGluZyI6eyIkaWQiOiIxNTc5IiwiVG9wIjowLjAsIkxlZnQiOjAuMCwiUmlnaHQiOjAuMCwiQm90dG9tIjowLjB9LCJJc1Zpc2libGUiOnRydWUsIldpZHRoIjowLjAsIkhlaWdodCI6MC4wLCJCb3JkZXJTdHlsZSI6eyIkaWQiOiIxNTgwIiwiTGluZUNvbG9yIjpudWxsLCJMaW5lV2VpZ2h0IjowLjAsIkxpbmVUeXBlIjowLCJQYXJlbnRTdHlsZSI6bnVsbH0sIlBhcmVudFN0eWxlIjpudWxsfX1dLCJJZCI6ImRlNTJjYjk0LWQwNmMtNDhmOS05NWRlLTEzZGZjN2Q5NzEwNSIsIkluZGV4IjoxMCwiSGVhZGVyVGV4dCI6IlByZS1BbHBoYVxyXG4iLCJTdHlsZSI6eyIkaWQiOiIxNTgxIiwiU3R5bGVJZCI6IjMzMmNmYjEzLWI0MDEtNGVjMy1iNjU1LTczOTY4ZDA0ZDc0OSIsIkhlYWRlclN0eWxlIjp7IiRpZCI6IjE1ODIiLCJUZXh0SXNWZXJ0aWNhbCI6ZmFsc2UsIlRleHRTdHlsZSI6eyIkaWQiOiIxNTgzIiwiRm9udFNldHRpbmdzIjp7IiRpZCI6IjE1ODQiLCJGb250U2l6ZSI6MTEsIkZvbnROYW1lIjoiQ2FsaWJyaSIsIklzQm9sZCI6ZmFsc2UsIklzSXRhbGljIjpmYWxzZSwiSXNVbmRlcmxpbmVkIjpmYWxzZSwiUGFyZW50U3R5bGUiOm51bGx9LCJBdXRvU2l6ZSI6MiwiRm9yZWdyb3VuZCI6eyIkaWQiOiIxNTg1IiwiQ29sb3IiOnsiJGlkIjoiMTU4N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1ODciLCJUb3AiOjAuMCwiTGVmdCI6MC4wLCJSaWdodCI6MC4wLCJCb3R0b20iOjAuMH0sIlBhZGRpbmciOnsiJGlkIjoiMTU4OCIsIlRvcCI6MC4wLCJMZWZ0IjowLjAsIlJpZ2h0IjowLjAsIkJvdHRvbSI6MC4wfSwiQmFja2dyb3VuZCI6eyIkaWQiOiIxNTg5IiwiQ29sb3IiOnsiJGlkIjoiMTU5MCIsIkEiOjI1NSwiUiI6MjU1LCJHIjoyNTUsIkIiOjI1NX19LCJJc1Zpc2libGUiOmZhbHNlLCJXaWR0aCI6MC4wLCJIZWlnaHQiOjAuMCwiQm9yZGVyU3R5bGUiOm51bGwsIlBhcmVudFN0eWxlIjpudWxsfSwiUmVjdGFuZ2xlU3R5bGUiOnsiJGlkIjoiMTU5MSIsIk1hcmdpbiI6eyIkaWQiOiIxNTkyIiwiVG9wIjowLjAsIkxlZnQiOjAuMCwiUmlnaHQiOjAuMCwiQm90dG9tIjowLjB9LCJQYWRkaW5nIjp7IiRpZCI6IjE1OTMiLCJUb3AiOjAuMCwiTGVmdCI6MC4wLCJSaWdodCI6MC4wLCJCb3R0b20iOjAuMH0sIkJhY2tncm91bmQiOnsiJGlkIjoiMTU5NCIsIkNvbG9yIjp7IiRpZCI6IjE1OTUiLCJBIjoyNTUsIlIiOjY4LCJHIjoxMTQsIkIiOjE5Nn19LCJJc1Zpc2libGUiOnRydWUsIldpZHRoIjowLjAsIkhlaWdodCI6MC4wLCJCb3JkZXJTdHlsZSI6eyIkaWQiOiIxNTk2IiwiTGluZUNvbG9yIjp7IiRpZCI6IjE1OTciLCIkdHlwZSI6Ik5MUkUuQ29tbW9uLkRvbS5Tb2xpZENvbG9yQnJ1c2gsIE5MUkUuQ29tbW9uIiwiQ29sb3IiOnsiJGlkIjoiMTU5OCIsIkEiOjI1NSwiUiI6MjU1LCJHIjoyNTUsIkIiOjI1NX19LCJMaW5lV2VpZ2h0IjowLjAsIkxpbmVUeXBlIjowLCJQYXJlbnRTdHlsZSI6bnVsbH0sIlBhcmVudFN0eWxlIjpudWxsfSwiTWFyZ2luIjp7IiRpZCI6IjE1OTkiLCJUb3AiOjAuMCwiTGVmdCI6MC4wLCJSaWdodCI6MC4wLCJCb3R0b20iOjAuMH0sIlBhZGRpbmciOnsiJGlkIjoiMTYwMCIsIlRvcCI6MC4wLCJMZWZ0IjowLjAsIlJpZ2h0IjowLjAsIkJvdHRvbSI6MC4wfSwiQmFja2dyb3VuZCI6bnVsbCwiSXNWaXNpYmxlIjp0cnVlLCJXaWR0aCI6MC4wLCJIZWlnaHQiOjAuMCwiQm9yZGVyU3R5bGUiOm51bGwsIlBhcmVudFN0eWxlIjpudWxsfSwiQmFja2dyb3VuZFN0eWxlIjp7IiRpZCI6IjE2MDEiLCJNYXJnaW4iOnsiJGlkIjoiMTYwMiIsIlRvcCI6MC4wLCJMZWZ0IjowLjAsIlJpZ2h0IjowLjAsIkJvdHRvbSI6MC4wfSwiUGFkZGluZyI6eyIkaWQiOiIxNjAzIiwiVG9wIjowLjAsIkxlZnQiOjAuMCwiUmlnaHQiOjAuMCwiQm90dG9tIjowLjB9LCJCYWNrZ3JvdW5kIjp7IiRpZCI6IjE2MDQiLCJDb2xvciI6eyIkaWQiOiIxNjA1IiwiQSI6NTEsIlIiOjIwMCwiRyI6MjAwLCJCIjoyMDB9fSwiSXNWaXNpYmxlIjp0cnVlLCJXaWR0aCI6MC4wLCJIZWlnaHQiOjAuMCwiQm9yZGVyU3R5bGUiOnsiJGlkIjoiMTYwNiIsIkxpbmVDb2xvciI6eyIkaWQiOiIxNjA3IiwiJHR5cGUiOiJOTFJFLkNvbW1vbi5Eb20uU29saWRDb2xvckJydXNoLCBOTFJFLkNvbW1vbiIsIkNvbG9yIjp7IiRpZCI6IjE2MDgiLCJBIjoyNTUsIlIiOjIzNCwiRyI6MjIsIkIiOjMwfX0sIkxpbmVXZWlnaHQiOjAuMCwiTGluZVR5cGUiOjAsIlBhcmVudFN0eWxlIjpudWxsfSwiUGFyZW50U3R5bGUiOm51bGx9LCJJc0Fib3ZlVGltZWJhbmQiOmZhbHNlLCJTcGFjaW5nIjoyLCJEZWZhdWx0U3dpbWxhbmVUYXNrU3R5bGUiOnsiJGlkIjoiMTYwOSIsIiR0eXBlIjoiTkxSRS5Db21tb24uRG9tLlN0eWxlcy5FeHBsaWNpdFNldGFibGVUYXNrU3R5bGUsIE5MUkUuQ29tbW9uIiwiU2hhcGUiOjEsIlNoYXBlVGhpY2tuZXNzIjowLCJEdXJhdGlvbkZvcm1hdCI6MCwiSW5jbHVkZU5vbldvcmtpbmdEYXlzSW5EdXJhdGlvbiI6ZmFsc2UsIlBlcmNlbnRhZ2VDb21wbGV0ZVN0eWxlIjp7IiRpZCI6IjE2MTAiLCJGb250U2V0dGluZ3MiOnsiJGlkIjoiMTYxMSIsIkZvbnRTaXplIjoxMCwiRm9udE5hbWUiOiJDYWxpYnJpIiwiSXNCb2xkIjpmYWxzZSwiSXNJdGFsaWMiOmZhbHNlLCJJc1VuZGVybGluZWQiOmZhbHNlLCJQYXJlbnRTdHlsZSI6bnVsbH0sIkF1dG9TaXplIjowLCJGb3JlZ3JvdW5kIjp7IiRpZCI6IjE2MTIiLCJDb2xvciI6eyIkaWQiOiIxNjE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2MTQiLCJUb3AiOjAuMCwiTGVmdCI6MC4wLCJSaWdodCI6MC4wLCJCb3R0b20iOjAuMH0sIlBhZGRpbmciOnsiJGlkIjoiMTYxNSIsIlRvcCI6MC4wLCJMZWZ0IjowLjAsIlJpZ2h0IjowLjAsIkJvdHRvbSI6MC4wfSwiQmFja2dyb3VuZCI6eyIkaWQiOiIxNjE2IiwiQ29sb3IiOnsiJGlkIjoiMTYxNyIsIkEiOjg5LCJSIjowLCJHIjowLCJCIjowfX0sIklzVmlzaWJsZSI6dHJ1ZSwiV2lkdGgiOjAuMCwiSGVpZ2h0IjowLjAsIkJvcmRlclN0eWxlIjp7IiRpZCI6IjE2MTgiLCJMaW5lQ29sb3IiOm51bGwsIkxpbmVXZWlnaHQiOjAuMCwiTGluZVR5cGUiOjAsIlBhcmVudFN0eWxlIjpudWxsfSwiUGFyZW50U3R5bGUiOm51bGx9LCJEdXJhdGlvblN0eWxlIjp7IiRpZCI6IjE2MTkiLCJGb250U2V0dGluZ3MiOnsiJGlkIjoiMTYyMCIsIkZvbnRTaXplIjoxMCwiRm9udE5hbWUiOiJDYWxpYnJpIiwiSXNCb2xkIjpmYWxzZSwiSXNJdGFsaWMiOmZhbHNlLCJJc1VuZGVybGluZWQiOmZhbHNlLCJQYXJlbnRTdHlsZSI6bnVsbH0sIkF1dG9TaXplIjowLCJGb3JlZ3JvdW5kIjp7IiRpZCI6IjE2MjEiLCJDb2xvciI6eyIkaWQiOiIxNjI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jIzIiwiVG9wIjowLjAsIkxlZnQiOjAuMCwiUmlnaHQiOjAuMCwiQm90dG9tIjowLjB9LCJQYWRkaW5nIjp7IiRpZCI6IjE2MjQiLCJUb3AiOjAuMCwiTGVmdCI6MC4wLCJSaWdodCI6MC4wLCJCb3R0b20iOjAuMH0sIkJhY2tncm91bmQiOnsiJGlkIjoiMTYyNSIsIkNvbG9yIjp7IiRpZCI6IjE2MjYiLCJBIjoyNTUsIlIiOjY4LCJHIjo4NCwiQiI6MTA2fX0sIklzVmlzaWJsZSI6dHJ1ZSwiV2lkdGgiOjAuMCwiSGVpZ2h0IjowLjAsIkJvcmRlclN0eWxlIjp7IiRpZCI6IjE2MjciLCJMaW5lQ29sb3IiOm51bGwsIkxpbmVXZWlnaHQiOjAuMCwiTGluZVR5cGUiOjAsIlBhcmVudFN0eWxlIjpudWxsfSwiUGFyZW50U3R5bGUiOm51bGx9LCJIb3Jpem9udGFsQ29ubmVjdG9yU3R5bGUiOnsiJGlkIjoiMTYyOCIsIkxpbmVDb2xvciI6eyIkaWQiOiIxNjI5IiwiJHR5cGUiOiJOTFJFLkNvbW1vbi5Eb20uU29saWRDb2xvckJydXNoLCBOTFJFLkNvbW1vbiIsIkNvbG9yIjp7IiRpZCI6IjE2MzAiLCJBIjoyNTUsIlIiOjAsIkciOjAsIkIiOjB9fSwiTGluZVdlaWdodCI6MC4wLCJMaW5lVHlwZSI6MCwiUGFyZW50U3R5bGUiOm51bGx9LCJWZXJ0aWNhbENvbm5lY3RvclN0eWxlIjp7IiRpZCI6IjE2MzEiLCJMaW5lQ29sb3IiOnsiJGlkIjoiMTYzMiIsIiR0eXBlIjoiTkxSRS5Db21tb24uRG9tLlNvbGlkQ29sb3JCcnVzaCwgTkxSRS5Db21tb24iLCJDb2xvciI6eyIkaWQiOiIxNjM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M0IiwiU2hhcGVTdHlsZSI6eyIkaWQiOiIxNjM1IiwiTWFyZ2luIjp7IiRpZCI6IjE2MzYiLCJUb3AiOjAuMCwiTGVmdCI6MC4wLCJSaWdodCI6MC4wLCJCb3R0b20iOjAuMH0sIlBhZGRpbmciOnsiJGlkIjoiMTYzNyIsIlRvcCI6MC4wLCJMZWZ0IjowLjAsIlJpZ2h0IjowLjAsIkJvdHRvbSI6MC4wfSwiQmFja2dyb3VuZCI6eyIkaWQiOiIxNjM4IiwiQ29sb3IiOnsiJGlkIjoiMTYzOSIsIkEiOjE1MywiUiI6MCwiRyI6MCwiQiI6MH19LCJJc1Zpc2libGUiOnRydWUsIldpZHRoIjowLjAsIkhlaWdodCI6MC4wLCJCb3JkZXJTdHlsZSI6eyIkaWQiOiIxNjQwIiwiTGluZUNvbG9yIjp7IiRpZCI6IjE2NDEiLCIkdHlwZSI6Ik5MUkUuQ29tbW9uLkRvbS5Tb2xpZENvbG9yQnJ1c2gsIE5MUkUuQ29tbW9uIiwiQ29sb3IiOnsiJGlkIjoiMTY0MiIsIkEiOjI1NSwiUiI6MjU1LCJHIjowLCJCIjowfX0sIkxpbmVXZWlnaHQiOjAuMCwiTGluZVR5cGUiOjAsIlBhcmVudFN0eWxlIjpudWxsfSwiUGFyZW50U3R5bGUiOm51bGx9LCJNYXJnaW4iOnsiJGlkIjoiMTY0MyIsIlRvcCI6MC4wLCJMZWZ0IjowLjAsIlJpZ2h0IjowLjAsIkJvdHRvbSI6MC4wfSwiUGFkZGluZyI6eyIkaWQiOiIxNjQ0IiwiVG9wIjowLjAsIkxlZnQiOjAuMCwiUmlnaHQiOjAuMCwiQm90dG9tIjowLjB9LCJCYWNrZ3JvdW5kIjpudWxsLCJJc1Zpc2libGUiOnRydWUsIldpZHRoIjowLjAsIkhlaWdodCI6MC4wLCJCb3JkZXJTdHlsZSI6bnVsbCwiUGFyZW50U3R5bGUiOm51bGx9LCJTaGFwZVN0eWxlIjp7IiRpZCI6IjE2NDUiLCJNYXJnaW4iOnsiJGlkIjoiMTY0NiIsIlRvcCI6MC4wLCJMZWZ0Ijo0LjAsIlJpZ2h0Ijo0LjAsIkJvdHRvbSI6MC4wfSwiUGFkZGluZyI6eyIkaWQiOiIxNjQ3IiwiVG9wIjowLjAsIkxlZnQiOjAuMCwiUmlnaHQiOjAuMCwiQm90dG9tIjowLjB9LCJCYWNrZ3JvdW5kIjp7IiRpZCI6IjE2NDgiLCJDb2xvciI6eyIkaWQiOiIxNjQ5IiwiQSI6MjU1LCJSIjo2OCwiRyI6MTE0LCJCIjoxOTZ9fSwiSXNWaXNpYmxlIjp0cnVlLCJXaWR0aCI6MC4wLCJIZWlnaHQiOjEwLjAsIkJvcmRlclN0eWxlIjp7IiRpZCI6IjE2NTAiLCJMaW5lQ29sb3IiOnsiJGlkIjoiMTY1MSIsIiR0eXBlIjoiTkxSRS5Db21tb24uRG9tLlNvbGlkQ29sb3JCcnVzaCwgTkxSRS5Db21tb24iLCJDb2xvciI6eyIkaWQiOiIxNjUyIiwiQSI6MjU1LCJSIjoyMzQsIkciOjIyLCJCIjozMH19LCJMaW5lV2VpZ2h0IjowLjAsIkxpbmVUeXBlIjowLCJQYXJlbnRTdHlsZSI6bnVsbH0sIlBhcmVudFN0eWxlIjpudWxsfSwiVGl0bGVTdHlsZSI6eyIkaWQiOiIxNjUzIiwiRm9udFNldHRpbmdzIjp7IiRpZCI6IjE2NTQiLCJGb250U2l6ZSI6MTEsIkZvbnROYW1lIjoiQ2FsaWJyaSIsIklzQm9sZCI6ZmFsc2UsIklzSXRhbGljIjpmYWxzZSwiSXNVbmRlcmxpbmVkIjpmYWxzZSwiUGFyZW50U3R5bGUiOm51bGx9LCJBdXRvU2l6ZSI6MCwiRm9yZWdyb3VuZCI6eyIkaWQiOiIxNjU1IiwiQ29sb3IiOnsiJGlkIjoiMTY1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jU3IiwiVG9wIjowLjAsIkxlZnQiOjAuMCwiUmlnaHQiOjAuMCwiQm90dG9tIjowLjB9LCJQYWRkaW5nIjp7IiRpZCI6IjE2NTgiLCJUb3AiOjAuMCwiTGVmdCI6MC4wLCJSaWdodCI6MC4wLCJCb3R0b20iOjAuMH0sIkJhY2tncm91bmQiOnsiJGlkIjoiMTY1OSIsIkNvbG9yIjp7IiRpZCI6IjE2NjAiLCJBIjoyNTUsIlIiOjAsIkciOjAsIkIiOjB9fSwiSXNWaXNpYmxlIjp0cnVlLCJXaWR0aCI6MC4wLCJIZWlnaHQiOjAuMCwiQm9yZGVyU3R5bGUiOnsiJGlkIjoiMTY2MSIsIkxpbmVDb2xvciI6bnVsbCwiTGluZVdlaWdodCI6MC4wLCJMaW5lVHlwZSI6MCwiUGFyZW50U3R5bGUiOm51bGx9LCJQYXJlbnRTdHlsZSI6bnVsbH0sIkRhdGVTdHlsZSI6eyIkaWQiOiIxNjYyIiwiRm9udFNldHRpbmdzIjp7IiRpZCI6IjE2NjMiLCJGb250U2l6ZSI6MTAsIkZvbnROYW1lIjoiQ2FsaWJyaSIsIklzQm9sZCI6ZmFsc2UsIklzSXRhbGljIjpmYWxzZSwiSXNVbmRlcmxpbmVkIjpmYWxzZSwiUGFyZW50U3R5bGUiOm51bGx9LCJBdXRvU2l6ZSI6MCwiRm9yZWdyb3VuZCI6eyIkaWQiOiIxNjY0IiwiQ29sb3IiOnsiJGlkIjoiMTY2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Y2NiIsIlRvcCI6MC4wLCJMZWZ0IjowLjAsIlJpZ2h0IjowLjAsIkJvdHRvbSI6MC4wfSwiUGFkZGluZyI6eyIkaWQiOiIxNjY3IiwiVG9wIjowLjAsIkxlZnQiOjAuMCwiUmlnaHQiOjAuMCwiQm90dG9tIjowLjB9LCJCYWNrZ3JvdW5kIjp7IiRpZCI6IjE2NjgiLCJDb2xvciI6eyIkaWQiOiIxNjY5IiwiQSI6MjU1LCJSIjo2OCwiRyI6ODQsIkIiOjEwNn19LCJJc1Zpc2libGUiOnRydWUsIldpZHRoIjowLjAsIkhlaWdodCI6MC4wLCJCb3JkZXJTdHlsZSI6eyIkaWQiOiIxNjcwIiwiTGluZUNvbG9yIjpudWxsLCJMaW5lV2VpZ2h0IjowLjAsIkxpbmVUeXBlIjowLCJQYXJlbnRTdHlsZSI6bnVsbH0sIlBhcmVudFN0eWxlIjpudWxsfSwiRGF0ZUZvcm1hdCI6eyIkaWQiOiIxN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NzIiLCJGb3JtYXQiOjAsIklzVmlzaWJsZSI6ZmFsc2UsIkxhc3RLbm93blZpc2liaWxpdHlTdGF0ZSI6ZmFsc2V9LCJJc1Zpc2libGUiOnRydWUsIlZhcmlhbmNlU3R5bGUiOnsiJGlkIjoiMTY3MyIsIlRleHRTdHlsZSI6eyIkaWQiOiIxNjc0IiwiRm9udFNldHRpbmdzIjp7IiRpZCI6IjE2NzUiLCJGb250U2l6ZSI6MTAsIkZvbnROYW1lIjoiQ2FsaWJyaSIsIklzQm9sZCI6ZmFsc2UsIklzSXRhbGljIjpmYWxzZSwiSXNVbmRlcmxpbmVkIjpmYWxzZSwiUGFyZW50U3R5bGUiOm51bGx9LCJBdXRvU2l6ZSI6MCwiRm9yZWdyb3VuZCI6eyIkaWQiOiIxNjc2IiwiQ29sb3IiOnsiJGlkIjoiMTY3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c4IiwiVG9wIjowLjAsIkxlZnQiOjAuMCwiUmlnaHQiOjAuMCwiQm90dG9tIjowLjB9LCJQYWRkaW5nIjp7IiRpZCI6IjE2NzkiLCJUb3AiOjAuMCwiTGVmdCI6MC4wLCJSaWdodCI6MC4wLCJCb3R0b20iOjAuMH0sIkJhY2tncm91bmQiOnsiJGlkIjoiMTY4MCIsIkNvbG9yIjp7IiRpZCI6IjE2ODEiLCJBIjoyNTUsIlIiOjAsIkciOjAsIkIiOjB9fSwiSXNWaXNpYmxlIjp0cnVlLCJXaWR0aCI6MC4wLCJIZWlnaHQiOjAuMCwiQm9yZGVyU3R5bGUiOm51bGwsIlBhcmVudFN0eWxlIjpudWxsfSwiUGFyZW50U3R5bGUiOm51bGx9LCJQYXJlbnRTdHlsZSI6bnVsbCwiX2V4cGxpY2l0bHlTZXQiOnsiJGlkIjoiMTY4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2ODMiLCJTaGFwZSI6MSwiQ29ubmVjdG9yTWFyZ2luIjp7IiRpZCI6IjE2ODQiLCJUb3AiOjAuMCwiTGVmdCI6Mi4wLCJSaWdodCI6Mi4wLCJCb3R0b20iOjAuMH0sIkNvbm5lY3RvclN0eWxlIjp7IiRpZCI6IjE2ODUiLCJMaW5lQ29sb3IiOnsiJGlkIjoiMTY4NiIsIiR0eXBlIjoiTkxSRS5Db21tb24uRG9tLlNvbGlkQ29sb3JCcnVzaCwgTkxSRS5Db21tb24iLCJDb2xvciI6eyIkaWQiOiIxNjg3IiwiQSI6MTI3LCJSIjozNCwiRyI6NTcsIkIiOjk4fX0sIkxpbmVXZWlnaHQiOjEuMCwiTGluZVR5cGUiOjAsIlBhcmVudFN0eWxlIjpudWxsfSwiSXNCZWxvd1RpbWViYW5kIjpmYWxzZSwiUG9zaXRpb25PblRhc2siOjEsIkhpZGVEYXRlIjpmYWxzZSwiU2hhcGVTaXplIjowLCJTcGFjaW5nIjowLjAsIlBhZGRpbmciOnsiJGlkIjoiMTY4OCIsIlRvcCI6NS4wLCJMZWZ0IjozLjAsIlJpZ2h0IjowLjAsIkJvdHRvbSI6Mi4wfSwiU2hhcGVTdHlsZSI6eyIkaWQiOiIxNjg5IiwiTWFyZ2luIjp7IiRpZCI6IjE2OTAiLCJUb3AiOjAuMCwiTGVmdCI6MC4wLCJSaWdodCI6MC4wLCJCb3R0b20iOjAuMH0sIlBhZGRpbmciOnsiJGlkIjoiMTY5MSIsIlRvcCI6MC4wLCJMZWZ0IjowLjAsIlJpZ2h0IjowLjAsIkJvdHRvbSI6MC4wfSwiQmFja2dyb3VuZCI6eyIkaWQiOiIxNjkyIiwiQ29sb3IiOnsiJGlkIjoiMTY5MyIsIkEiOjI1NSwiUiI6MzQsIkciOjU3LCJCIjo5OH19LCJJc1Zpc2libGUiOnRydWUsIldpZHRoIjoxMi4wLCJIZWlnaHQiOjE0LjAsIkJvcmRlclN0eWxlIjp7IiRpZCI6IjE2OTQiLCJMaW5lQ29sb3IiOnsiJGlkIjoiMTY5NSIsIiR0eXBlIjoiTkxSRS5Db21tb24uRG9tLlNvbGlkQ29sb3JCcnVzaCwgTkxSRS5Db21tb24iLCJDb2xvciI6eyIkaWQiOiIxNjk2IiwiQSI6MjU1LCJSIjoyNTUsIkciOjAsIkIiOjB9fSwiTGluZVdlaWdodCI6MC4wLCJMaW5lVHlwZSI6MCwiUGFyZW50U3R5bGUiOm51bGx9LCJQYXJlbnRTdHlsZSI6bnVsbH0sIlRpdGxlU3R5bGUiOnsiJGlkIjoiMTY5NyIsIkZvbnRTZXR0aW5ncyI6eyIkaWQiOiIxNjk4IiwiRm9udFNpemUiOjExLCJGb250TmFtZSI6IkNhbGlicmkiLCJJc0JvbGQiOmZhbHNlLCJJc0l0YWxpYyI6ZmFsc2UsIklzVW5kZXJsaW5lZCI6ZmFsc2UsIlBhcmVudFN0eWxlIjpudWxsfSwiQXV0b1NpemUiOjAsIkZvcmVncm91bmQiOnsiJGlkIjoiMTY5OSIsIkNvbG9yIjp7IiRpZCI6IjE3MD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cwMSIsIlRvcCI6MC4wLCJMZWZ0IjowLjAsIlJpZ2h0IjowLjAsIkJvdHRvbSI6MC4wfSwiUGFkZGluZyI6eyIkaWQiOiIxNzAyIiwiVG9wIjowLjAsIkxlZnQiOjAuMCwiUmlnaHQiOjAuMCwiQm90dG9tIjowLjB9LCJCYWNrZ3JvdW5kIjp7IiRpZCI6IjE3MDMiLCJDb2xvciI6eyIkaWQiOiIxNzA0IiwiQSI6MjU1LCJSIjowLCJHIjowLCJCIjowfX0sIklzVmlzaWJsZSI6dHJ1ZSwiV2lkdGgiOjAuMCwiSGVpZ2h0IjowLjAsIkJvcmRlclN0eWxlIjp7IiRpZCI6IjE3MDUiLCJMaW5lQ29sb3IiOm51bGwsIkxpbmVXZWlnaHQiOjAuMCwiTGluZVR5cGUiOjAsIlBhcmVudFN0eWxlIjpudWxsfSwiUGFyZW50U3R5bGUiOm51bGx9LCJEYXRlU3R5bGUiOnsiJGlkIjoiMTcwNiIsIkZvbnRTZXR0aW5ncyI6eyIkaWQiOiIxNzA3IiwiRm9udFNpemUiOjEwLCJGb250TmFtZSI6IkNhbGlicmkiLCJJc0JvbGQiOmZhbHNlLCJJc0l0YWxpYyI6ZmFsc2UsIklzVW5kZXJsaW5lZCI6ZmFsc2UsIlBhcmVudFN0eWxlIjpudWxsfSwiQXV0b1NpemUiOjAsIkZvcmVncm91bmQiOnsiJGlkIjoiMTcwOCIsIkNvbG9yIjp7IiRpZCI6IjE3MD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3MTAiLCJUb3AiOjAuMCwiTGVmdCI6MC4wLCJSaWdodCI6MC4wLCJCb3R0b20iOjAuMH0sIlBhZGRpbmciOnsiJGlkIjoiMTcxMSIsIlRvcCI6MC4wLCJMZWZ0IjowLjAsIlJpZ2h0IjowLjAsIkJvdHRvbSI6MC4wfSwiQmFja2dyb3VuZCI6eyIkaWQiOiIxNzEyIiwiQ29sb3IiOnsiJGlkIjoiMTcxMyIsIkEiOjI1NSwiUiI6NjgsIkciOjg0LCJCIjoxMDZ9fSwiSXNWaXNpYmxlIjp0cnVlLCJXaWR0aCI6MC4wLCJIZWlnaHQiOjAuMCwiQm9yZGVyU3R5bGUiOnsiJGlkIjoiMTcxNCIsIkxpbmVDb2xvciI6bnVsbCwiTGluZVdlaWdodCI6MC4wLCJMaW5lVHlwZSI6MCwiUGFyZW50U3R5bGUiOm51bGx9LCJQYXJlbnRTdHlsZSI6bnVsbH0sIkRhdGVGb3JtYXQiOnsiJGlkIjoiMTcx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E2IiwiRm9ybWF0IjowLCJJc1Zpc2libGUiOmZhbHNlLCJMYXN0S25vd25WaXNpYmlsaXR5U3RhdGUiOmZhbHNlfSwiSXNWaXNpYmxlIjp0cnVlLCJWYXJpYW5jZVN0eWxlIjp7IiRpZCI6IjE3MTciLCJUZXh0U3R5bGUiOnsiJGlkIjoiMTcxOCIsIkZvbnRTZXR0aW5ncyI6eyIkaWQiOiIxNzE5IiwiRm9udFNpemUiOjEwLCJGb250TmFtZSI6IkNhbGlicmkiLCJJc0JvbGQiOmZhbHNlLCJJc0l0YWxpYyI6ZmFsc2UsIklzVW5kZXJsaW5lZCI6ZmFsc2UsIlBhcmVudFN0eWxlIjpudWxsfSwiQXV0b1NpemUiOjAsIkZvcmVncm91bmQiOnsiJGlkIjoiMTcyMCIsIkNvbG9yIjp7IiRpZCI6IjE3Mj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yMiIsIlRvcCI6MC4wLCJMZWZ0IjowLjAsIlJpZ2h0IjowLjAsIkJvdHRvbSI6MC4wfSwiUGFkZGluZyI6eyIkaWQiOiIxNzIzIiwiVG9wIjowLjAsIkxlZnQiOjAuMCwiUmlnaHQiOjAuMCwiQm90dG9tIjowLjB9LCJCYWNrZ3JvdW5kIjp7IiRpZCI6IjE3MjQiLCJDb2xvciI6eyIkaWQiOiIxNzI1IiwiQSI6MjU1LCJSIjowLCJHIjowLCJCIjowfX0sIklzVmlzaWJsZSI6dHJ1ZSwiV2lkdGgiOjAuMCwiSGVpZ2h0IjowLjAsIkJvcmRlclN0eWxlIjpudWxsLCJQYXJlbnRTdHlsZSI6bnVsbH0sIlBhcmVudFN0eWxlIjpudWxsfSwiUGFyZW50U3R5bGUiOm51bGx9LCJEZWZhdWx0U3dpbWxhbmVNaWxlc3RvbmVTdHlsZSI6eyIkaWQiOiIxNzI2IiwiVGl0bGVQb3NpdGlvbiI6IkxlZnQiLCJEYXRlUG9zaXRpb24iOiJSaWdodCIsIlZhcmlhbmNlUG9zaXRpb24iOiJSaWdodCIsIlNoYXBlVHlwZSI6MSwiU2hhcGVTaXplIjowLCJTcGFjaW5nIjo1LCJTaGFwZVN0eWxlIjp7IiRpZCI6IjE3MjciLCJNYXJnaW4iOnsiJGlkIjoiMTcyOCIsIlRvcCI6MC4wLCJMZWZ0IjowLjAsIlJpZ2h0IjowLjAsIkJvdHRvbSI6MC4wfSwiUGFkZGluZyI6eyIkaWQiOiIxNzI5IiwiVG9wIjowLjAsIkxlZnQiOjAuMCwiUmlnaHQiOjAuMCwiQm90dG9tIjowLjB9LCJCYWNrZ3JvdW5kIjp7IiRpZCI6IjE3MzAiLCJDb2xvciI6eyIkaWQiOiIxNzMxIiwiQSI6MjU1LCJSIjo2OCwiRyI6MTE0LCJCIjoxOTZ9fSwiSXNWaXNpYmxlIjp0cnVlLCJXaWR0aCI6MTIuMCwiSGVpZ2h0IjoxNC4wLCJCb3JkZXJTdHlsZSI6eyIkaWQiOiIxNzMyIiwiTGluZUNvbG9yIjp7IiRpZCI6IjE3MzMiLCIkdHlwZSI6Ik5MUkUuQ29tbW9uLkRvbS5Tb2xpZENvbG9yQnJ1c2gsIE5MUkUuQ29tbW9uIiwiQ29sb3IiOnsiJGlkIjoiMTczNCIsIkEiOjI1NSwiUiI6MjM0LCJHIjoyMiwiQiI6MzB9fSwiTGluZVdlaWdodCI6MC4wLCJMaW5lVHlwZSI6MCwiUGFyZW50U3R5bGUiOm51bGx9LCJQYXJlbnRTdHlsZSI6bnVsbH0sIlRpdGxlU3R5bGUiOnsiJGlkIjoiMTczNSIsIkZvbnRTZXR0aW5ncyI6eyIkaWQiOiIxNzM2IiwiRm9udFNpemUiOjExLCJGb250TmFtZSI6IkNhbGlicmkiLCJJc0JvbGQiOmZhbHNlLCJJc0l0YWxpYyI6ZmFsc2UsIklzVW5kZXJsaW5lZCI6ZmFsc2UsIlBhcmVudFN0eWxlIjpudWxsfSwiQXV0b1NpemUiOjAsIkZvcmVncm91bmQiOnsiJGlkIjoiMTczNyIsIkNvbG9yIjp7IiRpZCI6IjE3Mz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czOSIsIlRvcCI6MC4wLCJMZWZ0IjowLjAsIlJpZ2h0IjowLjAsIkJvdHRvbSI6MC4wfSwiUGFkZGluZyI6eyIkaWQiOiIxNzQwIiwiVG9wIjowLjAsIkxlZnQiOjAuMCwiUmlnaHQiOjAuMCwiQm90dG9tIjowLjB9LCJCYWNrZ3JvdW5kIjp7IiRpZCI6IjE3NDEiLCJDb2xvciI6eyIkaWQiOiIxNzQyIiwiQSI6MjU1LCJSIjowLCJHIjowLCJCIjowfX0sIklzVmlzaWJsZSI6dHJ1ZSwiV2lkdGgiOjAuMCwiSGVpZ2h0IjowLjAsIkJvcmRlclN0eWxlIjp7IiRpZCI6IjE3NDMiLCJMaW5lQ29sb3IiOm51bGwsIkxpbmVXZWlnaHQiOjAuMCwiTGluZVR5cGUiOjAsIlBhcmVudFN0eWxlIjpudWxsfSwiUGFyZW50U3R5bGUiOm51bGx9LCJEYXRlU3R5bGUiOnsiJGlkIjoiMTc0NCIsIkZvbnRTZXR0aW5ncyI6eyIkaWQiOiIxNzQ1IiwiRm9udFNpemUiOjEwLCJGb250TmFtZSI6IkNhbGlicmkiLCJJc0JvbGQiOmZhbHNlLCJJc0l0YWxpYyI6ZmFsc2UsIklzVW5kZXJsaW5lZCI6ZmFsc2UsIlBhcmVudFN0eWxlIjpudWxsfSwiQXV0b1NpemUiOjAsIkZvcmVncm91bmQiOnsiJGlkIjoiMTc0NiIsIkNvbG9yIjp7IiRpZCI6IjE3ND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3NDgiLCJUb3AiOjAuMCwiTGVmdCI6MC4wLCJSaWdodCI6MC4wLCJCb3R0b20iOjAuMH0sIlBhZGRpbmciOnsiJGlkIjoiMTc0OSIsIlRvcCI6MC4wLCJMZWZ0IjowLjAsIlJpZ2h0IjowLjAsIkJvdHRvbSI6MC4wfSwiQmFja2dyb3VuZCI6eyIkaWQiOiIxNzUwIiwiQ29sb3IiOnsiJGlkIjoiMTc1MSIsIkEiOjI1NSwiUiI6NjgsIkciOjg0LCJCIjoxMDZ9fSwiSXNWaXNpYmxlIjp0cnVlLCJXaWR0aCI6MC4wLCJIZWlnaHQiOjAuMCwiQm9yZGVyU3R5bGUiOnsiJGlkIjoiMTc1MiIsIkxpbmVDb2xvciI6bnVsbCwiTGluZVdlaWdodCI6MC4wLCJMaW5lVHlwZSI6MCwiUGFyZW50U3R5bGUiOm51bGx9LCJQYXJlbnRTdHlsZSI6bnVsbH0sIkRhdGVGb3JtYXQiOnsiJGlkIjoiMTc1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U0IiwiRm9ybWF0IjowLCJJc1Zpc2libGUiOmZhbHNlLCJMYXN0S25vd25WaXNpYmlsaXR5U3RhdGUiOmZhbHNlfSwiSXNWaXNpYmxlIjp0cnVlLCJWYXJpYW5jZVN0eWxlIjp7IiRpZCI6IjE3NTUiLCJUZXh0U3R5bGUiOnsiJGlkIjoiMTc1NiIsIkZvbnRTZXR0aW5ncyI6eyIkaWQiOiIxNzU3IiwiRm9udFNpemUiOjEwLCJGb250TmFtZSI6IkNhbGlicmkiLCJJc0JvbGQiOmZhbHNlLCJJc0l0YWxpYyI6ZmFsc2UsIklzVW5kZXJsaW5lZCI6ZmFsc2UsIlBhcmVudFN0eWxlIjpudWxsfSwiQXV0b1NpemUiOjAsIkZvcmVncm91bmQiOnsiJGlkIjoiMTc1OCIsIkNvbG9yIjp7IiRpZCI6IjE3N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CIsIlRvcCI6MC4wLCJMZWZ0IjowLjAsIlJpZ2h0IjowLjAsIkJvdHRvbSI6MC4wfSwiUGFkZGluZyI6eyIkaWQiOiIxNzYxIiwiVG9wIjowLjAsIkxlZnQiOjAuMCwiUmlnaHQiOjAuMCwiQm90dG9tIjowLjB9LCJCYWNrZ3JvdW5kIjp7IiRpZCI6IjE3NjIiLCJDb2xvciI6eyIkaWQiOiIxNzYzIiwiQSI6MjU1LCJSIjowLCJHIjowLCJCIjowfX0sIklzVmlzaWJsZSI6dHJ1ZSwiV2lkdGgiOjAuMCwiSGVpZ2h0IjowLjAsIkJvcmRlclN0eWxlIjpudWxsLCJQYXJlbnRTdHlsZSI6bnVsbH0sIlBhcmVudFN0eWxlIjpudWxsfSwiUGFyZW50U3R5bGUiOm51bGx9LCJEZWZhdWx0U3dpbWxhbmVBY3Rpdml0eVN0eWxlIjp7IiRpZCI6IjE3NjQiLCJIZWFkZXJTdHlsZSI6eyIkaWQiOiIxNzY1IiwiVGV4dFN0eWxlIjp7IiRpZCI6IjE3NjYiLCJGb250U2V0dGluZ3MiOnsiJGlkIjoiMTc2NyIsIkZvbnRTaXplIjoxMSwiRm9udE5hbWUiOiJDYWxpYnJpIiwiSXNCb2xkIjpmYWxzZSwiSXNJdGFsaWMiOmZhbHNlLCJJc1VuZGVybGluZWQiOmZhbHNlLCJQYXJlbnRTdHlsZSI6bnVsbH0sIkF1dG9TaXplIjowLCJGb3JlZ3JvdW5kIjp7IiRpZCI6IjE3NjgiLCJDb2xvciI6eyIkaWQiOiIxNzY5IiwiQSI6MjU1LCJSIjo2NCwiRyI6NjQsIkIiOjY0fX0sIk1heFdpZHRoIjowLjAsIk1heEhlaWdodCI6MC4wLCJTbWFydEZvcmVncm91bmRJc0FjdGl2ZSI6ZmFsc2UsIkhvcml6b250YWxBbGlnbm1lbnQiOjAsIlZlcnRpY2FsQWxpZ25tZW50IjowLCJTbWFydEZvcmVncm91bmQiOm51bGwsIkJhY2tncm91bmRGaWxsVHlwZSI6MCwiTWFyZ2luIjp7IiRpZCI6IjE3NzAiLCJUb3AiOjAuMCwiTGVmdCI6MC4wLCJSaWdodCI6MC4wLCJCb3R0b20iOjAuMH0sIlBhZGRpbmciOnsiJGlkIjoiMTc3MSIsIlRvcCI6MC4wLCJMZWZ0IjowLjAsIlJpZ2h0IjowLjAsIkJvdHRvbSI6MC4wfSwiQmFja2dyb3VuZCI6eyIkaWQiOiIxNzcyIiwiQ29sb3IiOnsiJGlkIjoiMTc3MyIsIkEiOjI1NSwiUiI6NjQsIkciOjY0LCJCIjo2NH19LCJJc1Zpc2libGUiOmZhbHNlLCJXaWR0aCI6MC4wLCJIZWlnaHQiOjAuMCwiQm9yZGVyU3R5bGUiOm51bGwsIlBhcmVudFN0eWxlIjpudWxsfSwiUmVjdGFuZ2xlU3R5bGUiOnsiJGlkIjoiMTc3NCIsIk1hcmdpbiI6eyIkaWQiOiIxNzc1IiwiVG9wIjowLjAsIkxlZnQiOjAuMCwiUmlnaHQiOjAuMCwiQm90dG9tIjowLjB9LCJQYWRkaW5nIjp7IiRpZCI6IjE3NzYiLCJUb3AiOjAuMCwiTGVmdCI6MC4wLCJSaWdodCI6MC4wLCJCb3R0b20iOjAuMH0sIkJhY2tncm91bmQiOnsiJGlkIjoiMTc3NyIsIkNvbG9yIjp7IiRpZCI6IjE3NzgiLCJBIjoxMjcsIlIiOjY4LCJHIjoxMTQsIkIiOjE5Nn19LCJJc1Zpc2libGUiOmZhbHNlLCJXaWR0aCI6MC4wLCJIZWlnaHQiOjAuMCwiQm9yZGVyU3R5bGUiOnsiJGlkIjoiMTc3OSIsIkxpbmVDb2xvciI6eyIkaWQiOiIxNzgwIiwiJHR5cGUiOiJOTFJFLkNvbW1vbi5Eb20uU29saWRDb2xvckJydXNoLCBOTFJFLkNvbW1vbiIsIkNvbG9yIjp7IiRpZCI6IjE3ODEiLCJBIjoyNTUsIlIiOjI1NSwiRyI6MCwiQiI6MH19LCJMaW5lV2VpZ2h0IjowLjAsIkxpbmVUeXBlIjowLCJQYXJlbnRTdHlsZSI6bnVsbH0sIlBhcmVudFN0eWxlIjpudWxsfSwiTWFyZ2luIjp7IiRpZCI6IjE3ODIiLCJUb3AiOjAuMCwiTGVmdCI6MC4wLCJSaWdodCI6MC4wLCJCb3R0b20iOjAuMH0sIlBhZGRpbmciOnsiJGlkIjoiMTc4MyIsIlRvcCI6MC4wLCJMZWZ0IjowLjAsIlJpZ2h0IjowLjAsIkJvdHRvbSI6MC4wfSwiQmFja2dyb3VuZCI6bnVsbCwiSXNWaXNpYmxlIjp0cnVlLCJXaWR0aCI6MC4wLCJIZWlnaHQiOjAuMCwiQm9yZGVyU3R5bGUiOm51bGwsIlBhcmVudFN0eWxlIjpudWxsfSwiQmFja2dyb3VuZFN0eWxlIjp7IiRpZCI6IjE3ODQiLCJNYXJnaW4iOnsiJGlkIjoiMTc4NSIsIlRvcCI6MC4wLCJMZWZ0IjowLjAsIlJpZ2h0IjowLjAsIkJvdHRvbSI6MC4wfSwiUGFkZGluZyI6eyIkaWQiOiIxNzg2IiwiVG9wIjowLjAsIkxlZnQiOjAuMCwiUmlnaHQiOjAuMCwiQm90dG9tIjowLjB9LCJCYWNrZ3JvdW5kIjp7IiRpZCI6IjE3ODciLCJDb2xvciI6eyIkaWQiOiIxNzg4IiwiQSI6NTEsIlIiOjIwMCwiRyI6MjAwLCJCIjoyMDB9fSwiSXNWaXNpYmxlIjp0cnVlLCJXaWR0aCI6MC4wLCJIZWlnaHQiOjAuMCwiQm9yZGVyU3R5bGUiOnsiJGlkIjoiMTc4OSIsIkxpbmVDb2xvciI6eyIkaWQiOiIxNzkwIiwiJHR5cGUiOiJOTFJFLkNvbW1vbi5Eb20uU29saWRDb2xvckJydXNoLCBOTFJFLkNvbW1vbiIsIkNvbG9yIjp7IiRpZCI6IjE3OTEiLCJBIjoyNTUsIlIiOjIzNCwiRyI6MjIsIkIiOjMwfX0sIkxpbmVXZWlnaHQiOjAuMCwiTGluZVR5cGUiOjAsIlBhcmVudFN0eWxlIjpudWxsfSwiUGFyZW50U3R5bGUiOm51bGx9LCJNYXJnaW4iOnsiJGlkIjoiMTc5MiIsIlRvcCI6MC4wLCJMZWZ0IjowLjAsIlJpZ2h0IjowLjAsIkJvdHRvbSI6MC4wfSwiUGFkZGluZyI6eyIkaWQiOiIxNzkzIiwiVG9wIjowLjAsIkxlZnQiOjAuMCwiUmlnaHQiOjAuMCwiQm90dG9tIjowLjB9LCJJc1Zpc2libGUiOnRydWUsIldpZHRoIjowLjAsIkhlaWdodCI6MC4wLCJCb3JkZXJTdHlsZSI6eyIkaWQiOiIxNzk0IiwiTGluZUNvbG9yIjpudWxsLCJMaW5lV2VpZ2h0IjowLjAsIkxpbmVUeXBlIjowLCJQYXJlbnRTdHlsZSI6bnVsbH0sIlBhcmVudFN0eWxlIjpudWxsfSwiTWFyZ2luIjp7IiRpZCI6IjE3OTUiLCJUb3AiOjAuMCwiTGVmdCI6MC4wLCJSaWdodCI6MC4wLCJCb3R0b20iOjAuMH0sIlBhZGRpbmciOnsiJGlkIjoiMTc5NiIsIlRvcCI6MC4wLCJMZWZ0IjowLjAsIlJpZ2h0IjowLjAsIkJvdHRvbSI6MC4wfSwiSXNWaXNpYmxlIjpmYWxzZSwiV2lkdGgiOjAuMCwiSGVpZ2h0IjowLjAsIkJvcmRlclN0eWxlIjp7IiRpZCI6IjE3OTciLCJMaW5lQ29sb3IiOm51bGwsIkxpbmVXZWlnaHQiOjAuMCwiTGluZVR5cGUiOjAsIlBhcmVudFN0eWxlIjpudWxsfSwiUGFyZW50U3R5bGUiOm51bGx9fSx7IiRpZCI6IjE3OTgiLCJfYWN0aXZpdGllcyI6W3siJGlkIjoiMTc5OSIsIl9yb3dzIjpbeyIkaWQiOiIxODAwIiwiX3Rhc2tzIjpbeyIkaWQiOiIxODAxIiwiX2F0dGFjaGVkTWlsZXN0b25lcyI6W10sIlRhc2tEZWZpbml0aW9uIjp7IiRpZCI6IjE4MDIiLCJHcm91cE5hbWUiOm51bGwsIlN0YXJ0RGF0ZSI6IjIwMjYtMTAtMDFUMDA6MDA6MDBaIiwiRW5kRGF0ZSI6IjIwMjYtMTEtMzBUMjM6NTk6MDBaIiwiUGVyY2VudGFnZUNvbXBsZXRlIjpudWxsLCJTdHlsZSI6eyIkaWQiOiIxODAzIiwiU2hhcGUiOjEsIlNoYXBlVGhpY2tuZXNzIjowLCJEdXJhdGlvbkZvcm1hdCI6MCwiSW5jbHVkZU5vbldvcmtpbmdEYXlzSW5EdXJhdGlvbiI6ZmFsc2UsIlBlcmNlbnRhZ2VDb21wbGV0ZVN0eWxlIjp7IiRpZCI6IjE4MDQiLCJGb250U2V0dGluZ3MiOnsiJGlkIjoiMTgwNSIsIkZvbnRTaXplIjoxMCwiRm9udE5hbWUiOiJDYWxpYnJpIiwiSXNCb2xkIjpmYWxzZSwiSXNJdGFsaWMiOmZhbHNlLCJJc1VuZGVybGluZWQiOmZhbHNlLCJQYXJlbnRTdHlsZSI6bnVsbH0sIkF1dG9TaXplIjowLCJGb3JlZ3JvdW5kIjp7IiRpZCI6IjE4MDYiLCJDb2xvciI6eyIkaWQiOiIxODA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4MDgiLCJUb3AiOjAuMCwiTGVmdCI6MC4wLCJSaWdodCI6MC4wLCJCb3R0b20iOjAuMH0sIlBhZGRpbmciOnsiJGlkIjoiMTgwOSIsIlRvcCI6MC4wLCJMZWZ0IjowLjAsIlJpZ2h0IjowLjAsIkJvdHRvbSI6MC4wfSwiQmFja2dyb3VuZCI6eyIkaWQiOiIxODEwIiwiQ29sb3IiOnsiJGlkIjoiMTgxMSIsIkEiOjg5LCJSIjowLCJHIjowLCJCIjowfX0sIklzVmlzaWJsZSI6dHJ1ZSwiV2lkdGgiOjAuMCwiSGVpZ2h0IjowLjAsIkJvcmRlclN0eWxlIjp7IiRpZCI6IjE4MTIiLCJMaW5lQ29sb3IiOm51bGwsIkxpbmVXZWlnaHQiOjAuMCwiTGluZVR5cGUiOjAsIlBhcmVudFN0eWxlIjpudWxsfSwiUGFyZW50U3R5bGUiOm51bGx9LCJEdXJhdGlvblN0eWxlIjp7IiRpZCI6IjE4MTMiLCJGb250U2V0dGluZ3MiOnsiJGlkIjoiMTgxNCIsIkZvbnRTaXplIjoxMCwiRm9udE5hbWUiOiJDYWxpYnJpIiwiSXNCb2xkIjpmYWxzZSwiSXNJdGFsaWMiOmZhbHNlLCJJc1VuZGVybGluZWQiOmZhbHNlLCJQYXJlbnRTdHlsZSI6bnVsbH0sIkF1dG9TaXplIjowLCJGb3JlZ3JvdW5kIjp7IiRpZCI6IjE4MTUiLCJDb2xvciI6eyIkaWQiOiIxODE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xODE3IiwiVG9wIjowLjAsIkxlZnQiOjAuMCwiUmlnaHQiOjAuMCwiQm90dG9tIjowLjB9LCJQYWRkaW5nIjp7IiRpZCI6IjE4MTgiLCJUb3AiOjAuMCwiTGVmdCI6MC4wLCJSaWdodCI6MC4wLCJCb3R0b20iOjAuMH0sIkJhY2tncm91bmQiOnsiJGlkIjoiMTgxOSIsIkNvbG9yIjp7IiRpZCI6IjE4MjAiLCJBIjoyNTUsIlIiOjY4LCJHIjo4NCwiQiI6MTA2fX0sIklzVmlzaWJsZSI6dHJ1ZSwiV2lkdGgiOjAuMCwiSGVpZ2h0IjowLjAsIkJvcmRlclN0eWxlIjp7IiRpZCI6IjE4MjEiLCJMaW5lQ29sb3IiOm51bGwsIkxpbmVXZWlnaHQiOjAuMCwiTGluZVR5cGUiOjAsIlBhcmVudFN0eWxlIjpudWxsfSwiUGFyZW50U3R5bGUiOm51bGx9LCJIb3Jpem9udGFsQ29ubmVjdG9yU3R5bGUiOnsiJGlkIjoiMTgyMiIsIkxpbmVDb2xvciI6eyIkaWQiOiIxODIzIiwiJHR5cGUiOiJOTFJFLkNvbW1vbi5Eb20uU29saWRDb2xvckJydXNoLCBOTFJFLkNvbW1vbiIsIkNvbG9yIjp7IiRpZCI6IjE4MjQiLCJBIjoyNTUsIlIiOjAsIkciOjAsIkIiOjB9fSwiTGluZVdlaWdodCI6MC4wLCJMaW5lVHlwZSI6MCwiUGFyZW50U3R5bGUiOm51bGx9LCJWZXJ0aWNhbENvbm5lY3RvclN0eWxlIjp7IiRpZCI6IjE4MjUiLCJMaW5lQ29sb3IiOnsiJGlkIjoiMTgyNiIsIiR0eXBlIjoiTkxSRS5Db21tb24uRG9tLlNvbGlkQ29sb3JCcnVzaCwgTkxSRS5Db21tb24iLCJDb2xvciI6eyIkaWQiOiIxODI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ODI4IiwiU2hhcGVTdHlsZSI6eyIkaWQiOiIxODI5IiwiTWFyZ2luIjp7IiRpZCI6IjE4MzAiLCJUb3AiOjAuMCwiTGVmdCI6MC4wLCJSaWdodCI6MC4wLCJCb3R0b20iOjAuMH0sIlBhZGRpbmciOnsiJGlkIjoiMTgzMSIsIlRvcCI6MC4wLCJMZWZ0IjowLjAsIlJpZ2h0IjowLjAsIkJvdHRvbSI6MC4wfSwiQmFja2dyb3VuZCI6eyIkaWQiOiIxODMyIiwiQ29sb3IiOnsiJGlkIjoiMTgzMyIsIkEiOjE1MywiUiI6MCwiRyI6MCwiQiI6MH19LCJJc1Zpc2libGUiOnRydWUsIldpZHRoIjowLjAsIkhlaWdodCI6MC4wLCJCb3JkZXJTdHlsZSI6bnVsbCwiUGFyZW50U3R5bGUiOm51bGx9LCJNYXJnaW4iOnsiJGlkIjoiMTgzNCIsIlRvcCI6MC4wLCJMZWZ0IjowLjAsIlJpZ2h0IjowLjAsIkJvdHRvbSI6MC4wfSwiUGFkZGluZyI6eyIkaWQiOiIxODM1IiwiVG9wIjowLjAsIkxlZnQiOjAuMCwiUmlnaHQiOjAuMCwiQm90dG9tIjowLjB9LCJCYWNrZ3JvdW5kIjpudWxsLCJJc1Zpc2libGUiOnRydWUsIldpZHRoIjowLjAsIkhlaWdodCI6MC4wLCJCb3JkZXJTdHlsZSI6bnVsbCwiUGFyZW50U3R5bGUiOm51bGx9LCJTaGFwZVN0eWxlIjp7IiRpZCI6IjE4MzYiLCJNYXJnaW4iOnsiJGlkIjoiMTgzNyIsIlRvcCI6MC4wLCJMZWZ0Ijo0LjAsIlJpZ2h0Ijo0LjAsIkJvdHRvbSI6MC4wfSwiUGFkZGluZyI6eyIkaWQiOiIxODM4IiwiVG9wIjowLjAsIkxlZnQiOjAuMCwiUmlnaHQiOjAuMCwiQm90dG9tIjowLjB9LCJCYWNrZ3JvdW5kIjp7IiRpZCI6IjE4MzkiLCJDb2xvciI6eyIkaWQiOiIxODQwIiwiQSI6MjU1LCJSIjoyNTUsIkciOjE5MiwiQiI6MH19LCJJc1Zpc2libGUiOnRydWUsIldpZHRoIjowLjAsIkhlaWdodCI6MTAuMCwiQm9yZGVyU3R5bGUiOnsiJGlkIjoiMTg0MSIsIkxpbmVDb2xvciI6eyIkaWQiOiIxODQyIiwiJHR5cGUiOiJOTFJFLkNvbW1vbi5Eb20uU29saWRDb2xvckJydXNoLCBOTFJFLkNvbW1vbiIsIkNvbG9yIjp7IiRpZCI6IjE4NDMiLCJBIjoyNTUsIlIiOjIzNCwiRyI6MjIsIkIiOjMwfX0sIkxpbmVXZWlnaHQiOjAuMCwiTGluZVR5cGUiOjAsIlBhcmVudFN0eWxlIjpudWxsfSwiUGFyZW50U3R5bGUiOm51bGx9LCJUaXRsZVN0eWxlIjp7IiRpZCI6IjE4NDQiLCJGb250U2V0dGluZ3MiOnsiJGlkIjoiMTg0NSIsIkZvbnRTaXplIjoxMSwiRm9udE5hbWUiOiJUaXRpbGxpdW0gV2ViIiwiSXNCb2xkIjpmYWxzZSwiSXNJdGFsaWMiOmZhbHNlLCJJc1VuZGVybGluZWQiOmZhbHNlLCJQYXJlbnRTdHlsZSI6bnVsbH0sIkF1dG9TaXplIjowLCJGb3JlZ3JvdW5kIjp7IiRpZCI6IjE4NDYiLCJDb2xvciI6eyIkaWQiOiIxODQ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E4NDgiLCJUb3AiOjAuMCwiTGVmdCI6MC4wLCJSaWdodCI6MC4wLCJCb3R0b20iOjAuMH0sIlBhZGRpbmciOnsiJGlkIjoiMTg0OSIsIlRvcCI6MC4wLCJMZWZ0IjowLjAsIlJpZ2h0IjowLjAsIkJvdHRvbSI6MC4wfSwiQmFja2dyb3VuZCI6eyIkaWQiOiIxODUwIiwiQ29sb3IiOnsiJGlkIjoiMTg1MSIsIkEiOjAsIlIiOjI1NSwiRyI6MjU1LCJCIjoyNTV9fSwiSXNWaXNpYmxlIjp0cnVlLCJXaWR0aCI6MC4wLCJIZWlnaHQiOjAuMCwiQm9yZGVyU3R5bGUiOnsiJGlkIjoiMTg1MiIsIkxpbmVDb2xvciI6bnVsbCwiTGluZVdlaWdodCI6MC4wLCJMaW5lVHlwZSI6MCwiUGFyZW50U3R5bGUiOm51bGx9LCJQYXJlbnRTdHlsZSI6bnVsbH0sIkRhdGVTdHlsZSI6eyIkaWQiOiIxODUzIiwiRm9udFNldHRpbmdzIjp7IiRpZCI6IjE4NTQiLCJGb250U2l6ZSI6MTAsIkZvbnROYW1lIjoiVGl0aWxsaXVtIFdlYiIsIklzQm9sZCI6ZmFsc2UsIklzSXRhbGljIjpmYWxzZSwiSXNVbmRlcmxpbmVkIjpmYWxzZSwiUGFyZW50U3R5bGUiOm51bGx9LCJBdXRvU2l6ZSI6MCwiRm9yZWdyb3VuZCI6eyIkaWQiOiIxODU1IiwiQ29sb3IiOnsiJGlkIjoiMTg1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xODU3IiwiVG9wIjowLjAsIkxlZnQiOjAuMCwiUmlnaHQiOjAuMCwiQm90dG9tIjowLjB9LCJQYWRkaW5nIjp7IiRpZCI6IjE4NTgiLCJUb3AiOjAuMCwiTGVmdCI6MC4wLCJSaWdodCI6MC4wLCJCb3R0b20iOjAuMH0sIkJhY2tncm91bmQiOnsiJGlkIjoiMTg1OSIsIkNvbG9yIjp7IiRpZCI6IjE4NjAiLCJBIjowLCJSIjoyNTUsIkciOjI1NSwiQiI6MjU1fX0sIklzVmlzaWJsZSI6dHJ1ZSwiV2lkdGgiOjAuMCwiSGVpZ2h0IjowLjAsIkJvcmRlclN0eWxlIjp7IiRpZCI6IjE4NjEiLCJMaW5lQ29sb3IiOm51bGwsIkxpbmVXZWlnaHQiOjAuMCwiTGluZVR5cGUiOjAsIlBhcmVudFN0eWxlIjpudWxsfSwiUGFyZW50U3R5bGUiOm51bGx9LCJEYXRlRm9ybWF0Ijp7IiRpZCI6IjE4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2MyIsIkZvcm1hdCI6MCwiSXNWaXNpYmxlIjpmYWxzZSwiTGFzdEtub3duVmlzaWJpbGl0eVN0YXRlIjpmYWxzZX0sIklzVmlzaWJsZSI6dHJ1ZSwiVmFyaWFuY2VTdHlsZSI6eyIkaWQiOiIxODY0IiwiVGV4dFN0eWxlIjp7IiRpZCI6IjE4NjUiLCJGb250U2V0dGluZ3MiOnsiJGlkIjoiMTg2NiIsIkZvbnRTaXplIjoxMCwiRm9udE5hbWUiOiJDYWxpYnJpIiwiSXNCb2xkIjpmYWxzZSwiSXNJdGFsaWMiOmZhbHNlLCJJc1VuZGVybGluZWQiOmZhbHNlLCJQYXJlbnRTdHlsZSI6bnVsbH0sIkF1dG9TaXplIjowLCJGb3JlZ3JvdW5kIjp7IiRpZCI6IjE4NjciLCJDb2xvciI6eyIkaWQiOiIxOD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NjkiLCJUb3AiOjAuMCwiTGVmdCI6MC4wLCJSaWdodCI6MC4wLCJCb3R0b20iOjAuMH0sIlBhZGRpbmciOnsiJGlkIjoiMTg3MCIsIlRvcCI6MC4wLCJMZWZ0IjowLjAsIlJpZ2h0IjowLjAsIkJvdHRvbSI6MC4wfSwiQmFja2dyb3VuZCI6eyIkaWQiOiIxODcxIiwiQ29sb3IiOnsiJGlkIjoiMTg3MiIsIkEiOjI1NSwiUiI6MCwiRyI6MCwiQiI6MH19LCJJc1Zpc2libGUiOnRydWUsIldpZHRoIjowLjAsIkhlaWdodCI6MC4wLCJCb3JkZXJTdHlsZSI6eyIkaWQiOiIxODczIiwiTGluZUNvbG9yIjpudWxsLCJMaW5lV2VpZ2h0IjowLjAsIkxpbmVUeXBlIjowLCJQYXJlbnRTdHlsZSI6bnVsbH0sIlBhcmVudFN0eWxlIjpudWxsfSwiUGFyZW50U3R5bGUiOm51bGx9LCJQYXJlbnRTdHlsZSI6bnVsbH0sIkluZGV4IjoxMywiU21hcnREdXJhdGlvbkFjdGl2YXRlZCI6ZmFsc2UsIkRhdGVGb3JtYXQiOnsiJHJlZiI6IjE4NjIifSwiV2Vla051bWJlcmluZyI6eyIkaWQiOiIxODc0IiwiRm9ybWF0IjowLCJJc1Zpc2libGUiOmZhbHNlLCJMYXN0S25vd25WaXNpYmlsaXR5U3RhdGUiOmZhbHNlfSwiQmFzZWxpbmVEYXRhIjp7IiRpZCI6IjE4NzUiLCJTdGFydERhdGUiOiIyMDI2LTEwLTAxVDAwOjAwOjAwIiwiRW5kRGF0ZSI6IjIwMjYtMTEtMzBUMjM6NTk6MDAifSwiSWQiOiIwYmQ2ZDFhMS1mY2FmLTRmMmMtOTRhNy03NDk1NGY5YTU5OGQiLCJJbXBvcnRJZCI6bnVsbCwiVGl0bGUiOiJGbHVqbyBlbmQtdG8tZW5kIChTcHJpbnRzICgxMSAtIDE0KSIsIk5vdGUiOm51bGwsIkh5cGVybGluayI6eyIkaWQiOiIxODc2IiwiQWRkcmVzcyI6IiIsIlN1YkFkZHJlc3MiOiIifSwiSXNDaGFuZ2VkIjpmYWxzZSwiSXNOZXciOmZhbHNlfX1dLCJfbWlsZXN0b25lcyI6W10sIklkIjoiMDAwMDAwMDAtMDAwMC0wMDAwLTAwMDAtMDAwMDAwMDAwMDAwIiwiSXNTaW5nbGVJdGVtUm93Ijp0cnVlfV0sIkluZGV4IjoxMiwiSWQiOiJjOWYxOGNkYy04MzUwLTQ5YTUtOGM2Mi0xN2Y3YzhiNzBiNzIiLCJIZWFkZXJUZXh0IjpudWxsLCJJc0RlZmF1bHQiOnRydWUsIlN0eWxlIjp7IiRpZCI6IjE4NzciLCJIZWFkZXJTdHlsZSI6eyIkaWQiOiIxODc4IiwiVGV4dFN0eWxlIjp7IiRpZCI6IjE4NzkiLCJGb250U2V0dGluZ3MiOnsiJGlkIjoiMTg4MCIsIkZvbnRTaXplIjoxMSwiRm9udE5hbWUiOiJDYWxpYnJpIiwiSXNCb2xkIjpmYWxzZSwiSXNJdGFsaWMiOmZhbHNlLCJJc1VuZGVybGluZWQiOmZhbHNlLCJQYXJlbnRTdHlsZSI6bnVsbH0sIkF1dG9TaXplIjoyLCJGb3JlZ3JvdW5kIjp7IiRpZCI6IjE4ODEiLCJDb2xvciI6eyIkaWQiOiIxODg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g4MyIsIlRvcCI6MC4wLCJMZWZ0IjowLjAsIlJpZ2h0IjowLjAsIkJvdHRvbSI6MC4wfSwiUGFkZGluZyI6eyIkaWQiOiIxODg0IiwiVG9wIjowLjAsIkxlZnQiOjAuMCwiUmlnaHQiOjAuMCwiQm90dG9tIjowLjB9LCJCYWNrZ3JvdW5kIjp7IiRpZCI6IjE4ODUiLCJDb2xvciI6eyIkaWQiOiIxODg2IiwiQSI6MjU1LCJSIjo2NCwiRyI6NjQsIkIiOjY0fX0sIklzVmlzaWJsZSI6dHJ1ZSwiV2lkdGgiOjAuMCwiSGVpZ2h0IjowLjAsIkJvcmRlclN0eWxlIjpudWxsLCJQYXJlbnRTdHlsZSI6bnVsbH0sIlJlY3RhbmdsZVN0eWxlIjp7IiRpZCI6IjE4ODciLCJNYXJnaW4iOnsiJGlkIjoiMTg4OCIsIlRvcCI6MC4wLCJMZWZ0IjowLjAsIlJpZ2h0IjowLjAsIkJvdHRvbSI6MC4wfSwiUGFkZGluZyI6eyIkaWQiOiIxODg5IiwiVG9wIjowLjAsIkxlZnQiOjAuMCwiUmlnaHQiOjAuMCwiQm90dG9tIjowLjB9LCJCYWNrZ3JvdW5kIjp7IiRpZCI6IjE4OTAiLCJDb2xvciI6eyIkaWQiOiIxODkxIiwiQSI6MTI3LCJSIjoyNTUsIkciOjE5MiwiQiI6MH19LCJJc1Zpc2libGUiOnRydWUsIldpZHRoIjowLjAsIkhlaWdodCI6MC4wLCJCb3JkZXJTdHlsZSI6eyIkaWQiOiIxODkyIiwiTGluZUNvbG9yIjp7IiRpZCI6IjE4OTMiLCIkdHlwZSI6Ik5MUkUuQ29tbW9uLkRvbS5Tb2xpZENvbG9yQnJ1c2gsIE5MUkUuQ29tbW9uIiwiQ29sb3IiOnsiJGlkIjoiMTg5NCIsIkEiOjI1NSwiUiI6MjU1LCJHIjoyNTUsIkIiOjI1NX19LCJMaW5lV2VpZ2h0IjowLjAsIkxpbmVUeXBlIjowLCJQYXJlbnRTdHlsZSI6bnVsbH0sIlBhcmVudFN0eWxlIjpudWxsfSwiTWFyZ2luIjp7IiRpZCI6IjE4OTUiLCJUb3AiOjAuMCwiTGVmdCI6MC4wLCJSaWdodCI6MC4wLCJCb3R0b20iOjAuMH0sIlBhZGRpbmciOnsiJGlkIjoiMTg5NiIsIlRvcCI6MC4wLCJMZWZ0IjowLjAsIlJpZ2h0IjowLjAsIkJvdHRvbSI6MC4wfSwiQmFja2dyb3VuZCI6bnVsbCwiSXNWaXNpYmxlIjp0cnVlLCJXaWR0aCI6MC4wLCJIZWlnaHQiOjAuMCwiQm9yZGVyU3R5bGUiOm51bGwsIlBhcmVudFN0eWxlIjpudWxsfSwiQmFja2dyb3VuZFN0eWxlIjp7IiRpZCI6IjE4OTciLCJNYXJnaW4iOnsiJGlkIjoiMTg5OCIsIlRvcCI6MC4wLCJMZWZ0IjowLjAsIlJpZ2h0IjowLjAsIkJvdHRvbSI6MC4wfSwiUGFkZGluZyI6eyIkaWQiOiIxODk5IiwiVG9wIjowLjAsIkxlZnQiOjAuMCwiUmlnaHQiOjAuMCwiQm90dG9tIjowLjB9LCJCYWNrZ3JvdW5kIjp7IiRpZCI6IjE5MDAiLCJDb2xvciI6eyIkaWQiOiIxOTAxIiwiQSI6NTEsIlIiOjIwMCwiRyI6MjAwLCJCIjoyMDB9fSwiSXNWaXNpYmxlIjp0cnVlLCJXaWR0aCI6MC4wLCJIZWlnaHQiOjAuMCwiQm9yZGVyU3R5bGUiOnsiJGlkIjoiMTkwMiIsIkxpbmVDb2xvciI6eyIkaWQiOiIxOTAzIiwiJHR5cGUiOiJOTFJFLkNvbW1vbi5Eb20uU29saWRDb2xvckJydXNoLCBOTFJFLkNvbW1vbiIsIkNvbG9yIjp7IiRpZCI6IjE5MDQiLCJBIjoyNTUsIlIiOjIzNCwiRyI6MjIsIkIiOjMwfX0sIkxpbmVXZWlnaHQiOjAuMCwiTGluZVR5cGUiOjAsIlBhcmVudFN0eWxlIjpudWxsfSwiUGFyZW50U3R5bGUiOm51bGx9LCJNYXJnaW4iOnsiJGlkIjoiMTkwNSIsIlRvcCI6MC4wLCJMZWZ0IjowLjAsIlJpZ2h0IjowLjAsIkJvdHRvbSI6MC4wfSwiUGFkZGluZyI6eyIkaWQiOiIxOTA2IiwiVG9wIjowLjAsIkxlZnQiOjAuMCwiUmlnaHQiOjAuMCwiQm90dG9tIjowLjB9LCJJc1Zpc2libGUiOnRydWUsIldpZHRoIjowLjAsIkhlaWdodCI6MC4wLCJCb3JkZXJTdHlsZSI6eyIkaWQiOiIxOTA3IiwiTGluZUNvbG9yIjpudWxsLCJMaW5lV2VpZ2h0IjowLjAsIkxpbmVUeXBlIjowLCJQYXJlbnRTdHlsZSI6bnVsbH0sIlBhcmVudFN0eWxlIjpudWxsfX1dLCJJZCI6IjhmMzc5YmNkLWQyNmUtNDJmNy1iZTI0LWI3ZTY0OWFlMDNkYyIsIkluZGV4IjoxMiwiSGVhZGVyVGV4dCI6IkFscGhhIiwiU3R5bGUiOnsiJGlkIjoiMTkwOCIsIlN0eWxlSWQiOiI5ODUxM2UxMC01NTFjLTRmMzAtYWMxMS1hMDY5MGU5MDMxMzQiLCJIZWFkZXJTdHlsZSI6eyIkaWQiOiIxOTA5IiwiVGV4dElzVmVydGljYWwiOmZhbHNlLCJUZXh0U3R5bGUiOnsiJGlkIjoiMTkxMCIsIkZvbnRTZXR0aW5ncyI6eyIkaWQiOiIxOTExIiwiRm9udFNpemUiOjExLCJGb250TmFtZSI6IlRpdGlsbGl1bSBXZWIiLCJJc0JvbGQiOmZhbHNlLCJJc0l0YWxpYyI6ZmFsc2UsIklzVW5kZXJsaW5lZCI6ZmFsc2UsIlBhcmVudFN0eWxlIjpudWxsfSwiQXV0b1NpemUiOjIsIkZvcmVncm91bmQiOnsiJGlkIjoiMTkxMiIsIkNvbG9yIjp7IiRpZCI6IjE5MT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OTE0IiwiVG9wIjowLjAsIkxlZnQiOjAuMCwiUmlnaHQiOjAuMCwiQm90dG9tIjowLjB9LCJQYWRkaW5nIjp7IiRpZCI6IjE5MTUiLCJUb3AiOjAuMCwiTGVmdCI6MC4wLCJSaWdodCI6MC4wLCJCb3R0b20iOjAuMH0sIkJhY2tncm91bmQiOnsiJGlkIjoiMTkxNiIsIkNvbG9yIjp7IiRpZCI6IjE5MTciLCJBIjoyNTUsIlIiOjM4LCJHIjozOCwiQiI6Mzh9fSwiSXNWaXNpYmxlIjp0cnVlLCJXaWR0aCI6MC4wLCJIZWlnaHQiOjAuMCwiQm9yZGVyU3R5bGUiOm51bGwsIlBhcmVudFN0eWxlIjpudWxsfSwiUmVjdGFuZ2xlU3R5bGUiOnsiJGlkIjoiMTkxOCIsIk1hcmdpbiI6eyIkaWQiOiIxOTE5IiwiVG9wIjowLjAsIkxlZnQiOjAuMCwiUmlnaHQiOjAuMCwiQm90dG9tIjowLjB9LCJQYWRkaW5nIjp7IiRpZCI6IjE5MjAiLCJUb3AiOjAuMCwiTGVmdCI6MC4wLCJSaWdodCI6MC4wLCJCb3R0b20iOjAuMH0sIkJhY2tncm91bmQiOnsiJGlkIjoiMTkyMSIsIkNvbG9yIjp7IiRpZCI6IjE5MjIiLCJBIjoyNTUsIlIiOjI1NSwiRyI6MTkyLCJCIjowfX0sIklzVmlzaWJsZSI6dHJ1ZSwiV2lkdGgiOjAuMCwiSGVpZ2h0IjowLjAsIkJvcmRlclN0eWxlIjp7IiRpZCI6IjE5MjMiLCJMaW5lQ29sb3IiOnsiJGlkIjoiMTkyNCIsIiR0eXBlIjoiTkxSRS5Db21tb24uRG9tLlNvbGlkQ29sb3JCcnVzaCwgTkxSRS5Db21tb24iLCJDb2xvciI6eyIkaWQiOiIxOTI1IiwiQSI6MjU1LCJSIjoyNTUsIkciOjI1NSwiQiI6MjU1fX0sIkxpbmVXZWlnaHQiOjAuMCwiTGluZVR5cGUiOjAsIlBhcmVudFN0eWxlIjpudWxsfSwiUGFyZW50U3R5bGUiOm51bGx9LCJNYXJnaW4iOnsiJGlkIjoiMTkyNiIsIlRvcCI6MC4wLCJMZWZ0IjowLjAsIlJpZ2h0IjowLjAsIkJvdHRvbSI6MC4wfSwiUGFkZGluZyI6eyIkaWQiOiIxOTI3IiwiVG9wIjowLjAsIkxlZnQiOjAuMCwiUmlnaHQiOjAuMCwiQm90dG9tIjowLjB9LCJCYWNrZ3JvdW5kIjpudWxsLCJJc1Zpc2libGUiOnRydWUsIldpZHRoIjowLjAsIkhlaWdodCI6MC4wLCJCb3JkZXJTdHlsZSI6bnVsbCwiUGFyZW50U3R5bGUiOm51bGx9LCJCYWNrZ3JvdW5kU3R5bGUiOnsiJGlkIjoiMTkyOCIsIk1hcmdpbiI6eyIkaWQiOiIxOTI5IiwiVG9wIjowLjAsIkxlZnQiOjAuMCwiUmlnaHQiOjAuMCwiQm90dG9tIjowLjB9LCJQYWRkaW5nIjp7IiRpZCI6IjE5MzAiLCJUb3AiOjAuMCwiTGVmdCI6MC4wLCJSaWdodCI6MC4wLCJCb3R0b20iOjAuMH0sIkJhY2tncm91bmQiOnsiJGlkIjoiMTkzMSIsIkNvbG9yIjp7IiRpZCI6IjE5MzIiLCJBIjo1MSwiUiI6MjAwLCJHIjoyMDAsIkIiOjIwMH19LCJJc1Zpc2libGUiOnRydWUsIldpZHRoIjowLjAsIkhlaWdodCI6MC4wLCJCb3JkZXJTdHlsZSI6eyIkaWQiOiIxOTMzIiwiTGluZUNvbG9yIjp7IiRpZCI6IjE5MzQiLCIkdHlwZSI6Ik5MUkUuQ29tbW9uLkRvbS5Tb2xpZENvbG9yQnJ1c2gsIE5MUkUuQ29tbW9uIiwiQ29sb3IiOnsiJGlkIjoiMTkzNSIsIkEiOjI1NSwiUiI6MjM0LCJHIjoyMiwiQiI6MzB9fSwiTGluZVdlaWdodCI6MC4wLCJMaW5lVHlwZSI6MCwiUGFyZW50U3R5bGUiOm51bGx9LCJQYXJlbnRTdHlsZSI6bnVsbH0sIklzQWJvdmVUaW1lYmFuZCI6ZmFsc2UsIlNwYWNpbmciOjIsIkRlZmF1bHRTd2ltbGFuZVRhc2tTdHlsZSI6eyIkaWQiOiIxOTM2IiwiJHR5cGUiOiJOTFJFLkNvbW1vbi5Eb20uU3R5bGVzLkV4cGxpY2l0U2V0YWJsZVRhc2tTdHlsZSwgTkxSRS5Db21tb24iLCJTaGFwZSI6MSwiU2hhcGVUaGlja25lc3MiOjAsIkR1cmF0aW9uRm9ybWF0IjowLCJJbmNsdWRlTm9uV29ya2luZ0RheXNJbkR1cmF0aW9uIjpmYWxzZSwiUGVyY2VudGFnZUNvbXBsZXRlU3R5bGUiOnsiJGlkIjoiMTkzNyIsIkZvbnRTZXR0aW5ncyI6eyIkaWQiOiIxOTM4IiwiRm9udFNpemUiOjEwLCJGb250TmFtZSI6IkNhbGlicmkiLCJJc0JvbGQiOmZhbHNlLCJJc0l0YWxpYyI6ZmFsc2UsIklzVW5kZXJsaW5lZCI6ZmFsc2UsIlBhcmVudFN0eWxlIjpudWxsfSwiQXV0b1NpemUiOjAsIkZvcmVncm91bmQiOnsiJGlkIjoiMTkzOSIsIkNvbG9yIjp7IiRpZCI6IjE5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0MSIsIlRvcCI6MC4wLCJMZWZ0IjowLjAsIlJpZ2h0IjowLjAsIkJvdHRvbSI6MC4wfSwiUGFkZGluZyI6eyIkaWQiOiIxOTQyIiwiVG9wIjowLjAsIkxlZnQiOjAuMCwiUmlnaHQiOjAuMCwiQm90dG9tIjowLjB9LCJCYWNrZ3JvdW5kIjp7IiRpZCI6IjE5NDMiLCJDb2xvciI6eyIkaWQiOiIxOTQ0IiwiQSI6ODksIlIiOjAsIkciOjAsIkIiOjB9fSwiSXNWaXNpYmxlIjp0cnVlLCJXaWR0aCI6MC4wLCJIZWlnaHQiOjAuMCwiQm9yZGVyU3R5bGUiOnsiJGlkIjoiMTk0NSIsIkxpbmVDb2xvciI6bnVsbCwiTGluZVdlaWdodCI6MC4wLCJMaW5lVHlwZSI6MCwiUGFyZW50U3R5bGUiOm51bGx9LCJQYXJlbnRTdHlsZSI6bnVsbH0sIkR1cmF0aW9uU3R5bGUiOnsiJGlkIjoiMTk0NiIsIkZvbnRTZXR0aW5ncyI6eyIkaWQiOiIxOTQ3IiwiRm9udFNpemUiOjEwLCJGb250TmFtZSI6IkNhbGlicmkiLCJJc0JvbGQiOmZhbHNlLCJJc0l0YWxpYyI6ZmFsc2UsIklzVW5kZXJsaW5lZCI6ZmFsc2UsIlBhcmVudFN0eWxlIjpudWxsfSwiQXV0b1NpemUiOjAsIkZvcmVncm91bmQiOnsiJGlkIjoiMTk0OCIsIkNvbG9yIjp7IiRpZCI6IjE5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5NTAiLCJUb3AiOjAuMCwiTGVmdCI6MC4wLCJSaWdodCI6MC4wLCJCb3R0b20iOjAuMH0sIlBhZGRpbmciOnsiJGlkIjoiMTk1MSIsIlRvcCI6MC4wLCJMZWZ0IjowLjAsIlJpZ2h0IjowLjAsIkJvdHRvbSI6MC4wfSwiQmFja2dyb3VuZCI6eyIkaWQiOiIxOTUyIiwiQ29sb3IiOnsiJGlkIjoiMTk1MyIsIkEiOjI1NSwiUiI6NjgsIkciOjg0LCJCIjoxMDZ9fSwiSXNWaXNpYmxlIjp0cnVlLCJXaWR0aCI6MC4wLCJIZWlnaHQiOjAuMCwiQm9yZGVyU3R5bGUiOnsiJGlkIjoiMTk1NCIsIkxpbmVDb2xvciI6bnVsbCwiTGluZVdlaWdodCI6MC4wLCJMaW5lVHlwZSI6MCwiUGFyZW50U3R5bGUiOm51bGx9LCJQYXJlbnRTdHlsZSI6bnVsbH0sIkhvcml6b250YWxDb25uZWN0b3JTdHlsZSI6eyIkaWQiOiIxOTU1IiwiTGluZUNvbG9yIjp7IiRpZCI6IjE5NTYiLCIkdHlwZSI6Ik5MUkUuQ29tbW9uLkRvbS5Tb2xpZENvbG9yQnJ1c2gsIE5MUkUuQ29tbW9uIiwiQ29sb3IiOnsiJGlkIjoiMTk1NyIsIkEiOjI1NSwiUiI6MCwiRyI6MCwiQiI6MH19LCJMaW5lV2VpZ2h0IjowLjAsIkxpbmVUeXBlIjowLCJQYXJlbnRTdHlsZSI6bnVsbH0sIlZlcnRpY2FsQ29ubmVjdG9yU3R5bGUiOnsiJGlkIjoiMTk1OCIsIkxpbmVDb2xvciI6eyIkaWQiOiIxOTU5IiwiJHR5cGUiOiJOTFJFLkNvbW1vbi5Eb20uU29saWRDb2xvckJydXNoLCBOTFJFLkNvbW1vbiIsIkNvbG9yIjp7IiRpZCI6IjE5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OTYxIiwiU2hhcGVTdHlsZSI6eyIkaWQiOiIxOTYyIiwiTWFyZ2luIjp7IiRpZCI6IjE5NjMiLCJUb3AiOjAuMCwiTGVmdCI6MC4wLCJSaWdodCI6MC4wLCJCb3R0b20iOjAuMH0sIlBhZGRpbmciOnsiJGlkIjoiMTk2NCIsIlRvcCI6MC4wLCJMZWZ0IjowLjAsIlJpZ2h0IjowLjAsIkJvdHRvbSI6MC4wfSwiQmFja2dyb3VuZCI6eyIkaWQiOiIxOTY1IiwiQ29sb3IiOnsiJGlkIjoiMTk2NiIsIkEiOjE1MywiUiI6MCwiRyI6MCwiQiI6MH19LCJJc1Zpc2libGUiOnRydWUsIldpZHRoIjowLjAsIkhlaWdodCI6MC4wLCJCb3JkZXJTdHlsZSI6eyIkaWQiOiIxOTY3IiwiTGluZUNvbG9yIjp7IiRpZCI6IjE5NjgiLCIkdHlwZSI6Ik5MUkUuQ29tbW9uLkRvbS5Tb2xpZENvbG9yQnJ1c2gsIE5MUkUuQ29tbW9uIiwiQ29sb3IiOnsiJGlkIjoiMTk2OSIsIkEiOjI1NSwiUiI6MjU1LCJHIjowLCJCIjowfX0sIkxpbmVXZWlnaHQiOjAuMCwiTGluZVR5cGUiOjAsIlBhcmVudFN0eWxlIjpudWxsfSwiUGFyZW50U3R5bGUiOm51bGx9LCJNYXJnaW4iOnsiJGlkIjoiMTk3MCIsIlRvcCI6MC4wLCJMZWZ0IjowLjAsIlJpZ2h0IjowLjAsIkJvdHRvbSI6MC4wfSwiUGFkZGluZyI6eyIkaWQiOiIxOTcxIiwiVG9wIjowLjAsIkxlZnQiOjAuMCwiUmlnaHQiOjAuMCwiQm90dG9tIjowLjB9LCJCYWNrZ3JvdW5kIjpudWxsLCJJc1Zpc2libGUiOnRydWUsIldpZHRoIjowLjAsIkhlaWdodCI6MC4wLCJCb3JkZXJTdHlsZSI6bnVsbCwiUGFyZW50U3R5bGUiOm51bGx9LCJTaGFwZVN0eWxlIjp7IiRpZCI6IjE5NzIiLCJNYXJnaW4iOnsiJGlkIjoiMTk3MyIsIlRvcCI6MC4wLCJMZWZ0Ijo0LjAsIlJpZ2h0Ijo0LjAsIkJvdHRvbSI6MC4wfSwiUGFkZGluZyI6eyIkaWQiOiIxOTc0IiwiVG9wIjowLjAsIkxlZnQiOjAuMCwiUmlnaHQiOjAuMCwiQm90dG9tIjowLjB9LCJCYWNrZ3JvdW5kIjp7IiRpZCI6IjE5NzUiLCJDb2xvciI6eyIkaWQiOiIxOTc2IiwiQSI6MjU1LCJSIjoyNTUsIkciOjE5MiwiQiI6MH19LCJJc1Zpc2libGUiOnRydWUsIldpZHRoIjowLjAsIkhlaWdodCI6MTAuMCwiQm9yZGVyU3R5bGUiOnsiJGlkIjoiMTk3NyIsIkxpbmVDb2xvciI6eyIkaWQiOiIxOTc4IiwiJHR5cGUiOiJOTFJFLkNvbW1vbi5Eb20uU29saWRDb2xvckJydXNoLCBOTFJFLkNvbW1vbiIsIkNvbG9yIjp7IiRpZCI6IjE5NzkiLCJBIjoyNTUsIlIiOjIzNCwiRyI6MjIsIkIiOjMwfX0sIkxpbmVXZWlnaHQiOjAuMCwiTGluZVR5cGUiOjAsIlBhcmVudFN0eWxlIjpudWxsfSwiUGFyZW50U3R5bGUiOm51bGx9LCJUaXRsZVN0eWxlIjp7IiRpZCI6IjE5ODAiLCJGb250U2V0dGluZ3MiOnsiJGlkIjoiMTk4MSIsIkZvbnRTaXplIjoxMSwiRm9udE5hbWUiOiJDYWxpYnJpIiwiSXNCb2xkIjpmYWxzZSwiSXNJdGFsaWMiOmZhbHNlLCJJc1VuZGVybGluZWQiOmZhbHNlLCJQYXJlbnRTdHlsZSI6bnVsbH0sIkF1dG9TaXplIjowLCJGb3JlZ3JvdW5kIjp7IiRpZCI6IjE5ODIiLCJDb2xvciI6eyIkaWQiOiIxOTg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ODQiLCJUb3AiOjAuMCwiTGVmdCI6MC4wLCJSaWdodCI6MC4wLCJCb3R0b20iOjAuMH0sIlBhZGRpbmciOnsiJGlkIjoiMTk4NSIsIlRvcCI6MC4wLCJMZWZ0IjowLjAsIlJpZ2h0IjowLjAsIkJvdHRvbSI6MC4wfSwiQmFja2dyb3VuZCI6eyIkaWQiOiIxOTg2IiwiQ29sb3IiOnsiJGlkIjoiMTk4NyIsIkEiOjI1NSwiUiI6MCwiRyI6MCwiQiI6MH19LCJJc1Zpc2libGUiOnRydWUsIldpZHRoIjowLjAsIkhlaWdodCI6MC4wLCJCb3JkZXJTdHlsZSI6eyIkaWQiOiIxOTg4IiwiTGluZUNvbG9yIjpudWxsLCJMaW5lV2VpZ2h0IjowLjAsIkxpbmVUeXBlIjowLCJQYXJlbnRTdHlsZSI6bnVsbH0sIlBhcmVudFN0eWxlIjpudWxsfSwiRGF0ZVN0eWxlIjp7IiRpZCI6IjE5ODkiLCJGb250U2V0dGluZ3MiOnsiJGlkIjoiMTk5MCIsIkZvbnRTaXplIjoxMCwiRm9udE5hbWUiOiJDYWxpYnJpIiwiSXNCb2xkIjpmYWxzZSwiSXNJdGFsaWMiOmZhbHNlLCJJc1VuZGVybGluZWQiOmZhbHNlLCJQYXJlbnRTdHlsZSI6bnVsbH0sIkF1dG9TaXplIjowLCJGb3JlZ3JvdW5kIjp7IiRpZCI6IjE5OTEiLCJDb2xvciI6eyIkaWQiOiIxOTk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xOTkzIiwiVG9wIjowLjAsIkxlZnQiOjAuMCwiUmlnaHQiOjAuMCwiQm90dG9tIjowLjB9LCJQYWRkaW5nIjp7IiRpZCI6IjE5OTQiLCJUb3AiOjAuMCwiTGVmdCI6MC4wLCJSaWdodCI6MC4wLCJCb3R0b20iOjAuMH0sIkJhY2tncm91bmQiOnsiJGlkIjoiMTk5NSIsIkNvbG9yIjp7IiRpZCI6IjE5OTYiLCJBIjoyNTUsIlIiOjY4LCJHIjo4NCwiQiI6MTA2fX0sIklzVmlzaWJsZSI6dHJ1ZSwiV2lkdGgiOjAuMCwiSGVpZ2h0IjowLjAsIkJvcmRlclN0eWxlIjp7IiRpZCI6IjE5OTciLCJMaW5lQ29sb3IiOm51bGwsIkxpbmVXZWlnaHQiOjAuMCwiTGluZVR5cGUiOjAsIlBhcmVudFN0eWxlIjpudWxsfSwiUGFyZW50U3R5bGUiOm51bGx9LCJEYXRlRm9ybWF0Ijp7IiRpZCI6IjE5O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5OSIsIkZvcm1hdCI6MCwiSXNWaXNpYmxlIjpmYWxzZSwiTGFzdEtub3duVmlzaWJpbGl0eVN0YXRlIjpmYWxzZX0sIklzVmlzaWJsZSI6dHJ1ZSwiVmFyaWFuY2VTdHlsZSI6eyIkaWQiOiIyMDAwIiwiVGV4dFN0eWxlIjp7IiRpZCI6IjIwMDEiLCJGb250U2V0dGluZ3MiOnsiJGlkIjoiMjAwMiIsIkZvbnRTaXplIjoxMCwiRm9udE5hbWUiOiJDYWxpYnJpIiwiSXNCb2xkIjpmYWxzZSwiSXNJdGFsaWMiOmZhbHNlLCJJc1VuZGVybGluZWQiOmZhbHNlLCJQYXJlbnRTdHlsZSI6bnVsbH0sIkF1dG9TaXplIjowLCJGb3JlZ3JvdW5kIjp7IiRpZCI6IjIwMDMiLCJDb2xvciI6eyIkaWQiOiIyM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MDUiLCJUb3AiOjAuMCwiTGVmdCI6MC4wLCJSaWdodCI6MC4wLCJCb3R0b20iOjAuMH0sIlBhZGRpbmciOnsiJGlkIjoiMjAwNiIsIlRvcCI6MC4wLCJMZWZ0IjowLjAsIlJpZ2h0IjowLjAsIkJvdHRvbSI6MC4wfSwiQmFja2dyb3VuZCI6eyIkaWQiOiIyMDA3IiwiQ29sb3IiOnsiJGlkIjoiMjAwOCIsIkEiOjI1NSwiUiI6MCwiRyI6MCwiQiI6MH19LCJJc1Zpc2libGUiOnRydWUsIldpZHRoIjowLjAsIkhlaWdodCI6MC4wLCJCb3JkZXJTdHlsZSI6eyIkaWQiOiIyMDA5IiwiTGluZUNvbG9yIjpudWxsLCJMaW5lV2VpZ2h0IjowLjAsIkxpbmVUeXBlIjowLCJQYXJlbnRTdHlsZSI6bnVsbH0sIlBhcmVudFN0eWxlIjpudWxsfSwiUGFyZW50U3R5bGUiOm51bGx9LCJQYXJlbnRTdHlsZSI6bnVsbCwiX2V4cGxpY2l0bHlTZXQiOnsiJGlkIjoiMjAx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wMTEiLCJTaGFwZSI6MSwiQ29ubmVjdG9yTWFyZ2luIjp7IiRpZCI6IjIwMTIiLCJUb3AiOjAuMCwiTGVmdCI6Mi4wLCJSaWdodCI6Mi4wLCJCb3R0b20iOjAuMH0sIkNvbm5lY3RvclN0eWxlIjp7IiRpZCI6IjIwMTMiLCJMaW5lQ29sb3IiOnsiJGlkIjoiMjAxNCIsIiR0eXBlIjoiTkxSRS5Db21tb24uRG9tLlNvbGlkQ29sb3JCcnVzaCwgTkxSRS5Db21tb24iLCJDb2xvciI6eyIkaWQiOiIyMDE1IiwiQSI6MTI3LCJSIjoxMjcsIkciOjk2LCJCIjowfX0sIkxpbmVXZWlnaHQiOjEuMCwiTGluZVR5cGUiOjAsIlBhcmVudFN0eWxlIjpudWxsfSwiSXNCZWxvd1RpbWViYW5kIjpmYWxzZSwiUG9zaXRpb25PblRhc2siOjEsIkhpZGVEYXRlIjpmYWxzZSwiU2hhcGVTaXplIjowLCJTcGFjaW5nIjowLjAsIlBhZGRpbmciOnsiJGlkIjoiMjAxNiIsIlRvcCI6NS4wLCJMZWZ0IjozLjAsIlJpZ2h0IjowLjAsIkJvdHRvbSI6Mi4wfSwiU2hhcGVTdHlsZSI6eyIkaWQiOiIyMDE3IiwiTWFyZ2luIjp7IiRpZCI6IjIwMTgiLCJUb3AiOjAuMCwiTGVmdCI6MC4wLCJSaWdodCI6MC4wLCJCb3R0b20iOjAuMH0sIlBhZGRpbmciOnsiJGlkIjoiMjAxOSIsIlRvcCI6MC4wLCJMZWZ0IjowLjAsIlJpZ2h0IjowLjAsIkJvdHRvbSI6MC4wfSwiQmFja2dyb3VuZCI6eyIkaWQiOiIyMDIwIiwiQ29sb3IiOnsiJGlkIjoiMjAyMSIsIkEiOjI1NSwiUiI6MTI3LCJHIjo5NiwiQiI6MH19LCJJc1Zpc2libGUiOnRydWUsIldpZHRoIjoxMi4wLCJIZWlnaHQiOjE0LjAsIkJvcmRlclN0eWxlIjp7IiRpZCI6IjIwMjIiLCJMaW5lQ29sb3IiOnsiJGlkIjoiMjAyMyIsIiR0eXBlIjoiTkxSRS5Db21tb24uRG9tLlNvbGlkQ29sb3JCcnVzaCwgTkxSRS5Db21tb24iLCJDb2xvciI6eyIkaWQiOiIyMDI0IiwiQSI6MjU1LCJSIjoyNTUsIkciOjI1NSwiQiI6MjU1fX0sIkxpbmVXZWlnaHQiOjAuMCwiTGluZVR5cGUiOjAsIlBhcmVudFN0eWxlIjpudWxsfSwiUGFyZW50U3R5bGUiOm51bGx9LCJUaXRsZVN0eWxlIjp7IiRpZCI6IjIwMjUiLCJGb250U2V0dGluZ3MiOnsiJGlkIjoiMjAyNiIsIkZvbnRTaXplIjoxMSwiRm9udE5hbWUiOiJDYWxpYnJpIiwiSXNCb2xkIjpmYWxzZSwiSXNJdGFsaWMiOmZhbHNlLCJJc1VuZGVybGluZWQiOmZhbHNlLCJQYXJlbnRTdHlsZSI6bnVsbH0sIkF1dG9TaXplIjowLCJGb3JlZ3JvdW5kIjp7IiRpZCI6IjIwMjciLCJDb2xvciI6eyIkaWQiOiIyMDI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wMjkiLCJUb3AiOjAuMCwiTGVmdCI6MC4wLCJSaWdodCI6MC4wLCJCb3R0b20iOjAuMH0sIlBhZGRpbmciOnsiJGlkIjoiMjAzMCIsIlRvcCI6MC4wLCJMZWZ0IjowLjAsIlJpZ2h0IjowLjAsIkJvdHRvbSI6MC4wfSwiQmFja2dyb3VuZCI6eyIkaWQiOiIyMDMxIiwiQ29sb3IiOnsiJGlkIjoiMjAzMiIsIkEiOjI1NSwiUiI6MCwiRyI6MCwiQiI6MH19LCJJc1Zpc2libGUiOnRydWUsIldpZHRoIjowLjAsIkhlaWdodCI6MC4wLCJCb3JkZXJTdHlsZSI6eyIkaWQiOiIyMDMzIiwiTGluZUNvbG9yIjpudWxsLCJMaW5lV2VpZ2h0IjowLjAsIkxpbmVUeXBlIjowLCJQYXJlbnRTdHlsZSI6bnVsbH0sIlBhcmVudFN0eWxlIjpudWxsfSwiRGF0ZVN0eWxlIjp7IiRpZCI6IjIwMzQiLCJGb250U2V0dGluZ3MiOnsiJGlkIjoiMjAzNSIsIkZvbnRTaXplIjoxMCwiRm9udE5hbWUiOiJDYWxpYnJpIiwiSXNCb2xkIjpmYWxzZSwiSXNJdGFsaWMiOmZhbHNlLCJJc1VuZGVybGluZWQiOmZhbHNlLCJQYXJlbnRTdHlsZSI6bnVsbH0sIkF1dG9TaXplIjowLCJGb3JlZ3JvdW5kIjp7IiRpZCI6IjIwMzYiLCJDb2xvciI6eyIkaWQiOiIyMDM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yMDM4IiwiVG9wIjowLjAsIkxlZnQiOjAuMCwiUmlnaHQiOjAuMCwiQm90dG9tIjowLjB9LCJQYWRkaW5nIjp7IiRpZCI6IjIwMzkiLCJUb3AiOjAuMCwiTGVmdCI6MC4wLCJSaWdodCI6MC4wLCJCb3R0b20iOjAuMH0sIkJhY2tncm91bmQiOnsiJGlkIjoiMjA0MCIsIkNvbG9yIjp7IiRpZCI6IjIwNDEiLCJBIjoyNTUsIlIiOjY4LCJHIjo4NCwiQiI6MTA2fX0sIklzVmlzaWJsZSI6dHJ1ZSwiV2lkdGgiOjAuMCwiSGVpZ2h0IjowLjAsIkJvcmRlclN0eWxlIjp7IiRpZCI6IjIwNDIiLCJMaW5lQ29sb3IiOm51bGwsIkxpbmVXZWlnaHQiOjAuMCwiTGluZVR5cGUiOjAsIlBhcmVudFN0eWxlIjpudWxsfSwiUGFyZW50U3R5bGUiOm51bGx9LCJEYXRlRm9ybWF0Ijp7IiRpZCI6IjIwND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0NCIsIkZvcm1hdCI6MCwiSXNWaXNpYmxlIjpmYWxzZSwiTGFzdEtub3duVmlzaWJpbGl0eVN0YXRlIjpmYWxzZX0sIklzVmlzaWJsZSI6ZmFsc2UsIlZhcmlhbmNlU3R5bGUiOnsiJGlkIjoiMjA0NSIsIlRleHRTdHlsZSI6eyIkaWQiOiIyMDQ2IiwiRm9udFNldHRpbmdzIjp7IiRpZCI6IjIwNDciLCJGb250U2l6ZSI6MTAsIkZvbnROYW1lIjoiQ2FsaWJyaSIsIklzQm9sZCI6ZmFsc2UsIklzSXRhbGljIjpmYWxzZSwiSXNVbmRlcmxpbmVkIjpmYWxzZSwiUGFyZW50U3R5bGUiOm51bGx9LCJBdXRvU2l6ZSI6MCwiRm9yZWdyb3VuZCI6eyIkaWQiOiIyMDQ4IiwiQ29sb3IiOnsiJGlkIjoiMjA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UwIiwiVG9wIjowLjAsIkxlZnQiOjAuMCwiUmlnaHQiOjAuMCwiQm90dG9tIjowLjB9LCJQYWRkaW5nIjp7IiRpZCI6IjIwNTEiLCJUb3AiOjAuMCwiTGVmdCI6MC4wLCJSaWdodCI6MC4wLCJCb3R0b20iOjAuMH0sIkJhY2tncm91bmQiOnsiJGlkIjoiMjA1MiIsIkNvbG9yIjp7IiRpZCI6IjIwNTMiLCJBIjoyNTUsIlIiOjAsIkciOjAsIkIiOjB9fSwiSXNWaXNpYmxlIjp0cnVlLCJXaWR0aCI6MC4wLCJIZWlnaHQiOjAuMCwiQm9yZGVyU3R5bGUiOnsiJGlkIjoiMjA1NCIsIkxpbmVDb2xvciI6bnVsbCwiTGluZVdlaWdodCI6MC4wLCJMaW5lVHlwZSI6MCwiUGFyZW50U3R5bGUiOm51bGx9LCJQYXJlbnRTdHlsZSI6bnVsbH0sIlBhcmVudFN0eWxlIjpudWxsfSwiUGFyZW50U3R5bGUiOm51bGx9LCJEZWZhdWx0U3dpbWxhbmVNaWxlc3RvbmVTdHlsZSI6eyIkaWQiOiIyMDU1IiwiVGl0bGVQb3NpdGlvbiI6IkxlZnQiLCJEYXRlUG9zaXRpb24iOiJSaWdodCIsIlZhcmlhbmNlUG9zaXRpb24iOiJSaWdodCIsIlNoYXBlVHlwZSI6MSwiU2hhcGVTaXplIjowLCJTcGFjaW5nIjo1LCJTaGFwZVN0eWxlIjp7IiRpZCI6IjIwNTYiLCJNYXJnaW4iOnsiJGlkIjoiMjA1NyIsIlRvcCI6MC4wLCJMZWZ0IjowLjAsIlJpZ2h0IjowLjAsIkJvdHRvbSI6MC4wfSwiUGFkZGluZyI6eyIkaWQiOiIyMDU4IiwiVG9wIjowLjAsIkxlZnQiOjAuMCwiUmlnaHQiOjAuMCwiQm90dG9tIjowLjB9LCJCYWNrZ3JvdW5kIjp7IiRpZCI6IjIwNTkiLCJDb2xvciI6eyIkaWQiOiIyMDYwIiwiQSI6MjU1LCJSIjoyNTUsIkciOjE5MiwiQiI6MH19LCJJc1Zpc2libGUiOnRydWUsIldpZHRoIjoxMi4wLCJIZWlnaHQiOjE0LjAsIkJvcmRlclN0eWxlIjp7IiRpZCI6IjIwNjEiLCJMaW5lQ29sb3IiOnsiJGlkIjoiMjA2MiIsIiR0eXBlIjoiTkxSRS5Db21tb24uRG9tLlNvbGlkQ29sb3JCcnVzaCwgTkxSRS5Db21tb24iLCJDb2xvciI6eyIkaWQiOiIyMDYzIiwiQSI6MjU1LCJSIjoyMzQsIkciOjIyLCJCIjozMH19LCJMaW5lV2VpZ2h0IjowLjAsIkxpbmVUeXBlIjowLCJQYXJlbnRTdHlsZSI6bnVsbH0sIlBhcmVudFN0eWxlIjpudWxsfSwiVGl0bGVTdHlsZSI6eyIkaWQiOiIyMDY0IiwiRm9udFNldHRpbmdzIjp7IiRpZCI6IjIwNjUiLCJGb250U2l6ZSI6MTEsIkZvbnROYW1lIjoiQ2FsaWJyaSIsIklzQm9sZCI6ZmFsc2UsIklzSXRhbGljIjpmYWxzZSwiSXNVbmRlcmxpbmVkIjpmYWxzZSwiUGFyZW50U3R5bGUiOm51bGx9LCJBdXRvU2l6ZSI6MCwiRm9yZWdyb3VuZCI6eyIkaWQiOiIyMDY2IiwiQ29sb3IiOnsiJGlkIjoiMjA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DY4IiwiVG9wIjowLjAsIkxlZnQiOjAuMCwiUmlnaHQiOjAuMCwiQm90dG9tIjowLjB9LCJQYWRkaW5nIjp7IiRpZCI6IjIwNjkiLCJUb3AiOjAuMCwiTGVmdCI6MC4wLCJSaWdodCI6MC4wLCJCb3R0b20iOjAuMH0sIkJhY2tncm91bmQiOnsiJGlkIjoiMjA3MCIsIkNvbG9yIjp7IiRpZCI6IjIwNzEiLCJBIjoyNTUsIlIiOjAsIkciOjAsIkIiOjB9fSwiSXNWaXNpYmxlIjp0cnVlLCJXaWR0aCI6MC4wLCJIZWlnaHQiOjAuMCwiQm9yZGVyU3R5bGUiOnsiJGlkIjoiMjA3MiIsIkxpbmVDb2xvciI6bnVsbCwiTGluZVdlaWdodCI6MC4wLCJMaW5lVHlwZSI6MCwiUGFyZW50U3R5bGUiOm51bGx9LCJQYXJlbnRTdHlsZSI6bnVsbH0sIkRhdGVTdHlsZSI6eyIkaWQiOiIyMDczIiwiRm9udFNldHRpbmdzIjp7IiRpZCI6IjIwNzQiLCJGb250U2l6ZSI6MTAsIkZvbnROYW1lIjoiQ2FsaWJyaSIsIklzQm9sZCI6ZmFsc2UsIklzSXRhbGljIjpmYWxzZSwiSXNVbmRlcmxpbmVkIjpmYWxzZSwiUGFyZW50U3R5bGUiOm51bGx9LCJBdXRvU2l6ZSI6MCwiRm9yZWdyb3VuZCI6eyIkaWQiOiIyMDc1IiwiQ29sb3IiOnsiJGlkIjoiMjA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A3NyIsIlRvcCI6MC4wLCJMZWZ0IjowLjAsIlJpZ2h0IjowLjAsIkJvdHRvbSI6MC4wfSwiUGFkZGluZyI6eyIkaWQiOiIyMDc4IiwiVG9wIjowLjAsIkxlZnQiOjAuMCwiUmlnaHQiOjAuMCwiQm90dG9tIjowLjB9LCJCYWNrZ3JvdW5kIjp7IiRpZCI6IjIwNzkiLCJDb2xvciI6eyIkaWQiOiIyMDgwIiwiQSI6MjU1LCJSIjo2OCwiRyI6ODQsIkIiOjEwNn19LCJJc1Zpc2libGUiOnRydWUsIldpZHRoIjowLjAsIkhlaWdodCI6MC4wLCJCb3JkZXJTdHlsZSI6eyIkaWQiOiIyMDgxIiwiTGluZUNvbG9yIjpudWxsLCJMaW5lV2VpZ2h0IjowLjAsIkxpbmVUeXBlIjowLCJQYXJlbnRTdHlsZSI6bnVsbH0sIlBhcmVudFN0eWxlIjpudWxsfSwiRGF0ZUZvcm1hdCI6eyIkaWQiOiIyMD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ODMiLCJGb3JtYXQiOjAsIklzVmlzaWJsZSI6ZmFsc2UsIkxhc3RLbm93blZpc2liaWxpdHlTdGF0ZSI6ZmFsc2V9LCJJc1Zpc2libGUiOnRydWUsIlZhcmlhbmNlU3R5bGUiOnsiJGlkIjoiMjA4NCIsIlRleHRTdHlsZSI6eyIkaWQiOiIyMDg1IiwiRm9udFNldHRpbmdzIjp7IiRpZCI6IjIwODYiLCJGb250U2l6ZSI6MTAsIkZvbnROYW1lIjoiQ2FsaWJyaSIsIklzQm9sZCI6ZmFsc2UsIklzSXRhbGljIjpmYWxzZSwiSXNVbmRlcmxpbmVkIjpmYWxzZSwiUGFyZW50U3R5bGUiOm51bGx9LCJBdXRvU2l6ZSI6MCwiRm9yZWdyb3VuZCI6eyIkaWQiOiIyMDg3IiwiQ29sb3IiOnsiJGlkIjoiMjA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g5IiwiVG9wIjowLjAsIkxlZnQiOjAuMCwiUmlnaHQiOjAuMCwiQm90dG9tIjowLjB9LCJQYWRkaW5nIjp7IiRpZCI6IjIwOTAiLCJUb3AiOjAuMCwiTGVmdCI6MC4wLCJSaWdodCI6MC4wLCJCb3R0b20iOjAuMH0sIkJhY2tncm91bmQiOnsiJGlkIjoiMjA5MSIsIkNvbG9yIjp7IiRpZCI6IjIwOTIiLCJBIjoyNTUsIlIiOjAsIkciOjAsIkIiOjB9fSwiSXNWaXNpYmxlIjp0cnVlLCJXaWR0aCI6MC4wLCJIZWlnaHQiOjAuMCwiQm9yZGVyU3R5bGUiOnsiJGlkIjoiMjA5MyIsIkxpbmVDb2xvciI6bnVsbCwiTGluZVdlaWdodCI6MC4wLCJMaW5lVHlwZSI6MCwiUGFyZW50U3R5bGUiOm51bGx9LCJQYXJlbnRTdHlsZSI6bnVsbH0sIlBhcmVudFN0eWxlIjpudWxsfSwiUGFyZW50U3R5bGUiOm51bGx9LCJEZWZhdWx0U3dpbWxhbmVBY3Rpdml0eVN0eWxlIjp7IiRpZCI6IjIwOTQiLCJIZWFkZXJTdHlsZSI6eyIkaWQiOiIyMDk1IiwiVGV4dFN0eWxlIjp7IiRpZCI6IjIwOTYiLCJGb250U2V0dGluZ3MiOnsiJGlkIjoiMjA5NyIsIkZvbnRTaXplIjoxMSwiRm9udE5hbWUiOiJDYWxpYnJpIiwiSXNCb2xkIjpmYWxzZSwiSXNJdGFsaWMiOmZhbHNlLCJJc1VuZGVybGluZWQiOmZhbHNlLCJQYXJlbnRTdHlsZSI6bnVsbH0sIkF1dG9TaXplIjoyLCJGb3JlZ3JvdW5kIjp7IiRpZCI6IjIwOTgiLCJDb2xvciI6eyIkaWQiOiIyMD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EwMCIsIlRvcCI6MC4wLCJMZWZ0IjowLjAsIlJpZ2h0IjowLjAsIkJvdHRvbSI6MC4wfSwiUGFkZGluZyI6eyIkaWQiOiIyMTAxIiwiVG9wIjowLjAsIkxlZnQiOjAuMCwiUmlnaHQiOjAuMCwiQm90dG9tIjowLjB9LCJCYWNrZ3JvdW5kIjp7IiRpZCI6IjIxMDIiLCJDb2xvciI6eyIkaWQiOiIyMTAzIiwiQSI6MjU1LCJSIjo2NCwiRyI6NjQsIkIiOjY0fX0sIklzVmlzaWJsZSI6dHJ1ZSwiV2lkdGgiOjAuMCwiSGVpZ2h0IjowLjAsIkJvcmRlclN0eWxlIjpudWxsLCJQYXJlbnRTdHlsZSI6bnVsbH0sIlJlY3RhbmdsZVN0eWxlIjp7IiRpZCI6IjIxMDQiLCJNYXJnaW4iOnsiJGlkIjoiMjEwNSIsIlRvcCI6MC4wLCJMZWZ0IjowLjAsIlJpZ2h0IjowLjAsIkJvdHRvbSI6MC4wfSwiUGFkZGluZyI6eyIkaWQiOiIyMTA2IiwiVG9wIjowLjAsIkxlZnQiOjAuMCwiUmlnaHQiOjAuMCwiQm90dG9tIjowLjB9LCJCYWNrZ3JvdW5kIjp7IiRpZCI6IjIxMDciLCJDb2xvciI6eyIkaWQiOiIyMTA4IiwiQSI6MTI3LCJSIjoyNTUsIkciOjE5MiwiQiI6MH19LCJJc1Zpc2libGUiOnRydWUsIldpZHRoIjowLjAsIkhlaWdodCI6MC4wLCJCb3JkZXJTdHlsZSI6eyIkaWQiOiIyMTA5IiwiTGluZUNvbG9yIjp7IiRpZCI6IjIxMTAiLCIkdHlwZSI6Ik5MUkUuQ29tbW9uLkRvbS5Tb2xpZENvbG9yQnJ1c2gsIE5MUkUuQ29tbW9uIiwiQ29sb3IiOnsiJGlkIjoiMjExMSIsIkEiOjI1NSwiUiI6MjU1LCJHIjoyNTUsIkIiOjI1NX19LCJMaW5lV2VpZ2h0IjowLjAsIkxpbmVUeXBlIjowLCJQYXJlbnRTdHlsZSI6bnVsbH0sIlBhcmVudFN0eWxlIjpudWxsfSwiTWFyZ2luIjp7IiRpZCI6IjIxMTIiLCJUb3AiOjAuMCwiTGVmdCI6MC4wLCJSaWdodCI6MC4wLCJCb3R0b20iOjAuMH0sIlBhZGRpbmciOnsiJGlkIjoiMjExMyIsIlRvcCI6MC4wLCJMZWZ0IjowLjAsIlJpZ2h0IjowLjAsIkJvdHRvbSI6MC4wfSwiQmFja2dyb3VuZCI6bnVsbCwiSXNWaXNpYmxlIjp0cnVlLCJXaWR0aCI6MC4wLCJIZWlnaHQiOjAuMCwiQm9yZGVyU3R5bGUiOm51bGwsIlBhcmVudFN0eWxlIjpudWxsfSwiQmFja2dyb3VuZFN0eWxlIjp7IiRpZCI6IjIxMTQiLCJNYXJnaW4iOnsiJGlkIjoiMjExNSIsIlRvcCI6MC4wLCJMZWZ0IjowLjAsIlJpZ2h0IjowLjAsIkJvdHRvbSI6MC4wfSwiUGFkZGluZyI6eyIkaWQiOiIyMTE2IiwiVG9wIjowLjAsIkxlZnQiOjAuMCwiUmlnaHQiOjAuMCwiQm90dG9tIjowLjB9LCJCYWNrZ3JvdW5kIjp7IiRpZCI6IjIxMTciLCJDb2xvciI6eyIkaWQiOiIyMTE4IiwiQSI6NTEsIlIiOjIwMCwiRyI6MjAwLCJCIjoyMDB9fSwiSXNWaXNpYmxlIjp0cnVlLCJXaWR0aCI6MC4wLCJIZWlnaHQiOjAuMCwiQm9yZGVyU3R5bGUiOnsiJGlkIjoiMjExOSIsIkxpbmVDb2xvciI6eyIkaWQiOiIyMTIwIiwiJHR5cGUiOiJOTFJFLkNvbW1vbi5Eb20uU29saWRDb2xvckJydXNoLCBOTFJFLkNvbW1vbiIsIkNvbG9yIjp7IiRpZCI6IjIxMjEiLCJBIjoyNTUsIlIiOjIzNCwiRyI6MjIsIkIiOjMwfX0sIkxpbmVXZWlnaHQiOjAuMCwiTGluZVR5cGUiOjAsIlBhcmVudFN0eWxlIjpudWxsfSwiUGFyZW50U3R5bGUiOm51bGx9LCJNYXJnaW4iOnsiJGlkIjoiMjEyMiIsIlRvcCI6MC4wLCJMZWZ0IjowLjAsIlJpZ2h0IjowLjAsIkJvdHRvbSI6MC4wfSwiUGFkZGluZyI6eyIkaWQiOiIyMTIzIiwiVG9wIjowLjAsIkxlZnQiOjAuMCwiUmlnaHQiOjAuMCwiQm90dG9tIjowLjB9LCJJc1Zpc2libGUiOnRydWUsIldpZHRoIjowLjAsIkhlaWdodCI6MC4wLCJCb3JkZXJTdHlsZSI6eyIkaWQiOiIyMTI0IiwiTGluZUNvbG9yIjpudWxsLCJMaW5lV2VpZ2h0IjowLjAsIkxpbmVUeXBlIjowLCJQYXJlbnRTdHlsZSI6bnVsbH0sIlBhcmVudFN0eWxlIjpudWxsfSwiTWFyZ2luIjp7IiRpZCI6IjIxMjUiLCJUb3AiOjAuMCwiTGVmdCI6MC4wLCJSaWdodCI6MC4wLCJCb3R0b20iOjAuMH0sIlBhZGRpbmciOnsiJGlkIjoiMjEyNiIsIlRvcCI6MC4wLCJMZWZ0IjowLjAsIlJpZ2h0IjowLjAsIkJvdHRvbSI6MC4wfSwiSXNWaXNpYmxlIjpmYWxzZSwiV2lkdGgiOjAuMCwiSGVpZ2h0IjowLjAsIkJvcmRlclN0eWxlIjp7IiRpZCI6IjIxMjciLCJMaW5lQ29sb3IiOm51bGwsIkxpbmVXZWlnaHQiOjAuMCwiTGluZVR5cGUiOjAsIlBhcmVudFN0eWxlIjpudWxsfSwiUGFyZW50U3R5bGUiOm51bGx9fSx7IiRpZCI6IjIxMjgiLCJfYWN0aXZpdGllcyI6W3siJGlkIjoiMjEyOSIsIl9yb3dzIjpbeyIkaWQiOiIyMTMwIiwiX3Rhc2tzIjpbeyIkaWQiOiIyMTMxIiwiX2F0dGFjaGVkTWlsZXN0b25lcyI6W10sIlRhc2tEZWZpbml0aW9uIjp7IiRpZCI6IjIxMzIiLCJHcm91cE5hbWUiOm51bGwsIlN0YXJ0RGF0ZSI6IjIwMjYtMTItMDFUMDA6MDA6MDBaIiwiRW5kRGF0ZSI6IjIwMjYtMTItMzFUMjM6NTk6MDBaIiwiUGVyY2VudGFnZUNvbXBsZXRlIjpudWxsLCJTdHlsZSI6eyIkaWQiOiIyMTMzIiwiU2hhcGUiOjEsIlNoYXBlVGhpY2tuZXNzIjowLCJEdXJhdGlvbkZvcm1hdCI6MCwiSW5jbHVkZU5vbldvcmtpbmdEYXlzSW5EdXJhdGlvbiI6ZmFsc2UsIlBlcmNlbnRhZ2VDb21wbGV0ZVN0eWxlIjp7IiRpZCI6IjIxMzQiLCJGb250U2V0dGluZ3MiOnsiJGlkIjoiMjEzNSIsIkZvbnRTaXplIjoxMCwiRm9udE5hbWUiOiJDYWxpYnJpIiwiSXNCb2xkIjpmYWxzZSwiSXNJdGFsaWMiOmZhbHNlLCJJc1VuZGVybGluZWQiOmZhbHNlLCJQYXJlbnRTdHlsZSI6bnVsbH0sIkF1dG9TaXplIjowLCJGb3JlZ3JvdW5kIjp7IiRpZCI6IjIxMzYiLCJDb2xvciI6eyIkaWQiOiIyMT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xMzgiLCJUb3AiOjAuMCwiTGVmdCI6MC4wLCJSaWdodCI6MC4wLCJCb3R0b20iOjAuMH0sIlBhZGRpbmciOnsiJGlkIjoiMjEzOSIsIlRvcCI6MC4wLCJMZWZ0IjowLjAsIlJpZ2h0IjowLjAsIkJvdHRvbSI6MC4wfSwiQmFja2dyb3VuZCI6eyIkaWQiOiIyMTQwIiwiQ29sb3IiOnsiJGlkIjoiMjE0MSIsIkEiOjg5LCJSIjowLCJHIjowLCJCIjowfX0sIklzVmlzaWJsZSI6dHJ1ZSwiV2lkdGgiOjAuMCwiSGVpZ2h0IjowLjAsIkJvcmRlclN0eWxlIjp7IiRpZCI6IjIxNDIiLCJMaW5lQ29sb3IiOm51bGwsIkxpbmVXZWlnaHQiOjAuMCwiTGluZVR5cGUiOjAsIlBhcmVudFN0eWxlIjpudWxsfSwiUGFyZW50U3R5bGUiOm51bGx9LCJEdXJhdGlvblN0eWxlIjp7IiRpZCI6IjIxNDMiLCJGb250U2V0dGluZ3MiOnsiJGlkIjoiMjE0NCIsIkZvbnRTaXplIjoxMCwiRm9udE5hbWUiOiJDYWxpYnJpIiwiSXNCb2xkIjpmYWxzZSwiSXNJdGFsaWMiOmZhbHNlLCJJc1VuZGVybGluZWQiOmZhbHNlLCJQYXJlbnRTdHlsZSI6bnVsbH0sIkF1dG9TaXplIjowLCJGb3JlZ3JvdW5kIjp7IiRpZCI6IjIxNDUiLCJDb2xvciI6eyIkaWQiOiIyMT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MTQ3IiwiVG9wIjowLjAsIkxlZnQiOjAuMCwiUmlnaHQiOjAuMCwiQm90dG9tIjowLjB9LCJQYWRkaW5nIjp7IiRpZCI6IjIxNDgiLCJUb3AiOjAuMCwiTGVmdCI6MC4wLCJSaWdodCI6MC4wLCJCb3R0b20iOjAuMH0sIkJhY2tncm91bmQiOnsiJGlkIjoiMjE0OSIsIkNvbG9yIjp7IiRpZCI6IjIxNTAiLCJBIjoyNTUsIlIiOjY4LCJHIjo4NCwiQiI6MTA2fX0sIklzVmlzaWJsZSI6dHJ1ZSwiV2lkdGgiOjAuMCwiSGVpZ2h0IjowLjAsIkJvcmRlclN0eWxlIjp7IiRpZCI6IjIxNTEiLCJMaW5lQ29sb3IiOm51bGwsIkxpbmVXZWlnaHQiOjAuMCwiTGluZVR5cGUiOjAsIlBhcmVudFN0eWxlIjpudWxsfSwiUGFyZW50U3R5bGUiOm51bGx9LCJIb3Jpem9udGFsQ29ubmVjdG9yU3R5bGUiOnsiJGlkIjoiMjE1MiIsIkxpbmVDb2xvciI6eyIkaWQiOiIyMTUzIiwiJHR5cGUiOiJOTFJFLkNvbW1vbi5Eb20uU29saWRDb2xvckJydXNoLCBOTFJFLkNvbW1vbiIsIkNvbG9yIjp7IiRpZCI6IjIxNTQiLCJBIjoyNTUsIlIiOjAsIkciOjAsIkIiOjB9fSwiTGluZVdlaWdodCI6MC4wLCJMaW5lVHlwZSI6MCwiUGFyZW50U3R5bGUiOm51bGx9LCJWZXJ0aWNhbENvbm5lY3RvclN0eWxlIjp7IiRpZCI6IjIxNTUiLCJMaW5lQ29sb3IiOnsiJGlkIjoiMjE1NiIsIiR0eXBlIjoiTkxSRS5Db21tb24uRG9tLlNvbGlkQ29sb3JCcnVzaCwgTkxSRS5Db21tb24iLCJDb2xvciI6eyIkaWQiOiIyMTU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MTU4IiwiU2hhcGVTdHlsZSI6eyIkaWQiOiIyMTU5IiwiTWFyZ2luIjp7IiRpZCI6IjIxNjAiLCJUb3AiOjAuMCwiTGVmdCI6MC4wLCJSaWdodCI6MC4wLCJCb3R0b20iOjAuMH0sIlBhZGRpbmciOnsiJGlkIjoiMjE2MSIsIlRvcCI6MC4wLCJMZWZ0IjowLjAsIlJpZ2h0IjowLjAsIkJvdHRvbSI6MC4wfSwiQmFja2dyb3VuZCI6eyIkaWQiOiIyMTYyIiwiQ29sb3IiOnsiJGlkIjoiMjE2MyIsIkEiOjE1MywiUiI6MCwiRyI6MCwiQiI6MH19LCJJc1Zpc2libGUiOnRydWUsIldpZHRoIjowLjAsIkhlaWdodCI6MC4wLCJCb3JkZXJTdHlsZSI6bnVsbCwiUGFyZW50U3R5bGUiOm51bGx9LCJNYXJnaW4iOnsiJGlkIjoiMjE2NCIsIlRvcCI6MC4wLCJMZWZ0IjowLjAsIlJpZ2h0IjowLjAsIkJvdHRvbSI6MC4wfSwiUGFkZGluZyI6eyIkaWQiOiIyMTY1IiwiVG9wIjowLjAsIkxlZnQiOjAuMCwiUmlnaHQiOjAuMCwiQm90dG9tIjowLjB9LCJCYWNrZ3JvdW5kIjpudWxsLCJJc1Zpc2libGUiOnRydWUsIldpZHRoIjowLjAsIkhlaWdodCI6MC4wLCJCb3JkZXJTdHlsZSI6bnVsbCwiUGFyZW50U3R5bGUiOm51bGx9LCJTaGFwZVN0eWxlIjp7IiRpZCI6IjIxNjYiLCJNYXJnaW4iOnsiJGlkIjoiMjE2NyIsIlRvcCI6MC4wLCJMZWZ0Ijo0LjAsIlJpZ2h0Ijo0LjAsIkJvdHRvbSI6MC4wfSwiUGFkZGluZyI6eyIkaWQiOiIyMTY4IiwiVG9wIjowLjAsIkxlZnQiOjAuMCwiUmlnaHQiOjAuMCwiQm90dG9tIjowLjB9LCJCYWNrZ3JvdW5kIjp7IiRpZCI6IjIxNjkiLCJDb2xvciI6eyIkaWQiOiIyMTcwIiwiQSI6MjU1LCJSIjoxMTIsIkciOjE3MywiQiI6NzF9fSwiSXNWaXNpYmxlIjp0cnVlLCJXaWR0aCI6MC4wLCJIZWlnaHQiOjEwLjAsIkJvcmRlclN0eWxlIjp7IiRpZCI6IjIxNzEiLCJMaW5lQ29sb3IiOnsiJGlkIjoiMjE3MiIsIiR0eXBlIjoiTkxSRS5Db21tb24uRG9tLlNvbGlkQ29sb3JCcnVzaCwgTkxSRS5Db21tb24iLCJDb2xvciI6eyIkaWQiOiIyMTczIiwiQSI6MjU1LCJSIjoyMzQsIkciOjIyLCJCIjozMH19LCJMaW5lV2VpZ2h0IjowLjAsIkxpbmVUeXBlIjowLCJQYXJlbnRTdHlsZSI6bnVsbH0sIlBhcmVudFN0eWxlIjpudWxsfSwiVGl0bGVTdHlsZSI6eyIkaWQiOiIyMTc0IiwiRm9udFNldHRpbmdzIjp7IiRpZCI6IjIxNzUiLCJGb250U2l6ZSI6MTEsIkZvbnROYW1lIjoiVGl0aWxsaXVtIFdlYiIsIklzQm9sZCI6ZmFsc2UsIklzSXRhbGljIjpmYWxzZSwiSXNVbmRlcmxpbmVkIjpmYWxzZSwiUGFyZW50U3R5bGUiOm51bGx9LCJBdXRvU2l6ZSI6MCwiRm9yZWdyb3VuZCI6eyIkaWQiOiIyMTc2IiwiQ29sb3IiOnsiJGlkIjoiMjE3Ny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yMTc4IiwiVG9wIjowLjAsIkxlZnQiOjAuMCwiUmlnaHQiOjAuMCwiQm90dG9tIjowLjB9LCJQYWRkaW5nIjp7IiRpZCI6IjIxNzkiLCJUb3AiOjAuMCwiTGVmdCI6MC4wLCJSaWdodCI6MC4wLCJCb3R0b20iOjAuMH0sIkJhY2tncm91bmQiOnsiJGlkIjoiMjE4MCIsIkNvbG9yIjp7IiRpZCI6IjIxODEiLCJBIjowLCJSIjoyNTUsIkciOjI1NSwiQiI6MjU1fX0sIklzVmlzaWJsZSI6dHJ1ZSwiV2lkdGgiOjAuMCwiSGVpZ2h0IjowLjAsIkJvcmRlclN0eWxlIjp7IiRpZCI6IjIxODIiLCJMaW5lQ29sb3IiOm51bGwsIkxpbmVXZWlnaHQiOjAuMCwiTGluZVR5cGUiOjAsIlBhcmVudFN0eWxlIjpudWxsfSwiUGFyZW50U3R5bGUiOm51bGx9LCJEYXRlU3R5bGUiOnsiJGlkIjoiMjE4MyIsIkZvbnRTZXR0aW5ncyI6eyIkaWQiOiIyMTg0IiwiRm9udFNpemUiOjEwLCJGb250TmFtZSI6IlRpdGlsbGl1bSBXZWIiLCJJc0JvbGQiOmZhbHNlLCJJc0l0YWxpYyI6ZmFsc2UsIklzVW5kZXJsaW5lZCI6ZmFsc2UsIlBhcmVudFN0eWxlIjpudWxsfSwiQXV0b1NpemUiOjAsIkZvcmVncm91bmQiOnsiJGlkIjoiMjE4NSIsIkNvbG9yIjp7IiRpZCI6IjIxODY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jE4NyIsIlRvcCI6MC4wLCJMZWZ0IjowLjAsIlJpZ2h0IjowLjAsIkJvdHRvbSI6MC4wfSwiUGFkZGluZyI6eyIkaWQiOiIyMTg4IiwiVG9wIjowLjAsIkxlZnQiOjAuMCwiUmlnaHQiOjAuMCwiQm90dG9tIjowLjB9LCJCYWNrZ3JvdW5kIjp7IiRpZCI6IjIxODkiLCJDb2xvciI6eyIkaWQiOiIyMTkwIiwiQSI6MCwiUiI6MjU1LCJHIjoyNTUsIkIiOjI1NX19LCJJc1Zpc2libGUiOnRydWUsIldpZHRoIjowLjAsIkhlaWdodCI6MC4wLCJCb3JkZXJTdHlsZSI6eyIkaWQiOiIyMTkxIiwiTGluZUNvbG9yIjpudWxsLCJMaW5lV2VpZ2h0IjowLjAsIkxpbmVUeXBlIjowLCJQYXJlbnRTdHlsZSI6bnVsbH0sIlBhcmVudFN0eWxlIjpudWxsfSwiRGF0ZUZvcm1hdCI6eyIkaWQiOiIyMT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OTMiLCJGb3JtYXQiOjAsIklzVmlzaWJsZSI6ZmFsc2UsIkxhc3RLbm93blZpc2liaWxpdHlTdGF0ZSI6ZmFsc2V9LCJJc1Zpc2libGUiOnRydWUsIlZhcmlhbmNlU3R5bGUiOnsiJGlkIjoiMjE5NCIsIlRleHRTdHlsZSI6eyIkaWQiOiIyMTk1IiwiRm9udFNldHRpbmdzIjp7IiRpZCI6IjIxOTYiLCJGb250U2l6ZSI6MTAsIkZvbnROYW1lIjoiQ2FsaWJyaSIsIklzQm9sZCI6ZmFsc2UsIklzSXRhbGljIjpmYWxzZSwiSXNVbmRlcmxpbmVkIjpmYWxzZSwiUGFyZW50U3R5bGUiOm51bGx9LCJBdXRvU2l6ZSI6MCwiRm9yZWdyb3VuZCI6eyIkaWQiOiIyMTk3IiwiQ29sb3IiOnsiJGlkIjoiMjE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Tk5IiwiVG9wIjowLjAsIkxlZnQiOjAuMCwiUmlnaHQiOjAuMCwiQm90dG9tIjowLjB9LCJQYWRkaW5nIjp7IiRpZCI6IjIyMDAiLCJUb3AiOjAuMCwiTGVmdCI6MC4wLCJSaWdodCI6MC4wLCJCb3R0b20iOjAuMH0sIkJhY2tncm91bmQiOnsiJGlkIjoiMjIwMSIsIkNvbG9yIjp7IiRpZCI6IjIyMDIiLCJBIjoyNTUsIlIiOjAsIkciOjAsIkIiOjB9fSwiSXNWaXNpYmxlIjp0cnVlLCJXaWR0aCI6MC4wLCJIZWlnaHQiOjAuMCwiQm9yZGVyU3R5bGUiOnsiJGlkIjoiMjIwMyIsIkxpbmVDb2xvciI6bnVsbCwiTGluZVdlaWdodCI6MC4wLCJMaW5lVHlwZSI6MCwiUGFyZW50U3R5bGUiOm51bGx9LCJQYXJlbnRTdHlsZSI6bnVsbH0sIlBhcmVudFN0eWxlIjpudWxsfSwiUGFyZW50U3R5bGUiOm51bGx9LCJJbmRleCI6MTUsIlNtYXJ0RHVyYXRpb25BY3RpdmF0ZWQiOmZhbHNlLCJEYXRlRm9ybWF0Ijp7IiRyZWYiOiIyMTkyIn0sIldlZWtOdW1iZXJpbmciOnsiJGlkIjoiMjIwNCIsIkZvcm1hdCI6MCwiSXNWaXNpYmxlIjpmYWxzZSwiTGFzdEtub3duVmlzaWJpbGl0eVN0YXRlIjpmYWxzZX0sIkJhc2VsaW5lRGF0YSI6eyIkaWQiOiIyMjA1IiwiU3RhcnREYXRlIjoiMjAyNi0xMi0wMVQwMDowMDowMCIsIkVuZERhdGUiOiIyMDI2LTEyLTMxVDIzOjU5OjAwIn0sIklkIjoiZDg3Y2UwYjktNWY1Mi00MzQ1LWJlYjgtNTZjNDdjN2U5M2UwIiwiSW1wb3J0SWQiOm51bGwsIlRpdGxlIjoiVmVyc2nDs24gbcOtbmltYSB2aWFibGUgKFNwcmludHMgMTUtMTcpIiwiTm90ZSI6bnVsbCwiSHlwZXJsaW5rIjp7IiRpZCI6IjIyMDYiLCJBZGRyZXNzIjoiIiwiU3ViQWRkcmVzcyI6IiJ9LCJJc0NoYW5nZWQiOmZhbHNlLCJJc05ldyI6ZmFsc2V9fV0sIl9taWxlc3RvbmVzIjpbXSwiSWQiOiIwMDAwMDAwMC0wMDAwLTAwMDAtMDAwMC0wMDAwMDAwMDAwMDAiLCJJc1NpbmdsZUl0ZW1Sb3ciOnRydWV9XSwiSW5kZXgiOjE0LCJJZCI6IjY0MmNlOWI3LTY3ZjUtNDQ2NS04YmJiLTQzMzVhNzUyOTE2YSIsIkhlYWRlclRleHQiOm51bGwsIklzRGVmYXVsdCI6dHJ1ZSwiU3R5bGUiOnsiJGlkIjoiMjIwNyIsIkhlYWRlclN0eWxlIjp7IiRpZCI6IjIyMDgiLCJUZXh0U3R5bGUiOnsiJGlkIjoiMjIwOSIsIkZvbnRTZXR0aW5ncyI6eyIkaWQiOiIyMjEwIiwiRm9udFNpemUiOjExLCJGb250TmFtZSI6IkNhbGlicmkiLCJJc0JvbGQiOmZhbHNlLCJJc0l0YWxpYyI6ZmFsc2UsIklzVW5kZXJsaW5lZCI6ZmFsc2UsIlBhcmVudFN0eWxlIjpudWxsfSwiQXV0b1NpemUiOjIsIkZvcmVncm91bmQiOnsiJGlkIjoiMjIxMSIsIkNvbG9yIjp7IiRpZCI6IjIyMTI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MjEzIiwiVG9wIjowLjAsIkxlZnQiOjAuMCwiUmlnaHQiOjAuMCwiQm90dG9tIjowLjB9LCJQYWRkaW5nIjp7IiRpZCI6IjIyMTQiLCJUb3AiOjAuMCwiTGVmdCI6MC4wLCJSaWdodCI6MC4wLCJCb3R0b20iOjAuMH0sIkJhY2tncm91bmQiOnsiJGlkIjoiMjIxNSIsIkNvbG9yIjp7IiRpZCI6IjIyMTYiLCJBIjoyNTUsIlIiOjY0LCJHIjo2NCwiQiI6NjR9fSwiSXNWaXNpYmxlIjp0cnVlLCJXaWR0aCI6MC4wLCJIZWlnaHQiOjAuMCwiQm9yZGVyU3R5bGUiOm51bGwsIlBhcmVudFN0eWxlIjpudWxsfSwiUmVjdGFuZ2xlU3R5bGUiOnsiJGlkIjoiMjIxNyIsIk1hcmdpbiI6eyIkaWQiOiIyMjE4IiwiVG9wIjowLjAsIkxlZnQiOjAuMCwiUmlnaHQiOjAuMCwiQm90dG9tIjowLjB9LCJQYWRkaW5nIjp7IiRpZCI6IjIyMTkiLCJUb3AiOjAuMCwiTGVmdCI6MC4wLCJSaWdodCI6MC4wLCJCb3R0b20iOjAuMH0sIkJhY2tncm91bmQiOnsiJGlkIjoiMjIyMCIsIkNvbG9yIjp7IiRpZCI6IjIyMjEiLCJBIjoxMjcsIlIiOjExMiwiRyI6MTczLCJCIjo3MX19LCJJc1Zpc2libGUiOnRydWUsIldpZHRoIjowLjAsIkhlaWdodCI6MC4wLCJCb3JkZXJTdHlsZSI6eyIkaWQiOiIyMjIyIiwiTGluZUNvbG9yIjp7IiRpZCI6IjIyMjMiLCIkdHlwZSI6Ik5MUkUuQ29tbW9uLkRvbS5Tb2xpZENvbG9yQnJ1c2gsIE5MUkUuQ29tbW9uIiwiQ29sb3IiOnsiJGlkIjoiMjIyNCIsIkEiOjI1NSwiUiI6MjU1LCJHIjoyNTUsIkIiOjI1NX19LCJMaW5lV2VpZ2h0IjowLjAsIkxpbmVUeXBlIjowLCJQYXJlbnRTdHlsZSI6bnVsbH0sIlBhcmVudFN0eWxlIjpudWxsfSwiTWFyZ2luIjp7IiRpZCI6IjIyMjUiLCJUb3AiOjAuMCwiTGVmdCI6MC4wLCJSaWdodCI6MC4wLCJCb3R0b20iOjAuMH0sIlBhZGRpbmciOnsiJGlkIjoiMjIyNiIsIlRvcCI6MC4wLCJMZWZ0IjowLjAsIlJpZ2h0IjowLjAsIkJvdHRvbSI6MC4wfSwiQmFja2dyb3VuZCI6bnVsbCwiSXNWaXNpYmxlIjp0cnVlLCJXaWR0aCI6MC4wLCJIZWlnaHQiOjAuMCwiQm9yZGVyU3R5bGUiOm51bGwsIlBhcmVudFN0eWxlIjpudWxsfSwiQmFja2dyb3VuZFN0eWxlIjp7IiRpZCI6IjIyMjciLCJNYXJnaW4iOnsiJGlkIjoiMjIyOCIsIlRvcCI6MC4wLCJMZWZ0IjowLjAsIlJpZ2h0IjowLjAsIkJvdHRvbSI6MC4wfSwiUGFkZGluZyI6eyIkaWQiOiIyMjI5IiwiVG9wIjowLjAsIkxlZnQiOjAuMCwiUmlnaHQiOjAuMCwiQm90dG9tIjowLjB9LCJCYWNrZ3JvdW5kIjp7IiRpZCI6IjIyMzAiLCJDb2xvciI6eyIkaWQiOiIyMjMxIiwiQSI6NTEsIlIiOjIwMCwiRyI6MjAwLCJCIjoyMDB9fSwiSXNWaXNpYmxlIjp0cnVlLCJXaWR0aCI6MC4wLCJIZWlnaHQiOjAuMCwiQm9yZGVyU3R5bGUiOnsiJGlkIjoiMjIzMiIsIkxpbmVDb2xvciI6eyIkaWQiOiIyMjMzIiwiJHR5cGUiOiJOTFJFLkNvbW1vbi5Eb20uU29saWRDb2xvckJydXNoLCBOTFJFLkNvbW1vbiIsIkNvbG9yIjp7IiRpZCI6IjIyMzQiLCJBIjoyNTUsIlIiOjIzNCwiRyI6MjIsIkIiOjMwfX0sIkxpbmVXZWlnaHQiOjAuMCwiTGluZVR5cGUiOjAsIlBhcmVudFN0eWxlIjpudWxsfSwiUGFyZW50U3R5bGUiOm51bGx9LCJNYXJnaW4iOnsiJGlkIjoiMjIzNSIsIlRvcCI6MC4wLCJMZWZ0IjowLjAsIlJpZ2h0IjowLjAsIkJvdHRvbSI6MC4wfSwiUGFkZGluZyI6eyIkaWQiOiIyMjM2IiwiVG9wIjowLjAsIkxlZnQiOjAuMCwiUmlnaHQiOjAuMCwiQm90dG9tIjowLjB9LCJJc1Zpc2libGUiOnRydWUsIldpZHRoIjowLjAsIkhlaWdodCI6MC4wLCJCb3JkZXJTdHlsZSI6eyIkaWQiOiIyMjM3IiwiTGluZUNvbG9yIjpudWxsLCJMaW5lV2VpZ2h0IjowLjAsIkxpbmVUeXBlIjowLCJQYXJlbnRTdHlsZSI6bnVsbH0sIlBhcmVudFN0eWxlIjpudWxsfX1dLCJJZCI6ImViYjhlZjFkLWU2ZDktNGI1ZS04YWZkLTJhOWY0ZWE0ODNhMSIsIkluZGV4IjoxNCwiSGVhZGVyVGV4dCI6Ik1WUFxyXG4iLCJTdHlsZSI6eyIkaWQiOiIyMjM4IiwiU3R5bGVJZCI6ImIyNGY4MDQ1LWY2OWItNGE0My04MjlmLWE1NjUwM2ZkY2Q2OSIsIkhlYWRlclN0eWxlIjp7IiRpZCI6IjIyMzkiLCJUZXh0SXNWZXJ0aWNhbCI6ZmFsc2UsIlRleHRTdHlsZSI6eyIkaWQiOiIyMjQwIiwiRm9udFNldHRpbmdzIjp7IiRpZCI6IjIyNDEiLCJGb250U2l6ZSI6MTEsIkZvbnROYW1lIjoiVGl0aWxsaXVtIFdlYiIsIklzQm9sZCI6ZmFsc2UsIklzSXRhbGljIjpmYWxzZSwiSXNVbmRlcmxpbmVkIjpmYWxzZSwiUGFyZW50U3R5bGUiOm51bGx9LCJBdXRvU2l6ZSI6MiwiRm9yZWdyb3VuZCI6eyIkaWQiOiIyMjQyIiwiQ29sb3IiOnsiJGlkIjoiMjI0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yNDQiLCJUb3AiOjAuMCwiTGVmdCI6MC4wLCJSaWdodCI6MC4wLCJCb3R0b20iOjAuMH0sIlBhZGRpbmciOnsiJGlkIjoiMjI0NSIsIlRvcCI6MC4wLCJMZWZ0IjowLjAsIlJpZ2h0IjowLjAsIkJvdHRvbSI6MC4wfSwiQmFja2dyb3VuZCI6eyIkaWQiOiIyMjQ2IiwiQ29sb3IiOnsiJGlkIjoiMjI0NyIsIkEiOjI1NSwiUiI6MjU1LCJHIjoyNTUsIkIiOjI1NX19LCJJc1Zpc2libGUiOnRydWUsIldpZHRoIjowLjAsIkhlaWdodCI6MC4wLCJCb3JkZXJTdHlsZSI6bnVsbCwiUGFyZW50U3R5bGUiOm51bGx9LCJSZWN0YW5nbGVTdHlsZSI6eyIkaWQiOiIyMjQ4IiwiTWFyZ2luIjp7IiRpZCI6IjIyNDkiLCJUb3AiOjAuMCwiTGVmdCI6MC4wLCJSaWdodCI6MC4wLCJCb3R0b20iOjAuMH0sIlBhZGRpbmciOnsiJGlkIjoiMjI1MCIsIlRvcCI6MC4wLCJMZWZ0IjowLjAsIlJpZ2h0IjowLjAsIkJvdHRvbSI6MC4wfSwiQmFja2dyb3VuZCI6eyIkaWQiOiIyMjUxIiwiQ29sb3IiOnsiJGlkIjoiMjI1MiIsIkEiOjI1NSwiUiI6MTEyLCJHIjoxNzMsIkIiOjcxfX0sIklzVmlzaWJsZSI6dHJ1ZSwiV2lkdGgiOjAuMCwiSGVpZ2h0IjowLjAsIkJvcmRlclN0eWxlIjp7IiRpZCI6IjIyNTMiLCJMaW5lQ29sb3IiOnsiJGlkIjoiMjI1NCIsIiR0eXBlIjoiTkxSRS5Db21tb24uRG9tLlNvbGlkQ29sb3JCcnVzaCwgTkxSRS5Db21tb24iLCJDb2xvciI6eyIkaWQiOiIyMjU1IiwiQSI6MjU1LCJSIjoyNTUsIkciOjI1NSwiQiI6MjU1fX0sIkxpbmVXZWlnaHQiOjAuMCwiTGluZVR5cGUiOjAsIlBhcmVudFN0eWxlIjpudWxsfSwiUGFyZW50U3R5bGUiOm51bGx9LCJNYXJnaW4iOnsiJGlkIjoiMjI1NiIsIlRvcCI6MC4wLCJMZWZ0IjowLjAsIlJpZ2h0IjowLjAsIkJvdHRvbSI6MC4wfSwiUGFkZGluZyI6eyIkaWQiOiIyMjU3IiwiVG9wIjowLjAsIkxlZnQiOjAuMCwiUmlnaHQiOjAuMCwiQm90dG9tIjowLjB9LCJCYWNrZ3JvdW5kIjpudWxsLCJJc1Zpc2libGUiOnRydWUsIldpZHRoIjowLjAsIkhlaWdodCI6MC4wLCJCb3JkZXJTdHlsZSI6bnVsbCwiUGFyZW50U3R5bGUiOm51bGx9LCJCYWNrZ3JvdW5kU3R5bGUiOnsiJGlkIjoiMjI1OCIsIk1hcmdpbiI6eyIkaWQiOiIyMjU5IiwiVG9wIjowLjAsIkxlZnQiOjAuMCwiUmlnaHQiOjAuMCwiQm90dG9tIjowLjB9LCJQYWRkaW5nIjp7IiRpZCI6IjIyNjAiLCJUb3AiOjAuMCwiTGVmdCI6MC4wLCJSaWdodCI6MC4wLCJCb3R0b20iOjAuMH0sIkJhY2tncm91bmQiOnsiJGlkIjoiMjI2MSIsIkNvbG9yIjp7IiRpZCI6IjIyNjIiLCJBIjo1MSwiUiI6MjAwLCJHIjoyMDAsIkIiOjIwMH19LCJJc1Zpc2libGUiOnRydWUsIldpZHRoIjowLjAsIkhlaWdodCI6MC4wLCJCb3JkZXJTdHlsZSI6eyIkaWQiOiIyMjYzIiwiTGluZUNvbG9yIjp7IiRpZCI6IjIyNjQiLCIkdHlwZSI6Ik5MUkUuQ29tbW9uLkRvbS5Tb2xpZENvbG9yQnJ1c2gsIE5MUkUuQ29tbW9uIiwiQ29sb3IiOnsiJGlkIjoiMjI2NSIsIkEiOjI1NSwiUiI6MjM0LCJHIjoyMiwiQiI6MzB9fSwiTGluZVdlaWdodCI6MC4wLCJMaW5lVHlwZSI6MCwiUGFyZW50U3R5bGUiOm51bGx9LCJQYXJlbnRTdHlsZSI6bnVsbH0sIklzQWJvdmVUaW1lYmFuZCI6ZmFsc2UsIlNwYWNpbmciOjIsIkRlZmF1bHRTd2ltbGFuZVRhc2tTdHlsZSI6eyIkaWQiOiIyMjY2IiwiJHR5cGUiOiJOTFJFLkNvbW1vbi5Eb20uU3R5bGVzLkV4cGxpY2l0U2V0YWJsZVRhc2tTdHlsZSwgTkxSRS5Db21tb24iLCJTaGFwZSI6MSwiU2hhcGVUaGlja25lc3MiOjAsIkR1cmF0aW9uRm9ybWF0IjowLCJJbmNsdWRlTm9uV29ya2luZ0RheXNJbkR1cmF0aW9uIjpmYWxzZSwiUGVyY2VudGFnZUNvbXBsZXRlU3R5bGUiOnsiJGlkIjoiMjI2NyIsIkZvbnRTZXR0aW5ncyI6eyIkaWQiOiIyMjY4IiwiRm9udFNpemUiOjEwLCJGb250TmFtZSI6IkNhbGlicmkiLCJJc0JvbGQiOmZhbHNlLCJJc0l0YWxpYyI6ZmFsc2UsIklzVW5kZXJsaW5lZCI6ZmFsc2UsIlBhcmVudFN0eWxlIjpudWxsfSwiQXV0b1NpemUiOjAsIkZvcmVncm91bmQiOnsiJGlkIjoiMjI2OSIsIkNvbG9yIjp7IiRpZCI6IjIy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I3MSIsIlRvcCI6MC4wLCJMZWZ0IjowLjAsIlJpZ2h0IjowLjAsIkJvdHRvbSI6MC4wfSwiUGFkZGluZyI6eyIkaWQiOiIyMjcyIiwiVG9wIjowLjAsIkxlZnQiOjAuMCwiUmlnaHQiOjAuMCwiQm90dG9tIjowLjB9LCJCYWNrZ3JvdW5kIjp7IiRpZCI6IjIyNzMiLCJDb2xvciI6eyIkaWQiOiIyMjc0IiwiQSI6ODksIlIiOjAsIkciOjAsIkIiOjB9fSwiSXNWaXNpYmxlIjp0cnVlLCJXaWR0aCI6MC4wLCJIZWlnaHQiOjAuMCwiQm9yZGVyU3R5bGUiOnsiJGlkIjoiMjI3NSIsIkxpbmVDb2xvciI6bnVsbCwiTGluZVdlaWdodCI6MC4wLCJMaW5lVHlwZSI6MCwiUGFyZW50U3R5bGUiOm51bGx9LCJQYXJlbnRTdHlsZSI6bnVsbH0sIkR1cmF0aW9uU3R5bGUiOnsiJGlkIjoiMjI3NiIsIkZvbnRTZXR0aW5ncyI6eyIkaWQiOiIyMjc3IiwiRm9udFNpemUiOjEwLCJGb250TmFtZSI6IkNhbGlicmkiLCJJc0JvbGQiOmZhbHNlLCJJc0l0YWxpYyI6ZmFsc2UsIklzVW5kZXJsaW5lZCI6ZmFsc2UsIlBhcmVudFN0eWxlIjpudWxsfSwiQXV0b1NpemUiOjAsIkZvcmVncm91bmQiOnsiJGlkIjoiMjI3OCIsIkNvbG9yIjp7IiRpZCI6IjIy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IyODAiLCJUb3AiOjAuMCwiTGVmdCI6MC4wLCJSaWdodCI6MC4wLCJCb3R0b20iOjAuMH0sIlBhZGRpbmciOnsiJGlkIjoiMjI4MSIsIlRvcCI6MC4wLCJMZWZ0IjowLjAsIlJpZ2h0IjowLjAsIkJvdHRvbSI6MC4wfSwiQmFja2dyb3VuZCI6eyIkaWQiOiIyMjgyIiwiQ29sb3IiOnsiJGlkIjoiMjI4MyIsIkEiOjI1NSwiUiI6NjgsIkciOjg0LCJCIjoxMDZ9fSwiSXNWaXNpYmxlIjp0cnVlLCJXaWR0aCI6MC4wLCJIZWlnaHQiOjAuMCwiQm9yZGVyU3R5bGUiOnsiJGlkIjoiMjI4NCIsIkxpbmVDb2xvciI6bnVsbCwiTGluZVdlaWdodCI6MC4wLCJMaW5lVHlwZSI6MCwiUGFyZW50U3R5bGUiOm51bGx9LCJQYXJlbnRTdHlsZSI6bnVsbH0sIkhvcml6b250YWxDb25uZWN0b3JTdHlsZSI6eyIkaWQiOiIyMjg1IiwiTGluZUNvbG9yIjp7IiRpZCI6IjIyODYiLCIkdHlwZSI6Ik5MUkUuQ29tbW9uLkRvbS5Tb2xpZENvbG9yQnJ1c2gsIE5MUkUuQ29tbW9uIiwiQ29sb3IiOnsiJGlkIjoiMjI4NyIsIkEiOjI1NSwiUiI6MCwiRyI6MCwiQiI6MH19LCJMaW5lV2VpZ2h0IjowLjAsIkxpbmVUeXBlIjowLCJQYXJlbnRTdHlsZSI6bnVsbH0sIlZlcnRpY2FsQ29ubmVjdG9yU3R5bGUiOnsiJGlkIjoiMjI4OCIsIkxpbmVDb2xvciI6eyIkaWQiOiIyMjg5IiwiJHR5cGUiOiJOTFJFLkNvbW1vbi5Eb20uU29saWRDb2xvckJydXNoLCBOTFJFLkNvbW1vbiIsIkNvbG9yIjp7IiRpZCI6IjIyOT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yMjkxIiwiU2hhcGVTdHlsZSI6eyIkaWQiOiIyMjkyIiwiTWFyZ2luIjp7IiRpZCI6IjIyOTMiLCJUb3AiOjAuMCwiTGVmdCI6MC4wLCJSaWdodCI6MC4wLCJCb3R0b20iOjAuMH0sIlBhZGRpbmciOnsiJGlkIjoiMjI5NCIsIlRvcCI6MC4wLCJMZWZ0IjowLjAsIlJpZ2h0IjowLjAsIkJvdHRvbSI6MC4wfSwiQmFja2dyb3VuZCI6eyIkaWQiOiIyMjk1IiwiQ29sb3IiOnsiJGlkIjoiMjI5NiIsIkEiOjE1MywiUiI6MCwiRyI6MCwiQiI6MH19LCJJc1Zpc2libGUiOnRydWUsIldpZHRoIjowLjAsIkhlaWdodCI6MC4wLCJCb3JkZXJTdHlsZSI6eyIkaWQiOiIyMjk3IiwiTGluZUNvbG9yIjp7IiRpZCI6IjIyOTgiLCIkdHlwZSI6Ik5MUkUuQ29tbW9uLkRvbS5Tb2xpZENvbG9yQnJ1c2gsIE5MUkUuQ29tbW9uIiwiQ29sb3IiOnsiJGlkIjoiMjI5OSIsIkEiOjI1NSwiUiI6MjU1LCJHIjowLCJCIjowfX0sIkxpbmVXZWlnaHQiOjAuMCwiTGluZVR5cGUiOjAsIlBhcmVudFN0eWxlIjpudWxsfSwiUGFyZW50U3R5bGUiOm51bGx9LCJNYXJnaW4iOnsiJGlkIjoiMjMwMCIsIlRvcCI6MC4wLCJMZWZ0IjowLjAsIlJpZ2h0IjowLjAsIkJvdHRvbSI6MC4wfSwiUGFkZGluZyI6eyIkaWQiOiIyMzAxIiwiVG9wIjowLjAsIkxlZnQiOjAuMCwiUmlnaHQiOjAuMCwiQm90dG9tIjowLjB9LCJCYWNrZ3JvdW5kIjpudWxsLCJJc1Zpc2libGUiOnRydWUsIldpZHRoIjowLjAsIkhlaWdodCI6MC4wLCJCb3JkZXJTdHlsZSI6bnVsbCwiUGFyZW50U3R5bGUiOm51bGx9LCJTaGFwZVN0eWxlIjp7IiRpZCI6IjIzMDIiLCJNYXJnaW4iOnsiJGlkIjoiMjMwMyIsIlRvcCI6MC4wLCJMZWZ0Ijo0LjAsIlJpZ2h0Ijo0LjAsIkJvdHRvbSI6MC4wfSwiUGFkZGluZyI6eyIkaWQiOiIyMzA0IiwiVG9wIjowLjAsIkxlZnQiOjAuMCwiUmlnaHQiOjAuMCwiQm90dG9tIjowLjB9LCJCYWNrZ3JvdW5kIjp7IiRpZCI6IjIzMDUiLCJDb2xvciI6eyIkaWQiOiIyMzA2IiwiQSI6MjU1LCJSIjoxMTIsIkciOjE3MywiQiI6NzF9fSwiSXNWaXNpYmxlIjp0cnVlLCJXaWR0aCI6MC4wLCJIZWlnaHQiOjEwLjAsIkJvcmRlclN0eWxlIjp7IiRpZCI6IjIzMDciLCJMaW5lQ29sb3IiOnsiJGlkIjoiMjMwOCIsIiR0eXBlIjoiTkxSRS5Db21tb24uRG9tLlNvbGlkQ29sb3JCcnVzaCwgTkxSRS5Db21tb24iLCJDb2xvciI6eyIkaWQiOiIyMzA5IiwiQSI6MjU1LCJSIjoyMzQsIkciOjIyLCJCIjozMH19LCJMaW5lV2VpZ2h0IjowLjAsIkxpbmVUeXBlIjowLCJQYXJlbnRTdHlsZSI6bnVsbH0sIlBhcmVudFN0eWxlIjpudWxsfSwiVGl0bGVTdHlsZSI6eyIkaWQiOiIyMzEwIiwiRm9udFNldHRpbmdzIjp7IiRpZCI6IjIzMTEiLCJGb250U2l6ZSI6MTEsIkZvbnROYW1lIjoiQ2FsaWJyaSIsIklzQm9sZCI6ZmFsc2UsIklzSXRhbGljIjpmYWxzZSwiSXNVbmRlcmxpbmVkIjpmYWxzZSwiUGFyZW50U3R5bGUiOm51bGx9LCJBdXRvU2l6ZSI6MCwiRm9yZWdyb3VuZCI6eyIkaWQiOiIyMzEyIiwiQ29sb3IiOnsiJGlkIjoiMjMx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E0IiwiVG9wIjowLjAsIkxlZnQiOjAuMCwiUmlnaHQiOjAuMCwiQm90dG9tIjowLjB9LCJQYWRkaW5nIjp7IiRpZCI6IjIzMTUiLCJUb3AiOjAuMCwiTGVmdCI6MC4wLCJSaWdodCI6MC4wLCJCb3R0b20iOjAuMH0sIkJhY2tncm91bmQiOnsiJGlkIjoiMjMxNiIsIkNvbG9yIjp7IiRpZCI6IjIzMTciLCJBIjoyNTUsIlIiOjAsIkciOjAsIkIiOjB9fSwiSXNWaXNpYmxlIjp0cnVlLCJXaWR0aCI6MC4wLCJIZWlnaHQiOjAuMCwiQm9yZGVyU3R5bGUiOnsiJGlkIjoiMjMxOCIsIkxpbmVDb2xvciI6bnVsbCwiTGluZVdlaWdodCI6MC4wLCJMaW5lVHlwZSI6MCwiUGFyZW50U3R5bGUiOm51bGx9LCJQYXJlbnRTdHlsZSI6bnVsbH0sIkRhdGVTdHlsZSI6eyIkaWQiOiIyMzE5IiwiRm9udFNldHRpbmdzIjp7IiRpZCI6IjIzMjAiLCJGb250U2l6ZSI6MTAsIkZvbnROYW1lIjoiQ2FsaWJyaSIsIklzQm9sZCI6ZmFsc2UsIklzSXRhbGljIjpmYWxzZSwiSXNVbmRlcmxpbmVkIjpmYWxzZSwiUGFyZW50U3R5bGUiOm51bGx9LCJBdXRvU2l6ZSI6MCwiRm9yZWdyb3VuZCI6eyIkaWQiOiIyMzIxIiwiQ29sb3IiOnsiJGlkIjoiMjMy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jMyMyIsIlRvcCI6MC4wLCJMZWZ0IjowLjAsIlJpZ2h0IjowLjAsIkJvdHRvbSI6MC4wfSwiUGFkZGluZyI6eyIkaWQiOiIyMzI0IiwiVG9wIjowLjAsIkxlZnQiOjAuMCwiUmlnaHQiOjAuMCwiQm90dG9tIjowLjB9LCJCYWNrZ3JvdW5kIjp7IiRpZCI6IjIzMjUiLCJDb2xvciI6eyIkaWQiOiIyMzI2IiwiQSI6MjU1LCJSIjo2OCwiRyI6ODQsIkIiOjEwNn19LCJJc1Zpc2libGUiOnRydWUsIldpZHRoIjowLjAsIkhlaWdodCI6MC4wLCJCb3JkZXJTdHlsZSI6eyIkaWQiOiIyMzI3IiwiTGluZUNvbG9yIjpudWxsLCJMaW5lV2VpZ2h0IjowLjAsIkxpbmVUeXBlIjowLCJQYXJlbnRTdHlsZSI6bnVsbH0sIlBhcmVudFN0eWxlIjpudWxsfSwiRGF0ZUZvcm1hdCI6eyIkaWQiOiIyMzI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jkiLCJGb3JtYXQiOjAsIklzVmlzaWJsZSI6ZmFsc2UsIkxhc3RLbm93blZpc2liaWxpdHlTdGF0ZSI6ZmFsc2V9LCJJc1Zpc2libGUiOnRydWUsIlZhcmlhbmNlU3R5bGUiOnsiJGlkIjoiMjMzMCIsIlRleHRTdHlsZSI6eyIkaWQiOiIyMzMxIiwiRm9udFNldHRpbmdzIjp7IiRpZCI6IjIzMzIiLCJGb250U2l6ZSI6MTAsIkZvbnROYW1lIjoiQ2FsaWJyaSIsIklzQm9sZCI6ZmFsc2UsIklzSXRhbGljIjpmYWxzZSwiSXNVbmRlcmxpbmVkIjpmYWxzZSwiUGFyZW50U3R5bGUiOm51bGx9LCJBdXRvU2l6ZSI6MCwiRm9yZWdyb3VuZCI6eyIkaWQiOiIyMzMzIiwiQ29sb3IiOnsiJGlkIjoiMjM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M1IiwiVG9wIjowLjAsIkxlZnQiOjAuMCwiUmlnaHQiOjAuMCwiQm90dG9tIjowLjB9LCJQYWRkaW5nIjp7IiRpZCI6IjIzMzYiLCJUb3AiOjAuMCwiTGVmdCI6MC4wLCJSaWdodCI6MC4wLCJCb3R0b20iOjAuMH0sIkJhY2tncm91bmQiOnsiJGlkIjoiMjMzNyIsIkNvbG9yIjp7IiRpZCI6IjIzMzgiLCJBIjoyNTUsIlIiOjAsIkciOjAsIkIiOjB9fSwiSXNWaXNpYmxlIjp0cnVlLCJXaWR0aCI6MC4wLCJIZWlnaHQiOjAuMCwiQm9yZGVyU3R5bGUiOnsiJGlkIjoiMjMzOSIsIkxpbmVDb2xvciI6bnVsbCwiTGluZVdlaWdodCI6MC4wLCJMaW5lVHlwZSI6MCwiUGFyZW50U3R5bGUiOm51bGx9LCJQYXJlbnRTdHlsZSI6bnVsbH0sIlBhcmVudFN0eWxlIjpudWxsfSwiUGFyZW50U3R5bGUiOm51bGwsIl9leHBsaWNpdGx5U2V0Ijp7IiRpZCI6IjIzND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yMzQxIiwiU2hhcGUiOjEsIkNvbm5lY3Rvck1hcmdpbiI6eyIkaWQiOiIyMzQyIiwiVG9wIjowLjAsIkxlZnQiOjIuMCwiUmlnaHQiOjIuMCwiQm90dG9tIjowLjB9LCJDb25uZWN0b3JTdHlsZSI6eyIkaWQiOiIyMzQzIiwiTGluZUNvbG9yIjp7IiRpZCI6IjIzNDQiLCIkdHlwZSI6Ik5MUkUuQ29tbW9uLkRvbS5Tb2xpZENvbG9yQnJ1c2gsIE5MUkUuQ29tbW9uIiwiQ29sb3IiOnsiJGlkIjoiMjM0NSIsIkEiOjEyNywiUiI6NTYsIkciOjg2LCJCIjozNX19LCJMaW5lV2VpZ2h0IjoxLjAsIkxpbmVUeXBlIjowLCJQYXJlbnRTdHlsZSI6bnVsbH0sIklzQmVsb3dUaW1lYmFuZCI6ZmFsc2UsIlBvc2l0aW9uT25UYXNrIjoxLCJIaWRlRGF0ZSI6ZmFsc2UsIlNoYXBlU2l6ZSI6MCwiU3BhY2luZyI6MC4wLCJQYWRkaW5nIjp7IiRpZCI6IjIzNDYiLCJUb3AiOjUuMCwiTGVmdCI6My4wLCJSaWdodCI6MC4wLCJCb3R0b20iOjIuMH0sIlNoYXBlU3R5bGUiOnsiJGlkIjoiMjM0NyIsIk1hcmdpbiI6eyIkaWQiOiIyMzQ4IiwiVG9wIjowLjAsIkxlZnQiOjAuMCwiUmlnaHQiOjAuMCwiQm90dG9tIjowLjB9LCJQYWRkaW5nIjp7IiRpZCI6IjIzNDkiLCJUb3AiOjAuMCwiTGVmdCI6MC4wLCJSaWdodCI6MC4wLCJCb3R0b20iOjAuMH0sIkJhY2tncm91bmQiOnsiJGlkIjoiMjM1MCIsIkNvbG9yIjp7IiRpZCI6IjIzNTEiLCJBIjoyNTUsIlIiOjU2LCJHIjo4NiwiQiI6MzV9fSwiSXNWaXNpYmxlIjp0cnVlLCJXaWR0aCI6MTIuMCwiSGVpZ2h0IjoxNC4wLCJCb3JkZXJTdHlsZSI6eyIkaWQiOiIyMzUyIiwiTGluZUNvbG9yIjp7IiRpZCI6IjIzNTMiLCIkdHlwZSI6Ik5MUkUuQ29tbW9uLkRvbS5Tb2xpZENvbG9yQnJ1c2gsIE5MUkUuQ29tbW9uIiwiQ29sb3IiOnsiJGlkIjoiMjM1NCIsIkEiOjI1NSwiUiI6MjU1LCJHIjoyNTUsIkIiOjI1NX19LCJMaW5lV2VpZ2h0IjowLjAsIkxpbmVUeXBlIjowLCJQYXJlbnRTdHlsZSI6bnVsbH0sIlBhcmVudFN0eWxlIjpudWxsfSwiVGl0bGVTdHlsZSI6eyIkaWQiOiIyMzU1IiwiRm9udFNldHRpbmdzIjp7IiRpZCI6IjIzNTYiLCJGb250U2l6ZSI6MTEsIkZvbnROYW1lIjoiQ2FsaWJyaSIsIklzQm9sZCI6ZmFsc2UsIklzSXRhbGljIjpmYWxzZSwiSXNVbmRlcmxpbmVkIjpmYWxzZSwiUGFyZW50U3R5bGUiOm51bGx9LCJBdXRvU2l6ZSI6MCwiRm9yZWdyb3VuZCI6eyIkaWQiOiIyMzU3IiwiQ29sb3IiOnsiJGlkIjoiMjM1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yMzU5IiwiVG9wIjowLjAsIkxlZnQiOjAuMCwiUmlnaHQiOjAuMCwiQm90dG9tIjowLjB9LCJQYWRkaW5nIjp7IiRpZCI6IjIzNjAiLCJUb3AiOjAuMCwiTGVmdCI6MC4wLCJSaWdodCI6MC4wLCJCb3R0b20iOjAuMH0sIkJhY2tncm91bmQiOnsiJGlkIjoiMjM2MSIsIkNvbG9yIjp7IiRpZCI6IjIzNjIiLCJBIjoyNTUsIlIiOjAsIkciOjAsIkIiOjB9fSwiSXNWaXNpYmxlIjp0cnVlLCJXaWR0aCI6MC4wLCJIZWlnaHQiOjAuMCwiQm9yZGVyU3R5bGUiOnsiJGlkIjoiMjM2MyIsIkxpbmVDb2xvciI6bnVsbCwiTGluZVdlaWdodCI6MC4wLCJMaW5lVHlwZSI6MCwiUGFyZW50U3R5bGUiOm51bGx9LCJQYXJlbnRTdHlsZSI6bnVsbH0sIkRhdGVTdHlsZSI6eyIkaWQiOiIyMzY0IiwiRm9udFNldHRpbmdzIjp7IiRpZCI6IjIzNjUiLCJGb250U2l6ZSI6MTAsIkZvbnROYW1lIjoiQ2FsaWJyaSIsIklzQm9sZCI6ZmFsc2UsIklzSXRhbGljIjpmYWxzZSwiSXNVbmRlcmxpbmVkIjpmYWxzZSwiUGFyZW50U3R5bGUiOm51bGx9LCJBdXRvU2l6ZSI6MCwiRm9yZWdyb3VuZCI6eyIkaWQiOiIyMzY2IiwiQ29sb3IiOnsiJGlkIjoiMjM2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jM2OCIsIlRvcCI6MC4wLCJMZWZ0IjowLjAsIlJpZ2h0IjowLjAsIkJvdHRvbSI6MC4wfSwiUGFkZGluZyI6eyIkaWQiOiIyMzY5IiwiVG9wIjowLjAsIkxlZnQiOjAuMCwiUmlnaHQiOjAuMCwiQm90dG9tIjowLjB9LCJCYWNrZ3JvdW5kIjp7IiRpZCI6IjIzNzAiLCJDb2xvciI6eyIkaWQiOiIyMzcxIiwiQSI6MjU1LCJSIjo2OCwiRyI6ODQsIkIiOjEwNn19LCJJc1Zpc2libGUiOnRydWUsIldpZHRoIjowLjAsIkhlaWdodCI6MC4wLCJCb3JkZXJTdHlsZSI6eyIkaWQiOiIyMzcyIiwiTGluZUNvbG9yIjpudWxsLCJMaW5lV2VpZ2h0IjowLjAsIkxpbmVUeXBlIjowLCJQYXJlbnRTdHlsZSI6bnVsbH0sIlBhcmVudFN0eWxlIjpudWxsfSwiRGF0ZUZvcm1hdCI6eyIkaWQiOiIyMzc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c0IiwiRm9ybWF0IjowLCJJc1Zpc2libGUiOmZhbHNlLCJMYXN0S25vd25WaXNpYmlsaXR5U3RhdGUiOmZhbHNlfSwiSXNWaXNpYmxlIjpmYWxzZSwiVmFyaWFuY2VTdHlsZSI6eyIkaWQiOiIyMzc1IiwiVGV4dFN0eWxlIjp7IiRpZCI6IjIzNzYiLCJGb250U2V0dGluZ3MiOnsiJGlkIjoiMjM3NyIsIkZvbnRTaXplIjoxMCwiRm9udE5hbWUiOiJDYWxpYnJpIiwiSXNCb2xkIjpmYWxzZSwiSXNJdGFsaWMiOmZhbHNlLCJJc1VuZGVybGluZWQiOmZhbHNlLCJQYXJlbnRTdHlsZSI6bnVsbH0sIkF1dG9TaXplIjowLCJGb3JlZ3JvdW5kIjp7IiRpZCI6IjIzNzgiLCJDb2xvciI6eyIkaWQiOiIyMz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zODAiLCJUb3AiOjAuMCwiTGVmdCI6MC4wLCJSaWdodCI6MC4wLCJCb3R0b20iOjAuMH0sIlBhZGRpbmciOnsiJGlkIjoiMjM4MSIsIlRvcCI6MC4wLCJMZWZ0IjowLjAsIlJpZ2h0IjowLjAsIkJvdHRvbSI6MC4wfSwiQmFja2dyb3VuZCI6eyIkaWQiOiIyMzgyIiwiQ29sb3IiOnsiJGlkIjoiMjM4MyIsIkEiOjI1NSwiUiI6MCwiRyI6MCwiQiI6MH19LCJJc1Zpc2libGUiOnRydWUsIldpZHRoIjowLjAsIkhlaWdodCI6MC4wLCJCb3JkZXJTdHlsZSI6eyIkaWQiOiIyMzg0IiwiTGluZUNvbG9yIjpudWxsLCJMaW5lV2VpZ2h0IjowLjAsIkxpbmVUeXBlIjowLCJQYXJlbnRTdHlsZSI6bnVsbH0sIlBhcmVudFN0eWxlIjpudWxsfSwiUGFyZW50U3R5bGUiOm51bGx9LCJQYXJlbnRTdHlsZSI6bnVsbH0sIkRlZmF1bHRTd2ltbGFuZU1pbGVzdG9uZVN0eWxlIjp7IiRpZCI6IjIzODUiLCJUaXRsZVBvc2l0aW9uIjoiTGVmdCIsIkRhdGVQb3NpdGlvbiI6IlJpZ2h0IiwiVmFyaWFuY2VQb3NpdGlvbiI6IlJpZ2h0IiwiU2hhcGVUeXBlIjoxLCJTaGFwZVNpemUiOjAsIlNwYWNpbmciOjUsIlNoYXBlU3R5bGUiOnsiJGlkIjoiMjM4NiIsIk1hcmdpbiI6eyIkaWQiOiIyMzg3IiwiVG9wIjowLjAsIkxlZnQiOjAuMCwiUmlnaHQiOjAuMCwiQm90dG9tIjowLjB9LCJQYWRkaW5nIjp7IiRpZCI6IjIzODgiLCJUb3AiOjAuMCwiTGVmdCI6MC4wLCJSaWdodCI6MC4wLCJCb3R0b20iOjAuMH0sIkJhY2tncm91bmQiOnsiJGlkIjoiMjM4OSIsIkNvbG9yIjp7IiRpZCI6IjIzOTAiLCJBIjoyNTUsIlIiOjExMiwiRyI6MTczLCJCIjo3MX19LCJJc1Zpc2libGUiOnRydWUsIldpZHRoIjoxMi4wLCJIZWlnaHQiOjE0LjAsIkJvcmRlclN0eWxlIjp7IiRpZCI6IjIzOTEiLCJMaW5lQ29sb3IiOnsiJGlkIjoiMjM5MiIsIiR0eXBlIjoiTkxSRS5Db21tb24uRG9tLlNvbGlkQ29sb3JCcnVzaCwgTkxSRS5Db21tb24iLCJDb2xvciI6eyIkaWQiOiIyMzkzIiwiQSI6MjU1LCJSIjoyMzQsIkciOjIyLCJCIjozMH19LCJMaW5lV2VpZ2h0IjowLjAsIkxpbmVUeXBlIjowLCJQYXJlbnRTdHlsZSI6bnVsbH0sIlBhcmVudFN0eWxlIjpudWxsfSwiVGl0bGVTdHlsZSI6eyIkaWQiOiIyMzk0IiwiRm9udFNldHRpbmdzIjp7IiRpZCI6IjIzOTUiLCJGb250U2l6ZSI6MTEsIkZvbnROYW1lIjoiQ2FsaWJyaSIsIklzQm9sZCI6ZmFsc2UsIklzSXRhbGljIjpmYWxzZSwiSXNVbmRlcmxpbmVkIjpmYWxzZSwiUGFyZW50U3R5bGUiOm51bGx9LCJBdXRvU2l6ZSI6MCwiRm9yZWdyb3VuZCI6eyIkaWQiOiIyMzk2IiwiQ29sb3IiOnsiJGlkIjoiMjM5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zk4IiwiVG9wIjowLjAsIkxlZnQiOjAuMCwiUmlnaHQiOjAuMCwiQm90dG9tIjowLjB9LCJQYWRkaW5nIjp7IiRpZCI6IjIzOTkiLCJUb3AiOjAuMCwiTGVmdCI6MC4wLCJSaWdodCI6MC4wLCJCb3R0b20iOjAuMH0sIkJhY2tncm91bmQiOnsiJGlkIjoiMjQwMCIsIkNvbG9yIjp7IiRpZCI6IjI0MDEiLCJBIjoyNTUsIlIiOjAsIkciOjAsIkIiOjB9fSwiSXNWaXNpYmxlIjp0cnVlLCJXaWR0aCI6MC4wLCJIZWlnaHQiOjAuMCwiQm9yZGVyU3R5bGUiOnsiJGlkIjoiMjQwMiIsIkxpbmVDb2xvciI6bnVsbCwiTGluZVdlaWdodCI6MC4wLCJMaW5lVHlwZSI6MCwiUGFyZW50U3R5bGUiOm51bGx9LCJQYXJlbnRTdHlsZSI6bnVsbH0sIkRhdGVTdHlsZSI6eyIkaWQiOiIyNDAzIiwiRm9udFNldHRpbmdzIjp7IiRpZCI6IjI0MDQiLCJGb250U2l6ZSI6MTAsIkZvbnROYW1lIjoiQ2FsaWJyaSIsIklzQm9sZCI6ZmFsc2UsIklzSXRhbGljIjpmYWxzZSwiSXNVbmRlcmxpbmVkIjpmYWxzZSwiUGFyZW50U3R5bGUiOm51bGx9LCJBdXRvU2l6ZSI6MCwiRm9yZWdyb3VuZCI6eyIkaWQiOiIyNDA1IiwiQ29sb3IiOnsiJGlkIjoiMjQw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wNyIsIlRvcCI6MC4wLCJMZWZ0IjowLjAsIlJpZ2h0IjowLjAsIkJvdHRvbSI6MC4wfSwiUGFkZGluZyI6eyIkaWQiOiIyNDA4IiwiVG9wIjowLjAsIkxlZnQiOjAuMCwiUmlnaHQiOjAuMCwiQm90dG9tIjowLjB9LCJCYWNrZ3JvdW5kIjp7IiRpZCI6IjI0MDkiLCJDb2xvciI6eyIkaWQiOiIyNDEwIiwiQSI6MjU1LCJSIjo2OCwiRyI6ODQsIkIiOjEwNn19LCJJc1Zpc2libGUiOnRydWUsIldpZHRoIjowLjAsIkhlaWdodCI6MC4wLCJCb3JkZXJTdHlsZSI6eyIkaWQiOiIyNDExIiwiTGluZUNvbG9yIjpudWxsLCJMaW5lV2VpZ2h0IjowLjAsIkxpbmVUeXBlIjowLCJQYXJlbnRTdHlsZSI6bnVsbH0sIlBhcmVudFN0eWxlIjpudWxsfSwiRGF0ZUZvcm1hdCI6eyIkaWQiOiIyNDE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MTMiLCJGb3JtYXQiOjAsIklzVmlzaWJsZSI6ZmFsc2UsIkxhc3RLbm93blZpc2liaWxpdHlTdGF0ZSI6ZmFsc2V9LCJJc1Zpc2libGUiOnRydWUsIlZhcmlhbmNlU3R5bGUiOnsiJGlkIjoiMjQxNCIsIlRleHRTdHlsZSI6eyIkaWQiOiIyNDE1IiwiRm9udFNldHRpbmdzIjp7IiRpZCI6IjI0MTYiLCJGb250U2l6ZSI6MTAsIkZvbnROYW1lIjoiQ2FsaWJyaSIsIklzQm9sZCI6ZmFsc2UsIklzSXRhbGljIjpmYWxzZSwiSXNVbmRlcmxpbmVkIjpmYWxzZSwiUGFyZW50U3R5bGUiOm51bGx9LCJBdXRvU2l6ZSI6MCwiRm9yZWdyb3VuZCI6eyIkaWQiOiIyNDE3IiwiQ29sb3IiOnsiJGlkIjoiMjQ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DE5IiwiVG9wIjowLjAsIkxlZnQiOjAuMCwiUmlnaHQiOjAuMCwiQm90dG9tIjowLjB9LCJQYWRkaW5nIjp7IiRpZCI6IjI0MjAiLCJUb3AiOjAuMCwiTGVmdCI6MC4wLCJSaWdodCI6MC4wLCJCb3R0b20iOjAuMH0sIkJhY2tncm91bmQiOnsiJGlkIjoiMjQyMSIsIkNvbG9yIjp7IiRpZCI6IjI0MjIiLCJBIjoyNTUsIlIiOjAsIkciOjAsIkIiOjB9fSwiSXNWaXNpYmxlIjp0cnVlLCJXaWR0aCI6MC4wLCJIZWlnaHQiOjAuMCwiQm9yZGVyU3R5bGUiOnsiJGlkIjoiMjQyMyIsIkxpbmVDb2xvciI6bnVsbCwiTGluZVdlaWdodCI6MC4wLCJMaW5lVHlwZSI6MCwiUGFyZW50U3R5bGUiOm51bGx9LCJQYXJlbnRTdHlsZSI6bnVsbH0sIlBhcmVudFN0eWxlIjpudWxsfSwiUGFyZW50U3R5bGUiOm51bGx9LCJEZWZhdWx0U3dpbWxhbmVBY3Rpdml0eVN0eWxlIjp7IiRpZCI6IjI0MjQiLCJIZWFkZXJTdHlsZSI6eyIkaWQiOiIyNDI1IiwiVGV4dFN0eWxlIjp7IiRpZCI6IjI0MjYiLCJGb250U2V0dGluZ3MiOnsiJGlkIjoiMjQyNyIsIkZvbnRTaXplIjoxMSwiRm9udE5hbWUiOiJDYWxpYnJpIiwiSXNCb2xkIjpmYWxzZSwiSXNJdGFsaWMiOmZhbHNlLCJJc1VuZGVybGluZWQiOmZhbHNlLCJQYXJlbnRTdHlsZSI6bnVsbH0sIkF1dG9TaXplIjoyLCJGb3JlZ3JvdW5kIjp7IiRpZCI6IjI0MjgiLCJDb2xvciI6eyIkaWQiOiIyND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QzMCIsIlRvcCI6MC4wLCJMZWZ0IjowLjAsIlJpZ2h0IjowLjAsIkJvdHRvbSI6MC4wfSwiUGFkZGluZyI6eyIkaWQiOiIyNDMxIiwiVG9wIjowLjAsIkxlZnQiOjAuMCwiUmlnaHQiOjAuMCwiQm90dG9tIjowLjB9LCJCYWNrZ3JvdW5kIjp7IiRpZCI6IjI0MzIiLCJDb2xvciI6eyIkaWQiOiIyNDMzIiwiQSI6MjU1LCJSIjo2NCwiRyI6NjQsIkIiOjY0fX0sIklzVmlzaWJsZSI6dHJ1ZSwiV2lkdGgiOjAuMCwiSGVpZ2h0IjowLjAsIkJvcmRlclN0eWxlIjpudWxsLCJQYXJlbnRTdHlsZSI6bnVsbH0sIlJlY3RhbmdsZVN0eWxlIjp7IiRpZCI6IjI0MzQiLCJNYXJnaW4iOnsiJGlkIjoiMjQzNSIsIlRvcCI6MC4wLCJMZWZ0IjowLjAsIlJpZ2h0IjowLjAsIkJvdHRvbSI6MC4wfSwiUGFkZGluZyI6eyIkaWQiOiIyNDM2IiwiVG9wIjowLjAsIkxlZnQiOjAuMCwiUmlnaHQiOjAuMCwiQm90dG9tIjowLjB9LCJCYWNrZ3JvdW5kIjp7IiRpZCI6IjI0MzciLCJDb2xvciI6eyIkaWQiOiIyNDM4IiwiQSI6MTI3LCJSIjoxMTIsIkciOjE3MywiQiI6NzF9fSwiSXNWaXNpYmxlIjp0cnVlLCJXaWR0aCI6MC4wLCJIZWlnaHQiOjAuMCwiQm9yZGVyU3R5bGUiOnsiJGlkIjoiMjQzOSIsIkxpbmVDb2xvciI6eyIkaWQiOiIyNDQwIiwiJHR5cGUiOiJOTFJFLkNvbW1vbi5Eb20uU29saWRDb2xvckJydXNoLCBOTFJFLkNvbW1vbiIsIkNvbG9yIjp7IiRpZCI6IjI0NDEiLCJBIjoyNTUsIlIiOjI1NSwiRyI6MjU1LCJCIjoyNTV9fSwiTGluZVdlaWdodCI6MC4wLCJMaW5lVHlwZSI6MCwiUGFyZW50U3R5bGUiOm51bGx9LCJQYXJlbnRTdHlsZSI6bnVsbH0sIk1hcmdpbiI6eyIkaWQiOiIyNDQyIiwiVG9wIjowLjAsIkxlZnQiOjAuMCwiUmlnaHQiOjAuMCwiQm90dG9tIjowLjB9LCJQYWRkaW5nIjp7IiRpZCI6IjI0NDMiLCJUb3AiOjAuMCwiTGVmdCI6MC4wLCJSaWdodCI6MC4wLCJCb3R0b20iOjAuMH0sIkJhY2tncm91bmQiOm51bGwsIklzVmlzaWJsZSI6dHJ1ZSwiV2lkdGgiOjAuMCwiSGVpZ2h0IjowLjAsIkJvcmRlclN0eWxlIjpudWxsLCJQYXJlbnRTdHlsZSI6bnVsbH0sIkJhY2tncm91bmRTdHlsZSI6eyIkaWQiOiIyNDQ0IiwiTWFyZ2luIjp7IiRpZCI6IjI0NDUiLCJUb3AiOjAuMCwiTGVmdCI6MC4wLCJSaWdodCI6MC4wLCJCb3R0b20iOjAuMH0sIlBhZGRpbmciOnsiJGlkIjoiMjQ0NiIsIlRvcCI6MC4wLCJMZWZ0IjowLjAsIlJpZ2h0IjowLjAsIkJvdHRvbSI6MC4wfSwiQmFja2dyb3VuZCI6eyIkaWQiOiIyNDQ3IiwiQ29sb3IiOnsiJGlkIjoiMjQ0OCIsIkEiOjUxLCJSIjoyMDAsIkciOjIwMCwiQiI6MjAwfX0sIklzVmlzaWJsZSI6dHJ1ZSwiV2lkdGgiOjAuMCwiSGVpZ2h0IjowLjAsIkJvcmRlclN0eWxlIjp7IiRpZCI6IjI0NDkiLCJMaW5lQ29sb3IiOnsiJGlkIjoiMjQ1MCIsIiR0eXBlIjoiTkxSRS5Db21tb24uRG9tLlNvbGlkQ29sb3JCcnVzaCwgTkxSRS5Db21tb24iLCJDb2xvciI6eyIkaWQiOiIyNDUxIiwiQSI6MjU1LCJSIjoyMzQsIkciOjIyLCJCIjozMH19LCJMaW5lV2VpZ2h0IjowLjAsIkxpbmVUeXBlIjowLCJQYXJlbnRTdHlsZSI6bnVsbH0sIlBhcmVudFN0eWxlIjpudWxsfSwiTWFyZ2luIjp7IiRpZCI6IjI0NTIiLCJUb3AiOjAuMCwiTGVmdCI6MC4wLCJSaWdodCI6MC4wLCJCb3R0b20iOjAuMH0sIlBhZGRpbmciOnsiJGlkIjoiMjQ1MyIsIlRvcCI6MC4wLCJMZWZ0IjowLjAsIlJpZ2h0IjowLjAsIkJvdHRvbSI6MC4wfSwiSXNWaXNpYmxlIjp0cnVlLCJXaWR0aCI6MC4wLCJIZWlnaHQiOjAuMCwiQm9yZGVyU3R5bGUiOnsiJGlkIjoiMjQ1NCIsIkxpbmVDb2xvciI6bnVsbCwiTGluZVdlaWdodCI6MC4wLCJMaW5lVHlwZSI6MCwiUGFyZW50U3R5bGUiOm51bGx9LCJQYXJlbnRTdHlsZSI6bnVsbH0sIk1hcmdpbiI6eyIkaWQiOiIyNDU1IiwiVG9wIjowLjAsIkxlZnQiOjAuMCwiUmlnaHQiOjAuMCwiQm90dG9tIjowLjB9LCJQYWRkaW5nIjp7IiRpZCI6IjI0NTYiLCJUb3AiOjAuMCwiTGVmdCI6MC4wLCJSaWdodCI6MC4wLCJCb3R0b20iOjAuMH0sIklzVmlzaWJsZSI6ZmFsc2UsIldpZHRoIjowLjAsIkhlaWdodCI6MC4wLCJCb3JkZXJTdHlsZSI6eyIkaWQiOiIyNDU3IiwiTGluZUNvbG9yIjpudWxsLCJMaW5lV2VpZ2h0IjowLjAsIkxpbmVUeXBlIjowLCJQYXJlbnRTdHlsZSI6bnVsbH0sIlBhcmVudFN0eWxlIjpudWxsfX0seyIkaWQiOiIyNDU4IiwiX2FjdGl2aXRpZXMiOlt7IiRpZCI6IjI0NTkiLCJfcm93cyI6W3siJGlkIjoiMjQ2MCIsIl90YXNrcyI6W3siJGlkIjoiMjQ2MSIsIl9hdHRhY2hlZE1pbGVzdG9uZXMiOltdLCJUYXNrRGVmaW5pdGlvbiI6eyIkaWQiOiIyNDYyIiwiR3JvdXBOYW1lIjpudWxsLCJTdGFydERhdGUiOiIyMDI3LTAxLTAxVDAwOjAwOjAwWiIsIkVuZERhdGUiOiIyMDI3LTA0LTMwVDIzOjU5OjAwWiIsIlBlcmNlbnRhZ2VDb21wbGV0ZSI6bnVsbCwiU3R5bGUiOnsiJGlkIjoiMjQ2MyIsIlNoYXBlIjoxLCJTaGFwZVRoaWNrbmVzcyI6MCwiRHVyYXRpb25Gb3JtYXQiOjAsIkluY2x1ZGVOb25Xb3JraW5nRGF5c0luRHVyYXRpb24iOmZhbHNlLCJQZXJjZW50YWdlQ29tcGxldGVTdHlsZSI6eyIkaWQiOiIyNDY0IiwiRm9udFNldHRpbmdzIjp7IiRpZCI6IjI0NjUiLCJGb250U2l6ZSI6MTAsIkZvbnROYW1lIjoiQ2FsaWJyaSIsIklzQm9sZCI6ZmFsc2UsIklzSXRhbGljIjpmYWxzZSwiSXNVbmRlcmxpbmVkIjpmYWxzZSwiUGFyZW50U3R5bGUiOm51bGx9LCJBdXRvU2l6ZSI6MCwiRm9yZWdyb3VuZCI6eyIkaWQiOiIyNDY2IiwiQ29sb3IiOnsiJGlkIjoiMjQ2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NDY4IiwiVG9wIjowLjAsIkxlZnQiOjAuMCwiUmlnaHQiOjAuMCwiQm90dG9tIjowLjB9LCJQYWRkaW5nIjp7IiRpZCI6IjI0NjkiLCJUb3AiOjAuMCwiTGVmdCI6MC4wLCJSaWdodCI6MC4wLCJCb3R0b20iOjAuMH0sIkJhY2tncm91bmQiOnsiJGlkIjoiMjQ3MCIsIkNvbG9yIjp7IiRpZCI6IjI0NzEiLCJBIjo4OSwiUiI6MCwiRyI6MCwiQiI6MH19LCJJc1Zpc2libGUiOnRydWUsIldpZHRoIjowLjAsIkhlaWdodCI6MC4wLCJCb3JkZXJTdHlsZSI6eyIkaWQiOiIyNDcyIiwiTGluZUNvbG9yIjpudWxsLCJMaW5lV2VpZ2h0IjowLjAsIkxpbmVUeXBlIjowLCJQYXJlbnRTdHlsZSI6bnVsbH0sIlBhcmVudFN0eWxlIjpudWxsfSwiRHVyYXRpb25TdHlsZSI6eyIkaWQiOiIyNDczIiwiRm9udFNldHRpbmdzIjp7IiRpZCI6IjI0NzQiLCJGb250U2l6ZSI6MTAsIkZvbnROYW1lIjoiQ2FsaWJyaSIsIklzQm9sZCI6ZmFsc2UsIklzSXRhbGljIjpmYWxzZSwiSXNVbmRlcmxpbmVkIjpmYWxzZSwiUGFyZW50U3R5bGUiOm51bGx9LCJBdXRvU2l6ZSI6MCwiRm9yZWdyb3VuZCI6eyIkaWQiOiIyNDc1IiwiQ29sb3IiOnsiJGlkIjoiMjQ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3NyIsIlRvcCI6MC4wLCJMZWZ0IjowLjAsIlJpZ2h0IjowLjAsIkJvdHRvbSI6MC4wfSwiUGFkZGluZyI6eyIkaWQiOiIyNDc4IiwiVG9wIjowLjAsIkxlZnQiOjAuMCwiUmlnaHQiOjAuMCwiQm90dG9tIjowLjB9LCJCYWNrZ3JvdW5kIjp7IiRpZCI6IjI0NzkiLCJDb2xvciI6eyIkaWQiOiIyNDgwIiwiQSI6MjU1LCJSIjo2OCwiRyI6ODQsIkIiOjEwNn19LCJJc1Zpc2libGUiOnRydWUsIldpZHRoIjowLjAsIkhlaWdodCI6MC4wLCJCb3JkZXJTdHlsZSI6eyIkaWQiOiIyNDgxIiwiTGluZUNvbG9yIjpudWxsLCJMaW5lV2VpZ2h0IjowLjAsIkxpbmVUeXBlIjowLCJQYXJlbnRTdHlsZSI6bnVsbH0sIlBhcmVudFN0eWxlIjpudWxsfSwiSG9yaXpvbnRhbENvbm5lY3RvclN0eWxlIjp7IiRpZCI6IjI0ODIiLCJMaW5lQ29sb3IiOnsiJGlkIjoiMjQ4MyIsIiR0eXBlIjoiTkxSRS5Db21tb24uRG9tLlNvbGlkQ29sb3JCcnVzaCwgTkxSRS5Db21tb24iLCJDb2xvciI6eyIkaWQiOiIyNDg0IiwiQSI6MjU1LCJSIjowLCJHIjowLCJCIjowfX0sIkxpbmVXZWlnaHQiOjAuMCwiTGluZVR5cGUiOjAsIlBhcmVudFN0eWxlIjpudWxsfSwiVmVydGljYWxDb25uZWN0b3JTdHlsZSI6eyIkaWQiOiIyNDg1IiwiTGluZUNvbG9yIjp7IiRpZCI6IjI0ODYiLCIkdHlwZSI6Ik5MUkUuQ29tbW9uLkRvbS5Tb2xpZENvbG9yQnJ1c2gsIE5MUkUuQ29tbW9uIiwiQ29sb3IiOnsiJGlkIjoiMjQ4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jQ4OCIsIlNoYXBlU3R5bGUiOnsiJGlkIjoiMjQ4OSIsIk1hcmdpbiI6eyIkaWQiOiIyNDkwIiwiVG9wIjowLjAsIkxlZnQiOjAuMCwiUmlnaHQiOjAuMCwiQm90dG9tIjowLjB9LCJQYWRkaW5nIjp7IiRpZCI6IjI0OTEiLCJUb3AiOjAuMCwiTGVmdCI6MC4wLCJSaWdodCI6MC4wLCJCb3R0b20iOjAuMH0sIkJhY2tncm91bmQiOnsiJGlkIjoiMjQ5MiIsIkNvbG9yIjp7IiRpZCI6IjI0OTMiLCJBIjoxNTMsIlIiOjAsIkciOjAsIkIiOjB9fSwiSXNWaXNpYmxlIjp0cnVlLCJXaWR0aCI6MC4wLCJIZWlnaHQiOjAuMCwiQm9yZGVyU3R5bGUiOm51bGwsIlBhcmVudFN0eWxlIjpudWxsfSwiTWFyZ2luIjp7IiRpZCI6IjI0OTQiLCJUb3AiOjAuMCwiTGVmdCI6MC4wLCJSaWdodCI6MC4wLCJCb3R0b20iOjAuMH0sIlBhZGRpbmciOnsiJGlkIjoiMjQ5NSIsIlRvcCI6MC4wLCJMZWZ0IjowLjAsIlJpZ2h0IjowLjAsIkJvdHRvbSI6MC4wfSwiQmFja2dyb3VuZCI6bnVsbCwiSXNWaXNpYmxlIjp0cnVlLCJXaWR0aCI6MC4wLCJIZWlnaHQiOjAuMCwiQm9yZGVyU3R5bGUiOm51bGwsIlBhcmVudFN0eWxlIjpudWxsfSwiU2hhcGVTdHlsZSI6eyIkaWQiOiIyNDk2IiwiTWFyZ2luIjp7IiRpZCI6IjI0OTciLCJUb3AiOjAuMCwiTGVmdCI6NC4wLCJSaWdodCI6NC4wLCJCb3R0b20iOjAuMH0sIlBhZGRpbmciOnsiJGlkIjoiMjQ5OCIsIlRvcCI6MC4wLCJMZWZ0IjowLjAsIlJpZ2h0IjowLjAsIkJvdHRvbSI6MC4wfSwiQmFja2dyb3VuZCI6eyIkaWQiOiIyNDk5IiwiQ29sb3IiOnsiJGlkIjoiMjUwMCIsIkEiOjI1NSwiUiI6MTY1LCJHIjoxNjUsIkIiOjE2NX19LCJJc1Zpc2libGUiOnRydWUsIldpZHRoIjowLjAsIkhlaWdodCI6MTAuMCwiQm9yZGVyU3R5bGUiOnsiJGlkIjoiMjUwMSIsIkxpbmVDb2xvciI6eyIkaWQiOiIyNTAyIiwiJHR5cGUiOiJOTFJFLkNvbW1vbi5Eb20uU29saWRDb2xvckJydXNoLCBOTFJFLkNvbW1vbiIsIkNvbG9yIjp7IiRpZCI6IjI1MDMiLCJBIjoyNTUsIlIiOjIzNCwiRyI6MjIsIkIiOjMwfX0sIkxpbmVXZWlnaHQiOjAuMCwiTGluZVR5cGUiOjAsIlBhcmVudFN0eWxlIjpudWxsfSwiUGFyZW50U3R5bGUiOm51bGx9LCJUaXRsZVN0eWxlIjp7IiRpZCI6IjI1MDQiLCJGb250U2V0dGluZ3MiOnsiJGlkIjoiMjUwNSIsIkZvbnRTaXplIjoxMSwiRm9udE5hbWUiOiJUaXRpbGxpdW0gV2ViIiwiSXNCb2xkIjpmYWxzZSwiSXNJdGFsaWMiOmZhbHNlLCJJc1VuZGVybGluZWQiOmZhbHNlLCJQYXJlbnRTdHlsZSI6bnVsbH0sIkF1dG9TaXplIjowLCJGb3JlZ3JvdW5kIjp7IiRpZCI6IjI1MDYiLCJDb2xvciI6eyIkaWQiOiIyNTA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I1MDgiLCJUb3AiOjAuMCwiTGVmdCI6MC4wLCJSaWdodCI6MC4wLCJCb3R0b20iOjAuMH0sIlBhZGRpbmciOnsiJGlkIjoiMjUwOSIsIlRvcCI6MC4wLCJMZWZ0IjowLjAsIlJpZ2h0IjowLjAsIkJvdHRvbSI6MC4wfSwiQmFja2dyb3VuZCI6eyIkaWQiOiIyNTEwIiwiQ29sb3IiOnsiJGlkIjoiMjUxMSIsIkEiOjAsIlIiOjI1NSwiRyI6MjU1LCJCIjoyNTV9fSwiSXNWaXNpYmxlIjp0cnVlLCJXaWR0aCI6MC4wLCJIZWlnaHQiOjAuMCwiQm9yZGVyU3R5bGUiOnsiJGlkIjoiMjUxMiIsIkxpbmVDb2xvciI6bnVsbCwiTGluZVdlaWdodCI6MC4wLCJMaW5lVHlwZSI6MCwiUGFyZW50U3R5bGUiOm51bGx9LCJQYXJlbnRTdHlsZSI6bnVsbH0sIkRhdGVTdHlsZSI6eyIkaWQiOiIyNTEzIiwiRm9udFNldHRpbmdzIjp7IiRpZCI6IjI1MTQiLCJGb250U2l6ZSI6MTAsIkZvbnROYW1lIjoiVGl0aWxsaXVtIFdlYiIsIklzQm9sZCI6ZmFsc2UsIklzSXRhbGljIjpmYWxzZSwiSXNVbmRlcmxpbmVkIjpmYWxzZSwiUGFyZW50U3R5bGUiOm51bGx9LCJBdXRvU2l6ZSI6MCwiRm9yZWdyb3VuZCI6eyIkaWQiOiIyNTE1IiwiQ29sb3IiOnsiJGlkIjoiMjUx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yNTE3IiwiVG9wIjowLjAsIkxlZnQiOjAuMCwiUmlnaHQiOjAuMCwiQm90dG9tIjowLjB9LCJQYWRkaW5nIjp7IiRpZCI6IjI1MTgiLCJUb3AiOjAuMCwiTGVmdCI6MC4wLCJSaWdodCI6MC4wLCJCb3R0b20iOjAuMH0sIkJhY2tncm91bmQiOnsiJGlkIjoiMjUxOSIsIkNvbG9yIjp7IiRpZCI6IjI1MjAiLCJBIjowLCJSIjoyNTUsIkciOjI1NSwiQiI6MjU1fX0sIklzVmlzaWJsZSI6dHJ1ZSwiV2lkdGgiOjAuMCwiSGVpZ2h0IjowLjAsIkJvcmRlclN0eWxlIjp7IiRpZCI6IjI1MjEiLCJMaW5lQ29sb3IiOm51bGwsIkxpbmVXZWlnaHQiOjAuMCwiTGluZVR5cGUiOjAsIlBhcmVudFN0eWxlIjpudWxsfSwiUGFyZW50U3R5bGUiOm51bGx9LCJEYXRlRm9ybWF0Ijp7IiRpZCI6IjI1M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yMyIsIkZvcm1hdCI6MCwiSXNWaXNpYmxlIjpmYWxzZSwiTGFzdEtub3duVmlzaWJpbGl0eVN0YXRlIjpmYWxzZX0sIklzVmlzaWJsZSI6dHJ1ZSwiVmFyaWFuY2VTdHlsZSI6eyIkaWQiOiIyNTI0IiwiVGV4dFN0eWxlIjp7IiRpZCI6IjI1MjUiLCJGb250U2V0dGluZ3MiOnsiJGlkIjoiMjUyNiIsIkZvbnRTaXplIjoxMCwiRm9udE5hbWUiOiJDYWxpYnJpIiwiSXNCb2xkIjpmYWxzZSwiSXNJdGFsaWMiOmZhbHNlLCJJc1VuZGVybGluZWQiOmZhbHNlLCJQYXJlbnRTdHlsZSI6bnVsbH0sIkF1dG9TaXplIjowLCJGb3JlZ3JvdW5kIjp7IiRpZCI6IjI1MjciLCJDb2xvciI6eyIkaWQiOiIyNTI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1MjkiLCJUb3AiOjAuMCwiTGVmdCI6MC4wLCJSaWdodCI6MC4wLCJCb3R0b20iOjAuMH0sIlBhZGRpbmciOnsiJGlkIjoiMjUzMCIsIlRvcCI6MC4wLCJMZWZ0IjowLjAsIlJpZ2h0IjowLjAsIkJvdHRvbSI6MC4wfSwiQmFja2dyb3VuZCI6eyIkaWQiOiIyNTMxIiwiQ29sb3IiOnsiJGlkIjoiMjUzMiIsIkEiOjI1NSwiUiI6MCwiRyI6MCwiQiI6MH19LCJJc1Zpc2libGUiOnRydWUsIldpZHRoIjowLjAsIkhlaWdodCI6MC4wLCJCb3JkZXJTdHlsZSI6eyIkaWQiOiIyNTMzIiwiTGluZUNvbG9yIjpudWxsLCJMaW5lV2VpZ2h0IjowLjAsIkxpbmVUeXBlIjowLCJQYXJlbnRTdHlsZSI6bnVsbH0sIlBhcmVudFN0eWxlIjpudWxsfSwiUGFyZW50U3R5bGUiOm51bGx9LCJQYXJlbnRTdHlsZSI6bnVsbH0sIkluZGV4IjoxNywiU21hcnREdXJhdGlvbkFjdGl2YXRlZCI6ZmFsc2UsIkRhdGVGb3JtYXQiOnsiJHJlZiI6IjI1MjIifSwiV2Vla051bWJlcmluZyI6eyIkaWQiOiIyNTM0IiwiRm9ybWF0IjowLCJJc1Zpc2libGUiOmZhbHNlLCJMYXN0S25vd25WaXNpYmlsaXR5U3RhdGUiOmZhbHNlfSwiQmFzZWxpbmVEYXRhIjp7IiRpZCI6IjI1MzUiLCJTdGFydERhdGUiOiIyMDI3LTAxLTAxVDAwOjAwOjAwIiwiRW5kRGF0ZSI6IjIwMjctMDQtMzBUMjM6NTk6MDAifSwiSWQiOiI1OTA1NjE0NS0yZGUxLTQ3MTMtODdjZi01Yjc3MTVlYTgzNTkiLCJJbXBvcnRJZCI6bnVsbCwiVGl0bGUiOiJQcnVlYmFzIGFtcGxpYXMgKFNwcmludCAxOC0yMykiLCJOb3RlIjpudWxsLCJIeXBlcmxpbmsiOnsiJGlkIjoiMjUzNiIsIkFkZHJlc3MiOiIiLCJTdWJBZGRyZXNzIjoiIn0sIklzQ2hhbmdlZCI6ZmFsc2UsIklzTmV3IjpmYWxzZX19XSwiX21pbGVzdG9uZXMiOltdLCJJZCI6IjAwMDAwMDAwLTAwMDAtMDAwMC0wMDAwLTAwMDAwMDAwMDAwMCIsIklzU2luZ2xlSXRlbVJvdyI6dHJ1ZX1dLCJJbmRleCI6MTYsIklkIjoiYzA3MTU2MDQtNDk4Zi00ZTM4LWIwODYtODRjOGUzYjdiMGViIiwiSGVhZGVyVGV4dCI6bnVsbCwiSXNEZWZhdWx0Ijp0cnVlLCJTdHlsZSI6eyIkaWQiOiIyNTM3IiwiSGVhZGVyU3R5bGUiOnsiJGlkIjoiMjUzOCIsIlRleHRTdHlsZSI6eyIkaWQiOiIyNTM5IiwiRm9udFNldHRpbmdzIjp7IiRpZCI6IjI1NDAiLCJGb250U2l6ZSI6MTEsIkZvbnROYW1lIjoiQ2FsaWJyaSIsIklzQm9sZCI6ZmFsc2UsIklzSXRhbGljIjpmYWxzZSwiSXNVbmRlcmxpbmVkIjpmYWxzZSwiUGFyZW50U3R5bGUiOm51bGx9LCJBdXRvU2l6ZSI6MiwiRm9yZWdyb3VuZCI6eyIkaWQiOiIyNTQxIiwiQ29sb3IiOnsiJGlkIjoiMjU0M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I1NDMiLCJUb3AiOjAuMCwiTGVmdCI6MC4wLCJSaWdodCI6MC4wLCJCb3R0b20iOjAuMH0sIlBhZGRpbmciOnsiJGlkIjoiMjU0NCIsIlRvcCI6MC4wLCJMZWZ0IjowLjAsIlJpZ2h0IjowLjAsIkJvdHRvbSI6MC4wfSwiQmFja2dyb3VuZCI6eyIkaWQiOiIyNTQ1IiwiQ29sb3IiOnsiJGlkIjoiMjU0NiIsIkEiOjI1NSwiUiI6NjQsIkciOjY0LCJCIjo2NH19LCJJc1Zpc2libGUiOnRydWUsIldpZHRoIjowLjAsIkhlaWdodCI6MC4wLCJCb3JkZXJTdHlsZSI6bnVsbCwiUGFyZW50U3R5bGUiOm51bGx9LCJSZWN0YW5nbGVTdHlsZSI6eyIkaWQiOiIyNTQ3IiwiTWFyZ2luIjp7IiRpZCI6IjI1NDgiLCJUb3AiOjAuMCwiTGVmdCI6MC4wLCJSaWdodCI6MC4wLCJCb3R0b20iOjAuMH0sIlBhZGRpbmciOnsiJGlkIjoiMjU0OSIsIlRvcCI6MC4wLCJMZWZ0IjowLjAsIlJpZ2h0IjowLjAsIkJvdHRvbSI6MC4wfSwiQmFja2dyb3VuZCI6eyIkaWQiOiIyNTUwIiwiQ29sb3IiOnsiJGlkIjoiMjU1MSIsIkEiOjEyNywiUiI6MTY1LCJHIjoxNjUsIkIiOjE2NX19LCJJc1Zpc2libGUiOnRydWUsIldpZHRoIjowLjAsIkhlaWdodCI6MC4wLCJCb3JkZXJTdHlsZSI6eyIkaWQiOiIyNTUyIiwiTGluZUNvbG9yIjp7IiRpZCI6IjI1NTMiLCIkdHlwZSI6Ik5MUkUuQ29tbW9uLkRvbS5Tb2xpZENvbG9yQnJ1c2gsIE5MUkUuQ29tbW9uIiwiQ29sb3IiOnsiJGlkIjoiMjU1NCIsIkEiOjI1NSwiUiI6MjU1LCJHIjowLCJCIjowfX0sIkxpbmVXZWlnaHQiOjAuMCwiTGluZVR5cGUiOjAsIlBhcmVudFN0eWxlIjpudWxsfSwiUGFyZW50U3R5bGUiOm51bGx9LCJNYXJnaW4iOnsiJGlkIjoiMjU1NSIsIlRvcCI6MC4wLCJMZWZ0IjowLjAsIlJpZ2h0IjowLjAsIkJvdHRvbSI6MC4wfSwiUGFkZGluZyI6eyIkaWQiOiIyNTU2IiwiVG9wIjowLjAsIkxlZnQiOjAuMCwiUmlnaHQiOjAuMCwiQm90dG9tIjowLjB9LCJCYWNrZ3JvdW5kIjpudWxsLCJJc1Zpc2libGUiOnRydWUsIldpZHRoIjowLjAsIkhlaWdodCI6MC4wLCJCb3JkZXJTdHlsZSI6bnVsbCwiUGFyZW50U3R5bGUiOm51bGx9LCJCYWNrZ3JvdW5kU3R5bGUiOnsiJGlkIjoiMjU1NyIsIk1hcmdpbiI6eyIkaWQiOiIyNTU4IiwiVG9wIjowLjAsIkxlZnQiOjAuMCwiUmlnaHQiOjAuMCwiQm90dG9tIjowLjB9LCJQYWRkaW5nIjp7IiRpZCI6IjI1NTkiLCJUb3AiOjAuMCwiTGVmdCI6MC4wLCJSaWdodCI6MC4wLCJCb3R0b20iOjAuMH0sIkJhY2tncm91bmQiOnsiJGlkIjoiMjU2MCIsIkNvbG9yIjp7IiRpZCI6IjI1NjEiLCJBIjo1MSwiUiI6MjAwLCJHIjoyMDAsIkIiOjIwMH19LCJJc1Zpc2libGUiOnRydWUsIldpZHRoIjowLjAsIkhlaWdodCI6MC4wLCJCb3JkZXJTdHlsZSI6eyIkaWQiOiIyNTYyIiwiTGluZUNvbG9yIjp7IiRpZCI6IjI1NjMiLCIkdHlwZSI6Ik5MUkUuQ29tbW9uLkRvbS5Tb2xpZENvbG9yQnJ1c2gsIE5MUkUuQ29tbW9uIiwiQ29sb3IiOnsiJGlkIjoiMjU2NCIsIkEiOjI1NSwiUiI6MjM0LCJHIjoyMiwiQiI6MzB9fSwiTGluZVdlaWdodCI6MC4wLCJMaW5lVHlwZSI6MCwiUGFyZW50U3R5bGUiOm51bGx9LCJQYXJlbnRTdHlsZSI6bnVsbH0sIk1hcmdpbiI6eyIkaWQiOiIyNTY1IiwiVG9wIjowLjAsIkxlZnQiOjAuMCwiUmlnaHQiOjAuMCwiQm90dG9tIjowLjB9LCJQYWRkaW5nIjp7IiRpZCI6IjI1NjYiLCJUb3AiOjAuMCwiTGVmdCI6MC4wLCJSaWdodCI6MC4wLCJCb3R0b20iOjAuMH0sIklzVmlzaWJsZSI6dHJ1ZSwiV2lkdGgiOjAuMCwiSGVpZ2h0IjowLjAsIkJvcmRlclN0eWxlIjp7IiRpZCI6IjI1NjciLCJMaW5lQ29sb3IiOm51bGwsIkxpbmVXZWlnaHQiOjAuMCwiTGluZVR5cGUiOjAsIlBhcmVudFN0eWxlIjpudWxsfSwiUGFyZW50U3R5bGUiOm51bGx9fV0sIklkIjoiZmEwMWFhYTEtZGRkNy00N2I0LTgxNWMtZTIzMGJkMzUyZTA1IiwiSW5kZXgiOjE2LCJIZWFkZXJUZXh0IjoiQmV0YVxyXG4iLCJTdHlsZSI6eyIkaWQiOiIyNTY4IiwiU3R5bGVJZCI6IjA3MDJkZWE4LWMxMTQtNGQ3MS1iZTQwLWNkMzA2MmM0Njk3MCIsIkhlYWRlclN0eWxlIjp7IiRpZCI6IjI1NjkiLCJUZXh0SXNWZXJ0aWNhbCI6ZmFsc2UsIlRleHRTdHlsZSI6eyIkaWQiOiIyNTcwIiwiRm9udFNldHRpbmdzIjp7IiRpZCI6IjI1NzEiLCJGb250U2l6ZSI6MTEsIkZvbnROYW1lIjoiVGl0aWxsaXVtIFdlYiIsIklzQm9sZCI6ZmFsc2UsIklzSXRhbGljIjpmYWxzZSwiSXNVbmRlcmxpbmVkIjpmYWxzZSwiUGFyZW50U3R5bGUiOm51bGx9LCJBdXRvU2l6ZSI6MiwiRm9yZWdyb3VuZCI6eyIkaWQiOiIyNTcyIiwiQ29sb3IiOnsiJGlkIjoiMjU3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1NzQiLCJUb3AiOjAuMCwiTGVmdCI6MC4wLCJSaWdodCI6MC4wLCJCb3R0b20iOjAuMH0sIlBhZGRpbmciOnsiJGlkIjoiMjU3NSIsIlRvcCI6MC4wLCJMZWZ0IjowLjAsIlJpZ2h0IjowLjAsIkJvdHRvbSI6MC4wfSwiQmFja2dyb3VuZCI6eyIkaWQiOiIyNTc2IiwiQ29sb3IiOnsiJGlkIjoiMjU3NyIsIkEiOjI1NSwiUiI6MjU1LCJHIjoyNTUsIkIiOjI1NX19LCJJc1Zpc2libGUiOnRydWUsIldpZHRoIjowLjAsIkhlaWdodCI6MC4wLCJCb3JkZXJTdHlsZSI6bnVsbCwiUGFyZW50U3R5bGUiOm51bGx9LCJSZWN0YW5nbGVTdHlsZSI6eyIkaWQiOiIyNTc4IiwiTWFyZ2luIjp7IiRpZCI6IjI1NzkiLCJUb3AiOjAuMCwiTGVmdCI6MC4wLCJSaWdodCI6MC4wLCJCb3R0b20iOjAuMH0sIlBhZGRpbmciOnsiJGlkIjoiMjU4MCIsIlRvcCI6MC4wLCJMZWZ0IjowLjAsIlJpZ2h0IjowLjAsIkJvdHRvbSI6MC4wfSwiQmFja2dyb3VuZCI6eyIkaWQiOiIyNTgxIiwiQ29sb3IiOnsiJGlkIjoiMjU4MiIsIkEiOjI1NSwiUiI6MTY1LCJHIjoxNjUsIkIiOjE2NX19LCJJc1Zpc2libGUiOnRydWUsIldpZHRoIjowLjAsIkhlaWdodCI6MC4wLCJCb3JkZXJTdHlsZSI6eyIkaWQiOiIyNTgzIiwiTGluZUNvbG9yIjp7IiRpZCI6IjI1ODQiLCIkdHlwZSI6Ik5MUkUuQ29tbW9uLkRvbS5Tb2xpZENvbG9yQnJ1c2gsIE5MUkUuQ29tbW9uIiwiQ29sb3IiOnsiJGlkIjoiMjU4NSIsIkEiOjI1NSwiUiI6MjU1LCJHIjoyNTUsIkIiOjI1NX19LCJMaW5lV2VpZ2h0IjowLjAsIkxpbmVUeXBlIjowLCJQYXJlbnRTdHlsZSI6bnVsbH0sIlBhcmVudFN0eWxlIjpudWxsfSwiTWFyZ2luIjp7IiRpZCI6IjI1ODYiLCJUb3AiOjAuMCwiTGVmdCI6MC4wLCJSaWdodCI6MC4wLCJCb3R0b20iOjAuMH0sIlBhZGRpbmciOnsiJGlkIjoiMjU4NyIsIlRvcCI6MC4wLCJMZWZ0IjowLjAsIlJpZ2h0IjowLjAsIkJvdHRvbSI6MC4wfSwiQmFja2dyb3VuZCI6bnVsbCwiSXNWaXNpYmxlIjp0cnVlLCJXaWR0aCI6MC4wLCJIZWlnaHQiOjAuMCwiQm9yZGVyU3R5bGUiOm51bGwsIlBhcmVudFN0eWxlIjpudWxsfSwiQmFja2dyb3VuZFN0eWxlIjp7IiRpZCI6IjI1ODgiLCJNYXJnaW4iOnsiJGlkIjoiMjU4OSIsIlRvcCI6MC4wLCJMZWZ0IjowLjAsIlJpZ2h0IjowLjAsIkJvdHRvbSI6MC4wfSwiUGFkZGluZyI6eyIkaWQiOiIyNTkwIiwiVG9wIjowLjAsIkxlZnQiOjAuMCwiUmlnaHQiOjAuMCwiQm90dG9tIjowLjB9LCJCYWNrZ3JvdW5kIjp7IiRpZCI6IjI1OTEiLCJDb2xvciI6eyIkaWQiOiIyNTkyIiwiQSI6NTEsIlIiOjIwMCwiRyI6MjAwLCJCIjoyMDB9fSwiSXNWaXNpYmxlIjp0cnVlLCJXaWR0aCI6MC4wLCJIZWlnaHQiOjAuMCwiQm9yZGVyU3R5bGUiOnsiJGlkIjoiMjU5MyIsIkxpbmVDb2xvciI6eyIkaWQiOiIyNTk0IiwiJHR5cGUiOiJOTFJFLkNvbW1vbi5Eb20uU29saWRDb2xvckJydXNoLCBOTFJFLkNvbW1vbiIsIkNvbG9yIjp7IiRpZCI6IjI1OTUiLCJBIjoyNTUsIlIiOjIzNCwiRyI6MjIsIkIiOjMwfX0sIkxpbmVXZWlnaHQiOjAuMCwiTGluZVR5cGUiOjAsIlBhcmVudFN0eWxlIjpudWxsfSwiUGFyZW50U3R5bGUiOm51bGx9LCJJc0Fib3ZlVGltZWJhbmQiOmZhbHNlLCJTcGFjaW5nIjoyLCJEZWZhdWx0U3dpbWxhbmVUYXNrU3R5bGUiOnsiJGlkIjoiMjU5NiIsIiR0eXBlIjoiTkxSRS5Db21tb24uRG9tLlN0eWxlcy5FeHBsaWNpdFNldGFibGVUYXNrU3R5bGUsIE5MUkUuQ29tbW9uIiwiU2hhcGUiOjEsIlNoYXBlVGhpY2tuZXNzIjowLCJEdXJhdGlvbkZvcm1hdCI6MCwiSW5jbHVkZU5vbldvcmtpbmdEYXlzSW5EdXJhdGlvbiI6ZmFsc2UsIlBlcmNlbnRhZ2VDb21wbGV0ZVN0eWxlIjp7IiRpZCI6IjI1OTciLCJGb250U2V0dGluZ3MiOnsiJGlkIjoiMjU5OCIsIkZvbnRTaXplIjoxMCwiRm9udE5hbWUiOiJDYWxpYnJpIiwiSXNCb2xkIjpmYWxzZSwiSXNJdGFsaWMiOmZhbHNlLCJJc1VuZGVybGluZWQiOmZhbHNlLCJQYXJlbnRTdHlsZSI6bnVsbH0sIkF1dG9TaXplIjowLCJGb3JlZ3JvdW5kIjp7IiRpZCI6IjI1OTkiLCJDb2xvciI6eyIkaWQiOiIyNjAw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2MDEiLCJUb3AiOjAuMCwiTGVmdCI6MC4wLCJSaWdodCI6MC4wLCJCb3R0b20iOjAuMH0sIlBhZGRpbmciOnsiJGlkIjoiMjYwMiIsIlRvcCI6MC4wLCJMZWZ0IjowLjAsIlJpZ2h0IjowLjAsIkJvdHRvbSI6MC4wfSwiQmFja2dyb3VuZCI6eyIkaWQiOiIyNjAzIiwiQ29sb3IiOnsiJGlkIjoiMjYwNCIsIkEiOjg5LCJSIjowLCJHIjowLCJCIjowfX0sIklzVmlzaWJsZSI6dHJ1ZSwiV2lkdGgiOjAuMCwiSGVpZ2h0IjowLjAsIkJvcmRlclN0eWxlIjp7IiRpZCI6IjI2MDUiLCJMaW5lQ29sb3IiOm51bGwsIkxpbmVXZWlnaHQiOjAuMCwiTGluZVR5cGUiOjAsIlBhcmVudFN0eWxlIjpudWxsfSwiUGFyZW50U3R5bGUiOm51bGx9LCJEdXJhdGlvblN0eWxlIjp7IiRpZCI6IjI2MDYiLCJGb250U2V0dGluZ3MiOnsiJGlkIjoiMjYwNyIsIkZvbnRTaXplIjoxMCwiRm9udE5hbWUiOiJDYWxpYnJpIiwiSXNCb2xkIjpmYWxzZSwiSXNJdGFsaWMiOmZhbHNlLCJJc1VuZGVybGluZWQiOmZhbHNlLCJQYXJlbnRTdHlsZSI6bnVsbH0sIkF1dG9TaXplIjowLCJGb3JlZ3JvdW5kIjp7IiRpZCI6IjI2MDgiLCJDb2xvciI6eyIkaWQiOiIyNjA5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jEwIiwiVG9wIjowLjAsIkxlZnQiOjAuMCwiUmlnaHQiOjAuMCwiQm90dG9tIjowLjB9LCJQYWRkaW5nIjp7IiRpZCI6IjI2MTEiLCJUb3AiOjAuMCwiTGVmdCI6MC4wLCJSaWdodCI6MC4wLCJCb3R0b20iOjAuMH0sIkJhY2tncm91bmQiOnsiJGlkIjoiMjYxMiIsIkNvbG9yIjp7IiRpZCI6IjI2MTMiLCJBIjoyNTUsIlIiOjY4LCJHIjo4NCwiQiI6MTA2fX0sIklzVmlzaWJsZSI6dHJ1ZSwiV2lkdGgiOjAuMCwiSGVpZ2h0IjowLjAsIkJvcmRlclN0eWxlIjp7IiRpZCI6IjI2MTQiLCJMaW5lQ29sb3IiOm51bGwsIkxpbmVXZWlnaHQiOjAuMCwiTGluZVR5cGUiOjAsIlBhcmVudFN0eWxlIjpudWxsfSwiUGFyZW50U3R5bGUiOm51bGx9LCJIb3Jpem9udGFsQ29ubmVjdG9yU3R5bGUiOnsiJGlkIjoiMjYxNSIsIkxpbmVDb2xvciI6eyIkaWQiOiIyNjE2IiwiJHR5cGUiOiJOTFJFLkNvbW1vbi5Eb20uU29saWRDb2xvckJydXNoLCBOTFJFLkNvbW1vbiIsIkNvbG9yIjp7IiRpZCI6IjI2MTciLCJBIjoyNTUsIlIiOjAsIkciOjAsIkIiOjB9fSwiTGluZVdlaWdodCI6MC4wLCJMaW5lVHlwZSI6MCwiUGFyZW50U3R5bGUiOm51bGx9LCJWZXJ0aWNhbENvbm5lY3RvclN0eWxlIjp7IiRpZCI6IjI2MTgiLCJMaW5lQ29sb3IiOnsiJGlkIjoiMjYxOSIsIiR0eXBlIjoiTkxSRS5Db21tb24uRG9tLlNvbGlkQ29sb3JCcnVzaCwgTkxSRS5Db21tb24iLCJDb2xvciI6eyIkaWQiOiIyNjI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jYyMSIsIlNoYXBlU3R5bGUiOnsiJGlkIjoiMjYyMiIsIk1hcmdpbiI6eyIkaWQiOiIyNjIzIiwiVG9wIjowLjAsIkxlZnQiOjAuMCwiUmlnaHQiOjAuMCwiQm90dG9tIjowLjB9LCJQYWRkaW5nIjp7IiRpZCI6IjI2MjQiLCJUb3AiOjAuMCwiTGVmdCI6MC4wLCJSaWdodCI6MC4wLCJCb3R0b20iOjAuMH0sIkJhY2tncm91bmQiOnsiJGlkIjoiMjYyNSIsIkNvbG9yIjp7IiRpZCI6IjI2MjYiLCJBIjoxNTMsIlIiOjAsIkciOjAsIkIiOjB9fSwiSXNWaXNpYmxlIjp0cnVlLCJXaWR0aCI6MC4wLCJIZWlnaHQiOjAuMCwiQm9yZGVyU3R5bGUiOnsiJGlkIjoiMjYyNyIsIkxpbmVDb2xvciI6eyIkaWQiOiIyNjI4IiwiJHR5cGUiOiJOTFJFLkNvbW1vbi5Eb20uU29saWRDb2xvckJydXNoLCBOTFJFLkNvbW1vbiIsIkNvbG9yIjp7IiRpZCI6IjI2MjkiLCJBIjoyNTUsIlIiOjI1NSwiRyI6MCwiQiI6MH19LCJMaW5lV2VpZ2h0IjowLjAsIkxpbmVUeXBlIjowLCJQYXJlbnRTdHlsZSI6bnVsbH0sIlBhcmVudFN0eWxlIjpudWxsfSwiTWFyZ2luIjp7IiRpZCI6IjI2MzAiLCJUb3AiOjAuMCwiTGVmdCI6MC4wLCJSaWdodCI6MC4wLCJCb3R0b20iOjAuMH0sIlBhZGRpbmciOnsiJGlkIjoiMjYzMSIsIlRvcCI6MC4wLCJMZWZ0IjowLjAsIlJpZ2h0IjowLjAsIkJvdHRvbSI6MC4wfSwiQmFja2dyb3VuZCI6bnVsbCwiSXNWaXNpYmxlIjp0cnVlLCJXaWR0aCI6MC4wLCJIZWlnaHQiOjAuMCwiQm9yZGVyU3R5bGUiOm51bGwsIlBhcmVudFN0eWxlIjpudWxsfSwiU2hhcGVTdHlsZSI6eyIkaWQiOiIyNjMyIiwiTWFyZ2luIjp7IiRpZCI6IjI2MzMiLCJUb3AiOjAuMCwiTGVmdCI6NC4wLCJSaWdodCI6NC4wLCJCb3R0b20iOjAuMH0sIlBhZGRpbmciOnsiJGlkIjoiMjYzNCIsIlRvcCI6MC4wLCJMZWZ0IjowLjAsIlJpZ2h0IjowLjAsIkJvdHRvbSI6MC4wfSwiQmFja2dyb3VuZCI6eyIkaWQiOiIyNjM1IiwiQ29sb3IiOnsiJGlkIjoiMjYzNiIsIkEiOjI1NSwiUiI6MTY1LCJHIjoxNjUsIkIiOjE2NX19LCJJc1Zpc2libGUiOnRydWUsIldpZHRoIjowLjAsIkhlaWdodCI6MTAuMCwiQm9yZGVyU3R5bGUiOnsiJGlkIjoiMjYzNyIsIkxpbmVDb2xvciI6eyIkaWQiOiIyNjM4IiwiJHR5cGUiOiJOTFJFLkNvbW1vbi5Eb20uU29saWRDb2xvckJydXNoLCBOTFJFLkNvbW1vbiIsIkNvbG9yIjp7IiRpZCI6IjI2MzkiLCJBIjoyNTUsIlIiOjIzNCwiRyI6MjIsIkIiOjMwfX0sIkxpbmVXZWlnaHQiOjAuMCwiTGluZVR5cGUiOjAsIlBhcmVudFN0eWxlIjpudWxsfSwiUGFyZW50U3R5bGUiOm51bGx9LCJUaXRsZVN0eWxlIjp7IiRpZCI6IjI2NDAiLCJGb250U2V0dGluZ3MiOnsiJGlkIjoiMjY0MSIsIkZvbnRTaXplIjoxMSwiRm9udE5hbWUiOiJDYWxpYnJpIiwiSXNCb2xkIjpmYWxzZSwiSXNJdGFsaWMiOmZhbHNlLCJJc1VuZGVybGluZWQiOmZhbHNlLCJQYXJlbnRTdHlsZSI6bnVsbH0sIkF1dG9TaXplIjowLCJGb3JlZ3JvdW5kIjp7IiRpZCI6IjI2NDIiLCJDb2xvciI6eyIkaWQiOiIyNjQ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DQiLCJUb3AiOjAuMCwiTGVmdCI6MC4wLCJSaWdodCI6MC4wLCJCb3R0b20iOjAuMH0sIlBhZGRpbmciOnsiJGlkIjoiMjY0NSIsIlRvcCI6MC4wLCJMZWZ0IjowLjAsIlJpZ2h0IjowLjAsIkJvdHRvbSI6MC4wfSwiQmFja2dyb3VuZCI6eyIkaWQiOiIyNjQ2IiwiQ29sb3IiOnsiJGlkIjoiMjY0NyIsIkEiOjI1NSwiUiI6MCwiRyI6MCwiQiI6MH19LCJJc1Zpc2libGUiOnRydWUsIldpZHRoIjowLjAsIkhlaWdodCI6MC4wLCJCb3JkZXJTdHlsZSI6eyIkaWQiOiIyNjQ4IiwiTGluZUNvbG9yIjpudWxsLCJMaW5lV2VpZ2h0IjowLjAsIkxpbmVUeXBlIjowLCJQYXJlbnRTdHlsZSI6bnVsbH0sIlBhcmVudFN0eWxlIjpudWxsfSwiRGF0ZVN0eWxlIjp7IiRpZCI6IjI2NDkiLCJGb250U2V0dGluZ3MiOnsiJGlkIjoiMjY1MCIsIkZvbnRTaXplIjoxMCwiRm9udE5hbWUiOiJDYWxpYnJpIiwiSXNCb2xkIjpmYWxzZSwiSXNJdGFsaWMiOmZhbHNlLCJJc1VuZGVybGluZWQiOmZhbHNlLCJQYXJlbnRTdHlsZSI6bnVsbH0sIkF1dG9TaXplIjowLCJGb3JlZ3JvdW5kIjp7IiRpZCI6IjI2NTEiLCJDb2xvciI6eyIkaWQiOiIyNjU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yNjUzIiwiVG9wIjowLjAsIkxlZnQiOjAuMCwiUmlnaHQiOjAuMCwiQm90dG9tIjowLjB9LCJQYWRkaW5nIjp7IiRpZCI6IjI2NTQiLCJUb3AiOjAuMCwiTGVmdCI6MC4wLCJSaWdodCI6MC4wLCJCb3R0b20iOjAuMH0sIkJhY2tncm91bmQiOnsiJGlkIjoiMjY1NSIsIkNvbG9yIjp7IiRpZCI6IjI2NTYiLCJBIjoyNTUsIlIiOjY4LCJHIjo4NCwiQiI6MTA2fX0sIklzVmlzaWJsZSI6dHJ1ZSwiV2lkdGgiOjAuMCwiSGVpZ2h0IjowLjAsIkJvcmRlclN0eWxlIjp7IiRpZCI6IjI2NTciLCJMaW5lQ29sb3IiOm51bGwsIkxpbmVXZWlnaHQiOjAuMCwiTGluZVR5cGUiOjAsIlBhcmVudFN0eWxlIjpudWxsfSwiUGFyZW50U3R5bGUiOm51bGx9LCJEYXRlRm9ybWF0Ijp7IiRpZCI6IjI2N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1OSIsIkZvcm1hdCI6MCwiSXNWaXNpYmxlIjpmYWxzZSwiTGFzdEtub3duVmlzaWJpbGl0eVN0YXRlIjpmYWxzZX0sIklzVmlzaWJsZSI6dHJ1ZSwiVmFyaWFuY2VTdHlsZSI6eyIkaWQiOiIyNjYwIiwiVGV4dFN0eWxlIjp7IiRpZCI6IjI2NjEiLCJGb250U2V0dGluZ3MiOnsiJGlkIjoiMjY2MiIsIkZvbnRTaXplIjoxMCwiRm9udE5hbWUiOiJDYWxpYnJpIiwiSXNCb2xkIjpmYWxzZSwiSXNJdGFsaWMiOmZhbHNlLCJJc1VuZGVybGluZWQiOmZhbHNlLCJQYXJlbnRTdHlsZSI6bnVsbH0sIkF1dG9TaXplIjowLCJGb3JlZ3JvdW5kIjp7IiRpZCI6IjI2NjMiLCJDb2xvciI6eyIkaWQiOiIyNjY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jUiLCJUb3AiOjAuMCwiTGVmdCI6MC4wLCJSaWdodCI6MC4wLCJCb3R0b20iOjAuMH0sIlBhZGRpbmciOnsiJGlkIjoiMjY2NiIsIlRvcCI6MC4wLCJMZWZ0IjowLjAsIlJpZ2h0IjowLjAsIkJvdHRvbSI6MC4wfSwiQmFja2dyb3VuZCI6eyIkaWQiOiIyNjY3IiwiQ29sb3IiOnsiJGlkIjoiMjY2OCIsIkEiOjI1NSwiUiI6MCwiRyI6MCwiQiI6MH19LCJJc1Zpc2libGUiOnRydWUsIldpZHRoIjowLjAsIkhlaWdodCI6MC4wLCJCb3JkZXJTdHlsZSI6eyIkaWQiOiIyNjY5IiwiTGluZUNvbG9yIjpudWxsLCJMaW5lV2VpZ2h0IjowLjAsIkxpbmVUeXBlIjowLCJQYXJlbnRTdHlsZSI6bnVsbH0sIlBhcmVudFN0eWxlIjpudWxsfSwiUGFyZW50U3R5bGUiOm51bGx9LCJQYXJlbnRTdHlsZSI6bnVsbCwiX2V4cGxpY2l0bHlTZXQiOnsiJGlkIjoiMjY3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2NzEiLCJTaGFwZSI6MSwiQ29ubmVjdG9yTWFyZ2luIjp7IiRpZCI6IjI2NzIiLCJUb3AiOjAuMCwiTGVmdCI6Mi4wLCJSaWdodCI6Mi4wLCJCb3R0b20iOjAuMH0sIkNvbm5lY3RvclN0eWxlIjp7IiRpZCI6IjI2NzMiLCJMaW5lQ29sb3IiOnsiJGlkIjoiMjY3NCIsIiR0eXBlIjoiTkxSRS5Db21tb24uRG9tLlNvbGlkQ29sb3JCcnVzaCwgTkxSRS5Db21tb24iLCJDb2xvciI6eyIkaWQiOiIyNjc1IiwiQSI6MTI3LCJSIjo1NywiRyI6NTcsIkIiOjU3fX0sIkxpbmVXZWlnaHQiOjEuMCwiTGluZVR5cGUiOjAsIlBhcmVudFN0eWxlIjpudWxsfSwiSXNCZWxvd1RpbWViYW5kIjpmYWxzZSwiUG9zaXRpb25PblRhc2siOjEsIkhpZGVEYXRlIjpmYWxzZSwiU2hhcGVTaXplIjowLCJTcGFjaW5nIjowLjAsIlBhZGRpbmciOnsiJGlkIjoiMjY3NiIsIlRvcCI6NS4wLCJMZWZ0IjozLjAsIlJpZ2h0IjowLjAsIkJvdHRvbSI6Mi4wfSwiU2hhcGVTdHlsZSI6eyIkaWQiOiIyNjc3IiwiTWFyZ2luIjp7IiRpZCI6IjI2NzgiLCJUb3AiOjAuMCwiTGVmdCI6MC4wLCJSaWdodCI6MC4wLCJCb3R0b20iOjAuMH0sIlBhZGRpbmciOnsiJGlkIjoiMjY3OSIsIlRvcCI6MC4wLCJMZWZ0IjowLjAsIlJpZ2h0IjowLjAsIkJvdHRvbSI6MC4wfSwiQmFja2dyb3VuZCI6eyIkaWQiOiIyNjgwIiwiQ29sb3IiOnsiJGlkIjoiMjY4MSIsIkEiOjI1NSwiUiI6NTcsIkciOjU3LCJCIjo1N319LCJJc1Zpc2libGUiOnRydWUsIldpZHRoIjoxMi4wLCJIZWlnaHQiOjE0LjAsIkJvcmRlclN0eWxlIjp7IiRpZCI6IjI2ODIiLCJMaW5lQ29sb3IiOnsiJGlkIjoiMjY4MyIsIiR0eXBlIjoiTkxSRS5Db21tb24uRG9tLlNvbGlkQ29sb3JCcnVzaCwgTkxSRS5Db21tb24iLCJDb2xvciI6eyIkaWQiOiIyNjg0IiwiQSI6MjU1LCJSIjoyNTUsIkciOjAsIkIiOjB9fSwiTGluZVdlaWdodCI6MC4wLCJMaW5lVHlwZSI6MCwiUGFyZW50U3R5bGUiOm51bGx9LCJQYXJlbnRTdHlsZSI6bnVsbH0sIlRpdGxlU3R5bGUiOnsiJGlkIjoiMjY4NSIsIkZvbnRTZXR0aW5ncyI6eyIkaWQiOiIyNjg2IiwiRm9udFNpemUiOjExLCJGb250TmFtZSI6IkNhbGlicmkiLCJJc0JvbGQiOmZhbHNlLCJJc0l0YWxpYyI6ZmFsc2UsIklzVW5kZXJsaW5lZCI6ZmFsc2UsIlBhcmVudFN0eWxlIjpudWxsfSwiQXV0b1NpemUiOjAsIkZvcmVncm91bmQiOnsiJGlkIjoiMjY4NyIsIkNvbG9yIjp7IiRpZCI6IjI2OD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jY4OSIsIlRvcCI6MC4wLCJMZWZ0IjowLjAsIlJpZ2h0IjowLjAsIkJvdHRvbSI6MC4wfSwiUGFkZGluZyI6eyIkaWQiOiIyNjkwIiwiVG9wIjowLjAsIkxlZnQiOjAuMCwiUmlnaHQiOjAuMCwiQm90dG9tIjowLjB9LCJCYWNrZ3JvdW5kIjp7IiRpZCI6IjI2OTEiLCJDb2xvciI6eyIkaWQiOiIyNjkyIiwiQSI6MjU1LCJSIjowLCJHIjowLCJCIjowfX0sIklzVmlzaWJsZSI6dHJ1ZSwiV2lkdGgiOjAuMCwiSGVpZ2h0IjowLjAsIkJvcmRlclN0eWxlIjp7IiRpZCI6IjI2OTMiLCJMaW5lQ29sb3IiOm51bGwsIkxpbmVXZWlnaHQiOjAuMCwiTGluZVR5cGUiOjAsIlBhcmVudFN0eWxlIjpudWxsfSwiUGFyZW50U3R5bGUiOm51bGx9LCJEYXRlU3R5bGUiOnsiJGlkIjoiMjY5NCIsIkZvbnRTZXR0aW5ncyI6eyIkaWQiOiIyNjk1IiwiRm9udFNpemUiOjEwLCJGb250TmFtZSI6IkNhbGlicmkiLCJJc0JvbGQiOmZhbHNlLCJJc0l0YWxpYyI6ZmFsc2UsIklzVW5kZXJsaW5lZCI6ZmFsc2UsIlBhcmVudFN0eWxlIjpudWxsfSwiQXV0b1NpemUiOjAsIkZvcmVncm91bmQiOnsiJGlkIjoiMjY5NiIsIkNvbG9yIjp7IiRpZCI6IjI2OT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I2OTgiLCJUb3AiOjAuMCwiTGVmdCI6MC4wLCJSaWdodCI6MC4wLCJCb3R0b20iOjAuMH0sIlBhZGRpbmciOnsiJGlkIjoiMjY5OSIsIlRvcCI6MC4wLCJMZWZ0IjowLjAsIlJpZ2h0IjowLjAsIkJvdHRvbSI6MC4wfSwiQmFja2dyb3VuZCI6eyIkaWQiOiIyNzAwIiwiQ29sb3IiOnsiJGlkIjoiMjcwMSIsIkEiOjI1NSwiUiI6NjgsIkciOjg0LCJCIjoxMDZ9fSwiSXNWaXNpYmxlIjp0cnVlLCJXaWR0aCI6MC4wLCJIZWlnaHQiOjAuMCwiQm9yZGVyU3R5bGUiOnsiJGlkIjoiMjcwMiIsIkxpbmVDb2xvciI6bnVsbCwiTGluZVdlaWdodCI6MC4wLCJMaW5lVHlwZSI6MCwiUGFyZW50U3R5bGUiOm51bGx9LCJQYXJlbnRTdHlsZSI6bnVsbH0sIkRhdGVGb3JtYXQiOnsiJGlkIjoiMjcwMyIsIkZvcm1hdFN0cmluZyI6Ik1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wNCIsIkZvcm1hdCI6MCwiSXNWaXNpYmxlIjpmYWxzZSwiTGFzdEtub3duVmlzaWJpbGl0eVN0YXRlIjpmYWxzZX0sIklzVmlzaWJsZSI6ZmFsc2UsIlZhcmlhbmNlU3R5bGUiOnsiJGlkIjoiMjcwNSIsIlRleHRTdHlsZSI6eyIkaWQiOiIyNzA2IiwiRm9udFNldHRpbmdzIjp7IiRpZCI6IjI3MDciLCJGb250U2l6ZSI6MTAsIkZvbnROYW1lIjoiQ2FsaWJyaSIsIklzQm9sZCI6ZmFsc2UsIklzSXRhbGljIjpmYWxzZSwiSXNVbmRlcmxpbmVkIjpmYWxzZSwiUGFyZW50U3R5bGUiOm51bGx9LCJBdXRvU2l6ZSI6MCwiRm9yZWdyb3VuZCI6eyIkaWQiOiIyNzA4IiwiQ29sb3IiOnsiJGlkIjoiMjcw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zEwIiwiVG9wIjowLjAsIkxlZnQiOjAuMCwiUmlnaHQiOjAuMCwiQm90dG9tIjowLjB9LCJQYWRkaW5nIjp7IiRpZCI6IjI3MTEiLCJUb3AiOjAuMCwiTGVmdCI6MC4wLCJSaWdodCI6MC4wLCJCb3R0b20iOjAuMH0sIkJhY2tncm91bmQiOnsiJGlkIjoiMjcxMiIsIkNvbG9yIjp7IiRpZCI6IjI3MTMiLCJBIjoyNTUsIlIiOjAsIkciOjAsIkIiOjB9fSwiSXNWaXNpYmxlIjp0cnVlLCJXaWR0aCI6MC4wLCJIZWlnaHQiOjAuMCwiQm9yZGVyU3R5bGUiOnsiJGlkIjoiMjcxNCIsIkxpbmVDb2xvciI6bnVsbCwiTGluZVdlaWdodCI6MC4wLCJMaW5lVHlwZSI6MCwiUGFyZW50U3R5bGUiOm51bGx9LCJQYXJlbnRTdHlsZSI6bnVsbH0sIlBhcmVudFN0eWxlIjpudWxsfSwiUGFyZW50U3R5bGUiOm51bGx9LCJEZWZhdWx0U3dpbWxhbmVNaWxlc3RvbmVTdHlsZSI6eyIkaWQiOiIyNzE1IiwiVGl0bGVQb3NpdGlvbiI6IkxlZnQiLCJEYXRlUG9zaXRpb24iOiJSaWdodCIsIlZhcmlhbmNlUG9zaXRpb24iOiJSaWdodCIsIlNoYXBlVHlwZSI6MSwiU2hhcGVTaXplIjowLCJTcGFjaW5nIjo1LCJTaGFwZVN0eWxlIjp7IiRpZCI6IjI3MTYiLCJNYXJnaW4iOnsiJGlkIjoiMjcxNyIsIlRvcCI6MC4wLCJMZWZ0IjowLjAsIlJpZ2h0IjowLjAsIkJvdHRvbSI6MC4wfSwiUGFkZGluZyI6eyIkaWQiOiIyNzE4IiwiVG9wIjowLjAsIkxlZnQiOjAuMCwiUmlnaHQiOjAuMCwiQm90dG9tIjowLjB9LCJCYWNrZ3JvdW5kIjp7IiRpZCI6IjI3MTkiLCJDb2xvciI6eyIkaWQiOiIyNzIwIiwiQSI6MjU1LCJSIjoxNjUsIkciOjE2NSwiQiI6MTY1fX0sIklzVmlzaWJsZSI6dHJ1ZSwiV2lkdGgiOjEyLjAsIkhlaWdodCI6MTQuMCwiQm9yZGVyU3R5bGUiOnsiJGlkIjoiMjcyMSIsIkxpbmVDb2xvciI6eyIkaWQiOiIyNzIyIiwiJHR5cGUiOiJOTFJFLkNvbW1vbi5Eb20uU29saWRDb2xvckJydXNoLCBOTFJFLkNvbW1vbiIsIkNvbG9yIjp7IiRpZCI6IjI3MjMiLCJBIjoyNTUsIlIiOjIzNCwiRyI6MjIsIkIiOjMwfX0sIkxpbmVXZWlnaHQiOjAuMCwiTGluZVR5cGUiOjAsIlBhcmVudFN0eWxlIjpudWxsfSwiUGFyZW50U3R5bGUiOm51bGx9LCJUaXRsZVN0eWxlIjp7IiRpZCI6IjI3MjQiLCJGb250U2V0dGluZ3MiOnsiJGlkIjoiMjcyNSIsIkZvbnRTaXplIjoxMSwiRm9udE5hbWUiOiJDYWxpYnJpIiwiSXNCb2xkIjpmYWxzZSwiSXNJdGFsaWMiOmZhbHNlLCJJc1VuZGVybGluZWQiOmZhbHNlLCJQYXJlbnRTdHlsZSI6bnVsbH0sIkF1dG9TaXplIjowLCJGb3JlZ3JvdW5kIjp7IiRpZCI6IjI3MjYiLCJDb2xvciI6eyIkaWQiOiIyNzI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I3MjgiLCJUb3AiOjAuMCwiTGVmdCI6MC4wLCJSaWdodCI6MC4wLCJCb3R0b20iOjAuMH0sIlBhZGRpbmciOnsiJGlkIjoiMjcyOSIsIlRvcCI6MC4wLCJMZWZ0IjowLjAsIlJpZ2h0IjowLjAsIkJvdHRvbSI6MC4wfSwiQmFja2dyb3VuZCI6eyIkaWQiOiIyNzMwIiwiQ29sb3IiOnsiJGlkIjoiMjczMSIsIkEiOjI1NSwiUiI6MCwiRyI6MCwiQiI6MH19LCJJc1Zpc2libGUiOnRydWUsIldpZHRoIjowLjAsIkhlaWdodCI6MC4wLCJCb3JkZXJTdHlsZSI6eyIkaWQiOiIyNzMyIiwiTGluZUNvbG9yIjpudWxsLCJMaW5lV2VpZ2h0IjowLjAsIkxpbmVUeXBlIjowLCJQYXJlbnRTdHlsZSI6bnVsbH0sIlBhcmVudFN0eWxlIjpudWxsfSwiRGF0ZVN0eWxlIjp7IiRpZCI6IjI3MzMiLCJGb250U2V0dGluZ3MiOnsiJGlkIjoiMjczNCIsIkZvbnRTaXplIjoxMCwiRm9udE5hbWUiOiJDYWxpYnJpIiwiSXNCb2xkIjpmYWxzZSwiSXNJdGFsaWMiOmZhbHNlLCJJc1VuZGVybGluZWQiOmZhbHNlLCJQYXJlbnRTdHlsZSI6bnVsbH0sIkF1dG9TaXplIjowLCJGb3JlZ3JvdW5kIjp7IiRpZCI6IjI3MzUiLCJDb2xvciI6eyIkaWQiOiIyNzM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zM3IiwiVG9wIjowLjAsIkxlZnQiOjAuMCwiUmlnaHQiOjAuMCwiQm90dG9tIjowLjB9LCJQYWRkaW5nIjp7IiRpZCI6IjI3MzgiLCJUb3AiOjAuMCwiTGVmdCI6MC4wLCJSaWdodCI6MC4wLCJCb3R0b20iOjAuMH0sIkJhY2tncm91bmQiOnsiJGlkIjoiMjczOSIsIkNvbG9yIjp7IiRpZCI6IjI3NDAiLCJBIjoyNTUsIlIiOjY4LCJHIjo4NCwiQiI6MTA2fX0sIklzVmlzaWJsZSI6dHJ1ZSwiV2lkdGgiOjAuMCwiSGVpZ2h0IjowLjAsIkJvcmRlclN0eWxlIjp7IiRpZCI6IjI3NDEiLCJMaW5lQ29sb3IiOm51bGwsIkxpbmVXZWlnaHQiOjAuMCwiTGluZVR5cGUiOjAsIlBhcmVudFN0eWxlIjpudWxsfSwiUGFyZW50U3R5bGUiOm51bGx9LCJEYXRlRm9ybWF0Ijp7IiRpZCI6IjI3ND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0MyIsIkZvcm1hdCI6MCwiSXNWaXNpYmxlIjpmYWxzZSwiTGFzdEtub3duVmlzaWJpbGl0eVN0YXRlIjpmYWxzZX0sIklzVmlzaWJsZSI6dHJ1ZSwiVmFyaWFuY2VTdHlsZSI6eyIkaWQiOiIyNzQ0IiwiVGV4dFN0eWxlIjp7IiRpZCI6IjI3NDUiLCJGb250U2V0dGluZ3MiOnsiJGlkIjoiMjc0NiIsIkZvbnRTaXplIjoxMCwiRm9udE5hbWUiOiJDYWxpYnJpIiwiSXNCb2xkIjpmYWxzZSwiSXNJdGFsaWMiOmZhbHNlLCJJc1VuZGVybGluZWQiOmZhbHNlLCJQYXJlbnRTdHlsZSI6bnVsbH0sIkF1dG9TaXplIjowLCJGb3JlZ3JvdW5kIjp7IiRpZCI6IjI3NDciLCJDb2xvciI6eyIkaWQiOiIyNzQ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3NDkiLCJUb3AiOjAuMCwiTGVmdCI6MC4wLCJSaWdodCI6MC4wLCJCb3R0b20iOjAuMH0sIlBhZGRpbmciOnsiJGlkIjoiMjc1MCIsIlRvcCI6MC4wLCJMZWZ0IjowLjAsIlJpZ2h0IjowLjAsIkJvdHRvbSI6MC4wfSwiQmFja2dyb3VuZCI6eyIkaWQiOiIyNzUxIiwiQ29sb3IiOnsiJGlkIjoiMjc1MiIsIkEiOjI1NSwiUiI6MCwiRyI6MCwiQiI6MH19LCJJc1Zpc2libGUiOnRydWUsIldpZHRoIjowLjAsIkhlaWdodCI6MC4wLCJCb3JkZXJTdHlsZSI6eyIkaWQiOiIyNzUzIiwiTGluZUNvbG9yIjpudWxsLCJMaW5lV2VpZ2h0IjowLjAsIkxpbmVUeXBlIjowLCJQYXJlbnRTdHlsZSI6bnVsbH0sIlBhcmVudFN0eWxlIjpudWxsfSwiUGFyZW50U3R5bGUiOm51bGx9LCJQYXJlbnRTdHlsZSI6bnVsbH0sIkRlZmF1bHRTd2ltbGFuZUFjdGl2aXR5U3R5bGUiOnsiJGlkIjoiMjc1NCIsIkhlYWRlclN0eWxlIjp7IiRpZCI6IjI3NTUiLCJUZXh0U3R5bGUiOnsiJGlkIjoiMjc1NiIsIkZvbnRTZXR0aW5ncyI6eyIkaWQiOiIyNzU3IiwiRm9udFNpemUiOjExLCJGb250TmFtZSI6IkNhbGlicmkiLCJJc0JvbGQiOmZhbHNlLCJJc0l0YWxpYyI6ZmFsc2UsIklzVW5kZXJsaW5lZCI6ZmFsc2UsIlBhcmVudFN0eWxlIjpudWxsfSwiQXV0b1NpemUiOjIsIkZvcmVncm91bmQiOnsiJGlkIjoiMjc1OCIsIkNvbG9yIjp7IiRpZCI6IjI3NTk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NzYwIiwiVG9wIjowLjAsIkxlZnQiOjAuMCwiUmlnaHQiOjAuMCwiQm90dG9tIjowLjB9LCJQYWRkaW5nIjp7IiRpZCI6IjI3NjEiLCJUb3AiOjAuMCwiTGVmdCI6MC4wLCJSaWdodCI6MC4wLCJCb3R0b20iOjAuMH0sIkJhY2tncm91bmQiOnsiJGlkIjoiMjc2MiIsIkNvbG9yIjp7IiRpZCI6IjI3NjMiLCJBIjoyNTUsIlIiOjY0LCJHIjo2NCwiQiI6NjR9fSwiSXNWaXNpYmxlIjp0cnVlLCJXaWR0aCI6MC4wLCJIZWlnaHQiOjAuMCwiQm9yZGVyU3R5bGUiOm51bGwsIlBhcmVudFN0eWxlIjpudWxsfSwiUmVjdGFuZ2xlU3R5bGUiOnsiJGlkIjoiMjc2NCIsIk1hcmdpbiI6eyIkaWQiOiIyNzY1IiwiVG9wIjowLjAsIkxlZnQiOjAuMCwiUmlnaHQiOjAuMCwiQm90dG9tIjowLjB9LCJQYWRkaW5nIjp7IiRpZCI6IjI3NjYiLCJUb3AiOjAuMCwiTGVmdCI6MC4wLCJSaWdodCI6MC4wLCJCb3R0b20iOjAuMH0sIkJhY2tncm91bmQiOnsiJGlkIjoiMjc2NyIsIkNvbG9yIjp7IiRpZCI6IjI3NjgiLCJBIjoxMjcsIlIiOjE2NSwiRyI6MTY1LCJCIjoxNjV9fSwiSXNWaXNpYmxlIjp0cnVlLCJXaWR0aCI6MC4wLCJIZWlnaHQiOjAuMCwiQm9yZGVyU3R5bGUiOnsiJGlkIjoiMjc2OSIsIkxpbmVDb2xvciI6eyIkaWQiOiIyNzcwIiwiJHR5cGUiOiJOTFJFLkNvbW1vbi5Eb20uU29saWRDb2xvckJydXNoLCBOTFJFLkNvbW1vbiIsIkNvbG9yIjp7IiRpZCI6IjI3NzEiLCJBIjoyNTUsIlIiOjI1NSwiRyI6MCwiQiI6MH19LCJMaW5lV2VpZ2h0IjowLjAsIkxpbmVUeXBlIjowLCJQYXJlbnRTdHlsZSI6bnVsbH0sIlBhcmVudFN0eWxlIjpudWxsfSwiTWFyZ2luIjp7IiRpZCI6IjI3NzIiLCJUb3AiOjAuMCwiTGVmdCI6MC4wLCJSaWdodCI6MC4wLCJCb3R0b20iOjAuMH0sIlBhZGRpbmciOnsiJGlkIjoiMjc3MyIsIlRvcCI6MC4wLCJMZWZ0IjowLjAsIlJpZ2h0IjowLjAsIkJvdHRvbSI6MC4wfSwiQmFja2dyb3VuZCI6bnVsbCwiSXNWaXNpYmxlIjp0cnVlLCJXaWR0aCI6MC4wLCJIZWlnaHQiOjAuMCwiQm9yZGVyU3R5bGUiOm51bGwsIlBhcmVudFN0eWxlIjpudWxsfSwiQmFja2dyb3VuZFN0eWxlIjp7IiRpZCI6IjI3NzQiLCJNYXJnaW4iOnsiJGlkIjoiMjc3NSIsIlRvcCI6MC4wLCJMZWZ0IjowLjAsIlJpZ2h0IjowLjAsIkJvdHRvbSI6MC4wfSwiUGFkZGluZyI6eyIkaWQiOiIyNzc2IiwiVG9wIjowLjAsIkxlZnQiOjAuMCwiUmlnaHQiOjAuMCwiQm90dG9tIjowLjB9LCJCYWNrZ3JvdW5kIjp7IiRpZCI6IjI3NzciLCJDb2xvciI6eyIkaWQiOiIyNzc4IiwiQSI6NTEsIlIiOjIwMCwiRyI6MjAwLCJCIjoyMDB9fSwiSXNWaXNpYmxlIjp0cnVlLCJXaWR0aCI6MC4wLCJIZWlnaHQiOjAuMCwiQm9yZGVyU3R5bGUiOnsiJGlkIjoiMjc3OSIsIkxpbmVDb2xvciI6eyIkaWQiOiIyNzgwIiwiJHR5cGUiOiJOTFJFLkNvbW1vbi5Eb20uU29saWRDb2xvckJydXNoLCBOTFJFLkNvbW1vbiIsIkNvbG9yIjp7IiRpZCI6IjI3ODEiLCJBIjoyNTUsIlIiOjIzNCwiRyI6MjIsIkIiOjMwfX0sIkxpbmVXZWlnaHQiOjAuMCwiTGluZVR5cGUiOjAsIlBhcmVudFN0eWxlIjpudWxsfSwiUGFyZW50U3R5bGUiOm51bGx9LCJNYXJnaW4iOnsiJGlkIjoiMjc4MiIsIlRvcCI6MC4wLCJMZWZ0IjowLjAsIlJpZ2h0IjowLjAsIkJvdHRvbSI6MC4wfSwiUGFkZGluZyI6eyIkaWQiOiIyNzgzIiwiVG9wIjowLjAsIkxlZnQiOjAuMCwiUmlnaHQiOjAuMCwiQm90dG9tIjowLjB9LCJJc1Zpc2libGUiOnRydWUsIldpZHRoIjowLjAsIkhlaWdodCI6MC4wLCJCb3JkZXJTdHlsZSI6eyIkaWQiOiIyNzg0IiwiTGluZUNvbG9yIjpudWxsLCJMaW5lV2VpZ2h0IjowLjAsIkxpbmVUeXBlIjowLCJQYXJlbnRTdHlsZSI6bnVsbH0sIlBhcmVudFN0eWxlIjpudWxsfSwiTWFyZ2luIjp7IiRpZCI6IjI3ODUiLCJUb3AiOjAuMCwiTGVmdCI6MC4wLCJSaWdodCI6MC4wLCJCb3R0b20iOjAuMH0sIlBhZGRpbmciOnsiJGlkIjoiMjc4NiIsIlRvcCI6MC4wLCJMZWZ0IjowLjAsIlJpZ2h0IjowLjAsIkJvdHRvbSI6MC4wfSwiSXNWaXNpYmxlIjpmYWxzZSwiV2lkdGgiOjAuMCwiSGVpZ2h0IjowLjAsIkJvcmRlclN0eWxlIjp7IiRpZCI6IjI3ODciLCJMaW5lQ29sb3IiOm51bGwsIkxpbmVXZWlnaHQiOjAuMCwiTGluZVR5cGUiOjAsIlBhcmVudFN0eWxlIjpudWxsfSwiUGFyZW50U3R5bGUiOm51bGx9fSx7IiRpZCI6IjI3ODgiLCJfYWN0aXZpdGllcyI6W3siJGlkIjoiMjc4OSIsIl9yb3dzIjpbeyIkaWQiOiIyNzkwIiwiX3Rhc2tzIjpbeyIkaWQiOiIyNzkxIiwiX2F0dGFjaGVkTWlsZXN0b25lcyI6W10sIlRhc2tEZWZpbml0aW9uIjp7IiRpZCI6IjI3OTIiLCJHcm91cE5hbWUiOm51bGwsIlN0YXJ0RGF0ZSI6IjIwMjctMDQtMDFUMDA6MDA6MDBaIiwiRW5kRGF0ZSI6IjIwMjctMDUtMzFUMjM6NTk6MDBaIiwiUGVyY2VudGFnZUNvbXBsZXRlIjpudWxsLCJTdHlsZSI6eyIkaWQiOiIyNzkzIiwiU2hhcGUiOjEsIlNoYXBlVGhpY2tuZXNzIjowLCJEdXJhdGlvbkZvcm1hdCI6MCwiSW5jbHVkZU5vbldvcmtpbmdEYXlzSW5EdXJhdGlvbiI6ZmFsc2UsIlBlcmNlbnRhZ2VDb21wbGV0ZVN0eWxlIjp7IiRpZCI6IjI3OTQiLCJGb250U2V0dGluZ3MiOnsiJGlkIjoiMjc5NSIsIkZvbnRTaXplIjoxMCwiRm9udE5hbWUiOiJDYWxpYnJpIiwiSXNCb2xkIjpmYWxzZSwiSXNJdGFsaWMiOmZhbHNlLCJJc1VuZGVybGluZWQiOmZhbHNlLCJQYXJlbnRTdHlsZSI6bnVsbH0sIkF1dG9TaXplIjowLCJGb3JlZ3JvdW5kIjp7IiRpZCI6IjI3OTYiLCJDb2xvciI6eyIkaWQiOiIyNzk3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3OTgiLCJUb3AiOjAuMCwiTGVmdCI6MC4wLCJSaWdodCI6MC4wLCJCb3R0b20iOjAuMH0sIlBhZGRpbmciOnsiJGlkIjoiMjc5OSIsIlRvcCI6MC4wLCJMZWZ0IjowLjAsIlJpZ2h0IjowLjAsIkJvdHRvbSI6MC4wfSwiQmFja2dyb3VuZCI6eyIkaWQiOiIyODAwIiwiQ29sb3IiOnsiJGlkIjoiMjgwMSIsIkEiOjg5LCJSIjowLCJHIjowLCJCIjowfX0sIklzVmlzaWJsZSI6dHJ1ZSwiV2lkdGgiOjAuMCwiSGVpZ2h0IjowLjAsIkJvcmRlclN0eWxlIjp7IiRpZCI6IjI4MDIiLCJMaW5lQ29sb3IiOm51bGwsIkxpbmVXZWlnaHQiOjAuMCwiTGluZVR5cGUiOjAsIlBhcmVudFN0eWxlIjpudWxsfSwiUGFyZW50U3R5bGUiOm51bGx9LCJEdXJhdGlvblN0eWxlIjp7IiRpZCI6IjI4MDMiLCJGb250U2V0dGluZ3MiOnsiJGlkIjoiMjgwNCIsIkZvbnRTaXplIjoxMCwiRm9udE5hbWUiOiJDYWxpYnJpIiwiSXNCb2xkIjpmYWxzZSwiSXNJdGFsaWMiOmZhbHNlLCJJc1VuZGVybGluZWQiOmZhbHNlLCJQYXJlbnRTdHlsZSI6bnVsbH0sIkF1dG9TaXplIjowLCJGb3JlZ3JvdW5kIjp7IiRpZCI6IjI4MDUiLCJDb2xvciI6eyIkaWQiOiIyODA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DA3IiwiVG9wIjowLjAsIkxlZnQiOjAuMCwiUmlnaHQiOjAuMCwiQm90dG9tIjowLjB9LCJQYWRkaW5nIjp7IiRpZCI6IjI4MDgiLCJUb3AiOjAuMCwiTGVmdCI6MC4wLCJSaWdodCI6MC4wLCJCb3R0b20iOjAuMH0sIkJhY2tncm91bmQiOnsiJGlkIjoiMjgwOSIsIkNvbG9yIjp7IiRpZCI6IjI4MTAiLCJBIjoyNTUsIlIiOjY4LCJHIjo4NCwiQiI6MTA2fX0sIklzVmlzaWJsZSI6dHJ1ZSwiV2lkdGgiOjAuMCwiSGVpZ2h0IjowLjAsIkJvcmRlclN0eWxlIjp7IiRpZCI6IjI4MTEiLCJMaW5lQ29sb3IiOm51bGwsIkxpbmVXZWlnaHQiOjAuMCwiTGluZVR5cGUiOjAsIlBhcmVudFN0eWxlIjpudWxsfSwiUGFyZW50U3R5bGUiOm51bGx9LCJIb3Jpem9udGFsQ29ubmVjdG9yU3R5bGUiOnsiJGlkIjoiMjgxMiIsIkxpbmVDb2xvciI6eyIkaWQiOiIyODEzIiwiJHR5cGUiOiJOTFJFLkNvbW1vbi5Eb20uU29saWRDb2xvckJydXNoLCBOTFJFLkNvbW1vbiIsIkNvbG9yIjp7IiRpZCI6IjI4MTQiLCJBIjoyNTUsIlIiOjAsIkciOjAsIkIiOjB9fSwiTGluZVdlaWdodCI6MC4wLCJMaW5lVHlwZSI6MCwiUGFyZW50U3R5bGUiOm51bGx9LCJWZXJ0aWNhbENvbm5lY3RvclN0eWxlIjp7IiRpZCI6IjI4MTUiLCJMaW5lQ29sb3IiOnsiJGlkIjoiMjgxNiIsIiR0eXBlIjoiTkxSRS5Db21tb24uRG9tLlNvbGlkQ29sb3JCcnVzaCwgTkxSRS5Db21tb24iLCJDb2xvciI6eyIkaWQiOiIyODE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ODE4IiwiU2hhcGVTdHlsZSI6eyIkaWQiOiIyODE5IiwiTWFyZ2luIjp7IiRpZCI6IjI4MjAiLCJUb3AiOjAuMCwiTGVmdCI6MC4wLCJSaWdodCI6MC4wLCJCb3R0b20iOjAuMH0sIlBhZGRpbmciOnsiJGlkIjoiMjgyMSIsIlRvcCI6MC4wLCJMZWZ0IjowLjAsIlJpZ2h0IjowLjAsIkJvdHRvbSI6MC4wfSwiQmFja2dyb3VuZCI6eyIkaWQiOiIyODIyIiwiQ29sb3IiOnsiJGlkIjoiMjgyMyIsIkEiOjE1MywiUiI6MCwiRyI6MCwiQiI6MH19LCJJc1Zpc2libGUiOnRydWUsIldpZHRoIjowLjAsIkhlaWdodCI6MC4wLCJCb3JkZXJTdHlsZSI6bnVsbCwiUGFyZW50U3R5bGUiOm51bGx9LCJNYXJnaW4iOnsiJGlkIjoiMjgyNCIsIlRvcCI6MC4wLCJMZWZ0IjowLjAsIlJpZ2h0IjowLjAsIkJvdHRvbSI6MC4wfSwiUGFkZGluZyI6eyIkaWQiOiIyODI1IiwiVG9wIjowLjAsIkxlZnQiOjAuMCwiUmlnaHQiOjAuMCwiQm90dG9tIjowLjB9LCJCYWNrZ3JvdW5kIjpudWxsLCJJc1Zpc2libGUiOnRydWUsIldpZHRoIjowLjAsIkhlaWdodCI6MC4wLCJCb3JkZXJTdHlsZSI6bnVsbCwiUGFyZW50U3R5bGUiOm51bGx9LCJTaGFwZVN0eWxlIjp7IiRpZCI6IjI4MjYiLCJNYXJnaW4iOnsiJGlkIjoiMjgyNyIsIlRvcCI6MC4wLCJMZWZ0Ijo0LjAsIlJpZ2h0Ijo0LjAsIkJvdHRvbSI6MC4wfSwiUGFkZGluZyI6eyIkaWQiOiIyODI4IiwiVG9wIjowLjAsIkxlZnQiOjAuMCwiUmlnaHQiOjAuMCwiQm90dG9tIjowLjB9LCJCYWNrZ3JvdW5kIjp7IiRpZCI6IjI4MjkiLCJDb2xvciI6eyIkaWQiOiIyODMwIiwiQSI6MjU1LCJSIjo2OCwiRyI6MTE0LCJCIjoxOTZ9fSwiSXNWaXNpYmxlIjp0cnVlLCJXaWR0aCI6MC4wLCJIZWlnaHQiOjEwLjAsIkJvcmRlclN0eWxlIjp7IiRpZCI6IjI4MzEiLCJMaW5lQ29sb3IiOnsiJGlkIjoiMjgzMiIsIiR0eXBlIjoiTkxSRS5Db21tb24uRG9tLlNvbGlkQ29sb3JCcnVzaCwgTkxSRS5Db21tb24iLCJDb2xvciI6eyIkaWQiOiIyODMzIiwiQSI6MjU1LCJSIjoyMzQsIkciOjIyLCJCIjozMH19LCJMaW5lV2VpZ2h0IjowLjAsIkxpbmVUeXBlIjowLCJQYXJlbnRTdHlsZSI6bnVsbH0sIlBhcmVudFN0eWxlIjpudWxsfSwiVGl0bGVTdHlsZSI6eyIkaWQiOiIyODM0IiwiRm9udFNldHRpbmdzIjp7IiRpZCI6IjI4MzUiLCJGb250U2l6ZSI6MTEsIkZvbnROYW1lIjoiVGl0aWxsaXVtIFdlYiIsIklzQm9sZCI6ZmFsc2UsIklzSXRhbGljIjpmYWxzZSwiSXNVbmRlcmxpbmVkIjpmYWxzZSwiUGFyZW50U3R5bGUiOm51bGx9LCJBdXRvU2l6ZSI6MCwiRm9yZWdyb3VuZCI6eyIkaWQiOiIyODM2IiwiQ29sb3IiOnsiJGlkIjoiMjgzN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yODM4IiwiVG9wIjowLjAsIkxlZnQiOjAuMCwiUmlnaHQiOjAuMCwiQm90dG9tIjowLjB9LCJQYWRkaW5nIjp7IiRpZCI6IjI4MzkiLCJUb3AiOjAuMCwiTGVmdCI6MC4wLCJSaWdodCI6MC4wLCJCb3R0b20iOjAuMH0sIkJhY2tncm91bmQiOnsiJGlkIjoiMjg0MCIsIkNvbG9yIjp7IiRpZCI6IjI4NDEiLCJBIjowLCJSIjoyNTUsIkciOjI1NSwiQiI6MjU1fX0sIklzVmlzaWJsZSI6dHJ1ZSwiV2lkdGgiOjAuMCwiSGVpZ2h0IjowLjAsIkJvcmRlclN0eWxlIjp7IiRpZCI6IjI4NDIiLCJMaW5lQ29sb3IiOm51bGwsIkxpbmVXZWlnaHQiOjAuMCwiTGluZVR5cGUiOjAsIlBhcmVudFN0eWxlIjpudWxsfSwiUGFyZW50U3R5bGUiOm51bGx9LCJEYXRlU3R5bGUiOnsiJGlkIjoiMjg0MyIsIkZvbnRTZXR0aW5ncyI6eyIkaWQiOiIyODQ0IiwiRm9udFNpemUiOjEwLCJGb250TmFtZSI6IlRpdGlsbGl1bSBXZWIiLCJJc0JvbGQiOmZhbHNlLCJJc0l0YWxpYyI6ZmFsc2UsIklzVW5kZXJsaW5lZCI6ZmFsc2UsIlBhcmVudFN0eWxlIjpudWxsfSwiQXV0b1NpemUiOjAsIkZvcmVncm91bmQiOnsiJGlkIjoiMjg0NSIsIkNvbG9yIjp7IiRpZCI6IjI4ND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GlkIjoiMjg0NyIsIlRvcCI6MC4wLCJMZWZ0IjowLjAsIlJpZ2h0IjowLjAsIkJvdHRvbSI6MC4wfSwiUGFkZGluZyI6eyIkaWQiOiIyODQ4IiwiVG9wIjowLjAsIkxlZnQiOjAuMCwiUmlnaHQiOjAuMCwiQm90dG9tIjowLjB9LCJCYWNrZ3JvdW5kIjp7IiRpZCI6IjI4NDkiLCJDb2xvciI6eyIkaWQiOiIyODUwIiwiQSI6MCwiUiI6MjU1LCJHIjoyNTUsIkIiOjI1NX19LCJJc1Zpc2libGUiOnRydWUsIldpZHRoIjowLjAsIkhlaWdodCI6MC4wLCJCb3JkZXJTdHlsZSI6eyIkaWQiOiIyODUxIiwiTGluZUNvbG9yIjpudWxsLCJMaW5lV2VpZ2h0IjowLjAsIkxpbmVUeXBlIjowLCJQYXJlbnRTdHlsZSI6bnVsbH0sIlBhcmVudFN0eWxlIjpudWxsfSwiRGF0ZUZvcm1hdCI6eyIkaWQiOiIyODU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TMiLCJGb3JtYXQiOjAsIklzVmlzaWJsZSI6ZmFsc2UsIkxhc3RLbm93blZpc2liaWxpdHlTdGF0ZSI6ZmFsc2V9LCJJc1Zpc2libGUiOnRydWUsIlZhcmlhbmNlU3R5bGUiOnsiJGlkIjoiMjg1NCIsIlRleHRTdHlsZSI6eyIkaWQiOiIyODU1IiwiRm9udFNldHRpbmdzIjp7IiRpZCI6IjI4NTYiLCJGb250U2l6ZSI6MTAsIkZvbnROYW1lIjoiQ2FsaWJyaSIsIklzQm9sZCI6ZmFsc2UsIklzSXRhbGljIjpmYWxzZSwiSXNVbmRlcmxpbmVkIjpmYWxzZSwiUGFyZW50U3R5bGUiOm51bGx9LCJBdXRvU2l6ZSI6MCwiRm9yZWdyb3VuZCI6eyIkaWQiOiIyODU3IiwiQ29sb3IiOnsiJGlkIjoiMjg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DU5IiwiVG9wIjowLjAsIkxlZnQiOjAuMCwiUmlnaHQiOjAuMCwiQm90dG9tIjowLjB9LCJQYWRkaW5nIjp7IiRpZCI6IjI4NjAiLCJUb3AiOjAuMCwiTGVmdCI6MC4wLCJSaWdodCI6MC4wLCJCb3R0b20iOjAuMH0sIkJhY2tncm91bmQiOnsiJGlkIjoiMjg2MSIsIkNvbG9yIjp7IiRpZCI6IjI4NjIiLCJBIjoyNTUsIlIiOjAsIkciOjAsIkIiOjB9fSwiSXNWaXNpYmxlIjp0cnVlLCJXaWR0aCI6MC4wLCJIZWlnaHQiOjAuMCwiQm9yZGVyU3R5bGUiOm51bGwsIlBhcmVudFN0eWxlIjpudWxsfSwiUGFyZW50U3R5bGUiOm51bGx9LCJQYXJlbnRTdHlsZSI6bnVsbH0sIkluZGV4IjoxOSwiU21hcnREdXJhdGlvbkFjdGl2YXRlZCI6ZmFsc2UsIkRhdGVGb3JtYXQiOnsiJHJlZiI6IjI4NTIifSwiV2Vla051bWJlcmluZyI6eyIkaWQiOiIyODYzIiwiRm9ybWF0IjowLCJJc1Zpc2libGUiOmZhbHNlLCJMYXN0S25vd25WaXNpYmlsaXR5U3RhdGUiOmZhbHNlfSwiQmFzZWxpbmVEYXRhIjp7IiRpZCI6IjI4NjQiLCJTdGFydERhdGUiOiIyMDI3LTA0LTAxVDAwOjAwOjAwIiwiRW5kRGF0ZSI6IjIwMjctMDUtMzFUMjM6NTk6MDAifSwiSWQiOiI1NDRjMGNjOC0zZmI4LTRkZTMtYWY3ZS05MWQ0MzU0ODI1YzQiLCJJbXBvcnRJZCI6bnVsbCwiVGl0bGUiOiJWZXJzacOzbiBjYW5kaWRhdGEgKFNwcmludHMgMjQtMjcpIiwiTm90ZSI6bnVsbCwiSHlwZXJsaW5rIjp7IiRpZCI6IjI4NjUiLCJBZGRyZXNzIjoiIiwiU3ViQWRkcmVzcyI6IiJ9LCJJc0NoYW5nZWQiOmZhbHNlLCJJc05ldyI6ZmFsc2V9fV0sIl9taWxlc3RvbmVzIjpbXSwiSWQiOiIwMDAwMDAwMC0wMDAwLTAwMDAtMDAwMC0wMDAwMDAwMDAwMDAiLCJJc1NpbmdsZUl0ZW1Sb3ciOnRydWV9XSwiSW5kZXgiOjE4LCJJZCI6ImM5YWMwOTk1LWQ3YzUtNDdjYy04MDY4LTQ2NzMwYWI0YTdjZiIsIkhlYWRlclRleHQiOm51bGwsIklzRGVmYXVsdCI6dHJ1ZSwiU3R5bGUiOnsiJGlkIjoiMjg2NiIsIkhlYWRlclN0eWxlIjp7IiRpZCI6IjI4NjciLCJUZXh0U3R5bGUiOnsiJGlkIjoiMjg2OCIsIkZvbnRTZXR0aW5ncyI6eyIkaWQiOiIyODY5IiwiRm9udFNpemUiOjExLCJGb250TmFtZSI6IkNhbGlicmkiLCJJc0JvbGQiOmZhbHNlLCJJc0l0YWxpYyI6ZmFsc2UsIklzVW5kZXJsaW5lZCI6ZmFsc2UsIlBhcmVudFN0eWxlIjpudWxsfSwiQXV0b1NpemUiOjAsIkZvcmVncm91bmQiOnsiJGlkIjoiMjg3MCIsIkNvbG9yIjp7IiRpZCI6IjI4NzEiLCJBIjoyNTUsIlIiOjY0LCJHIjo2NCwiQiI6NjR9fSwiTWF4V2lkdGgiOjAuMCwiTWF4SGVpZ2h0IjowLjAsIlNtYXJ0Rm9yZWdyb3VuZElzQWN0aXZlIjpmYWxzZSwiSG9yaXpvbnRhbEFsaWdubWVudCI6MCwiVmVydGljYWxBbGlnbm1lbnQiOjAsIlNtYXJ0Rm9yZWdyb3VuZCI6bnVsbCwiQmFja2dyb3VuZEZpbGxUeXBlIjowLCJNYXJnaW4iOnsiJGlkIjoiMjg3MiIsIlRvcCI6MC4wLCJMZWZ0IjowLjAsIlJpZ2h0IjowLjAsIkJvdHRvbSI6MC4wfSwiUGFkZGluZyI6eyIkaWQiOiIyODczIiwiVG9wIjowLjAsIkxlZnQiOjAuMCwiUmlnaHQiOjAuMCwiQm90dG9tIjowLjB9LCJCYWNrZ3JvdW5kIjp7IiRpZCI6IjI4NzQiLCJDb2xvciI6eyIkaWQiOiIyODc1IiwiQSI6MjU1LCJSIjo2NCwiRyI6NjQsIkIiOjY0fX0sIklzVmlzaWJsZSI6ZmFsc2UsIldpZHRoIjowLjAsIkhlaWdodCI6MC4wLCJCb3JkZXJTdHlsZSI6bnVsbCwiUGFyZW50U3R5bGUiOm51bGx9LCJSZWN0YW5nbGVTdHlsZSI6eyIkaWQiOiIyODc2IiwiTWFyZ2luIjp7IiRpZCI6IjI4NzciLCJUb3AiOjAuMCwiTGVmdCI6MC4wLCJSaWdodCI6MC4wLCJCb3R0b20iOjAuMH0sIlBhZGRpbmciOnsiJGlkIjoiMjg3OCIsIlRvcCI6MC4wLCJMZWZ0IjowLjAsIlJpZ2h0IjowLjAsIkJvdHRvbSI6MC4wfSwiQmFja2dyb3VuZCI6eyIkaWQiOiIyODc5IiwiQ29sb3IiOnsiJGlkIjoiMjg4MCIsIkEiOjEyNywiUiI6NjgsIkciOjExNCwiQiI6MTk2fX0sIklzVmlzaWJsZSI6ZmFsc2UsIldpZHRoIjowLjAsIkhlaWdodCI6MC4wLCJCb3JkZXJTdHlsZSI6eyIkaWQiOiIyODgxIiwiTGluZUNvbG9yIjp7IiRpZCI6IjI4ODIiLCIkdHlwZSI6Ik5MUkUuQ29tbW9uLkRvbS5Tb2xpZENvbG9yQnJ1c2gsIE5MUkUuQ29tbW9uIiwiQ29sb3IiOnsiJGlkIjoiMjg4MyIsIkEiOjI1NSwiUiI6MjU1LCJHIjowLCJCIjowfX0sIkxpbmVXZWlnaHQiOjAuMCwiTGluZVR5cGUiOjAsIlBhcmVudFN0eWxlIjpudWxsfSwiUGFyZW50U3R5bGUiOm51bGx9LCJNYXJnaW4iOnsiJGlkIjoiMjg4NCIsIlRvcCI6MC4wLCJMZWZ0IjowLjAsIlJpZ2h0IjowLjAsIkJvdHRvbSI6MC4wfSwiUGFkZGluZyI6eyIkaWQiOiIyODg1IiwiVG9wIjowLjAsIkxlZnQiOjAuMCwiUmlnaHQiOjAuMCwiQm90dG9tIjowLjB9LCJCYWNrZ3JvdW5kIjpudWxsLCJJc1Zpc2libGUiOnRydWUsIldpZHRoIjowLjAsIkhlaWdodCI6MC4wLCJCb3JkZXJTdHlsZSI6bnVsbCwiUGFyZW50U3R5bGUiOm51bGx9LCJCYWNrZ3JvdW5kU3R5bGUiOnsiJGlkIjoiMjg4NiIsIk1hcmdpbiI6eyIkaWQiOiIyODg3IiwiVG9wIjowLjAsIkxlZnQiOjAuMCwiUmlnaHQiOjAuMCwiQm90dG9tIjowLjB9LCJQYWRkaW5nIjp7IiRpZCI6IjI4ODgiLCJUb3AiOjAuMCwiTGVmdCI6MC4wLCJSaWdodCI6MC4wLCJCb3R0b20iOjAuMH0sIkJhY2tncm91bmQiOnsiJGlkIjoiMjg4OSIsIkNvbG9yIjp7IiRpZCI6IjI4OTAiLCJBIjo1MSwiUiI6MjAwLCJHIjoyMDAsIkIiOjIwMH19LCJJc1Zpc2libGUiOnRydWUsIldpZHRoIjowLjAsIkhlaWdodCI6MC4wLCJCb3JkZXJTdHlsZSI6eyIkaWQiOiIyODkxIiwiTGluZUNvbG9yIjp7IiRpZCI6IjI4OTIiLCIkdHlwZSI6Ik5MUkUuQ29tbW9uLkRvbS5Tb2xpZENvbG9yQnJ1c2gsIE5MUkUuQ29tbW9uIiwiQ29sb3IiOnsiJGlkIjoiMjg5MyIsIkEiOjI1NSwiUiI6MjM0LCJHIjoyMiwiQiI6MzB9fSwiTGluZVdlaWdodCI6MC4wLCJMaW5lVHlwZSI6MCwiUGFyZW50U3R5bGUiOm51bGx9LCJQYXJlbnRTdHlsZSI6bnVsbH0sIk1hcmdpbiI6eyIkaWQiOiIyODk0IiwiVG9wIjowLjAsIkxlZnQiOjAuMCwiUmlnaHQiOjAuMCwiQm90dG9tIjowLjB9LCJQYWRkaW5nIjp7IiRpZCI6IjI4OTUiLCJUb3AiOjAuMCwiTGVmdCI6MC4wLCJSaWdodCI6MC4wLCJCb3R0b20iOjAuMH0sIklzVmlzaWJsZSI6dHJ1ZSwiV2lkdGgiOjAuMCwiSGVpZ2h0IjowLjAsIkJvcmRlclN0eWxlIjp7IiRpZCI6IjI4OTYiLCJMaW5lQ29sb3IiOm51bGwsIkxpbmVXZWlnaHQiOjAuMCwiTGluZVR5cGUiOjAsIlBhcmVudFN0eWxlIjpudWxsfSwiUGFyZW50U3R5bGUiOm51bGx9fV0sIklkIjoiYjJjZGVkNDQtMjc5MS00ZTBkLThkNTMtOTMzYmVjZTE5NzFmIiwiSW5kZXgiOjE4LCJIZWFkZXJUZXh0IjoiUkMiLCJTdHlsZSI6eyIkaWQiOiIyODk3IiwiU3R5bGVJZCI6IjMzMmNmYjEzLWI0MDEtNGVjMy1iNjU1LTczOTY4ZDA0ZDc0OSIsIkhlYWRlclN0eWxlIjp7IiRpZCI6IjI4OTgiLCJUZXh0SXNWZXJ0aWNhbCI6ZmFsc2UsIlRleHRTdHlsZSI6eyIkaWQiOiIyODk5IiwiRm9udFNldHRpbmdzIjp7IiRpZCI6IjI5MDAiLCJGb250U2l6ZSI6MTEsIkZvbnROYW1lIjoiQ2FsaWJyaSIsIklzQm9sZCI6ZmFsc2UsIklzSXRhbGljIjpmYWxzZSwiSXNVbmRlcmxpbmVkIjpmYWxzZSwiUGFyZW50U3R5bGUiOm51bGx9LCJBdXRvU2l6ZSI6MiwiRm9yZWdyb3VuZCI6eyIkaWQiOiIyOTAxIiwiQ29sb3IiOnsiJGlkIjoiMjkwM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5MDMiLCJUb3AiOjAuMCwiTGVmdCI6MC4wLCJSaWdodCI6MC4wLCJCb3R0b20iOjAuMH0sIlBhZGRpbmciOnsiJGlkIjoiMjkwNCIsIlRvcCI6MC4wLCJMZWZ0IjowLjAsIlJpZ2h0IjowLjAsIkJvdHRvbSI6MC4wfSwiQmFja2dyb3VuZCI6eyIkaWQiOiIyOTA1IiwiQ29sb3IiOnsiJGlkIjoiMjkwNiIsIkEiOjI1NSwiUiI6MjU1LCJHIjoyNTUsIkIiOjI1NX19LCJJc1Zpc2libGUiOmZhbHNlLCJXaWR0aCI6MC4wLCJIZWlnaHQiOjAuMCwiQm9yZGVyU3R5bGUiOm51bGwsIlBhcmVudFN0eWxlIjpudWxsfSwiUmVjdGFuZ2xlU3R5bGUiOnsiJGlkIjoiMjkwNyIsIk1hcmdpbiI6eyIkaWQiOiIyOTA4IiwiVG9wIjowLjAsIkxlZnQiOjAuMCwiUmlnaHQiOjAuMCwiQm90dG9tIjowLjB9LCJQYWRkaW5nIjp7IiRpZCI6IjI5MDkiLCJUb3AiOjAuMCwiTGVmdCI6MC4wLCJSaWdodCI6MC4wLCJCb3R0b20iOjAuMH0sIkJhY2tncm91bmQiOnsiJGlkIjoiMjkxMCIsIkNvbG9yIjp7IiRpZCI6IjI5MTEiLCJBIjoyNTUsIlIiOjY4LCJHIjoxMTQsIkIiOjE5Nn19LCJJc1Zpc2libGUiOnRydWUsIldpZHRoIjowLjAsIkhlaWdodCI6MC4wLCJCb3JkZXJTdHlsZSI6eyIkaWQiOiIyOTEyIiwiTGluZUNvbG9yIjp7IiRpZCI6IjI5MTMiLCIkdHlwZSI6Ik5MUkUuQ29tbW9uLkRvbS5Tb2xpZENvbG9yQnJ1c2gsIE5MUkUuQ29tbW9uIiwiQ29sb3IiOnsiJGlkIjoiMjkxNCIsIkEiOjI1NSwiUiI6MjU1LCJHIjoyNTUsIkIiOjI1NX19LCJMaW5lV2VpZ2h0IjowLjAsIkxpbmVUeXBlIjowLCJQYXJlbnRTdHlsZSI6bnVsbH0sIlBhcmVudFN0eWxlIjpudWxsfSwiTWFyZ2luIjp7IiRpZCI6IjI5MTUiLCJUb3AiOjAuMCwiTGVmdCI6MC4wLCJSaWdodCI6MC4wLCJCb3R0b20iOjAuMH0sIlBhZGRpbmciOnsiJGlkIjoiMjkxNiIsIlRvcCI6MC4wLCJMZWZ0IjowLjAsIlJpZ2h0IjowLjAsIkJvdHRvbSI6MC4wfSwiQmFja2dyb3VuZCI6bnVsbCwiSXNWaXNpYmxlIjp0cnVlLCJXaWR0aCI6MC4wLCJIZWlnaHQiOjAuMCwiQm9yZGVyU3R5bGUiOm51bGwsIlBhcmVudFN0eWxlIjpudWxsfSwiQmFja2dyb3VuZFN0eWxlIjp7IiRpZCI6IjI5MTciLCJNYXJnaW4iOnsiJGlkIjoiMjkxOCIsIlRvcCI6MC4wLCJMZWZ0IjowLjAsIlJpZ2h0IjowLjAsIkJvdHRvbSI6MC4wfSwiUGFkZGluZyI6eyIkaWQiOiIyOTE5IiwiVG9wIjowLjAsIkxlZnQiOjAuMCwiUmlnaHQiOjAuMCwiQm90dG9tIjowLjB9LCJCYWNrZ3JvdW5kIjp7IiRpZCI6IjI5MjAiLCJDb2xvciI6eyIkaWQiOiIyOTIxIiwiQSI6NTEsIlIiOjIwMCwiRyI6MjAwLCJCIjoyMDB9fSwiSXNWaXNpYmxlIjp0cnVlLCJXaWR0aCI6MC4wLCJIZWlnaHQiOjAuMCwiQm9yZGVyU3R5bGUiOnsiJGlkIjoiMjkyMiIsIkxpbmVDb2xvciI6eyIkaWQiOiIyOTIzIiwiJHR5cGUiOiJOTFJFLkNvbW1vbi5Eb20uU29saWRDb2xvckJydXNoLCBOTFJFLkNvbW1vbiIsIkNvbG9yIjp7IiRpZCI6IjI5MjQiLCJBIjoyNTUsIlIiOjIzNCwiRyI6MjIsIkIiOjMwfX0sIkxpbmVXZWlnaHQiOjAuMCwiTGluZVR5cGUiOjAsIlBhcmVudFN0eWxlIjpudWxsfSwiUGFyZW50U3R5bGUiOm51bGx9LCJJc0Fib3ZlVGltZWJhbmQiOmZhbHNlLCJTcGFjaW5nIjoyLCJEZWZhdWx0U3dpbWxhbmVUYXNrU3R5bGUiOnsiJGlkIjoiMjkyNSIsIiR0eXBlIjoiTkxSRS5Db21tb24uRG9tLlN0eWxlcy5FeHBsaWNpdFNldGFibGVUYXNrU3R5bGUsIE5MUkUuQ29tbW9uIiwiU2hhcGUiOjEsIlNoYXBlVGhpY2tuZXNzIjowLCJEdXJhdGlvbkZvcm1hdCI6MCwiSW5jbHVkZU5vbldvcmtpbmdEYXlzSW5EdXJhdGlvbiI6ZmFsc2UsIlBlcmNlbnRhZ2VDb21wbGV0ZVN0eWxlIjp7IiRpZCI6IjI5MjYiLCJGb250U2V0dGluZ3MiOnsiJGlkIjoiMjkyNyIsIkZvbnRTaXplIjoxMCwiRm9udE5hbWUiOiJDYWxpYnJpIiwiSXNCb2xkIjpmYWxzZSwiSXNJdGFsaWMiOmZhbHNlLCJJc1VuZGVybGluZWQiOmZhbHNlLCJQYXJlbnRTdHlsZSI6bnVsbH0sIkF1dG9TaXplIjowLCJGb3JlZ3JvdW5kIjp7IiRpZCI6IjI5MjgiLCJDb2xvciI6eyIkaWQiOiIyOTI5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5MzAiLCJUb3AiOjAuMCwiTGVmdCI6MC4wLCJSaWdodCI6MC4wLCJCb3R0b20iOjAuMH0sIlBhZGRpbmciOnsiJGlkIjoiMjkzMSIsIlRvcCI6MC4wLCJMZWZ0IjowLjAsIlJpZ2h0IjowLjAsIkJvdHRvbSI6MC4wfSwiQmFja2dyb3VuZCI6eyIkaWQiOiIyOTMyIiwiQ29sb3IiOnsiJGlkIjoiMjkzMyIsIkEiOjg5LCJSIjowLCJHIjowLCJCIjowfX0sIklzVmlzaWJsZSI6dHJ1ZSwiV2lkdGgiOjAuMCwiSGVpZ2h0IjowLjAsIkJvcmRlclN0eWxlIjp7IiRpZCI6IjI5MzQiLCJMaW5lQ29sb3IiOm51bGwsIkxpbmVXZWlnaHQiOjAuMCwiTGluZVR5cGUiOjAsIlBhcmVudFN0eWxlIjpudWxsfSwiUGFyZW50U3R5bGUiOm51bGx9LCJEdXJhdGlvblN0eWxlIjp7IiRpZCI6IjI5MzUiLCJGb250U2V0dGluZ3MiOnsiJGlkIjoiMjkzNiIsIkZvbnRTaXplIjoxMCwiRm9udE5hbWUiOiJDYWxpYnJpIiwiSXNCb2xkIjpmYWxzZSwiSXNJdGFsaWMiOmZhbHNlLCJJc1VuZGVybGluZWQiOmZhbHNlLCJQYXJlbnRTdHlsZSI6bnVsbH0sIkF1dG9TaXplIjowLCJGb3JlZ3JvdW5kIjp7IiRpZCI6IjI5MzciLCJDb2xvciI6eyIkaWQiOiIyOTM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TM5IiwiVG9wIjowLjAsIkxlZnQiOjAuMCwiUmlnaHQiOjAuMCwiQm90dG9tIjowLjB9LCJQYWRkaW5nIjp7IiRpZCI6IjI5NDAiLCJUb3AiOjAuMCwiTGVmdCI6MC4wLCJSaWdodCI6MC4wLCJCb3R0b20iOjAuMH0sIkJhY2tncm91bmQiOnsiJGlkIjoiMjk0MSIsIkNvbG9yIjp7IiRpZCI6IjI5NDIiLCJBIjoyNTUsIlIiOjY4LCJHIjo4NCwiQiI6MTA2fX0sIklzVmlzaWJsZSI6dHJ1ZSwiV2lkdGgiOjAuMCwiSGVpZ2h0IjowLjAsIkJvcmRlclN0eWxlIjp7IiRpZCI6IjI5NDMiLCJMaW5lQ29sb3IiOm51bGwsIkxpbmVXZWlnaHQiOjAuMCwiTGluZVR5cGUiOjAsIlBhcmVudFN0eWxlIjpudWxsfSwiUGFyZW50U3R5bGUiOm51bGx9LCJIb3Jpem9udGFsQ29ubmVjdG9yU3R5bGUiOnsiJGlkIjoiMjk0NCIsIkxpbmVDb2xvciI6eyIkaWQiOiIyOTQ1IiwiJHR5cGUiOiJOTFJFLkNvbW1vbi5Eb20uU29saWRDb2xvckJydXNoLCBOTFJFLkNvbW1vbiIsIkNvbG9yIjp7IiRpZCI6IjI5NDYiLCJBIjoyNTUsIlIiOjAsIkciOjAsIkIiOjB9fSwiTGluZVdlaWdodCI6MC4wLCJMaW5lVHlwZSI6MCwiUGFyZW50U3R5bGUiOm51bGx9LCJWZXJ0aWNhbENvbm5lY3RvclN0eWxlIjp7IiRpZCI6IjI5NDciLCJMaW5lQ29sb3IiOnsiJGlkIjoiMjk0OCIsIiR0eXBlIjoiTkxSRS5Db21tb24uRG9tLlNvbGlkQ29sb3JCcnVzaCwgTkxSRS5Db21tb24iLCJDb2xvciI6eyIkaWQiOiIyOTQ5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yOTUwIiwiU2hhcGVTdHlsZSI6eyIkaWQiOiIyOTUxIiwiTWFyZ2luIjp7IiRpZCI6IjI5NTIiLCJUb3AiOjAuMCwiTGVmdCI6MC4wLCJSaWdodCI6MC4wLCJCb3R0b20iOjAuMH0sIlBhZGRpbmciOnsiJGlkIjoiMjk1MyIsIlRvcCI6MC4wLCJMZWZ0IjowLjAsIlJpZ2h0IjowLjAsIkJvdHRvbSI6MC4wfSwiQmFja2dyb3VuZCI6eyIkaWQiOiIyOTU0IiwiQ29sb3IiOnsiJGlkIjoiMjk1NSIsIkEiOjE1MywiUiI6MCwiRyI6MCwiQiI6MH19LCJJc1Zpc2libGUiOnRydWUsIldpZHRoIjowLjAsIkhlaWdodCI6MC4wLCJCb3JkZXJTdHlsZSI6eyIkaWQiOiIyOTU2IiwiTGluZUNvbG9yIjp7IiRpZCI6IjI5NTciLCIkdHlwZSI6Ik5MUkUuQ29tbW9uLkRvbS5Tb2xpZENvbG9yQnJ1c2gsIE5MUkUuQ29tbW9uIiwiQ29sb3IiOnsiJGlkIjoiMjk1OCIsIkEiOjI1NSwiUiI6MjU1LCJHIjowLCJCIjowfX0sIkxpbmVXZWlnaHQiOjAuMCwiTGluZVR5cGUiOjAsIlBhcmVudFN0eWxlIjpudWxsfSwiUGFyZW50U3R5bGUiOm51bGx9LCJNYXJnaW4iOnsiJGlkIjoiMjk1OSIsIlRvcCI6MC4wLCJMZWZ0IjowLjAsIlJpZ2h0IjowLjAsIkJvdHRvbSI6MC4wfSwiUGFkZGluZyI6eyIkaWQiOiIyOTYwIiwiVG9wIjowLjAsIkxlZnQiOjAuMCwiUmlnaHQiOjAuMCwiQm90dG9tIjowLjB9LCJCYWNrZ3JvdW5kIjpudWxsLCJJc1Zpc2libGUiOnRydWUsIldpZHRoIjowLjAsIkhlaWdodCI6MC4wLCJCb3JkZXJTdHlsZSI6bnVsbCwiUGFyZW50U3R5bGUiOm51bGx9LCJTaGFwZVN0eWxlIjp7IiRpZCI6IjI5NjEiLCJNYXJnaW4iOnsiJGlkIjoiMjk2MiIsIlRvcCI6MC4wLCJMZWZ0Ijo0LjAsIlJpZ2h0Ijo0LjAsIkJvdHRvbSI6MC4wfSwiUGFkZGluZyI6eyIkaWQiOiIyOTYzIiwiVG9wIjowLjAsIkxlZnQiOjAuMCwiUmlnaHQiOjAuMCwiQm90dG9tIjowLjB9LCJCYWNrZ3JvdW5kIjp7IiRpZCI6IjI5NjQiLCJDb2xvciI6eyIkaWQiOiIyOTY1IiwiQSI6MjU1LCJSIjo2OCwiRyI6MTE0LCJCIjoxOTZ9fSwiSXNWaXNpYmxlIjp0cnVlLCJXaWR0aCI6MC4wLCJIZWlnaHQiOjEwLjAsIkJvcmRlclN0eWxlIjp7IiRpZCI6IjI5NjYiLCJMaW5lQ29sb3IiOnsiJGlkIjoiMjk2NyIsIiR0eXBlIjoiTkxSRS5Db21tb24uRG9tLlNvbGlkQ29sb3JCcnVzaCwgTkxSRS5Db21tb24iLCJDb2xvciI6eyIkaWQiOiIyOTY4IiwiQSI6MjU1LCJSIjoyMzQsIkciOjIyLCJCIjozMH19LCJMaW5lV2VpZ2h0IjowLjAsIkxpbmVUeXBlIjowLCJQYXJlbnRTdHlsZSI6bnVsbH0sIlBhcmVudFN0eWxlIjpudWxsfSwiVGl0bGVTdHlsZSI6eyIkaWQiOiIyOTY5IiwiRm9udFNldHRpbmdzIjp7IiRpZCI6IjI5NzAiLCJGb250U2l6ZSI6MTEsIkZvbnROYW1lIjoiQ2FsaWJyaSIsIklzQm9sZCI6ZmFsc2UsIklzSXRhbGljIjpmYWxzZSwiSXNVbmRlcmxpbmVkIjpmYWxzZSwiUGFyZW50U3R5bGUiOm51bGx9LCJBdXRvU2l6ZSI6MCwiRm9yZWdyb3VuZCI6eyIkaWQiOiIyOTcxIiwiQ29sb3IiOnsiJGlkIjoiMjk3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OTczIiwiVG9wIjowLjAsIkxlZnQiOjAuMCwiUmlnaHQiOjAuMCwiQm90dG9tIjowLjB9LCJQYWRkaW5nIjp7IiRpZCI6IjI5NzQiLCJUb3AiOjAuMCwiTGVmdCI6MC4wLCJSaWdodCI6MC4wLCJCb3R0b20iOjAuMH0sIkJhY2tncm91bmQiOnsiJGlkIjoiMjk3NSIsIkNvbG9yIjp7IiRpZCI6IjI5NzYiLCJBIjoyNTUsIlIiOjAsIkciOjAsIkIiOjB9fSwiSXNWaXNpYmxlIjp0cnVlLCJXaWR0aCI6MC4wLCJIZWlnaHQiOjAuMCwiQm9yZGVyU3R5bGUiOnsiJGlkIjoiMjk3NyIsIkxpbmVDb2xvciI6bnVsbCwiTGluZVdlaWdodCI6MC4wLCJMaW5lVHlwZSI6MCwiUGFyZW50U3R5bGUiOm51bGx9LCJQYXJlbnRTdHlsZSI6bnVsbH0sIkRhdGVTdHlsZSI6eyIkaWQiOiIyOTc4IiwiRm9udFNldHRpbmdzIjp7IiRpZCI6IjI5NzkiLCJGb250U2l6ZSI6MTAsIkZvbnROYW1lIjoiQ2FsaWJyaSIsIklzQm9sZCI6ZmFsc2UsIklzSXRhbGljIjpmYWxzZSwiSXNVbmRlcmxpbmVkIjpmYWxzZSwiUGFyZW50U3R5bGUiOm51bGx9LCJBdXRvU2l6ZSI6MCwiRm9yZWdyb3VuZCI6eyIkaWQiOiIyOTgwIiwiQ29sb3IiOnsiJGlkIjoiMjk4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4MiIsIlRvcCI6MC4wLCJMZWZ0IjowLjAsIlJpZ2h0IjowLjAsIkJvdHRvbSI6MC4wfSwiUGFkZGluZyI6eyIkaWQiOiIyOTgzIiwiVG9wIjowLjAsIkxlZnQiOjAuMCwiUmlnaHQiOjAuMCwiQm90dG9tIjowLjB9LCJCYWNrZ3JvdW5kIjp7IiRpZCI6IjI5ODQiLCJDb2xvciI6eyIkaWQiOiIyOTg1IiwiQSI6MjU1LCJSIjo2OCwiRyI6ODQsIkIiOjEwNn19LCJJc1Zpc2libGUiOnRydWUsIldpZHRoIjowLjAsIkhlaWdodCI6MC4wLCJCb3JkZXJTdHlsZSI6eyIkaWQiOiIyOTg2IiwiTGluZUNvbG9yIjpudWxsLCJMaW5lV2VpZ2h0IjowLjAsIkxpbmVUeXBlIjowLCJQYXJlbnRTdHlsZSI6bnVsbH0sIlBhcmVudFN0eWxlIjpudWxsfSwiRGF0ZUZvcm1hdCI6eyIkaWQiOiIyOT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DgiLCJGb3JtYXQiOjAsIklzVmlzaWJsZSI6ZmFsc2UsIkxhc3RLbm93blZpc2liaWxpdHlTdGF0ZSI6ZmFsc2V9LCJJc1Zpc2libGUiOnRydWUsIlZhcmlhbmNlU3R5bGUiOnsiJGlkIjoiMjk4OSIsIlRleHRTdHlsZSI6eyIkaWQiOiIyOTkwIiwiRm9udFNldHRpbmdzIjp7IiRpZCI6IjI5OTEiLCJGb250U2l6ZSI6MTAsIkZvbnROYW1lIjoiQ2FsaWJyaSIsIklzQm9sZCI6ZmFsc2UsIklzSXRhbGljIjpmYWxzZSwiSXNVbmRlcmxpbmVkIjpmYWxzZSwiUGFyZW50U3R5bGUiOm51bGx9LCJBdXRvU2l6ZSI6MCwiRm9yZWdyb3VuZCI6eyIkaWQiOiIyOTkyIiwiQ29sb3IiOnsiJGlkIjoiMjk5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Tk0IiwiVG9wIjowLjAsIkxlZnQiOjAuMCwiUmlnaHQiOjAuMCwiQm90dG9tIjowLjB9LCJQYWRkaW5nIjp7IiRpZCI6IjI5OTUiLCJUb3AiOjAuMCwiTGVmdCI6MC4wLCJSaWdodCI6MC4wLCJCb3R0b20iOjAuMH0sIkJhY2tncm91bmQiOnsiJGlkIjoiMjk5NiIsIkNvbG9yIjp7IiRpZCI6IjI5OTciLCJBIjoyNTUsIlIiOjAsIkciOjAsIkIiOjB9fSwiSXNWaXNpYmxlIjp0cnVlLCJXaWR0aCI6MC4wLCJIZWlnaHQiOjAuMCwiQm9yZGVyU3R5bGUiOm51bGwsIlBhcmVudFN0eWxlIjpudWxsfSwiUGFyZW50U3R5bGUiOm51bGx9LCJQYXJlbnRTdHlsZSI6bnVsbCwiX2V4cGxpY2l0bHlTZXQiOnsiJGlkIjoiMjk5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5OTkiLCJTaGFwZSI6MSwiQ29ubmVjdG9yTWFyZ2luIjp7IiRpZCI6IjMwMDAiLCJUb3AiOjAuMCwiTGVmdCI6Mi4wLCJSaWdodCI6Mi4wLCJCb3R0b20iOjAuMH0sIkNvbm5lY3RvclN0eWxlIjp7IiRpZCI6IjMwMDEiLCJMaW5lQ29sb3IiOnsiJGlkIjoiMzAwMiIsIiR0eXBlIjoiTkxSRS5Db21tb24uRG9tLlNvbGlkQ29sb3JCcnVzaCwgTkxSRS5Db21tb24iLCJDb2xvciI6eyIkaWQiOiIzMDAzIiwiQSI6MTI3LCJSIjozNCwiRyI6NTcsIkIiOjk4fX0sIkxpbmVXZWlnaHQiOjEuMCwiTGluZVR5cGUiOjAsIlBhcmVudFN0eWxlIjpudWxsfSwiSXNCZWxvd1RpbWViYW5kIjpmYWxzZSwiUG9zaXRpb25PblRhc2siOjEsIkhpZGVEYXRlIjpmYWxzZSwiU2hhcGVTaXplIjowLCJTcGFjaW5nIjowLjAsIlBhZGRpbmciOnsiJGlkIjoiMzAwNCIsIlRvcCI6NS4wLCJMZWZ0IjozLjAsIlJpZ2h0IjowLjAsIkJvdHRvbSI6Mi4wfSwiU2hhcGVTdHlsZSI6eyIkaWQiOiIzMDA1IiwiTWFyZ2luIjp7IiRpZCI6IjMwMDYiLCJUb3AiOjAuMCwiTGVmdCI6MC4wLCJSaWdodCI6MC4wLCJCb3R0b20iOjAuMH0sIlBhZGRpbmciOnsiJGlkIjoiMzAwNyIsIlRvcCI6MC4wLCJMZWZ0IjowLjAsIlJpZ2h0IjowLjAsIkJvdHRvbSI6MC4wfSwiQmFja2dyb3VuZCI6eyIkaWQiOiIzMDA4IiwiQ29sb3IiOnsiJGlkIjoiMzAwOSIsIkEiOjI1NSwiUiI6MzQsIkciOjU3LCJCIjo5OH19LCJJc1Zpc2libGUiOnRydWUsIldpZHRoIjoxMi4wLCJIZWlnaHQiOjE0LjAsIkJvcmRlclN0eWxlIjp7IiRpZCI6IjMwMTAiLCJMaW5lQ29sb3IiOnsiJGlkIjoiMzAxMSIsIiR0eXBlIjoiTkxSRS5Db21tb24uRG9tLlNvbGlkQ29sb3JCcnVzaCwgTkxSRS5Db21tb24iLCJDb2xvciI6eyIkaWQiOiIzMDEyIiwiQSI6MjU1LCJSIjoyNTUsIkciOjAsIkIiOjB9fSwiTGluZVdlaWdodCI6MC4wLCJMaW5lVHlwZSI6MCwiUGFyZW50U3R5bGUiOm51bGx9LCJQYXJlbnRTdHlsZSI6bnVsbH0sIlRpdGxlU3R5bGUiOnsiJGlkIjoiMzAxMyIsIkZvbnRTZXR0aW5ncyI6eyIkaWQiOiIzMDE0IiwiRm9udFNpemUiOjExLCJGb250TmFtZSI6IkNhbGlicmkiLCJJc0JvbGQiOmZhbHNlLCJJc0l0YWxpYyI6ZmFsc2UsIklzVW5kZXJsaW5lZCI6ZmFsc2UsIlBhcmVudFN0eWxlIjpudWxsfSwiQXV0b1NpemUiOjAsIkZvcmVncm91bmQiOnsiJGlkIjoiMzAxNSIsIkNvbG9yIjp7IiRpZCI6IjMwMTY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xNyIsIlRvcCI6MC4wLCJMZWZ0IjowLjAsIlJpZ2h0IjowLjAsIkJvdHRvbSI6MC4wfSwiUGFkZGluZyI6eyIkaWQiOiIzMDE4IiwiVG9wIjowLjAsIkxlZnQiOjAuMCwiUmlnaHQiOjAuMCwiQm90dG9tIjowLjB9LCJCYWNrZ3JvdW5kIjp7IiRpZCI6IjMwMTkiLCJDb2xvciI6eyIkaWQiOiIzMDIwIiwiQSI6MjU1LCJSIjowLCJHIjowLCJCIjowfX0sIklzVmlzaWJsZSI6dHJ1ZSwiV2lkdGgiOjAuMCwiSGVpZ2h0IjowLjAsIkJvcmRlclN0eWxlIjp7IiRpZCI6IjMwMjEiLCJMaW5lQ29sb3IiOm51bGwsIkxpbmVXZWlnaHQiOjAuMCwiTGluZVR5cGUiOjAsIlBhcmVudFN0eWxlIjpudWxsfSwiUGFyZW50U3R5bGUiOm51bGx9LCJEYXRlU3R5bGUiOnsiJGlkIjoiMzAyMiIsIkZvbnRTZXR0aW5ncyI6eyIkaWQiOiIzMDIzIiwiRm9udFNpemUiOjEwLCJGb250TmFtZSI6IkNhbGlicmkiLCJJc0JvbGQiOmZhbHNlLCJJc0l0YWxpYyI6ZmFsc2UsIklzVW5kZXJsaW5lZCI6ZmFsc2UsIlBhcmVudFN0eWxlIjpudWxsfSwiQXV0b1NpemUiOjAsIkZvcmVncm91bmQiOnsiJGlkIjoiMzAyNCIsIkNvbG9yIjp7IiRpZCI6IjMwMjU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wMjYiLCJUb3AiOjAuMCwiTGVmdCI6MC4wLCJSaWdodCI6MC4wLCJCb3R0b20iOjAuMH0sIlBhZGRpbmciOnsiJGlkIjoiMzAyNyIsIlRvcCI6MC4wLCJMZWZ0IjowLjAsIlJpZ2h0IjowLjAsIkJvdHRvbSI6MC4wfSwiQmFja2dyb3VuZCI6eyIkaWQiOiIzMDI4IiwiQ29sb3IiOnsiJGlkIjoiMzAyOSIsIkEiOjI1NSwiUiI6NjgsIkciOjg0LCJCIjoxMDZ9fSwiSXNWaXNpYmxlIjp0cnVlLCJXaWR0aCI6MC4wLCJIZWlnaHQiOjAuMCwiQm9yZGVyU3R5bGUiOnsiJGlkIjoiMzAzMCIsIkxpbmVDb2xvciI6bnVsbCwiTGluZVdlaWdodCI6MC4wLCJMaW5lVHlwZSI6MCwiUGFyZW50U3R5bGUiOm51bGx9LCJQYXJlbnRTdHlsZSI6bnVsbH0sIkRhdGVGb3JtYXQiOnsiJGlkIjoiMzAzM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MyIiwiRm9ybWF0IjowLCJJc1Zpc2libGUiOmZhbHNlLCJMYXN0S25vd25WaXNpYmlsaXR5U3RhdGUiOmZhbHNlfSwiSXNWaXNpYmxlIjp0cnVlLCJWYXJpYW5jZVN0eWxlIjp7IiRpZCI6IjMwMzMiLCJUZXh0U3R5bGUiOnsiJGlkIjoiMzAzNCIsIkZvbnRTZXR0aW5ncyI6eyIkaWQiOiIzMDM1IiwiRm9udFNpemUiOjEwLCJGb250TmFtZSI6IkNhbGlicmkiLCJJc0JvbGQiOmZhbHNlLCJJc0l0YWxpYyI6ZmFsc2UsIklzVW5kZXJsaW5lZCI6ZmFsc2UsIlBhcmVudFN0eWxlIjpudWxsfSwiQXV0b1NpemUiOjAsIkZvcmVncm91bmQiOnsiJGlkIjoiMzAzNiIsIkNvbG9yIjp7IiRpZCI6IjM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zOCIsIlRvcCI6MC4wLCJMZWZ0IjowLjAsIlJpZ2h0IjowLjAsIkJvdHRvbSI6MC4wfSwiUGFkZGluZyI6eyIkaWQiOiIzMDM5IiwiVG9wIjowLjAsIkxlZnQiOjAuMCwiUmlnaHQiOjAuMCwiQm90dG9tIjowLjB9LCJCYWNrZ3JvdW5kIjp7IiRpZCI6IjMwNDAiLCJDb2xvciI6eyIkaWQiOiIzMDQxIiwiQSI6MjU1LCJSIjowLCJHIjowLCJCIjowfX0sIklzVmlzaWJsZSI6dHJ1ZSwiV2lkdGgiOjAuMCwiSGVpZ2h0IjowLjAsIkJvcmRlclN0eWxlIjpudWxsLCJQYXJlbnRTdHlsZSI6bnVsbH0sIlBhcmVudFN0eWxlIjpudWxsfSwiUGFyZW50U3R5bGUiOm51bGx9LCJEZWZhdWx0U3dpbWxhbmVNaWxlc3RvbmVTdHlsZSI6eyIkaWQiOiIzMDQyIiwiVGl0bGVQb3NpdGlvbiI6IkxlZnQiLCJEYXRlUG9zaXRpb24iOiJSaWdodCIsIlZhcmlhbmNlUG9zaXRpb24iOiJSaWdodCIsIlNoYXBlVHlwZSI6MSwiU2hhcGVTaXplIjowLCJTcGFjaW5nIjo1LCJTaGFwZVN0eWxlIjp7IiRpZCI6IjMwNDMiLCJNYXJnaW4iOnsiJGlkIjoiMzA0NCIsIlRvcCI6MC4wLCJMZWZ0IjowLjAsIlJpZ2h0IjowLjAsIkJvdHRvbSI6MC4wfSwiUGFkZGluZyI6eyIkaWQiOiIzMDQ1IiwiVG9wIjowLjAsIkxlZnQiOjAuMCwiUmlnaHQiOjAuMCwiQm90dG9tIjowLjB9LCJCYWNrZ3JvdW5kIjp7IiRpZCI6IjMwNDYiLCJDb2xvciI6eyIkaWQiOiIzMDQ3IiwiQSI6MjU1LCJSIjo2OCwiRyI6MTE0LCJCIjoxOTZ9fSwiSXNWaXNpYmxlIjp0cnVlLCJXaWR0aCI6MTIuMCwiSGVpZ2h0IjoxNC4wLCJCb3JkZXJTdHlsZSI6eyIkaWQiOiIzMDQ4IiwiTGluZUNvbG9yIjp7IiRpZCI6IjMwNDkiLCIkdHlwZSI6Ik5MUkUuQ29tbW9uLkRvbS5Tb2xpZENvbG9yQnJ1c2gsIE5MUkUuQ29tbW9uIiwiQ29sb3IiOnsiJGlkIjoiMzA1MCIsIkEiOjI1NSwiUiI6MjM0LCJHIjoyMiwiQiI6MzB9fSwiTGluZVdlaWdodCI6MC4wLCJMaW5lVHlwZSI6MCwiUGFyZW50U3R5bGUiOm51bGx9LCJQYXJlbnRTdHlsZSI6bnVsbH0sIlRpdGxlU3R5bGUiOnsiJGlkIjoiMzA1MSIsIkZvbnRTZXR0aW5ncyI6eyIkaWQiOiIzMDUyIiwiRm9udFNpemUiOjExLCJGb250TmFtZSI6IkNhbGlicmkiLCJJc0JvbGQiOmZhbHNlLCJJc0l0YWxpYyI6ZmFsc2UsIklzVW5kZXJsaW5lZCI6ZmFsc2UsIlBhcmVudFN0eWxlIjpudWxsfSwiQXV0b1NpemUiOjAsIkZvcmVncm91bmQiOnsiJGlkIjoiMzA1MyIsIkNvbG9yIjp7IiRpZCI6IjMwNTQ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zA1NSIsIlRvcCI6MC4wLCJMZWZ0IjowLjAsIlJpZ2h0IjowLjAsIkJvdHRvbSI6MC4wfSwiUGFkZGluZyI6eyIkaWQiOiIzMDU2IiwiVG9wIjowLjAsIkxlZnQiOjAuMCwiUmlnaHQiOjAuMCwiQm90dG9tIjowLjB9LCJCYWNrZ3JvdW5kIjp7IiRpZCI6IjMwNTciLCJDb2xvciI6eyIkaWQiOiIzMDU4IiwiQSI6MjU1LCJSIjowLCJHIjowLCJCIjowfX0sIklzVmlzaWJsZSI6dHJ1ZSwiV2lkdGgiOjAuMCwiSGVpZ2h0IjowLjAsIkJvcmRlclN0eWxlIjp7IiRpZCI6IjMwNTkiLCJMaW5lQ29sb3IiOm51bGwsIkxpbmVXZWlnaHQiOjAuMCwiTGluZVR5cGUiOjAsIlBhcmVudFN0eWxlIjpudWxsfSwiUGFyZW50U3R5bGUiOm51bGx9LCJEYXRlU3R5bGUiOnsiJGlkIjoiMzA2MCIsIkZvbnRTZXR0aW5ncyI6eyIkaWQiOiIzMDYxIiwiRm9udFNpemUiOjEwLCJGb250TmFtZSI6IkNhbGlicmkiLCJJc0JvbGQiOmZhbHNlLCJJc0l0YWxpYyI6ZmFsc2UsIklzVW5kZXJsaW5lZCI6ZmFsc2UsIlBhcmVudFN0eWxlIjpudWxsfSwiQXV0b1NpemUiOjAsIkZvcmVncm91bmQiOnsiJGlkIjoiMzA2MiIsIkNvbG9yIjp7IiRpZCI6IjMwN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wNjQiLCJUb3AiOjAuMCwiTGVmdCI6MC4wLCJSaWdodCI6MC4wLCJCb3R0b20iOjAuMH0sIlBhZGRpbmciOnsiJGlkIjoiMzA2NSIsIlRvcCI6MC4wLCJMZWZ0IjowLjAsIlJpZ2h0IjowLjAsIkJvdHRvbSI6MC4wfSwiQmFja2dyb3VuZCI6eyIkaWQiOiIzMDY2IiwiQ29sb3IiOnsiJGlkIjoiMzA2NyIsIkEiOjI1NSwiUiI6NjgsIkciOjg0LCJCIjoxMDZ9fSwiSXNWaXNpYmxlIjp0cnVlLCJXaWR0aCI6MC4wLCJIZWlnaHQiOjAuMCwiQm9yZGVyU3R5bGUiOnsiJGlkIjoiMzA2OCIsIkxpbmVDb2xvciI6bnVsbCwiTGluZVdlaWdodCI6MC4wLCJMaW5lVHlwZSI6MCwiUGFyZW50U3R5bGUiOm51bGx9LCJQYXJlbnRTdHlsZSI6bnVsbH0sIkRhdGVGb3JtYXQiOnsiJGlkIjoiMzA2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cwIiwiRm9ybWF0IjowLCJJc1Zpc2libGUiOmZhbHNlLCJMYXN0S25vd25WaXNpYmlsaXR5U3RhdGUiOmZhbHNlfSwiSXNWaXNpYmxlIjp0cnVlLCJWYXJpYW5jZVN0eWxlIjp7IiRpZCI6IjMwNzEiLCJUZXh0U3R5bGUiOnsiJGlkIjoiMzA3MiIsIkZvbnRTZXR0aW5ncyI6eyIkaWQiOiIzMDczIiwiRm9udFNpemUiOjEwLCJGb250TmFtZSI6IkNhbGlicmkiLCJJc0JvbGQiOmZhbHNlLCJJc0l0YWxpYyI6ZmFsc2UsIklzVW5kZXJsaW5lZCI6ZmFsc2UsIlBhcmVudFN0eWxlIjpudWxsfSwiQXV0b1NpemUiOjAsIkZvcmVncm91bmQiOnsiJGlkIjoiMzA3NCIsIkNvbG9yIjp7IiRpZCI6IjMwN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3NiIsIlRvcCI6MC4wLCJMZWZ0IjowLjAsIlJpZ2h0IjowLjAsIkJvdHRvbSI6MC4wfSwiUGFkZGluZyI6eyIkaWQiOiIzMDc3IiwiVG9wIjowLjAsIkxlZnQiOjAuMCwiUmlnaHQiOjAuMCwiQm90dG9tIjowLjB9LCJCYWNrZ3JvdW5kIjp7IiRpZCI6IjMwNzgiLCJDb2xvciI6eyIkaWQiOiIzMDc5IiwiQSI6MjU1LCJSIjowLCJHIjowLCJCIjowfX0sIklzVmlzaWJsZSI6dHJ1ZSwiV2lkdGgiOjAuMCwiSGVpZ2h0IjowLjAsIkJvcmRlclN0eWxlIjpudWxsLCJQYXJlbnRTdHlsZSI6bnVsbH0sIlBhcmVudFN0eWxlIjpudWxsfSwiUGFyZW50U3R5bGUiOm51bGx9LCJEZWZhdWx0U3dpbWxhbmVBY3Rpdml0eVN0eWxlIjp7IiRpZCI6IjMwODAiLCJIZWFkZXJTdHlsZSI6eyIkaWQiOiIzMDgxIiwiVGV4dFN0eWxlIjp7IiRpZCI6IjMwODIiLCJGb250U2V0dGluZ3MiOnsiJGlkIjoiMzA4MyIsIkZvbnRTaXplIjoxMSwiRm9udE5hbWUiOiJDYWxpYnJpIiwiSXNCb2xkIjpmYWxzZSwiSXNJdGFsaWMiOmZhbHNlLCJJc1VuZGVybGluZWQiOmZhbHNlLCJQYXJlbnRTdHlsZSI6bnVsbH0sIkF1dG9TaXplIjowLCJGb3JlZ3JvdW5kIjp7IiRpZCI6IjMwODQiLCJDb2xvciI6eyIkaWQiOiIzMDg1IiwiQSI6MjU1LCJSIjo2NCwiRyI6NjQsIkIiOjY0fX0sIk1heFdpZHRoIjowLjAsIk1heEhlaWdodCI6MC4wLCJTbWFydEZvcmVncm91bmRJc0FjdGl2ZSI6ZmFsc2UsIkhvcml6b250YWxBbGlnbm1lbnQiOjAsIlZlcnRpY2FsQWxpZ25tZW50IjowLCJTbWFydEZvcmVncm91bmQiOm51bGwsIkJhY2tncm91bmRGaWxsVHlwZSI6MCwiTWFyZ2luIjp7IiRpZCI6IjMwODYiLCJUb3AiOjAuMCwiTGVmdCI6MC4wLCJSaWdodCI6MC4wLCJCb3R0b20iOjAuMH0sIlBhZGRpbmciOnsiJGlkIjoiMzA4NyIsIlRvcCI6MC4wLCJMZWZ0IjowLjAsIlJpZ2h0IjowLjAsIkJvdHRvbSI6MC4wfSwiQmFja2dyb3VuZCI6eyIkaWQiOiIzMDg4IiwiQ29sb3IiOnsiJGlkIjoiMzA4OSIsIkEiOjI1NSwiUiI6NjQsIkciOjY0LCJCIjo2NH19LCJJc1Zpc2libGUiOmZhbHNlLCJXaWR0aCI6MC4wLCJIZWlnaHQiOjAuMCwiQm9yZGVyU3R5bGUiOm51bGwsIlBhcmVudFN0eWxlIjpudWxsfSwiUmVjdGFuZ2xlU3R5bGUiOnsiJGlkIjoiMzA5MCIsIk1hcmdpbiI6eyIkaWQiOiIzMDkxIiwiVG9wIjowLjAsIkxlZnQiOjAuMCwiUmlnaHQiOjAuMCwiQm90dG9tIjowLjB9LCJQYWRkaW5nIjp7IiRpZCI6IjMwOTIiLCJUb3AiOjAuMCwiTGVmdCI6MC4wLCJSaWdodCI6MC4wLCJCb3R0b20iOjAuMH0sIkJhY2tncm91bmQiOnsiJGlkIjoiMzA5MyIsIkNvbG9yIjp7IiRpZCI6IjMwOTQiLCJBIjoxMjcsIlIiOjY4LCJHIjoxMTQsIkIiOjE5Nn19LCJJc1Zpc2libGUiOmZhbHNlLCJXaWR0aCI6MC4wLCJIZWlnaHQiOjAuMCwiQm9yZGVyU3R5bGUiOnsiJGlkIjoiMzA5NSIsIkxpbmVDb2xvciI6eyIkaWQiOiIzMDk2IiwiJHR5cGUiOiJOTFJFLkNvbW1vbi5Eb20uU29saWRDb2xvckJydXNoLCBOTFJFLkNvbW1vbiIsIkNvbG9yIjp7IiRpZCI6IjMwOTciLCJBIjoyNTUsIlIiOjI1NSwiRyI6MCwiQiI6MH19LCJMaW5lV2VpZ2h0IjowLjAsIkxpbmVUeXBlIjowLCJQYXJlbnRTdHlsZSI6bnVsbH0sIlBhcmVudFN0eWxlIjpudWxsfSwiTWFyZ2luIjp7IiRpZCI6IjMwOTgiLCJUb3AiOjAuMCwiTGVmdCI6MC4wLCJSaWdodCI6MC4wLCJCb3R0b20iOjAuMH0sIlBhZGRpbmciOnsiJGlkIjoiMzA5OSIsIlRvcCI6MC4wLCJMZWZ0IjowLjAsIlJpZ2h0IjowLjAsIkJvdHRvbSI6MC4wfSwiQmFja2dyb3VuZCI6bnVsbCwiSXNWaXNpYmxlIjp0cnVlLCJXaWR0aCI6MC4wLCJIZWlnaHQiOjAuMCwiQm9yZGVyU3R5bGUiOm51bGwsIlBhcmVudFN0eWxlIjpudWxsfSwiQmFja2dyb3VuZFN0eWxlIjp7IiRpZCI6IjMxMDAiLCJNYXJnaW4iOnsiJGlkIjoiMzEwMSIsIlRvcCI6MC4wLCJMZWZ0IjowLjAsIlJpZ2h0IjowLjAsIkJvdHRvbSI6MC4wfSwiUGFkZGluZyI6eyIkaWQiOiIzMTAyIiwiVG9wIjowLjAsIkxlZnQiOjAuMCwiUmlnaHQiOjAuMCwiQm90dG9tIjowLjB9LCJCYWNrZ3JvdW5kIjp7IiRpZCI6IjMxMDMiLCJDb2xvciI6eyIkaWQiOiIzMTA0IiwiQSI6NTEsIlIiOjIwMCwiRyI6MjAwLCJCIjoyMDB9fSwiSXNWaXNpYmxlIjp0cnVlLCJXaWR0aCI6MC4wLCJIZWlnaHQiOjAuMCwiQm9yZGVyU3R5bGUiOnsiJGlkIjoiMzEwNSIsIkxpbmVDb2xvciI6eyIkaWQiOiIzMTA2IiwiJHR5cGUiOiJOTFJFLkNvbW1vbi5Eb20uU29saWRDb2xvckJydXNoLCBOTFJFLkNvbW1vbiIsIkNvbG9yIjp7IiRpZCI6IjMxMDciLCJBIjoyNTUsIlIiOjIzNCwiRyI6MjIsIkIiOjMwfX0sIkxpbmVXZWlnaHQiOjAuMCwiTGluZVR5cGUiOjAsIlBhcmVudFN0eWxlIjpudWxsfSwiUGFyZW50U3R5bGUiOm51bGx9LCJNYXJnaW4iOnsiJGlkIjoiMzEwOCIsIlRvcCI6MC4wLCJMZWZ0IjowLjAsIlJpZ2h0IjowLjAsIkJvdHRvbSI6MC4wfSwiUGFkZGluZyI6eyIkaWQiOiIzMTA5IiwiVG9wIjowLjAsIkxlZnQiOjAuMCwiUmlnaHQiOjAuMCwiQm90dG9tIjowLjB9LCJJc1Zpc2libGUiOnRydWUsIldpZHRoIjowLjAsIkhlaWdodCI6MC4wLCJCb3JkZXJTdHlsZSI6eyIkaWQiOiIzMTEwIiwiTGluZUNvbG9yIjpudWxsLCJMaW5lV2VpZ2h0IjowLjAsIkxpbmVUeXBlIjowLCJQYXJlbnRTdHlsZSI6bnVsbH0sIlBhcmVudFN0eWxlIjpudWxsfSwiTWFyZ2luIjp7IiRpZCI6IjMxMTEiLCJUb3AiOjAuMCwiTGVmdCI6MC4wLCJSaWdodCI6MC4wLCJCb3R0b20iOjAuMH0sIlBhZGRpbmciOnsiJGlkIjoiMzExMiIsIlRvcCI6MC4wLCJMZWZ0IjowLjAsIlJpZ2h0IjowLjAsIkJvdHRvbSI6MC4wfSwiSXNWaXNpYmxlIjpmYWxzZSwiV2lkdGgiOjAuMCwiSGVpZ2h0IjowLjAsIkJvcmRlclN0eWxlIjp7IiRpZCI6IjMxMTMiLCJMaW5lQ29sb3IiOm51bGwsIkxpbmVXZWlnaHQiOjAuMCwiTGluZVR5cGUiOjAsIlBhcmVudFN0eWxlIjpudWxsfSwiUGFyZW50U3R5bGUiOm51bGx9fSx7IiRpZCI6IjMxMTQiLCJfYWN0aXZpdGllcyI6W3siJGlkIjoiMzExNSIsIl9yb3dzIjpbeyIkaWQiOiIzMTE2IiwiX3Rhc2tzIjpbeyIkaWQiOiIzMTE3IiwiX2F0dGFjaGVkTWlsZXN0b25lcyI6W10sIlRhc2tEZWZpbml0aW9uIjp7IiRpZCI6IjMxMTgiLCJHcm91cE5hbWUiOm51bGwsIlN0YXJ0RGF0ZSI6IjIwMjctMDQtMTZUMDA6MDA6MDBaIiwiRW5kRGF0ZSI6IjIwMjctMTAtMzFUMjM6NTk6MDBaIiwiUGVyY2VudGFnZUNvbXBsZXRlIjpudWxsLCJTdHlsZSI6eyIkaWQiOiIzMTE5IiwiU2hhcGUiOjEsIlNoYXBlVGhpY2tuZXNzIjowLCJEdXJhdGlvbkZvcm1hdCI6MCwiSW5jbHVkZU5vbldvcmtpbmdEYXlzSW5EdXJhdGlvbiI6ZmFsc2UsIlBlcmNlbnRhZ2VDb21wbGV0ZVN0eWxlIjp7IiRpZCI6IjMxMjAiLCJGb250U2V0dGluZ3MiOnsiJGlkIjoiMzEyMSIsIkZvbnRTaXplIjoxMCwiRm9udE5hbWUiOiJDYWxpYnJpIiwiSXNCb2xkIjpmYWxzZSwiSXNJdGFsaWMiOmZhbHNlLCJJc1VuZGVybGluZWQiOmZhbHNlLCJQYXJlbnRTdHlsZSI6bnVsbH0sIkF1dG9TaXplIjowLCJGb3JlZ3JvdW5kIjp7IiRpZCI6IjMxMjIiLCJDb2xvciI6eyIkaWQiOiIzMTIz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xMjQiLCJUb3AiOjAuMCwiTGVmdCI6MC4wLCJSaWdodCI6MC4wLCJCb3R0b20iOjAuMH0sIlBhZGRpbmciOnsiJGlkIjoiMzEyNSIsIlRvcCI6MC4wLCJMZWZ0IjowLjAsIlJpZ2h0IjowLjAsIkJvdHRvbSI6MC4wfSwiQmFja2dyb3VuZCI6eyIkaWQiOiIzMTI2IiwiQ29sb3IiOnsiJGlkIjoiMzEyNyIsIkEiOjg5LCJSIjowLCJHIjowLCJCIjowfX0sIklzVmlzaWJsZSI6dHJ1ZSwiV2lkdGgiOjAuMCwiSGVpZ2h0IjowLjAsIkJvcmRlclN0eWxlIjp7IiRpZCI6IjMxMjgiLCJMaW5lQ29sb3IiOm51bGwsIkxpbmVXZWlnaHQiOjAuMCwiTGluZVR5cGUiOjAsIlBhcmVudFN0eWxlIjpudWxsfSwiUGFyZW50U3R5bGUiOm51bGx9LCJEdXJhdGlvblN0eWxlIjp7IiRpZCI6IjMxMjkiLCJGb250U2V0dGluZ3MiOnsiJGlkIjoiMzEzMCIsIkZvbnRTaXplIjoxMCwiRm9udE5hbWUiOiJDYWxpYnJpIiwiSXNCb2xkIjpmYWxzZSwiSXNJdGFsaWMiOmZhbHNlLCJJc1VuZGVybGluZWQiOmZhbHNlLCJQYXJlbnRTdHlsZSI6bnVsbH0sIkF1dG9TaXplIjowLCJGb3JlZ3JvdW5kIjp7IiRpZCI6IjMxMzEiLCJDb2xvciI6eyIkaWQiOiIzMTM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TMzIiwiVG9wIjowLjAsIkxlZnQiOjAuMCwiUmlnaHQiOjAuMCwiQm90dG9tIjowLjB9LCJQYWRkaW5nIjp7IiRpZCI6IjMxMzQiLCJUb3AiOjAuMCwiTGVmdCI6MC4wLCJSaWdodCI6MC4wLCJCb3R0b20iOjAuMH0sIkJhY2tncm91bmQiOnsiJGlkIjoiMzEzNSIsIkNvbG9yIjp7IiRpZCI6IjMxMzYiLCJBIjoyNTUsIlIiOjY4LCJHIjo4NCwiQiI6MTA2fX0sIklzVmlzaWJsZSI6dHJ1ZSwiV2lkdGgiOjAuMCwiSGVpZ2h0IjowLjAsIkJvcmRlclN0eWxlIjp7IiRpZCI6IjMxMzciLCJMaW5lQ29sb3IiOm51bGwsIkxpbmVXZWlnaHQiOjAuMCwiTGluZVR5cGUiOjAsIlBhcmVudFN0eWxlIjpudWxsfSwiUGFyZW50U3R5bGUiOm51bGx9LCJIb3Jpem9udGFsQ29ubmVjdG9yU3R5bGUiOnsiJGlkIjoiMzEzOCIsIkxpbmVDb2xvciI6eyIkaWQiOiIzMTM5IiwiJHR5cGUiOiJOTFJFLkNvbW1vbi5Eb20uU29saWRDb2xvckJydXNoLCBOTFJFLkNvbW1vbiIsIkNvbG9yIjp7IiRpZCI6IjMxNDAiLCJBIjoyNTUsIlIiOjAsIkciOjAsIkIiOjB9fSwiTGluZVdlaWdodCI6MC4wLCJMaW5lVHlwZSI6MCwiUGFyZW50U3R5bGUiOm51bGx9LCJWZXJ0aWNhbENvbm5lY3RvclN0eWxlIjp7IiRpZCI6IjMxNDEiLCJMaW5lQ29sb3IiOnsiJGlkIjoiMzE0MiIsIiR0eXBlIjoiTkxSRS5Db21tb24uRG9tLlNvbGlkQ29sb3JCcnVzaCwgTkxSRS5Db21tb24iLCJDb2xvciI6eyIkaWQiOiIzMTQ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zMTQ0IiwiU2hhcGVTdHlsZSI6eyIkaWQiOiIzMTQ1IiwiTWFyZ2luIjp7IiRpZCI6IjMxNDYiLCJUb3AiOjAuMCwiTGVmdCI6MC4wLCJSaWdodCI6MC4wLCJCb3R0b20iOjAuMH0sIlBhZGRpbmciOnsiJGlkIjoiMzE0NyIsIlRvcCI6MC4wLCJMZWZ0IjowLjAsIlJpZ2h0IjowLjAsIkJvdHRvbSI6MC4wfSwiQmFja2dyb3VuZCI6eyIkaWQiOiIzMTQ4IiwiQ29sb3IiOnsiJGlkIjoiMzE0OSIsIkEiOjE1MywiUiI6MCwiRyI6MCwiQiI6MH19LCJJc1Zpc2libGUiOnRydWUsIldpZHRoIjowLjAsIkhlaWdodCI6MC4wLCJCb3JkZXJTdHlsZSI6bnVsbCwiUGFyZW50U3R5bGUiOm51bGx9LCJNYXJnaW4iOnsiJGlkIjoiMzE1MCIsIlRvcCI6MC4wLCJMZWZ0IjowLjAsIlJpZ2h0IjowLjAsIkJvdHRvbSI6MC4wfSwiUGFkZGluZyI6eyIkaWQiOiIzMTUxIiwiVG9wIjowLjAsIkxlZnQiOjAuMCwiUmlnaHQiOjAuMCwiQm90dG9tIjowLjB9LCJCYWNrZ3JvdW5kIjpudWxsLCJJc1Zpc2libGUiOnRydWUsIldpZHRoIjowLjAsIkhlaWdodCI6MC4wLCJCb3JkZXJTdHlsZSI6bnVsbCwiUGFyZW50U3R5bGUiOm51bGx9LCJTaGFwZVN0eWxlIjp7IiRpZCI6IjMxNTIiLCJNYXJnaW4iOnsiJGlkIjoiMzE1MyIsIlRvcCI6MC4wLCJMZWZ0Ijo0LjAsIlJpZ2h0Ijo0LjAsIkJvdHRvbSI6MC4wfSwiUGFkZGluZyI6eyIkaWQiOiIzMTU0IiwiVG9wIjowLjAsIkxlZnQiOjAuMCwiUmlnaHQiOjAuMCwiQm90dG9tIjowLjB9LCJCYWNrZ3JvdW5kIjp7IiRpZCI6IjMxNTUiLCJDb2xvciI6eyIkaWQiOiIzMTU2IiwiQSI6MjU1LCJSIjoyNTUsIkciOjE5MiwiQiI6MH19LCJJc1Zpc2libGUiOnRydWUsIldpZHRoIjowLjAsIkhlaWdodCI6MTAuMCwiQm9yZGVyU3R5bGUiOnsiJGlkIjoiMzE1NyIsIkxpbmVDb2xvciI6eyIkaWQiOiIzMTU4IiwiJHR5cGUiOiJOTFJFLkNvbW1vbi5Eb20uU29saWRDb2xvckJydXNoLCBOTFJFLkNvbW1vbiIsIkNvbG9yIjp7IiRpZCI6IjMxNTkiLCJBIjoyNTUsIlIiOjIzNCwiRyI6MjIsIkIiOjMwfX0sIkxpbmVXZWlnaHQiOjAuMCwiTGluZVR5cGUiOjAsIlBhcmVudFN0eWxlIjpudWxsfSwiUGFyZW50U3R5bGUiOm51bGx9LCJUaXRsZVN0eWxlIjp7IiRpZCI6IjMxNjAiLCJGb250U2V0dGluZ3MiOnsiJGlkIjoiMzE2MSIsIkZvbnRTaXplIjoxMSwiRm9udE5hbWUiOiJUaXRpbGxpdW0gV2ViIiwiSXNCb2xkIjpmYWxzZSwiSXNJdGFsaWMiOmZhbHNlLCJJc1VuZGVybGluZWQiOmZhbHNlLCJQYXJlbnRTdHlsZSI6bnVsbH0sIkF1dG9TaXplIjowLCJGb3JlZ3JvdW5kIjp7IiRpZCI6IjMxNjIiLCJDb2xvciI6eyIkaWQiOiIzMTY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xNjQiLCJUb3AiOjAuMCwiTGVmdCI6MC4wLCJSaWdodCI6MC4wLCJCb3R0b20iOjAuMH0sIlBhZGRpbmciOnsiJGlkIjoiMzE2NSIsIlRvcCI6MC4wLCJMZWZ0IjowLjAsIlJpZ2h0IjowLjAsIkJvdHRvbSI6MC4wfSwiQmFja2dyb3VuZCI6eyIkaWQiOiIzMTY2IiwiQ29sb3IiOnsiJGlkIjoiMzE2NyIsIkEiOjAsIlIiOjI1NSwiRyI6MjU1LCJCIjoyNTV9fSwiSXNWaXNpYmxlIjp0cnVlLCJXaWR0aCI6MC4wLCJIZWlnaHQiOjAuMCwiQm9yZGVyU3R5bGUiOnsiJGlkIjoiMzE2OCIsIkxpbmVDb2xvciI6bnVsbCwiTGluZVdlaWdodCI6MC4wLCJMaW5lVHlwZSI6MCwiUGFyZW50U3R5bGUiOm51bGx9LCJQYXJlbnRTdHlsZSI6bnVsbH0sIkRhdGVTdHlsZSI6eyIkaWQiOiIzMTY5IiwiRm9udFNldHRpbmdzIjp7IiRpZCI6IjMxNzAiLCJGb250U2l6ZSI6MTAsIkZvbnROYW1lIjoiVGl0aWxsaXVtIFdlYiIsIklzQm9sZCI6ZmFsc2UsIklzSXRhbGljIjpmYWxzZSwiSXNVbmRlcmxpbmVkIjpmYWxzZSwiUGFyZW50U3R5bGUiOm51bGx9LCJBdXRvU2l6ZSI6MCwiRm9yZWdyb3VuZCI6eyIkaWQiOiIzMTcxIiwiQ29sb3IiOnsiJGlkIjoiMzE3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MTczIiwiVG9wIjowLjAsIkxlZnQiOjAuMCwiUmlnaHQiOjAuMCwiQm90dG9tIjowLjB9LCJQYWRkaW5nIjp7IiRpZCI6IjMxNzQiLCJUb3AiOjAuMCwiTGVmdCI6MC4wLCJSaWdodCI6MC4wLCJCb3R0b20iOjAuMH0sIkJhY2tncm91bmQiOnsiJGlkIjoiMzE3NSIsIkNvbG9yIjp7IiRpZCI6IjMxNzYiLCJBIjowLCJSIjoyNTUsIkciOjI1NSwiQiI6MjU1fX0sIklzVmlzaWJsZSI6dHJ1ZSwiV2lkdGgiOjAuMCwiSGVpZ2h0IjowLjAsIkJvcmRlclN0eWxlIjp7IiRpZCI6IjMxNzciLCJMaW5lQ29sb3IiOm51bGwsIkxpbmVXZWlnaHQiOjAuMCwiTGluZVR5cGUiOjAsIlBhcmVudFN0eWxlIjpudWxsfSwiUGFyZW50U3R5bGUiOm51bGx9LCJEYXRlRm9ybWF0Ijp7IiRpZCI6IjMx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3OSIsIkZvcm1hdCI6MCwiSXNWaXNpYmxlIjpmYWxzZSwiTGFzdEtub3duVmlzaWJpbGl0eVN0YXRlIjpmYWxzZX0sIklzVmlzaWJsZSI6dHJ1ZSwiVmFyaWFuY2VTdHlsZSI6eyIkaWQiOiIzMTgwIiwiVGV4dFN0eWxlIjp7IiRpZCI6IjMxODEiLCJGb250U2V0dGluZ3MiOnsiJGlkIjoiMzE4MiIsIkZvbnRTaXplIjoxMCwiRm9udE5hbWUiOiJDYWxpYnJpIiwiSXNCb2xkIjpmYWxzZSwiSXNJdGFsaWMiOmZhbHNlLCJJc1VuZGVybGluZWQiOmZhbHNlLCJQYXJlbnRTdHlsZSI6bnVsbH0sIkF1dG9TaXplIjowLCJGb3JlZ3JvdW5kIjp7IiRpZCI6IjMxODMiLCJDb2xvciI6eyIkaWQiOiIzMT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xODUiLCJUb3AiOjAuMCwiTGVmdCI6MC4wLCJSaWdodCI6MC4wLCJCb3R0b20iOjAuMH0sIlBhZGRpbmciOnsiJGlkIjoiMzE4NiIsIlRvcCI6MC4wLCJMZWZ0IjowLjAsIlJpZ2h0IjowLjAsIkJvdHRvbSI6MC4wfSwiQmFja2dyb3VuZCI6eyIkaWQiOiIzMTg3IiwiQ29sb3IiOnsiJGlkIjoiMzE4OCIsIkEiOjI1NSwiUiI6MCwiRyI6MCwiQiI6MH19LCJJc1Zpc2libGUiOnRydWUsIldpZHRoIjowLjAsIkhlaWdodCI6MC4wLCJCb3JkZXJTdHlsZSI6eyIkaWQiOiIzMTg5IiwiTGluZUNvbG9yIjpudWxsLCJMaW5lV2VpZ2h0IjowLjAsIkxpbmVUeXBlIjowLCJQYXJlbnRTdHlsZSI6bnVsbH0sIlBhcmVudFN0eWxlIjpudWxsfSwiUGFyZW50U3R5bGUiOm51bGx9LCJQYXJlbnRTdHlsZSI6bnVsbH0sIkluZGV4IjoyMSwiU21hcnREdXJhdGlvbkFjdGl2YXRlZCI6ZmFsc2UsIkRhdGVGb3JtYXQiOnsiJHJlZiI6IjMxNzgifSwiV2Vla051bWJlcmluZyI6eyIkaWQiOiIzMTkwIiwiRm9ybWF0IjowLCJJc1Zpc2libGUiOmZhbHNlLCJMYXN0S25vd25WaXNpYmlsaXR5U3RhdGUiOmZhbHNlfSwiQmFzZWxpbmVEYXRhIjp7IiRpZCI6IjMxOTEiLCJTdGFydERhdGUiOiIyMDI3LTA0LTE2VDAwOjAwOjAwIiwiRW5kRGF0ZSI6IjIwMjctMTAtMzFUMjM6NTk6MDAifSwiSWQiOiIyMjY2N2IxZi01MTY0LTRhZTItOWIyMi0yNDExMTNhMTdlYjEiLCJJbXBvcnRJZCI6bnVsbCwiVGl0bGUiOiJWZXJzacOzbiBmaW5hbCAoU3ByaW50cyAyOC0zMCkiLCJOb3RlIjpudWxsLCJIeXBlcmxpbmsiOnsiJGlkIjoiMzE5MiIsIkFkZHJlc3MiOiIiLCJTdWJBZGRyZXNzIjoiIn0sIklzQ2hhbmdlZCI6ZmFsc2UsIklzTmV3IjpmYWxzZX19XSwiX21pbGVzdG9uZXMiOltdLCJJZCI6IjAwMDAwMDAwLTAwMDAtMDAwMC0wMDAwLTAwMDAwMDAwMDAwMCIsIklzU2luZ2xlSXRlbVJvdyI6dHJ1ZX1dLCJJbmRleCI6MjAsIklkIjoiNDU1Y2ZkMjAtNWNhOC00MGI3LTkxOTgtYmYxMGUwMDM1NWY2IiwiSGVhZGVyVGV4dCI6bnVsbCwiSXNEZWZhdWx0Ijp0cnVlLCJTdHlsZSI6eyIkaWQiOiIzMTkzIiwiSGVhZGVyU3R5bGUiOnsiJGlkIjoiMzE5NCIsIlRleHRTdHlsZSI6eyIkaWQiOiIzMTk1IiwiRm9udFNldHRpbmdzIjp7IiRpZCI6IjMxOTYiLCJGb250U2l6ZSI6MTEsIkZvbnROYW1lIjoiQ2FsaWJyaSIsIklzQm9sZCI6ZmFsc2UsIklzSXRhbGljIjpmYWxzZSwiSXNVbmRlcmxpbmVkIjpmYWxzZSwiUGFyZW50U3R5bGUiOm51bGx9LCJBdXRvU2l6ZSI6MiwiRm9yZWdyb3VuZCI6eyIkaWQiOiIzMTk3IiwiQ29sb3IiOnsiJGlkIjoiMzE5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xOTkiLCJUb3AiOjAuMCwiTGVmdCI6MC4wLCJSaWdodCI6MC4wLCJCb3R0b20iOjAuMH0sIlBhZGRpbmciOnsiJGlkIjoiMzIwMCIsIlRvcCI6MC4wLCJMZWZ0IjowLjAsIlJpZ2h0IjowLjAsIkJvdHRvbSI6MC4wfSwiQmFja2dyb3VuZCI6eyIkaWQiOiIzMjAxIiwiQ29sb3IiOnsiJGlkIjoiMzIwMiIsIkEiOjI1NSwiUiI6NjQsIkciOjY0LCJCIjo2NH19LCJJc1Zpc2libGUiOnRydWUsIldpZHRoIjowLjAsIkhlaWdodCI6MC4wLCJCb3JkZXJTdHlsZSI6bnVsbCwiUGFyZW50U3R5bGUiOm51bGx9LCJSZWN0YW5nbGVTdHlsZSI6eyIkaWQiOiIzMjAzIiwiTWFyZ2luIjp7IiRpZCI6IjMyMDQiLCJUb3AiOjAuMCwiTGVmdCI6MC4wLCJSaWdodCI6MC4wLCJCb3R0b20iOjAuMH0sIlBhZGRpbmciOnsiJGlkIjoiMzIwNSIsIlRvcCI6MC4wLCJMZWZ0IjowLjAsIlJpZ2h0IjowLjAsIkJvdHRvbSI6MC4wfSwiQmFja2dyb3VuZCI6eyIkaWQiOiIzMjA2IiwiQ29sb3IiOnsiJGlkIjoiMzIwNyIsIkEiOjEyNywiUiI6MjU1LCJHIjoxOTIsIkIiOjB9fSwiSXNWaXNpYmxlIjp0cnVlLCJXaWR0aCI6MC4wLCJIZWlnaHQiOjAuMCwiQm9yZGVyU3R5bGUiOnsiJGlkIjoiMzIwOCIsIkxpbmVDb2xvciI6eyIkaWQiOiIzMjA5IiwiJHR5cGUiOiJOTFJFLkNvbW1vbi5Eb20uU29saWRDb2xvckJydXNoLCBOTFJFLkNvbW1vbiIsIkNvbG9yIjp7IiRpZCI6IjMyMTAiLCJBIjoyNTUsIlIiOjI1NSwiRyI6MjU1LCJCIjoyNTV9fSwiTGluZVdlaWdodCI6MC4wLCJMaW5lVHlwZSI6MCwiUGFyZW50U3R5bGUiOm51bGx9LCJQYXJlbnRTdHlsZSI6bnVsbH0sIk1hcmdpbiI6eyIkaWQiOiIzMjExIiwiVG9wIjowLjAsIkxlZnQiOjAuMCwiUmlnaHQiOjAuMCwiQm90dG9tIjowLjB9LCJQYWRkaW5nIjp7IiRpZCI6IjMyMTIiLCJUb3AiOjAuMCwiTGVmdCI6MC4wLCJSaWdodCI6MC4wLCJCb3R0b20iOjAuMH0sIkJhY2tncm91bmQiOm51bGwsIklzVmlzaWJsZSI6dHJ1ZSwiV2lkdGgiOjAuMCwiSGVpZ2h0IjowLjAsIkJvcmRlclN0eWxlIjpudWxsLCJQYXJlbnRTdHlsZSI6bnVsbH0sIkJhY2tncm91bmRTdHlsZSI6eyIkaWQiOiIzMjEzIiwiTWFyZ2luIjp7IiRpZCI6IjMyMTQiLCJUb3AiOjAuMCwiTGVmdCI6MC4wLCJSaWdodCI6MC4wLCJCb3R0b20iOjAuMH0sIlBhZGRpbmciOnsiJGlkIjoiMzIxNSIsIlRvcCI6MC4wLCJMZWZ0IjowLjAsIlJpZ2h0IjowLjAsIkJvdHRvbSI6MC4wfSwiQmFja2dyb3VuZCI6eyIkaWQiOiIzMjE2IiwiQ29sb3IiOnsiJGlkIjoiMzIxNyIsIkEiOjUxLCJSIjoyMDAsIkciOjIwMCwiQiI6MjAwfX0sIklzVmlzaWJsZSI6dHJ1ZSwiV2lkdGgiOjAuMCwiSGVpZ2h0IjowLjAsIkJvcmRlclN0eWxlIjp7IiRpZCI6IjMyMTgiLCJMaW5lQ29sb3IiOnsiJGlkIjoiMzIxOSIsIiR0eXBlIjoiTkxSRS5Db21tb24uRG9tLlNvbGlkQ29sb3JCcnVzaCwgTkxSRS5Db21tb24iLCJDb2xvciI6eyIkaWQiOiIzMjIwIiwiQSI6MjU1LCJSIjoyMzQsIkciOjIyLCJCIjozMH19LCJMaW5lV2VpZ2h0IjowLjAsIkxpbmVUeXBlIjowLCJQYXJlbnRTdHlsZSI6bnVsbH0sIlBhcmVudFN0eWxlIjpudWxsfSwiTWFyZ2luIjp7IiRpZCI6IjMyMjEiLCJUb3AiOjAuMCwiTGVmdCI6MC4wLCJSaWdodCI6MC4wLCJCb3R0b20iOjAuMH0sIlBhZGRpbmciOnsiJGlkIjoiMzIyMiIsIlRvcCI6MC4wLCJMZWZ0IjowLjAsIlJpZ2h0IjowLjAsIkJvdHRvbSI6MC4wfSwiSXNWaXNpYmxlIjp0cnVlLCJXaWR0aCI6MC4wLCJIZWlnaHQiOjAuMCwiQm9yZGVyU3R5bGUiOnsiJGlkIjoiMzIyMyIsIkxpbmVDb2xvciI6bnVsbCwiTGluZVdlaWdodCI6MC4wLCJMaW5lVHlwZSI6MCwiUGFyZW50U3R5bGUiOm51bGx9LCJQYXJlbnRTdHlsZSI6bnVsbH19XSwiSWQiOiI4ODZiNzcwZi1mYjRjLTRmYTMtYTFkMy1jNzE4OTZhMTEyN2YiLCJJbmRleCI6MjAsIkhlYWRlclRleHQiOiJSVE0iLCJTdHlsZSI6eyIkaWQiOiIzMjI0IiwiU3R5bGVJZCI6Ijk4NTEzZTEwLTU1MWMtNGYzMC1hYzExLWEwNjkwZTkwMzEzNCIsIkhlYWRlclN0eWxlIjp7IiRpZCI6IjMyMjUiLCJUZXh0SXNWZXJ0aWNhbCI6ZmFsc2UsIlRleHRTdHlsZSI6eyIkaWQiOiIzMjI2IiwiRm9udFNldHRpbmdzIjp7IiRpZCI6IjMyMjciLCJGb250U2l6ZSI6MTEsIkZvbnROYW1lIjoiVGl0aWxsaXVtIFdlYiIsIklzQm9sZCI6ZmFsc2UsIklzSXRhbGljIjpmYWxzZSwiSXNVbmRlcmxpbmVkIjpmYWxzZSwiUGFyZW50U3R5bGUiOm51bGx9LCJBdXRvU2l6ZSI6MiwiRm9yZWdyb3VuZCI6eyIkaWQiOiIzMjI4IiwiQ29sb3IiOnsiJGlkIjoiMzIy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yMzAiLCJUb3AiOjAuMCwiTGVmdCI6MC4wLCJSaWdodCI6MC4wLCJCb3R0b20iOjAuMH0sIlBhZGRpbmciOnsiJGlkIjoiMzIzMSIsIlRvcCI6MC4wLCJMZWZ0IjowLjAsIlJpZ2h0IjowLjAsIkJvdHRvbSI6MC4wfSwiQmFja2dyb3VuZCI6eyIkaWQiOiIzMjMyIiwiQ29sb3IiOnsiJGlkIjoiMzIzMyIsIkEiOjI1NSwiUiI6MzgsIkciOjM4LCJCIjozOH19LCJJc1Zpc2libGUiOnRydWUsIldpZHRoIjowLjAsIkhlaWdodCI6MC4wLCJCb3JkZXJTdHlsZSI6bnVsbCwiUGFyZW50U3R5bGUiOm51bGx9LCJSZWN0YW5nbGVTdHlsZSI6eyIkaWQiOiIzMjM0IiwiTWFyZ2luIjp7IiRpZCI6IjMyMzUiLCJUb3AiOjAuMCwiTGVmdCI6MC4wLCJSaWdodCI6MC4wLCJCb3R0b20iOjAuMH0sIlBhZGRpbmciOnsiJGlkIjoiMzIzNiIsIlRvcCI6MC4wLCJMZWZ0IjowLjAsIlJpZ2h0IjowLjAsIkJvdHRvbSI6MC4wfSwiQmFja2dyb3VuZCI6eyIkaWQiOiIzMjM3IiwiQ29sb3IiOnsiJGlkIjoiMzIzOCIsIkEiOjI1NSwiUiI6MjU1LCJHIjoxOTIsIkIiOjB9fSwiSXNWaXNpYmxlIjp0cnVlLCJXaWR0aCI6MC4wLCJIZWlnaHQiOjAuMCwiQm9yZGVyU3R5bGUiOnsiJGlkIjoiMzIzOSIsIkxpbmVDb2xvciI6eyIkaWQiOiIzMjQwIiwiJHR5cGUiOiJOTFJFLkNvbW1vbi5Eb20uU29saWRDb2xvckJydXNoLCBOTFJFLkNvbW1vbiIsIkNvbG9yIjp7IiRpZCI6IjMyNDEiLCJBIjoyNTUsIlIiOjI1NSwiRyI6MjU1LCJCIjoyNTV9fSwiTGluZVdlaWdodCI6MC4wLCJMaW5lVHlwZSI6MCwiUGFyZW50U3R5bGUiOm51bGx9LCJQYXJlbnRTdHlsZSI6bnVsbH0sIk1hcmdpbiI6eyIkaWQiOiIzMjQyIiwiVG9wIjowLjAsIkxlZnQiOjAuMCwiUmlnaHQiOjAuMCwiQm90dG9tIjowLjB9LCJQYWRkaW5nIjp7IiRpZCI6IjMyNDMiLCJUb3AiOjAuMCwiTGVmdCI6MC4wLCJSaWdodCI6MC4wLCJCb3R0b20iOjAuMH0sIkJhY2tncm91bmQiOm51bGwsIklzVmlzaWJsZSI6dHJ1ZSwiV2lkdGgiOjAuMCwiSGVpZ2h0IjowLjAsIkJvcmRlclN0eWxlIjpudWxsLCJQYXJlbnRTdHlsZSI6bnVsbH0sIkJhY2tncm91bmRTdHlsZSI6eyIkaWQiOiIzMjQ0IiwiTWFyZ2luIjp7IiRpZCI6IjMyNDUiLCJUb3AiOjAuMCwiTGVmdCI6MC4wLCJSaWdodCI6MC4wLCJCb3R0b20iOjAuMH0sIlBhZGRpbmciOnsiJGlkIjoiMzI0NiIsIlRvcCI6MC4wLCJMZWZ0IjowLjAsIlJpZ2h0IjowLjAsIkJvdHRvbSI6MC4wfSwiQmFja2dyb3VuZCI6eyIkaWQiOiIzMjQ3IiwiQ29sb3IiOnsiJGlkIjoiMzI0OCIsIkEiOjUxLCJSIjoyMDAsIkciOjIwMCwiQiI6MjAwfX0sIklzVmlzaWJsZSI6dHJ1ZSwiV2lkdGgiOjAuMCwiSGVpZ2h0IjowLjAsIkJvcmRlclN0eWxlIjp7IiRpZCI6IjMyNDkiLCJMaW5lQ29sb3IiOnsiJGlkIjoiMzI1MCIsIiR0eXBlIjoiTkxSRS5Db21tb24uRG9tLlNvbGlkQ29sb3JCcnVzaCwgTkxSRS5Db21tb24iLCJDb2xvciI6eyIkaWQiOiIzMjUxIiwiQSI6MjU1LCJSIjoyMzQsIkciOjIyLCJCIjozMH19LCJMaW5lV2VpZ2h0IjowLjAsIkxpbmVUeXBlIjowLCJQYXJlbnRTdHlsZSI6bnVsbH0sIlBhcmVudFN0eWxlIjpudWxsfSwiSXNBYm92ZVRpbWViYW5kIjpmYWxzZSwiU3BhY2luZyI6MiwiRGVmYXVsdFN3aW1sYW5lVGFza1N0eWxlIjp7IiRpZCI6IjMyNTIiLCIkdHlwZSI6Ik5MUkUuQ29tbW9uLkRvbS5TdHlsZXMuRXhwbGljaXRTZXRhYmxlVGFza1N0eWxlLCBOTFJFLkNvbW1vbiIsIlNoYXBlIjoxLCJTaGFwZVRoaWNrbmVzcyI6MCwiRHVyYXRpb25Gb3JtYXQiOjAsIkluY2x1ZGVOb25Xb3JraW5nRGF5c0luRHVyYXRpb24iOmZhbHNlLCJQZXJjZW50YWdlQ29tcGxldGVTdHlsZSI6eyIkaWQiOiIzMjUzIiwiRm9udFNldHRpbmdzIjp7IiRpZCI6IjMyNTQiLCJGb250U2l6ZSI6MTAsIkZvbnROYW1lIjoiQ2FsaWJyaSIsIklzQm9sZCI6ZmFsc2UsIklzSXRhbGljIjpmYWxzZSwiSXNVbmRlcmxpbmVkIjpmYWxzZSwiUGFyZW50U3R5bGUiOm51bGx9LCJBdXRvU2l6ZSI6MCwiRm9yZWdyb3VuZCI6eyIkaWQiOiIzMjU1IiwiQ29sb3IiOnsiJGlkIjoiMzI1N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jU3IiwiVG9wIjowLjAsIkxlZnQiOjAuMCwiUmlnaHQiOjAuMCwiQm90dG9tIjowLjB9LCJQYWRkaW5nIjp7IiRpZCI6IjMyNTgiLCJUb3AiOjAuMCwiTGVmdCI6MC4wLCJSaWdodCI6MC4wLCJCb3R0b20iOjAuMH0sIkJhY2tncm91bmQiOnsiJGlkIjoiMzI1OSIsIkNvbG9yIjp7IiRpZCI6IjMyNjAiLCJBIjo4OSwiUiI6MCwiRyI6MCwiQiI6MH19LCJJc1Zpc2libGUiOnRydWUsIldpZHRoIjowLjAsIkhlaWdodCI6MC4wLCJCb3JkZXJTdHlsZSI6eyIkaWQiOiIzMjYxIiwiTGluZUNvbG9yIjpudWxsLCJMaW5lV2VpZ2h0IjowLjAsIkxpbmVUeXBlIjowLCJQYXJlbnRTdHlsZSI6bnVsbH0sIlBhcmVudFN0eWxlIjpudWxsfSwiRHVyYXRpb25TdHlsZSI6eyIkaWQiOiIzMjYyIiwiRm9udFNldHRpbmdzIjp7IiRpZCI6IjMyNjMiLCJGb250U2l6ZSI6MTAsIkZvbnROYW1lIjoiQ2FsaWJyaSIsIklzQm9sZCI6ZmFsc2UsIklzSXRhbGljIjpmYWxzZSwiSXNVbmRlcmxpbmVkIjpmYWxzZSwiUGFyZW50U3R5bGUiOm51bGx9LCJBdXRvU2l6ZSI6MCwiRm9yZWdyb3VuZCI6eyIkaWQiOiIzMjY0IiwiQ29sb3IiOnsiJGlkIjoiMzI2N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I2NiIsIlRvcCI6MC4wLCJMZWZ0IjowLjAsIlJpZ2h0IjowLjAsIkJvdHRvbSI6MC4wfSwiUGFkZGluZyI6eyIkaWQiOiIzMjY3IiwiVG9wIjowLjAsIkxlZnQiOjAuMCwiUmlnaHQiOjAuMCwiQm90dG9tIjowLjB9LCJCYWNrZ3JvdW5kIjp7IiRpZCI6IjMyNjgiLCJDb2xvciI6eyIkaWQiOiIzMjY5IiwiQSI6MjU1LCJSIjo2OCwiRyI6ODQsIkIiOjEwNn19LCJJc1Zpc2libGUiOnRydWUsIldpZHRoIjowLjAsIkhlaWdodCI6MC4wLCJCb3JkZXJTdHlsZSI6eyIkaWQiOiIzMjcwIiwiTGluZUNvbG9yIjpudWxsLCJMaW5lV2VpZ2h0IjowLjAsIkxpbmVUeXBlIjowLCJQYXJlbnRTdHlsZSI6bnVsbH0sIlBhcmVudFN0eWxlIjpudWxsfSwiSG9yaXpvbnRhbENvbm5lY3RvclN0eWxlIjp7IiRpZCI6IjMyNzEiLCJMaW5lQ29sb3IiOnsiJGlkIjoiMzI3MiIsIiR0eXBlIjoiTkxSRS5Db21tb24uRG9tLlNvbGlkQ29sb3JCcnVzaCwgTkxSRS5Db21tb24iLCJDb2xvciI6eyIkaWQiOiIzMjczIiwiQSI6MjU1LCJSIjowLCJHIjowLCJCIjowfX0sIkxpbmVXZWlnaHQiOjAuMCwiTGluZVR5cGUiOjAsIlBhcmVudFN0eWxlIjpudWxsfSwiVmVydGljYWxDb25uZWN0b3JTdHlsZSI6eyIkaWQiOiIzMjc0IiwiTGluZUNvbG9yIjp7IiRpZCI6IjMyNzUiLCIkdHlwZSI6Ik5MUkUuQ29tbW9uLkRvbS5Tb2xpZENvbG9yQnJ1c2gsIE5MUkUuQ29tbW9uIiwiQ29sb3IiOnsiJGlkIjoiMzI3Ni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yNzciLCJTaGFwZVN0eWxlIjp7IiRpZCI6IjMyNzgiLCJNYXJnaW4iOnsiJGlkIjoiMzI3OSIsIlRvcCI6MC4wLCJMZWZ0IjowLjAsIlJpZ2h0IjowLjAsIkJvdHRvbSI6MC4wfSwiUGFkZGluZyI6eyIkaWQiOiIzMjgwIiwiVG9wIjowLjAsIkxlZnQiOjAuMCwiUmlnaHQiOjAuMCwiQm90dG9tIjowLjB9LCJCYWNrZ3JvdW5kIjp7IiRpZCI6IjMyODEiLCJDb2xvciI6eyIkaWQiOiIzMjgyIiwiQSI6MTUzLCJSIjowLCJHIjowLCJCIjowfX0sIklzVmlzaWJsZSI6dHJ1ZSwiV2lkdGgiOjAuMCwiSGVpZ2h0IjowLjAsIkJvcmRlclN0eWxlIjp7IiRpZCI6IjMyODMiLCJMaW5lQ29sb3IiOnsiJGlkIjoiMzI4NCIsIiR0eXBlIjoiTkxSRS5Db21tb24uRG9tLlNvbGlkQ29sb3JCcnVzaCwgTkxSRS5Db21tb24iLCJDb2xvciI6eyIkaWQiOiIzMjg1IiwiQSI6MjU1LCJSIjoyNTUsIkciOjAsIkIiOjB9fSwiTGluZVdlaWdodCI6MC4wLCJMaW5lVHlwZSI6MCwiUGFyZW50U3R5bGUiOm51bGx9LCJQYXJlbnRTdHlsZSI6bnVsbH0sIk1hcmdpbiI6eyIkaWQiOiIzMjg2IiwiVG9wIjowLjAsIkxlZnQiOjAuMCwiUmlnaHQiOjAuMCwiQm90dG9tIjowLjB9LCJQYWRkaW5nIjp7IiRpZCI6IjMyODciLCJUb3AiOjAuMCwiTGVmdCI6MC4wLCJSaWdodCI6MC4wLCJCb3R0b20iOjAuMH0sIkJhY2tncm91bmQiOm51bGwsIklzVmlzaWJsZSI6dHJ1ZSwiV2lkdGgiOjAuMCwiSGVpZ2h0IjowLjAsIkJvcmRlclN0eWxlIjpudWxsLCJQYXJlbnRTdHlsZSI6bnVsbH0sIlNoYXBlU3R5bGUiOnsiJGlkIjoiMzI4OCIsIk1hcmdpbiI6eyIkaWQiOiIzMjg5IiwiVG9wIjowLjAsIkxlZnQiOjQuMCwiUmlnaHQiOjQuMCwiQm90dG9tIjowLjB9LCJQYWRkaW5nIjp7IiRpZCI6IjMyOTAiLCJUb3AiOjAuMCwiTGVmdCI6MC4wLCJSaWdodCI6MC4wLCJCb3R0b20iOjAuMH0sIkJhY2tncm91bmQiOnsiJGlkIjoiMzI5MSIsIkNvbG9yIjp7IiRpZCI6IjMyOTIiLCJBIjoyNTUsIlIiOjI1NSwiRyI6MTkyLCJCIjowfX0sIklzVmlzaWJsZSI6dHJ1ZSwiV2lkdGgiOjAuMCwiSGVpZ2h0IjoxMC4wLCJCb3JkZXJTdHlsZSI6eyIkaWQiOiIzMjkzIiwiTGluZUNvbG9yIjp7IiRpZCI6IjMyOTQiLCIkdHlwZSI6Ik5MUkUuQ29tbW9uLkRvbS5Tb2xpZENvbG9yQnJ1c2gsIE5MUkUuQ29tbW9uIiwiQ29sb3IiOnsiJGlkIjoiMzI5NSIsIkEiOjI1NSwiUiI6MjM0LCJHIjoyMiwiQiI6MzB9fSwiTGluZVdlaWdodCI6MC4wLCJMaW5lVHlwZSI6MCwiUGFyZW50U3R5bGUiOm51bGx9LCJQYXJlbnRTdHlsZSI6bnVsbH0sIlRpdGxlU3R5bGUiOnsiJGlkIjoiMzI5NiIsIkZvbnRTZXR0aW5ncyI6eyIkaWQiOiIzMjk3IiwiRm9udFNpemUiOjExLCJGb250TmFtZSI6IkNhbGlicmkiLCJJc0JvbGQiOmZhbHNlLCJJc0l0YWxpYyI6ZmFsc2UsIklzVW5kZXJsaW5lZCI6ZmFsc2UsIlBhcmVudFN0eWxlIjpudWxsfSwiQXV0b1NpemUiOjAsIkZvcmVncm91bmQiOnsiJGlkIjoiMzI5OCIsIkNvbG9yIjp7IiRpZCI6IjMy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wMCIsIlRvcCI6MC4wLCJMZWZ0IjowLjAsIlJpZ2h0IjowLjAsIkJvdHRvbSI6MC4wfSwiUGFkZGluZyI6eyIkaWQiOiIzMzAxIiwiVG9wIjowLjAsIkxlZnQiOjAuMCwiUmlnaHQiOjAuMCwiQm90dG9tIjowLjB9LCJCYWNrZ3JvdW5kIjp7IiRpZCI6IjMzMDIiLCJDb2xvciI6eyIkaWQiOiIzMzAzIiwiQSI6MjU1LCJSIjowLCJHIjowLCJCIjowfX0sIklzVmlzaWJsZSI6dHJ1ZSwiV2lkdGgiOjAuMCwiSGVpZ2h0IjowLjAsIkJvcmRlclN0eWxlIjp7IiRpZCI6IjMzMDQiLCJMaW5lQ29sb3IiOm51bGwsIkxpbmVXZWlnaHQiOjAuMCwiTGluZVR5cGUiOjAsIlBhcmVudFN0eWxlIjpudWxsfSwiUGFyZW50U3R5bGUiOm51bGx9LCJEYXRlU3R5bGUiOnsiJGlkIjoiMzMwNSIsIkZvbnRTZXR0aW5ncyI6eyIkaWQiOiIzMzA2IiwiRm9udFNpemUiOjEwLCJGb250TmFtZSI6IkNhbGlicmkiLCJJc0JvbGQiOmZhbHNlLCJJc0l0YWxpYyI6ZmFsc2UsIklzVW5kZXJsaW5lZCI6ZmFsc2UsIlBhcmVudFN0eWxlIjpudWxsfSwiQXV0b1NpemUiOjAsIkZvcmVncm91bmQiOnsiJGlkIjoiMzMwNyIsIkNvbG9yIjp7IiRpZCI6IjMzMDg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MzMDkiLCJUb3AiOjAuMCwiTGVmdCI6MC4wLCJSaWdodCI6MC4wLCJCb3R0b20iOjAuMH0sIlBhZGRpbmciOnsiJGlkIjoiMzMxMCIsIlRvcCI6MC4wLCJMZWZ0IjowLjAsIlJpZ2h0IjowLjAsIkJvdHRvbSI6MC4wfSwiQmFja2dyb3VuZCI6eyIkaWQiOiIzMzExIiwiQ29sb3IiOnsiJGlkIjoiMzMxMiIsIkEiOjI1NSwiUiI6NjgsIkciOjg0LCJCIjoxMDZ9fSwiSXNWaXNpYmxlIjp0cnVlLCJXaWR0aCI6MC4wLCJIZWlnaHQiOjAuMCwiQm9yZGVyU3R5bGUiOnsiJGlkIjoiMzMxMyIsIkxpbmVDb2xvciI6bnVsbCwiTGluZVdlaWdodCI6MC4wLCJMaW5lVHlwZSI6MCwiUGFyZW50U3R5bGUiOm51bGx9LCJQYXJlbnRTdHlsZSI6bnVsbH0sIkRhdGVGb3JtYXQiOnsiJGlkIjoiMzMx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E1IiwiRm9ybWF0IjowLCJJc1Zpc2libGUiOmZhbHNlLCJMYXN0S25vd25WaXNpYmlsaXR5U3RhdGUiOmZhbHNlfSwiSXNWaXNpYmxlIjp0cnVlLCJWYXJpYW5jZVN0eWxlIjp7IiRpZCI6IjMzMTYiLCJUZXh0U3R5bGUiOnsiJGlkIjoiMzMxNyIsIkZvbnRTZXR0aW5ncyI6eyIkaWQiOiIzMzE4IiwiRm9udFNpemUiOjEwLCJGb250TmFtZSI6IkNhbGlicmkiLCJJc0JvbGQiOmZhbHNlLCJJc0l0YWxpYyI6ZmFsc2UsIklzVW5kZXJsaW5lZCI6ZmFsc2UsIlBhcmVudFN0eWxlIjpudWxsfSwiQXV0b1NpemUiOjAsIkZvcmVncm91bmQiOnsiJGlkIjoiMzMxOSIsIkNvbG9yIjp7IiRpZCI6IjMzM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yMSIsIlRvcCI6MC4wLCJMZWZ0IjowLjAsIlJpZ2h0IjowLjAsIkJvdHRvbSI6MC4wfSwiUGFkZGluZyI6eyIkaWQiOiIzMzIyIiwiVG9wIjowLjAsIkxlZnQiOjAuMCwiUmlnaHQiOjAuMCwiQm90dG9tIjowLjB9LCJCYWNrZ3JvdW5kIjp7IiRpZCI6IjMzMjMiLCJDb2xvciI6eyIkaWQiOiIzMzI0IiwiQSI6MjU1LCJSIjowLCJHIjowLCJCIjowfX0sIklzVmlzaWJsZSI6dHJ1ZSwiV2lkdGgiOjAuMCwiSGVpZ2h0IjowLjAsIkJvcmRlclN0eWxlIjp7IiRpZCI6IjMzMjUiLCJMaW5lQ29sb3IiOm51bGwsIkxpbmVXZWlnaHQiOjAuMCwiTGluZVR5cGUiOjAsIlBhcmVudFN0eWxlIjpudWxsfSwiUGFyZW50U3R5bGUiOm51bGx9LCJQYXJlbnRTdHlsZSI6bnVsbH0sIlBhcmVudFN0eWxlIjpudWxsLCJfZXhwbGljaXRseVNldCI6eyIkaWQiOiIzMzI2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zMyNyIsIlNoYXBlIjoxLCJDb25uZWN0b3JNYXJnaW4iOnsiJGlkIjoiMzMyOCIsIlRvcCI6MC4wLCJMZWZ0IjoyLjAsIlJpZ2h0IjoyLjAsIkJvdHRvbSI6MC4wfSwiQ29ubmVjdG9yU3R5bGUiOnsiJGlkIjoiMzMyOSIsIkxpbmVDb2xvciI6eyIkaWQiOiIzMzMwIiwiJHR5cGUiOiJOTFJFLkNvbW1vbi5Eb20uU29saWRDb2xvckJydXNoLCBOTFJFLkNvbW1vbiIsIkNvbG9yIjp7IiRpZCI6IjMzMzEiLCJBIjoxMjcsIlIiOjEyNywiRyI6OTYsIkIiOjB9fSwiTGluZVdlaWdodCI6MS4wLCJMaW5lVHlwZSI6MCwiUGFyZW50U3R5bGUiOm51bGx9LCJJc0JlbG93VGltZWJhbmQiOmZhbHNlLCJQb3NpdGlvbk9uVGFzayI6MSwiSGlkZURhdGUiOmZhbHNlLCJTaGFwZVNpemUiOjAsIlNwYWNpbmciOjAuMCwiUGFkZGluZyI6eyIkaWQiOiIzMzMyIiwiVG9wIjo1LjAsIkxlZnQiOjMuMCwiUmlnaHQiOjAuMCwiQm90dG9tIjoyLjB9LCJTaGFwZVN0eWxlIjp7IiRpZCI6IjMzMzMiLCJNYXJnaW4iOnsiJGlkIjoiMzMzNCIsIlRvcCI6MC4wLCJMZWZ0IjowLjAsIlJpZ2h0IjowLjAsIkJvdHRvbSI6MC4wfSwiUGFkZGluZyI6eyIkaWQiOiIzMzM1IiwiVG9wIjowLjAsIkxlZnQiOjAuMCwiUmlnaHQiOjAuMCwiQm90dG9tIjowLjB9LCJCYWNrZ3JvdW5kIjp7IiRpZCI6IjMzMzYiLCJDb2xvciI6eyIkaWQiOiIzMzM3IiwiQSI6MjU1LCJSIjoxMjcsIkciOjk2LCJCIjowfX0sIklzVmlzaWJsZSI6dHJ1ZSwiV2lkdGgiOjEyLjAsIkhlaWdodCI6MTQuMCwiQm9yZGVyU3R5bGUiOnsiJGlkIjoiMzMzOCIsIkxpbmVDb2xvciI6eyIkaWQiOiIzMzM5IiwiJHR5cGUiOiJOTFJFLkNvbW1vbi5Eb20uU29saWRDb2xvckJydXNoLCBOTFJFLkNvbW1vbiIsIkNvbG9yIjp7IiRpZCI6IjMzNDAiLCJBIjoyNTUsIlIiOjI1NSwiRyI6MjU1LCJCIjoyNTV9fSwiTGluZVdlaWdodCI6MC4wLCJMaW5lVHlwZSI6MCwiUGFyZW50U3R5bGUiOm51bGx9LCJQYXJlbnRTdHlsZSI6bnVsbH0sIlRpdGxlU3R5bGUiOnsiJGlkIjoiMzM0MSIsIkZvbnRTZXR0aW5ncyI6eyIkaWQiOiIzMzQyIiwiRm9udFNpemUiOjExLCJGb250TmFtZSI6IkNhbGlicmkiLCJJc0JvbGQiOmZhbHNlLCJJc0l0YWxpYyI6ZmFsc2UsIklzVW5kZXJsaW5lZCI6ZmFsc2UsIlBhcmVudFN0eWxlIjpudWxsfSwiQXV0b1NpemUiOjAsIkZvcmVncm91bmQiOnsiJGlkIjoiMzM0MyIsIkNvbG9yIjp7IiRpZCI6IjMzND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zM0NSIsIlRvcCI6MC4wLCJMZWZ0IjowLjAsIlJpZ2h0IjowLjAsIkJvdHRvbSI6MC4wfSwiUGFkZGluZyI6eyIkaWQiOiIzMzQ2IiwiVG9wIjowLjAsIkxlZnQiOjAuMCwiUmlnaHQiOjAuMCwiQm90dG9tIjowLjB9LCJCYWNrZ3JvdW5kIjp7IiRpZCI6IjMzNDciLCJDb2xvciI6eyIkaWQiOiIzMzQ4IiwiQSI6MjU1LCJSIjowLCJHIjowLCJCIjowfX0sIklzVmlzaWJsZSI6dHJ1ZSwiV2lkdGgiOjAuMCwiSGVpZ2h0IjowLjAsIkJvcmRlclN0eWxlIjp7IiRpZCI6IjMzNDkiLCJMaW5lQ29sb3IiOm51bGwsIkxpbmVXZWlnaHQiOjAuMCwiTGluZVR5cGUiOjAsIlBhcmVudFN0eWxlIjpudWxsfSwiUGFyZW50U3R5bGUiOm51bGx9LCJEYXRlU3R5bGUiOnsiJGlkIjoiMzM1MCIsIkZvbnRTZXR0aW5ncyI6eyIkaWQiOiIzMzUxIiwiRm9udFNpemUiOjEwLCJGb250TmFtZSI6IkNhbGlicmkiLCJJc0JvbGQiOmZhbHNlLCJJc0l0YWxpYyI6ZmFsc2UsIklzVW5kZXJsaW5lZCI6ZmFsc2UsIlBhcmVudFN0eWxlIjpudWxsfSwiQXV0b1NpemUiOjAsIkZvcmVncm91bmQiOnsiJGlkIjoiMzM1MiIsIkNvbG9yIjp7IiRpZCI6IjMzNTM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MzNTQiLCJUb3AiOjAuMCwiTGVmdCI6MC4wLCJSaWdodCI6MC4wLCJCb3R0b20iOjAuMH0sIlBhZGRpbmciOnsiJGlkIjoiMzM1NSIsIlRvcCI6MC4wLCJMZWZ0IjowLjAsIlJpZ2h0IjowLjAsIkJvdHRvbSI6MC4wfSwiQmFja2dyb3VuZCI6eyIkaWQiOiIzMzU2IiwiQ29sb3IiOnsiJGlkIjoiMzM1NyIsIkEiOjI1NSwiUiI6NjgsIkciOjg0LCJCIjoxMDZ9fSwiSXNWaXNpYmxlIjp0cnVlLCJXaWR0aCI6MC4wLCJIZWlnaHQiOjAuMCwiQm9yZGVyU3R5bGUiOnsiJGlkIjoiMzM1OCIsIkxpbmVDb2xvciI6bnVsbCwiTGluZVdlaWdodCI6MC4wLCJMaW5lVHlwZSI6MCwiUGFyZW50U3R5bGUiOm51bGx9LCJQYXJlbnRTdHlsZSI6bnVsbH0sIkRhdGVGb3JtYXQiOnsiJGlkIjoiMzM1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YwIiwiRm9ybWF0IjowLCJJc1Zpc2libGUiOmZhbHNlLCJMYXN0S25vd25WaXNpYmlsaXR5U3RhdGUiOmZhbHNlfSwiSXNWaXNpYmxlIjpmYWxzZSwiVmFyaWFuY2VTdHlsZSI6eyIkaWQiOiIzMzYxIiwiVGV4dFN0eWxlIjp7IiRpZCI6IjMzNjIiLCJGb250U2V0dGluZ3MiOnsiJGlkIjoiMzM2MyIsIkZvbnRTaXplIjoxMCwiRm9udE5hbWUiOiJDYWxpYnJpIiwiSXNCb2xkIjpmYWxzZSwiSXNJdGFsaWMiOmZhbHNlLCJJc1VuZGVybGluZWQiOmZhbHNlLCJQYXJlbnRTdHlsZSI6bnVsbH0sIkF1dG9TaXplIjowLCJGb3JlZ3JvdW5kIjp7IiRpZCI6IjMzNjQiLCJDb2xvciI6eyIkaWQiOiIzMz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zNjYiLCJUb3AiOjAuMCwiTGVmdCI6MC4wLCJSaWdodCI6MC4wLCJCb3R0b20iOjAuMH0sIlBhZGRpbmciOnsiJGlkIjoiMzM2NyIsIlRvcCI6MC4wLCJMZWZ0IjowLjAsIlJpZ2h0IjowLjAsIkJvdHRvbSI6MC4wfSwiQmFja2dyb3VuZCI6eyIkaWQiOiIzMzY4IiwiQ29sb3IiOnsiJGlkIjoiMzM2OSIsIkEiOjI1NSwiUiI6MCwiRyI6MCwiQiI6MH19LCJJc1Zpc2libGUiOnRydWUsIldpZHRoIjowLjAsIkhlaWdodCI6MC4wLCJCb3JkZXJTdHlsZSI6eyIkaWQiOiIzMzcwIiwiTGluZUNvbG9yIjpudWxsLCJMaW5lV2VpZ2h0IjowLjAsIkxpbmVUeXBlIjowLCJQYXJlbnRTdHlsZSI6bnVsbH0sIlBhcmVudFN0eWxlIjpudWxsfSwiUGFyZW50U3R5bGUiOm51bGx9LCJQYXJlbnRTdHlsZSI6bnVsbH0sIkRlZmF1bHRTd2ltbGFuZU1pbGVzdG9uZVN0eWxlIjp7IiRpZCI6IjMzNzEiLCJUaXRsZVBvc2l0aW9uIjoiTGVmdCIsIkRhdGVQb3NpdGlvbiI6IlJpZ2h0IiwiVmFyaWFuY2VQb3NpdGlvbiI6IlJpZ2h0IiwiU2hhcGVUeXBlIjoxLCJTaGFwZVNpemUiOjAsIlNwYWNpbmciOjUsIlNoYXBlU3R5bGUiOnsiJGlkIjoiMzM3MiIsIk1hcmdpbiI6eyIkaWQiOiIzMzczIiwiVG9wIjowLjAsIkxlZnQiOjAuMCwiUmlnaHQiOjAuMCwiQm90dG9tIjowLjB9LCJQYWRkaW5nIjp7IiRpZCI6IjMzNzQiLCJUb3AiOjAuMCwiTGVmdCI6MC4wLCJSaWdodCI6MC4wLCJCb3R0b20iOjAuMH0sIkJhY2tncm91bmQiOnsiJGlkIjoiMzM3NSIsIkNvbG9yIjp7IiRpZCI6IjMzNzYiLCJBIjoyNTUsIlIiOjI1NSwiRyI6MTkyLCJCIjowfX0sIklzVmlzaWJsZSI6dHJ1ZSwiV2lkdGgiOjEyLjAsIkhlaWdodCI6MTQuMCwiQm9yZGVyU3R5bGUiOnsiJGlkIjoiMzM3NyIsIkxpbmVDb2xvciI6eyIkaWQiOiIzMzc4IiwiJHR5cGUiOiJOTFJFLkNvbW1vbi5Eb20uU29saWRDb2xvckJydXNoLCBOTFJFLkNvbW1vbiIsIkNvbG9yIjp7IiRpZCI6IjMzNzkiLCJBIjoyNTUsIlIiOjIzNCwiRyI6MjIsIkIiOjMwfX0sIkxpbmVXZWlnaHQiOjAuMCwiTGluZVR5cGUiOjAsIlBhcmVudFN0eWxlIjpudWxsfSwiUGFyZW50U3R5bGUiOm51bGx9LCJUaXRsZVN0eWxlIjp7IiRpZCI6IjMzODAiLCJGb250U2V0dGluZ3MiOnsiJGlkIjoiMzM4MSIsIkZvbnRTaXplIjoxMSwiRm9udE5hbWUiOiJDYWxpYnJpIiwiSXNCb2xkIjpmYWxzZSwiSXNJdGFsaWMiOmZhbHNlLCJJc1VuZGVybGluZWQiOmZhbHNlLCJQYXJlbnRTdHlsZSI6bnVsbH0sIkF1dG9TaXplIjowLCJGb3JlZ3JvdW5kIjp7IiRpZCI6IjMzODIiLCJDb2xvciI6eyIkaWQiOiIzMz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MzODQiLCJUb3AiOjAuMCwiTGVmdCI6MC4wLCJSaWdodCI6MC4wLCJCb3R0b20iOjAuMH0sIlBhZGRpbmciOnsiJGlkIjoiMzM4NSIsIlRvcCI6MC4wLCJMZWZ0IjowLjAsIlJpZ2h0IjowLjAsIkJvdHRvbSI6MC4wfSwiQmFja2dyb3VuZCI6eyIkaWQiOiIzMzg2IiwiQ29sb3IiOnsiJGlkIjoiMzM4NyIsIkEiOjI1NSwiUiI6MCwiRyI6MCwiQiI6MH19LCJJc1Zpc2libGUiOnRydWUsIldpZHRoIjowLjAsIkhlaWdodCI6MC4wLCJCb3JkZXJTdHlsZSI6eyIkaWQiOiIzMzg4IiwiTGluZUNvbG9yIjpudWxsLCJMaW5lV2VpZ2h0IjowLjAsIkxpbmVUeXBlIjowLCJQYXJlbnRTdHlsZSI6bnVsbH0sIlBhcmVudFN0eWxlIjpudWxsfSwiRGF0ZVN0eWxlIjp7IiRpZCI6IjMzODkiLCJGb250U2V0dGluZ3MiOnsiJGlkIjoiMzM5MCIsIkZvbnRTaXplIjoxMCwiRm9udE5hbWUiOiJDYWxpYnJpIiwiSXNCb2xkIjpmYWxzZSwiSXNJdGFsaWMiOmZhbHNlLCJJc1VuZGVybGluZWQiOmZhbHNlLCJQYXJlbnRTdHlsZSI6bnVsbH0sIkF1dG9TaXplIjowLCJGb3JlZ3JvdW5kIjp7IiRpZCI6IjMzOTEiLCJDb2xvciI6eyIkaWQiOiIzMzk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zkzIiwiVG9wIjowLjAsIkxlZnQiOjAuMCwiUmlnaHQiOjAuMCwiQm90dG9tIjowLjB9LCJQYWRkaW5nIjp7IiRpZCI6IjMzOTQiLCJUb3AiOjAuMCwiTGVmdCI6MC4wLCJSaWdodCI6MC4wLCJCb3R0b20iOjAuMH0sIkJhY2tncm91bmQiOnsiJGlkIjoiMzM5NSIsIkNvbG9yIjp7IiRpZCI6IjMzOTYiLCJBIjoyNTUsIlIiOjY4LCJHIjo4NCwiQiI6MTA2fX0sIklzVmlzaWJsZSI6dHJ1ZSwiV2lkdGgiOjAuMCwiSGVpZ2h0IjowLjAsIkJvcmRlclN0eWxlIjp7IiRpZCI6IjMzOTciLCJMaW5lQ29sb3IiOm51bGwsIkxpbmVXZWlnaHQiOjAuMCwiTGluZVR5cGUiOjAsIlBhcmVudFN0eWxlIjpudWxsfSwiUGFyZW50U3R5bGUiOm51bGx9LCJEYXRlRm9ybWF0Ijp7IiRpZCI6IjMzOTg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M5OSIsIkZvcm1hdCI6MCwiSXNWaXNpYmxlIjpmYWxzZSwiTGFzdEtub3duVmlzaWJpbGl0eVN0YXRlIjpmYWxzZX0sIklzVmlzaWJsZSI6dHJ1ZSwiVmFyaWFuY2VTdHlsZSI6eyIkaWQiOiIzNDAwIiwiVGV4dFN0eWxlIjp7IiRpZCI6IjM0MDEiLCJGb250U2V0dGluZ3MiOnsiJGlkIjoiMzQwMiIsIkZvbnRTaXplIjoxMCwiRm9udE5hbWUiOiJDYWxpYnJpIiwiSXNCb2xkIjpmYWxzZSwiSXNJdGFsaWMiOmZhbHNlLCJJc1VuZGVybGluZWQiOmZhbHNlLCJQYXJlbnRTdHlsZSI6bnVsbH0sIkF1dG9TaXplIjowLCJGb3JlZ3JvdW5kIjp7IiRpZCI6IjM0MDMiLCJDb2xvciI6eyIkaWQiOiIzN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0MDUiLCJUb3AiOjAuMCwiTGVmdCI6MC4wLCJSaWdodCI6MC4wLCJCb3R0b20iOjAuMH0sIlBhZGRpbmciOnsiJGlkIjoiMzQwNiIsIlRvcCI6MC4wLCJMZWZ0IjowLjAsIlJpZ2h0IjowLjAsIkJvdHRvbSI6MC4wfSwiQmFja2dyb3VuZCI6eyIkaWQiOiIzNDA3IiwiQ29sb3IiOnsiJGlkIjoiMzQwOCIsIkEiOjI1NSwiUiI6MCwiRyI6MCwiQiI6MH19LCJJc1Zpc2libGUiOnRydWUsIldpZHRoIjowLjAsIkhlaWdodCI6MC4wLCJCb3JkZXJTdHlsZSI6eyIkaWQiOiIzNDA5IiwiTGluZUNvbG9yIjpudWxsLCJMaW5lV2VpZ2h0IjowLjAsIkxpbmVUeXBlIjowLCJQYXJlbnRTdHlsZSI6bnVsbH0sIlBhcmVudFN0eWxlIjpudWxsfSwiUGFyZW50U3R5bGUiOm51bGx9LCJQYXJlbnRTdHlsZSI6bnVsbH0sIkRlZmF1bHRTd2ltbGFuZUFjdGl2aXR5U3R5bGUiOnsiJGlkIjoiMzQxMCIsIkhlYWRlclN0eWxlIjp7IiRpZCI6IjM0MTEiLCJUZXh0U3R5bGUiOnsiJGlkIjoiMzQxMiIsIkZvbnRTZXR0aW5ncyI6eyIkaWQiOiIzNDEzIiwiRm9udFNpemUiOjExLCJGb250TmFtZSI6IkNhbGlicmkiLCJJc0JvbGQiOmZhbHNlLCJJc0l0YWxpYyI6ZmFsc2UsIklzVW5kZXJsaW5lZCI6ZmFsc2UsIlBhcmVudFN0eWxlIjpudWxsfSwiQXV0b1NpemUiOjIsIkZvcmVncm91bmQiOnsiJGlkIjoiMzQxNCIsIkNvbG9yIjp7IiRpZCI6IjM0MTU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zNDE2IiwiVG9wIjowLjAsIkxlZnQiOjAuMCwiUmlnaHQiOjAuMCwiQm90dG9tIjowLjB9LCJQYWRkaW5nIjp7IiRpZCI6IjM0MTciLCJUb3AiOjAuMCwiTGVmdCI6MC4wLCJSaWdodCI6MC4wLCJCb3R0b20iOjAuMH0sIkJhY2tncm91bmQiOnsiJGlkIjoiMzQxOCIsIkNvbG9yIjp7IiRpZCI6IjM0MTkiLCJBIjoyNTUsIlIiOjY0LCJHIjo2NCwiQiI6NjR9fSwiSXNWaXNpYmxlIjp0cnVlLCJXaWR0aCI6MC4wLCJIZWlnaHQiOjAuMCwiQm9yZGVyU3R5bGUiOm51bGwsIlBhcmVudFN0eWxlIjpudWxsfSwiUmVjdGFuZ2xlU3R5bGUiOnsiJGlkIjoiMzQyMCIsIk1hcmdpbiI6eyIkaWQiOiIzNDIxIiwiVG9wIjowLjAsIkxlZnQiOjAuMCwiUmlnaHQiOjAuMCwiQm90dG9tIjowLjB9LCJQYWRkaW5nIjp7IiRpZCI6IjM0MjIiLCJUb3AiOjAuMCwiTGVmdCI6MC4wLCJSaWdodCI6MC4wLCJCb3R0b20iOjAuMH0sIkJhY2tncm91bmQiOnsiJGlkIjoiMzQyMyIsIkNvbG9yIjp7IiRpZCI6IjM0MjQiLCJBIjoxMjcsIlIiOjI1NSwiRyI6MTkyLCJCIjowfX0sIklzVmlzaWJsZSI6dHJ1ZSwiV2lkdGgiOjAuMCwiSGVpZ2h0IjowLjAsIkJvcmRlclN0eWxlIjp7IiRpZCI6IjM0MjUiLCJMaW5lQ29sb3IiOnsiJGlkIjoiMzQyNiIsIiR0eXBlIjoiTkxSRS5Db21tb24uRG9tLlNvbGlkQ29sb3JCcnVzaCwgTkxSRS5Db21tb24iLCJDb2xvciI6eyIkaWQiOiIzNDI3IiwiQSI6MjU1LCJSIjoyNTUsIkciOjI1NSwiQiI6MjU1fX0sIkxpbmVXZWlnaHQiOjAuMCwiTGluZVR5cGUiOjAsIlBhcmVudFN0eWxlIjpudWxsfSwiUGFyZW50U3R5bGUiOm51bGx9LCJNYXJnaW4iOnsiJGlkIjoiMzQyOCIsIlRvcCI6MC4wLCJMZWZ0IjowLjAsIlJpZ2h0IjowLjAsIkJvdHRvbSI6MC4wfSwiUGFkZGluZyI6eyIkaWQiOiIzNDI5IiwiVG9wIjowLjAsIkxlZnQiOjAuMCwiUmlnaHQiOjAuMCwiQm90dG9tIjowLjB9LCJCYWNrZ3JvdW5kIjpudWxsLCJJc1Zpc2libGUiOnRydWUsIldpZHRoIjowLjAsIkhlaWdodCI6MC4wLCJCb3JkZXJTdHlsZSI6bnVsbCwiUGFyZW50U3R5bGUiOm51bGx9LCJCYWNrZ3JvdW5kU3R5bGUiOnsiJGlkIjoiMzQzMCIsIk1hcmdpbiI6eyIkaWQiOiIzNDMxIiwiVG9wIjowLjAsIkxlZnQiOjAuMCwiUmlnaHQiOjAuMCwiQm90dG9tIjowLjB9LCJQYWRkaW5nIjp7IiRpZCI6IjM0MzIiLCJUb3AiOjAuMCwiTGVmdCI6MC4wLCJSaWdodCI6MC4wLCJCb3R0b20iOjAuMH0sIkJhY2tncm91bmQiOnsiJGlkIjoiMzQzMyIsIkNvbG9yIjp7IiRpZCI6IjM0MzQiLCJBIjo1MSwiUiI6MjAwLCJHIjoyMDAsIkIiOjIwMH19LCJJc1Zpc2libGUiOnRydWUsIldpZHRoIjowLjAsIkhlaWdodCI6MC4wLCJCb3JkZXJTdHlsZSI6eyIkaWQiOiIzNDM1IiwiTGluZUNvbG9yIjp7IiRpZCI6IjM0MzYiLCIkdHlwZSI6Ik5MUkUuQ29tbW9uLkRvbS5Tb2xpZENvbG9yQnJ1c2gsIE5MUkUuQ29tbW9uIiwiQ29sb3IiOnsiJGlkIjoiMzQzNyIsIkEiOjI1NSwiUiI6MjM0LCJHIjoyMiwiQiI6MzB9fSwiTGluZVdlaWdodCI6MC4wLCJMaW5lVHlwZSI6MCwiUGFyZW50U3R5bGUiOm51bGx9LCJQYXJlbnRTdHlsZSI6bnVsbH0sIk1hcmdpbiI6eyIkaWQiOiIzNDM4IiwiVG9wIjowLjAsIkxlZnQiOjAuMCwiUmlnaHQiOjAuMCwiQm90dG9tIjowLjB9LCJQYWRkaW5nIjp7IiRpZCI6IjM0MzkiLCJUb3AiOjAuMCwiTGVmdCI6MC4wLCJSaWdodCI6MC4wLCJCb3R0b20iOjAuMH0sIklzVmlzaWJsZSI6dHJ1ZSwiV2lkdGgiOjAuMCwiSGVpZ2h0IjowLjAsIkJvcmRlclN0eWxlIjp7IiRpZCI6IjM0NDAiLCJMaW5lQ29sb3IiOm51bGwsIkxpbmVXZWlnaHQiOjAuMCwiTGluZVR5cGUiOjAsIlBhcmVudFN0eWxlIjpudWxsfSwiUGFyZW50U3R5bGUiOm51bGx9LCJNYXJnaW4iOnsiJGlkIjoiMzQ0MSIsIlRvcCI6MC4wLCJMZWZ0IjowLjAsIlJpZ2h0IjowLjAsIkJvdHRvbSI6MC4wfSwiUGFkZGluZyI6eyIkaWQiOiIzNDQyIiwiVG9wIjowLjAsIkxlZnQiOjAuMCwiUmlnaHQiOjAuMCwiQm90dG9tIjowLjB9LCJJc1Zpc2libGUiOmZhbHNlLCJXaWR0aCI6MC4wLCJIZWlnaHQiOjAuMCwiQm9yZGVyU3R5bGUiOnsiJGlkIjoiMzQ0MyIsIkxpbmVDb2xvciI6bnVsbCwiTGluZVdlaWdodCI6MC4wLCJMaW5lVHlwZSI6MCwiUGFyZW50U3R5bGUiOm51bGx9LCJQYXJlbnRTdHlsZSI6bnVsbH19LHsiJGlkIjoiMzQ0NCIsIl9hY3Rpdml0aWVzIjpbeyIkaWQiOiIzNDQ1IiwiX3Jvd3MiOlt7IiRpZCI6IjM0NDYiLCJfdGFza3MiOlt7IiRpZCI6IjM0NDciLCJfYXR0YWNoZWRNaWxlc3RvbmVzIjpbXSwiVGFza0RlZmluaXRpb24iOnsiJGlkIjoiMzQ0OCIsIkdyb3VwTmFtZSI6bnVsbCwiU3RhcnREYXRlIjoiMjAyNy0xMC0yNVQwMDowMDowMFoiLCJFbmREYXRlIjoiMjAyNy0xMi0zMVQyMzo1OTowMFoiLCJQZXJjZW50YWdlQ29tcGxldGUiOm51bGwsIlN0eWxlIjp7IiRpZCI6IjM0NDkiLCJTaGFwZSI6MSwiU2hhcGVUaGlja25lc3MiOjAsIkR1cmF0aW9uRm9ybWF0IjowLCJJbmNsdWRlTm9uV29ya2luZ0RheXNJbkR1cmF0aW9uIjpmYWxzZSwiUGVyY2VudGFnZUNvbXBsZXRlU3R5bGUiOnsiJGlkIjoiMzQ1MCIsIkZvbnRTZXR0aW5ncyI6eyIkaWQiOiIzNDUxIiwiRm9udFNpemUiOjEwLCJGb250TmFtZSI6IkNhbGlicmkiLCJJc0JvbGQiOmZhbHNlLCJJc0l0YWxpYyI6ZmFsc2UsIklzVW5kZXJsaW5lZCI6ZmFsc2UsIlBhcmVudFN0eWxlIjpudWxsfSwiQXV0b1NpemUiOjAsIkZvcmVncm91bmQiOnsiJGlkIjoiMzQ1MiIsIkNvbG9yIjp7IiRpZCI6IjM0NTM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Q1NCIsIlRvcCI6MC4wLCJMZWZ0IjowLjAsIlJpZ2h0IjowLjAsIkJvdHRvbSI6MC4wfSwiUGFkZGluZyI6eyIkaWQiOiIzNDU1IiwiVG9wIjowLjAsIkxlZnQiOjAuMCwiUmlnaHQiOjAuMCwiQm90dG9tIjowLjB9LCJCYWNrZ3JvdW5kIjp7IiRpZCI6IjM0NTYiLCJDb2xvciI6eyIkaWQiOiIzNDU3IiwiQSI6ODksIlIiOjAsIkciOjAsIkIiOjB9fSwiSXNWaXNpYmxlIjp0cnVlLCJXaWR0aCI6MC4wLCJIZWlnaHQiOjAuMCwiQm9yZGVyU3R5bGUiOnsiJGlkIjoiMzQ1OCIsIkxpbmVDb2xvciI6bnVsbCwiTGluZVdlaWdodCI6MC4wLCJMaW5lVHlwZSI6MCwiUGFyZW50U3R5bGUiOm51bGx9LCJQYXJlbnRTdHlsZSI6bnVsbH0sIkR1cmF0aW9uU3R5bGUiOnsiJGlkIjoiMzQ1OSIsIkZvbnRTZXR0aW5ncyI6eyIkaWQiOiIzNDYwIiwiRm9udFNpemUiOjEwLCJGb250TmFtZSI6IkNhbGlicmkiLCJJc0JvbGQiOmZhbHNlLCJJc0l0YWxpYyI6ZmFsc2UsIklzVW5kZXJsaW5lZCI6ZmFsc2UsIlBhcmVudFN0eWxlIjpudWxsfSwiQXV0b1NpemUiOjAsIkZvcmVncm91bmQiOnsiJGlkIjoiMzQ2MSIsIkNvbG9yIjp7IiRpZCI6IjM0NjI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0NjMiLCJUb3AiOjAuMCwiTGVmdCI6MC4wLCJSaWdodCI6MC4wLCJCb3R0b20iOjAuMH0sIlBhZGRpbmciOnsiJGlkIjoiMzQ2NCIsIlRvcCI6MC4wLCJMZWZ0IjowLjAsIlJpZ2h0IjowLjAsIkJvdHRvbSI6MC4wfSwiQmFja2dyb3VuZCI6eyIkaWQiOiIzNDY1IiwiQ29sb3IiOnsiJGlkIjoiMzQ2NiIsIkEiOjI1NSwiUiI6NjgsIkciOjg0LCJCIjoxMDZ9fSwiSXNWaXNpYmxlIjp0cnVlLCJXaWR0aCI6MC4wLCJIZWlnaHQiOjAuMCwiQm9yZGVyU3R5bGUiOnsiJGlkIjoiMzQ2NyIsIkxpbmVDb2xvciI6bnVsbCwiTGluZVdlaWdodCI6MC4wLCJMaW5lVHlwZSI6MCwiUGFyZW50U3R5bGUiOm51bGx9LCJQYXJlbnRTdHlsZSI6bnVsbH0sIkhvcml6b250YWxDb25uZWN0b3JTdHlsZSI6eyIkaWQiOiIzNDY4IiwiTGluZUNvbG9yIjp7IiRpZCI6IjM0NjkiLCIkdHlwZSI6Ik5MUkUuQ29tbW9uLkRvbS5Tb2xpZENvbG9yQnJ1c2gsIE5MUkUuQ29tbW9uIiwiQ29sb3IiOnsiJGlkIjoiMzQ3MCIsIkEiOjI1NSwiUiI6MCwiRyI6MCwiQiI6MH19LCJMaW5lV2VpZ2h0IjowLjAsIkxpbmVUeXBlIjowLCJQYXJlbnRTdHlsZSI6bnVsbH0sIlZlcnRpY2FsQ29ubmVjdG9yU3R5bGUiOnsiJGlkIjoiMzQ3MSIsIkxpbmVDb2xvciI6eyIkaWQiOiIzNDcyIiwiJHR5cGUiOiJOTFJFLkNvbW1vbi5Eb20uU29saWRDb2xvckJydXNoLCBOTFJFLkNvbW1vbiIsIkNvbG9yIjp7IiRpZCI6IjM0NzM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0NzQiLCJTaGFwZVN0eWxlIjp7IiRpZCI6IjM0NzUiLCJNYXJnaW4iOnsiJGlkIjoiMzQ3NiIsIlRvcCI6MC4wLCJMZWZ0IjowLjAsIlJpZ2h0IjowLjAsIkJvdHRvbSI6MC4wfSwiUGFkZGluZyI6eyIkaWQiOiIzNDc3IiwiVG9wIjowLjAsIkxlZnQiOjAuMCwiUmlnaHQiOjAuMCwiQm90dG9tIjowLjB9LCJCYWNrZ3JvdW5kIjp7IiRpZCI6IjM0NzgiLCJDb2xvciI6eyIkaWQiOiIzNDc5IiwiQSI6MTUzLCJSIjowLCJHIjowLCJCIjowfX0sIklzVmlzaWJsZSI6dHJ1ZSwiV2lkdGgiOjAuMCwiSGVpZ2h0IjowLjAsIkJvcmRlclN0eWxlIjpudWxsLCJQYXJlbnRTdHlsZSI6bnVsbH0sIk1hcmdpbiI6eyIkaWQiOiIzNDgwIiwiVG9wIjowLjAsIkxlZnQiOjAuMCwiUmlnaHQiOjAuMCwiQm90dG9tIjowLjB9LCJQYWRkaW5nIjp7IiRpZCI6IjM0ODEiLCJUb3AiOjAuMCwiTGVmdCI6MC4wLCJSaWdodCI6MC4wLCJCb3R0b20iOjAuMH0sIkJhY2tncm91bmQiOm51bGwsIklzVmlzaWJsZSI6dHJ1ZSwiV2lkdGgiOjAuMCwiSGVpZ2h0IjowLjAsIkJvcmRlclN0eWxlIjpudWxsLCJQYXJlbnRTdHlsZSI6bnVsbH0sIlNoYXBlU3R5bGUiOnsiJGlkIjoiMzQ4MiIsIk1hcmdpbiI6eyIkaWQiOiIzNDgzIiwiVG9wIjowLjAsIkxlZnQiOjQuMCwiUmlnaHQiOjQuMCwiQm90dG9tIjowLjB9LCJQYWRkaW5nIjp7IiRpZCI6IjM0ODQiLCJUb3AiOjAuMCwiTGVmdCI6MC4wLCJSaWdodCI6MC4wLCJCb3R0b20iOjAuMH0sIkJhY2tncm91bmQiOnsiJGlkIjoiMzQ4NSIsIkNvbG9yIjp7IiRpZCI6IjM0ODYiLCJBIjoyNTUsIlIiOjExMiwiRyI6MTczLCJCIjo3MX19LCJJc1Zpc2libGUiOnRydWUsIldpZHRoIjowLjAsIkhlaWdodCI6MTAuMCwiQm9yZGVyU3R5bGUiOnsiJGlkIjoiMzQ4NyIsIkxpbmVDb2xvciI6eyIkaWQiOiIzNDg4IiwiJHR5cGUiOiJOTFJFLkNvbW1vbi5Eb20uU29saWRDb2xvckJydXNoLCBOTFJFLkNvbW1vbiIsIkNvbG9yIjp7IiRpZCI6IjM0ODkiLCJBIjoyNTUsIlIiOjIzNCwiRyI6MjIsIkIiOjMwfX0sIkxpbmVXZWlnaHQiOjAuMCwiTGluZVR5cGUiOjAsIlBhcmVudFN0eWxlIjpudWxsfSwiUGFyZW50U3R5bGUiOm51bGx9LCJUaXRsZVN0eWxlIjp7IiRpZCI6IjM0OTAiLCJGb250U2V0dGluZ3MiOnsiJGlkIjoiMzQ5MSIsIkZvbnRTaXplIjoxMSwiRm9udE5hbWUiOiJUaXRpbGxpdW0gV2ViIiwiSXNCb2xkIjpmYWxzZSwiSXNJdGFsaWMiOmZhbHNlLCJJc1VuZGVybGluZWQiOmZhbHNlLCJQYXJlbnRTdHlsZSI6bnVsbH0sIkF1dG9TaXplIjowLCJGb3JlZ3JvdW5kIjp7IiRpZCI6IjM0OTIiLCJDb2xvciI6eyIkaWQiOiIzNDk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0OTQiLCJUb3AiOjAuMCwiTGVmdCI6MC4wLCJSaWdodCI6MC4wLCJCb3R0b20iOjAuMH0sIlBhZGRpbmciOnsiJGlkIjoiMzQ5NSIsIlRvcCI6MC4wLCJMZWZ0IjowLjAsIlJpZ2h0IjowLjAsIkJvdHRvbSI6MC4wfSwiQmFja2dyb3VuZCI6eyIkaWQiOiIzNDk2IiwiQ29sb3IiOnsiJGlkIjoiMzQ5NyIsIkEiOjAsIlIiOjI1NSwiRyI6MjU1LCJCIjoyNTV9fSwiSXNWaXNpYmxlIjp0cnVlLCJXaWR0aCI6MC4wLCJIZWlnaHQiOjAuMCwiQm9yZGVyU3R5bGUiOnsiJGlkIjoiMzQ5OCIsIkxpbmVDb2xvciI6bnVsbCwiTGluZVdlaWdodCI6MC4wLCJMaW5lVHlwZSI6MCwiUGFyZW50U3R5bGUiOm51bGx9LCJQYXJlbnRTdHlsZSI6bnVsbH0sIkRhdGVTdHlsZSI6eyIkaWQiOiIzNDk5IiwiRm9udFNldHRpbmdzIjp7IiRpZCI6IjM1MDAiLCJGb250U2l6ZSI6MTAsIkZvbnROYW1lIjoiVGl0aWxsaXVtIFdlYiIsIklzQm9sZCI6ZmFsc2UsIklzSXRhbGljIjpmYWxzZSwiSXNVbmRlcmxpbmVkIjpmYWxzZSwiUGFyZW50U3R5bGUiOm51bGx9LCJBdXRvU2l6ZSI6MCwiRm9yZWdyb3VuZCI6eyIkaWQiOiIzNTAxIiwiQ29sb3IiOnsiJGlkIjoiMzUw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NTAzIiwiVG9wIjowLjAsIkxlZnQiOjAuMCwiUmlnaHQiOjAuMCwiQm90dG9tIjowLjB9LCJQYWRkaW5nIjp7IiRpZCI6IjM1MDQiLCJUb3AiOjAuMCwiTGVmdCI6MC4wLCJSaWdodCI6MC4wLCJCb3R0b20iOjAuMH0sIkJhY2tncm91bmQiOnsiJGlkIjoiMzUwNSIsIkNvbG9yIjp7IiRpZCI6IjM1MDYiLCJBIjowLCJSIjoyNTUsIkciOjI1NSwiQiI6MjU1fX0sIklzVmlzaWJsZSI6dHJ1ZSwiV2lkdGgiOjAuMCwiSGVpZ2h0IjowLjAsIkJvcmRlclN0eWxlIjp7IiRpZCI6IjM1MDciLCJMaW5lQ29sb3IiOm51bGwsIkxpbmVXZWlnaHQiOjAuMCwiTGluZVR5cGUiOjAsIlBhcmVudFN0eWxlIjpudWxsfSwiUGFyZW50U3R5bGUiOm51bGx9LCJEYXRlRm9ybWF0Ijp7IiRpZCI6IjM1M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UwOSIsIkZvcm1hdCI6MCwiSXNWaXNpYmxlIjpmYWxzZSwiTGFzdEtub3duVmlzaWJpbGl0eVN0YXRlIjpmYWxzZX0sIklzVmlzaWJsZSI6dHJ1ZSwiVmFyaWFuY2VTdHlsZSI6eyIkaWQiOiIzNTEwIiwiVGV4dFN0eWxlIjp7IiRpZCI6IjM1MTEiLCJGb250U2V0dGluZ3MiOnsiJGlkIjoiMzUxMiIsIkZvbnRTaXplIjoxMCwiRm9udE5hbWUiOiJDYWxpYnJpIiwiSXNCb2xkIjpmYWxzZSwiSXNJdGFsaWMiOmZhbHNlLCJJc1VuZGVybGluZWQiOmZhbHNlLCJQYXJlbnRTdHlsZSI6bnVsbH0sIkF1dG9TaXplIjowLCJGb3JlZ3JvdW5kIjp7IiRpZCI6IjM1MTMiLCJDb2xvciI6eyIkaWQiOiIzNTE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1MTUiLCJUb3AiOjAuMCwiTGVmdCI6MC4wLCJSaWdodCI6MC4wLCJCb3R0b20iOjAuMH0sIlBhZGRpbmciOnsiJGlkIjoiMzUxNiIsIlRvcCI6MC4wLCJMZWZ0IjowLjAsIlJpZ2h0IjowLjAsIkJvdHRvbSI6MC4wfSwiQmFja2dyb3VuZCI6eyIkaWQiOiIzNTE3IiwiQ29sb3IiOnsiJGlkIjoiMzUxOCIsIkEiOjI1NSwiUiI6MCwiRyI6MCwiQiI6MH19LCJJc1Zpc2libGUiOnRydWUsIldpZHRoIjowLjAsIkhlaWdodCI6MC4wLCJCb3JkZXJTdHlsZSI6eyIkaWQiOiIzNTE5IiwiTGluZUNvbG9yIjpudWxsLCJMaW5lV2VpZ2h0IjowLjAsIkxpbmVUeXBlIjowLCJQYXJlbnRTdHlsZSI6bnVsbH0sIlBhcmVudFN0eWxlIjpudWxsfSwiUGFyZW50U3R5bGUiOm51bGx9LCJQYXJlbnRTdHlsZSI6bnVsbH0sIkluZGV4IjoyMywiU21hcnREdXJhdGlvbkFjdGl2YXRlZCI6ZmFsc2UsIkRhdGVGb3JtYXQiOnsiJHJlZiI6IjM1MDgifSwiV2Vla051bWJlcmluZyI6eyIkaWQiOiIzNTIwIiwiRm9ybWF0IjowLCJJc1Zpc2libGUiOmZhbHNlLCJMYXN0S25vd25WaXNpYmlsaXR5U3RhdGUiOmZhbHNlfSwiQmFzZWxpbmVEYXRhIjp7IiRpZCI6IjM1MjEiLCJTdGFydERhdGUiOiIyMDI3LTEwLTI1VDAwOjAwOjAwIiwiRW5kRGF0ZSI6IjIwMjctMTItMzFUMjM6NTk6MDAifSwiSWQiOiI5YzEyZjhlMi03OGU4LTRhODgtYjFiNi1mZDUwNzdiOTY1ODUiLCJJbXBvcnRJZCI6bnVsbCwiVGl0bGUiOiJQcm9kdWNjacOzbiAoUTMgMjAyNykiLCJOb3RlIjpudWxsLCJIeXBlcmxpbmsiOnsiJGlkIjoiMzUyMiIsIkFkZHJlc3MiOiIiLCJTdWJBZGRyZXNzIjoiIn0sIklzQ2hhbmdlZCI6ZmFsc2UsIklzTmV3IjpmYWxzZX19XSwiX21pbGVzdG9uZXMiOltdLCJJZCI6IjAwMDAwMDAwLTAwMDAtMDAwMC0wMDAwLTAwMDAwMDAwMDAwMCIsIklzU2luZ2xlSXRlbVJvdyI6dHJ1ZX1dLCJJbmRleCI6MjIsIklkIjoiYjBkODIwNjQtM2Y5Yi00ODg4LWJmNjgtZGY4NTg2NDkxODI4IiwiSGVhZGVyVGV4dCI6bnVsbCwiSXNEZWZhdWx0Ijp0cnVlLCJTdHlsZSI6eyIkaWQiOiIzNTIzIiwiSGVhZGVyU3R5bGUiOnsiJGlkIjoiMzUyNCIsIlRleHRTdHlsZSI6eyIkaWQiOiIzNTI1IiwiRm9udFNldHRpbmdzIjp7IiRpZCI6IjM1MjYiLCJGb250U2l6ZSI6MTEsIkZvbnROYW1lIjoiQ2FsaWJyaSIsIklzQm9sZCI6ZmFsc2UsIklzSXRhbGljIjpmYWxzZSwiSXNVbmRlcmxpbmVkIjpmYWxzZSwiUGFyZW50U3R5bGUiOm51bGx9LCJBdXRvU2l6ZSI6MiwiRm9yZWdyb3VuZCI6eyIkaWQiOiIzNTI3IiwiQ29sb3IiOnsiJGlkIjoiMzUy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1MjkiLCJUb3AiOjAuMCwiTGVmdCI6MC4wLCJSaWdodCI6MC4wLCJCb3R0b20iOjAuMH0sIlBhZGRpbmciOnsiJGlkIjoiMzUzMCIsIlRvcCI6MC4wLCJMZWZ0IjowLjAsIlJpZ2h0IjowLjAsIkJvdHRvbSI6MC4wfSwiQmFja2dyb3VuZCI6eyIkaWQiOiIzNTMxIiwiQ29sb3IiOnsiJGlkIjoiMzUzMiIsIkEiOjI1NSwiUiI6NjQsIkciOjY0LCJCIjo2NH19LCJJc1Zpc2libGUiOnRydWUsIldpZHRoIjowLjAsIkhlaWdodCI6MC4wLCJCb3JkZXJTdHlsZSI6bnVsbCwiUGFyZW50U3R5bGUiOm51bGx9LCJSZWN0YW5nbGVTdHlsZSI6eyIkaWQiOiIzNTMzIiwiTWFyZ2luIjp7IiRpZCI6IjM1MzQiLCJUb3AiOjAuMCwiTGVmdCI6MC4wLCJSaWdodCI6MC4wLCJCb3R0b20iOjAuMH0sIlBhZGRpbmciOnsiJGlkIjoiMzUzNSIsIlRvcCI6MC4wLCJMZWZ0IjowLjAsIlJpZ2h0IjowLjAsIkJvdHRvbSI6MC4wfSwiQmFja2dyb3VuZCI6eyIkaWQiOiIzNTM2IiwiQ29sb3IiOnsiJGlkIjoiMzUzNyIsIkEiOjEyNywiUiI6MTEyLCJHIjoxNzMsIkIiOjcxfX0sIklzVmlzaWJsZSI6dHJ1ZSwiV2lkdGgiOjAuMCwiSGVpZ2h0IjowLjAsIkJvcmRlclN0eWxlIjp7IiRpZCI6IjM1MzgiLCJMaW5lQ29sb3IiOnsiJGlkIjoiMzUzOSIsIiR0eXBlIjoiTkxSRS5Db21tb24uRG9tLlNvbGlkQ29sb3JCcnVzaCwgTkxSRS5Db21tb24iLCJDb2xvciI6eyIkaWQiOiIzNTQwIiwiQSI6MjU1LCJSIjoyNTUsIkciOjI1NSwiQiI6MjU1fX0sIkxpbmVXZWlnaHQiOjAuMCwiTGluZVR5cGUiOjAsIlBhcmVudFN0eWxlIjpudWxsfSwiUGFyZW50U3R5bGUiOm51bGx9LCJNYXJnaW4iOnsiJGlkIjoiMzU0MSIsIlRvcCI6MC4wLCJMZWZ0IjowLjAsIlJpZ2h0IjowLjAsIkJvdHRvbSI6MC4wfSwiUGFkZGluZyI6eyIkaWQiOiIzNTQyIiwiVG9wIjowLjAsIkxlZnQiOjAuMCwiUmlnaHQiOjAuMCwiQm90dG9tIjowLjB9LCJCYWNrZ3JvdW5kIjpudWxsLCJJc1Zpc2libGUiOnRydWUsIldpZHRoIjowLjAsIkhlaWdodCI6MC4wLCJCb3JkZXJTdHlsZSI6bnVsbCwiUGFyZW50U3R5bGUiOm51bGx9LCJCYWNrZ3JvdW5kU3R5bGUiOnsiJGlkIjoiMzU0MyIsIk1hcmdpbiI6eyIkaWQiOiIzNTQ0IiwiVG9wIjowLjAsIkxlZnQiOjAuMCwiUmlnaHQiOjAuMCwiQm90dG9tIjowLjB9LCJQYWRkaW5nIjp7IiRpZCI6IjM1NDUiLCJUb3AiOjAuMCwiTGVmdCI6MC4wLCJSaWdodCI6MC4wLCJCb3R0b20iOjAuMH0sIkJhY2tncm91bmQiOnsiJGlkIjoiMzU0NiIsIkNvbG9yIjp7IiRpZCI6IjM1NDciLCJBIjo1MSwiUiI6MjAwLCJHIjoyMDAsIkIiOjIwMH19LCJJc1Zpc2libGUiOnRydWUsIldpZHRoIjowLjAsIkhlaWdodCI6MC4wLCJCb3JkZXJTdHlsZSI6eyIkaWQiOiIzNTQ4IiwiTGluZUNvbG9yIjp7IiRpZCI6IjM1NDkiLCIkdHlwZSI6Ik5MUkUuQ29tbW9uLkRvbS5Tb2xpZENvbG9yQnJ1c2gsIE5MUkUuQ29tbW9uIiwiQ29sb3IiOnsiJGlkIjoiMzU1MCIsIkEiOjI1NSwiUiI6MjM0LCJHIjoyMiwiQiI6MzB9fSwiTGluZVdlaWdodCI6MC4wLCJMaW5lVHlwZSI6MCwiUGFyZW50U3R5bGUiOm51bGx9LCJQYXJlbnRTdHlsZSI6bnVsbH0sIk1hcmdpbiI6eyIkaWQiOiIzNTUxIiwiVG9wIjowLjAsIkxlZnQiOjAuMCwiUmlnaHQiOjAuMCwiQm90dG9tIjowLjB9LCJQYWRkaW5nIjp7IiRpZCI6IjM1NTIiLCJUb3AiOjAuMCwiTGVmdCI6MC4wLCJSaWdodCI6MC4wLCJCb3R0b20iOjAuMH0sIklzVmlzaWJsZSI6dHJ1ZSwiV2lkdGgiOjAuMCwiSGVpZ2h0IjowLjAsIkJvcmRlclN0eWxlIjp7IiRpZCI6IjM1NTMiLCJMaW5lQ29sb3IiOm51bGwsIkxpbmVXZWlnaHQiOjAuMCwiTGluZVR5cGUiOjAsIlBhcmVudFN0eWxlIjpudWxsfSwiUGFyZW50U3R5bGUiOm51bGx9fV0sIklkIjoiNjg4MzE2ODgtNjZjZi00Nzk4LWFjNGEtMzdlN2Y4ZjlhODliIiwiSW5kZXgiOjIyLCJIZWFkZXJUZXh0IjoiR0EiLCJTdHlsZSI6eyIkaWQiOiIzNTU0IiwiU3R5bGVJZCI6ImIyNGY4MDQ1LWY2OWItNGE0My04MjlmLWE1NjUwM2ZkY2Q2OSIsIkhlYWRlclN0eWxlIjp7IiRpZCI6IjM1NTUiLCJUZXh0SXNWZXJ0aWNhbCI6ZmFsc2UsIlRleHRTdHlsZSI6eyIkaWQiOiIzNTU2IiwiRm9udFNldHRpbmdzIjp7IiRpZCI6IjM1NTciLCJGb250U2l6ZSI6MTEsIkZvbnROYW1lIjoiVGl0aWxsaXVtIFdlYiIsIklzQm9sZCI6ZmFsc2UsIklzSXRhbGljIjpmYWxzZSwiSXNVbmRlcmxpbmVkIjpmYWxzZSwiUGFyZW50U3R5bGUiOm51bGx9LCJBdXRvU2l6ZSI6MiwiRm9yZWdyb3VuZCI6eyIkaWQiOiIzNTU4IiwiQ29sb3IiOnsiJGlkIjoiMzU1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1NjAiLCJUb3AiOjAuMCwiTGVmdCI6MC4wLCJSaWdodCI6MC4wLCJCb3R0b20iOjAuMH0sIlBhZGRpbmciOnsiJGlkIjoiMzU2MSIsIlRvcCI6MC4wLCJMZWZ0IjowLjAsIlJpZ2h0IjowLjAsIkJvdHRvbSI6MC4wfSwiQmFja2dyb3VuZCI6eyIkaWQiOiIzNTYyIiwiQ29sb3IiOnsiJGlkIjoiMzU2MyIsIkEiOjI1NSwiUiI6MjU1LCJHIjoyNTUsIkIiOjI1NX19LCJJc1Zpc2libGUiOnRydWUsIldpZHRoIjowLjAsIkhlaWdodCI6MC4wLCJCb3JkZXJTdHlsZSI6bnVsbCwiUGFyZW50U3R5bGUiOm51bGx9LCJSZWN0YW5nbGVTdHlsZSI6eyIkaWQiOiIzNTY0IiwiTWFyZ2luIjp7IiRpZCI6IjM1NjUiLCJUb3AiOjAuMCwiTGVmdCI6MC4wLCJSaWdodCI6MC4wLCJCb3R0b20iOjAuMH0sIlBhZGRpbmciOnsiJGlkIjoiMzU2NiIsIlRvcCI6MC4wLCJMZWZ0IjowLjAsIlJpZ2h0IjowLjAsIkJvdHRvbSI6MC4wfSwiQmFja2dyb3VuZCI6eyIkaWQiOiIzNTY3IiwiQ29sb3IiOnsiJGlkIjoiMzU2OCIsIkEiOjI1NSwiUiI6MTEyLCJHIjoxNzMsIkIiOjcxfX0sIklzVmlzaWJsZSI6dHJ1ZSwiV2lkdGgiOjAuMCwiSGVpZ2h0IjowLjAsIkJvcmRlclN0eWxlIjp7IiRpZCI6IjM1NjkiLCJMaW5lQ29sb3IiOnsiJGlkIjoiMzU3MCIsIiR0eXBlIjoiTkxSRS5Db21tb24uRG9tLlNvbGlkQ29sb3JCcnVzaCwgTkxSRS5Db21tb24iLCJDb2xvciI6eyIkaWQiOiIzNTcxIiwiQSI6MjU1LCJSIjoyNTUsIkciOjI1NSwiQiI6MjU1fX0sIkxpbmVXZWlnaHQiOjAuMCwiTGluZVR5cGUiOjAsIlBhcmVudFN0eWxlIjpudWxsfSwiUGFyZW50U3R5bGUiOm51bGx9LCJNYXJnaW4iOnsiJGlkIjoiMzU3MiIsIlRvcCI6MC4wLCJMZWZ0IjowLjAsIlJpZ2h0IjowLjAsIkJvdHRvbSI6MC4wfSwiUGFkZGluZyI6eyIkaWQiOiIzNTczIiwiVG9wIjowLjAsIkxlZnQiOjAuMCwiUmlnaHQiOjAuMCwiQm90dG9tIjowLjB9LCJCYWNrZ3JvdW5kIjpudWxsLCJJc1Zpc2libGUiOnRydWUsIldpZHRoIjowLjAsIkhlaWdodCI6MC4wLCJCb3JkZXJTdHlsZSI6bnVsbCwiUGFyZW50U3R5bGUiOm51bGx9LCJCYWNrZ3JvdW5kU3R5bGUiOnsiJGlkIjoiMzU3NCIsIk1hcmdpbiI6eyIkaWQiOiIzNTc1IiwiVG9wIjowLjAsIkxlZnQiOjAuMCwiUmlnaHQiOjAuMCwiQm90dG9tIjowLjB9LCJQYWRkaW5nIjp7IiRpZCI6IjM1NzYiLCJUb3AiOjAuMCwiTGVmdCI6MC4wLCJSaWdodCI6MC4wLCJCb3R0b20iOjAuMH0sIkJhY2tncm91bmQiOnsiJGlkIjoiMzU3NyIsIkNvbG9yIjp7IiRpZCI6IjM1NzgiLCJBIjo1MSwiUiI6MjAwLCJHIjoyMDAsIkIiOjIwMH19LCJJc1Zpc2libGUiOnRydWUsIldpZHRoIjowLjAsIkhlaWdodCI6MC4wLCJCb3JkZXJTdHlsZSI6eyIkaWQiOiIzNTc5IiwiTGluZUNvbG9yIjp7IiRpZCI6IjM1ODAiLCIkdHlwZSI6Ik5MUkUuQ29tbW9uLkRvbS5Tb2xpZENvbG9yQnJ1c2gsIE5MUkUuQ29tbW9uIiwiQ29sb3IiOnsiJGlkIjoiMzU4MSIsIkEiOjI1NSwiUiI6MjM0LCJHIjoyMiwiQiI6MzB9fSwiTGluZVdlaWdodCI6MC4wLCJMaW5lVHlwZSI6MCwiUGFyZW50U3R5bGUiOm51bGx9LCJQYXJlbnRTdHlsZSI6bnVsbH0sIklzQWJvdmVUaW1lYmFuZCI6ZmFsc2UsIlNwYWNpbmciOjIsIkRlZmF1bHRTd2ltbGFuZVRhc2tTdHlsZSI6eyIkaWQiOiIzNTgyIiwiJHR5cGUiOiJOTFJFLkNvbW1vbi5Eb20uU3R5bGVzLkV4cGxpY2l0U2V0YWJsZVRhc2tTdHlsZSwgTkxSRS5Db21tb24iLCJTaGFwZSI6MSwiU2hhcGVUaGlja25lc3MiOjAsIkR1cmF0aW9uRm9ybWF0IjowLCJJbmNsdWRlTm9uV29ya2luZ0RheXNJbkR1cmF0aW9uIjpmYWxzZSwiUGVyY2VudGFnZUNvbXBsZXRlU3R5bGUiOnsiJGlkIjoiMzU4MyIsIkZvbnRTZXR0aW5ncyI6eyIkaWQiOiIzNTg0IiwiRm9udFNpemUiOjEwLCJGb250TmFtZSI6IkNhbGlicmkiLCJJc0JvbGQiOmZhbHNlLCJJc0l0YWxpYyI6ZmFsc2UsIklzVW5kZXJsaW5lZCI6ZmFsc2UsIlBhcmVudFN0eWxlIjpudWxsfSwiQXV0b1NpemUiOjAsIkZvcmVncm91bmQiOnsiJGlkIjoiMzU4NSIsIkNvbG9yIjp7IiRpZCI6IjM1ODY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U4NyIsIlRvcCI6MC4wLCJMZWZ0IjowLjAsIlJpZ2h0IjowLjAsIkJvdHRvbSI6MC4wfSwiUGFkZGluZyI6eyIkaWQiOiIzNTg4IiwiVG9wIjowLjAsIkxlZnQiOjAuMCwiUmlnaHQiOjAuMCwiQm90dG9tIjowLjB9LCJCYWNrZ3JvdW5kIjp7IiRpZCI6IjM1ODkiLCJDb2xvciI6eyIkaWQiOiIzNTkwIiwiQSI6ODksIlIiOjAsIkciOjAsIkIiOjB9fSwiSXNWaXNpYmxlIjp0cnVlLCJXaWR0aCI6MC4wLCJIZWlnaHQiOjAuMCwiQm9yZGVyU3R5bGUiOnsiJGlkIjoiMzU5MSIsIkxpbmVDb2xvciI6bnVsbCwiTGluZVdlaWdodCI6MC4wLCJMaW5lVHlwZSI6MCwiUGFyZW50U3R5bGUiOm51bGx9LCJQYXJlbnRTdHlsZSI6bnVsbH0sIkR1cmF0aW9uU3R5bGUiOnsiJGlkIjoiMzU5MiIsIkZvbnRTZXR0aW5ncyI6eyIkaWQiOiIzNTkzIiwiRm9udFNpemUiOjEwLCJGb250TmFtZSI6IkNhbGlicmkiLCJJc0JvbGQiOmZhbHNlLCJJc0l0YWxpYyI6ZmFsc2UsIklzVW5kZXJsaW5lZCI6ZmFsc2UsIlBhcmVudFN0eWxlIjpudWxsfSwiQXV0b1NpemUiOjAsIkZvcmVncm91bmQiOnsiJGlkIjoiMzU5NCIsIkNvbG9yIjp7IiRpZCI6IjM1OTU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1OTYiLCJUb3AiOjAuMCwiTGVmdCI6MC4wLCJSaWdodCI6MC4wLCJCb3R0b20iOjAuMH0sIlBhZGRpbmciOnsiJGlkIjoiMzU5NyIsIlRvcCI6MC4wLCJMZWZ0IjowLjAsIlJpZ2h0IjowLjAsIkJvdHRvbSI6MC4wfSwiQmFja2dyb3VuZCI6eyIkaWQiOiIzNTk4IiwiQ29sb3IiOnsiJGlkIjoiMzU5OSIsIkEiOjI1NSwiUiI6NjgsIkciOjg0LCJCIjoxMDZ9fSwiSXNWaXNpYmxlIjp0cnVlLCJXaWR0aCI6MC4wLCJIZWlnaHQiOjAuMCwiQm9yZGVyU3R5bGUiOnsiJGlkIjoiMzYwMCIsIkxpbmVDb2xvciI6bnVsbCwiTGluZVdlaWdodCI6MC4wLCJMaW5lVHlwZSI6MCwiUGFyZW50U3R5bGUiOm51bGx9LCJQYXJlbnRTdHlsZSI6bnVsbH0sIkhvcml6b250YWxDb25uZWN0b3JTdHlsZSI6eyIkaWQiOiIzNjAxIiwiTGluZUNvbG9yIjp7IiRpZCI6IjM2MDIiLCIkdHlwZSI6Ik5MUkUuQ29tbW9uLkRvbS5Tb2xpZENvbG9yQnJ1c2gsIE5MUkUuQ29tbW9uIiwiQ29sb3IiOnsiJGlkIjoiMzYwMyIsIkEiOjI1NSwiUiI6MCwiRyI6MCwiQiI6MH19LCJMaW5lV2VpZ2h0IjowLjAsIkxpbmVUeXBlIjowLCJQYXJlbnRTdHlsZSI6bnVsbH0sIlZlcnRpY2FsQ29ubmVjdG9yU3R5bGUiOnsiJGlkIjoiMzYwNCIsIkxpbmVDb2xvciI6eyIkaWQiOiIzNjA1IiwiJHR5cGUiOiJOTFJFLkNvbW1vbi5Eb20uU29saWRDb2xvckJydXNoLCBOTFJFLkNvbW1vbiIsIkNvbG9yIjp7IiRpZCI6IjM2MDY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zNjA3IiwiU2hhcGVTdHlsZSI6eyIkaWQiOiIzNjA4IiwiTWFyZ2luIjp7IiRpZCI6IjM2MDkiLCJUb3AiOjAuMCwiTGVmdCI6MC4wLCJSaWdodCI6MC4wLCJCb3R0b20iOjAuMH0sIlBhZGRpbmciOnsiJGlkIjoiMzYxMCIsIlRvcCI6MC4wLCJMZWZ0IjowLjAsIlJpZ2h0IjowLjAsIkJvdHRvbSI6MC4wfSwiQmFja2dyb3VuZCI6eyIkaWQiOiIzNjExIiwiQ29sb3IiOnsiJGlkIjoiMzYxMiIsIkEiOjE1MywiUiI6MCwiRyI6MCwiQiI6MH19LCJJc1Zpc2libGUiOnRydWUsIldpZHRoIjowLjAsIkhlaWdodCI6MC4wLCJCb3JkZXJTdHlsZSI6eyIkaWQiOiIzNjEzIiwiTGluZUNvbG9yIjp7IiRpZCI6IjM2MTQiLCIkdHlwZSI6Ik5MUkUuQ29tbW9uLkRvbS5Tb2xpZENvbG9yQnJ1c2gsIE5MUkUuQ29tbW9uIiwiQ29sb3IiOnsiJGlkIjoiMzYxNSIsIkEiOjI1NSwiUiI6MjU1LCJHIjowLCJCIjowfX0sIkxpbmVXZWlnaHQiOjAuMCwiTGluZVR5cGUiOjAsIlBhcmVudFN0eWxlIjpudWxsfSwiUGFyZW50U3R5bGUiOm51bGx9LCJNYXJnaW4iOnsiJGlkIjoiMzYxNiIsIlRvcCI6MC4wLCJMZWZ0IjowLjAsIlJpZ2h0IjowLjAsIkJvdHRvbSI6MC4wfSwiUGFkZGluZyI6eyIkaWQiOiIzNjE3IiwiVG9wIjowLjAsIkxlZnQiOjAuMCwiUmlnaHQiOjAuMCwiQm90dG9tIjowLjB9LCJCYWNrZ3JvdW5kIjpudWxsLCJJc1Zpc2libGUiOnRydWUsIldpZHRoIjowLjAsIkhlaWdodCI6MC4wLCJCb3JkZXJTdHlsZSI6bnVsbCwiUGFyZW50U3R5bGUiOm51bGx9LCJTaGFwZVN0eWxlIjp7IiRpZCI6IjM2MTgiLCJNYXJnaW4iOnsiJGlkIjoiMzYxOSIsIlRvcCI6MC4wLCJMZWZ0Ijo0LjAsIlJpZ2h0Ijo0LjAsIkJvdHRvbSI6MC4wfSwiUGFkZGluZyI6eyIkaWQiOiIzNjIwIiwiVG9wIjowLjAsIkxlZnQiOjAuMCwiUmlnaHQiOjAuMCwiQm90dG9tIjowLjB9LCJCYWNrZ3JvdW5kIjp7IiRpZCI6IjM2MjEiLCJDb2xvciI6eyIkaWQiOiIzNjIyIiwiQSI6MjU1LCJSIjoxMTIsIkciOjE3MywiQiI6NzF9fSwiSXNWaXNpYmxlIjp0cnVlLCJXaWR0aCI6MC4wLCJIZWlnaHQiOjEwLjAsIkJvcmRlclN0eWxlIjp7IiRpZCI6IjM2MjMiLCJMaW5lQ29sb3IiOnsiJGlkIjoiMzYyNCIsIiR0eXBlIjoiTkxSRS5Db21tb24uRG9tLlNvbGlkQ29sb3JCcnVzaCwgTkxSRS5Db21tb24iLCJDb2xvciI6eyIkaWQiOiIzNjI1IiwiQSI6MjU1LCJSIjoyMzQsIkciOjIyLCJCIjozMH19LCJMaW5lV2VpZ2h0IjowLjAsIkxpbmVUeXBlIjowLCJQYXJlbnRTdHlsZSI6bnVsbH0sIlBhcmVudFN0eWxlIjpudWxsfSwiVGl0bGVTdHlsZSI6eyIkaWQiOiIzNjI2IiwiRm9udFNldHRpbmdzIjp7IiRpZCI6IjM2MjciLCJGb250U2l6ZSI6MTEsIkZvbnROYW1lIjoiQ2FsaWJyaSIsIklzQm9sZCI6ZmFsc2UsIklzSXRhbGljIjpmYWxzZSwiSXNVbmRlcmxpbmVkIjpmYWxzZSwiUGFyZW50U3R5bGUiOm51bGx9LCJBdXRvU2l6ZSI6MCwiRm9yZWdyb3VuZCI6eyIkaWQiOiIzNjI4IiwiQ29sb3IiOnsiJGlkIjoiMzY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MwIiwiVG9wIjowLjAsIkxlZnQiOjAuMCwiUmlnaHQiOjAuMCwiQm90dG9tIjowLjB9LCJQYWRkaW5nIjp7IiRpZCI6IjM2MzEiLCJUb3AiOjAuMCwiTGVmdCI6MC4wLCJSaWdodCI6MC4wLCJCb3R0b20iOjAuMH0sIkJhY2tncm91bmQiOnsiJGlkIjoiMzYzMiIsIkNvbG9yIjp7IiRpZCI6IjM2MzMiLCJBIjoyNTUsIlIiOjAsIkciOjAsIkIiOjB9fSwiSXNWaXNpYmxlIjp0cnVlLCJXaWR0aCI6MC4wLCJIZWlnaHQiOjAuMCwiQm9yZGVyU3R5bGUiOnsiJGlkIjoiMzYzNCIsIkxpbmVDb2xvciI6bnVsbCwiTGluZVdlaWdodCI6MC4wLCJMaW5lVHlwZSI6MCwiUGFyZW50U3R5bGUiOm51bGx9LCJQYXJlbnRTdHlsZSI6bnVsbH0sIkRhdGVTdHlsZSI6eyIkaWQiOiIzNjM1IiwiRm9udFNldHRpbmdzIjp7IiRpZCI6IjM2MzYiLCJGb250U2l6ZSI6MTAsIkZvbnROYW1lIjoiQ2FsaWJyaSIsIklzQm9sZCI6ZmFsc2UsIklzSXRhbGljIjpmYWxzZSwiSXNVbmRlcmxpbmVkIjpmYWxzZSwiUGFyZW50U3R5bGUiOm51bGx9LCJBdXRvU2l6ZSI6MCwiRm9yZWdyb3VuZCI6eyIkaWQiOiIzNjM3IiwiQ29sb3IiOnsiJGlkIjoiMzYzOC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zYzOSIsIlRvcCI6MC4wLCJMZWZ0IjowLjAsIlJpZ2h0IjowLjAsIkJvdHRvbSI6MC4wfSwiUGFkZGluZyI6eyIkaWQiOiIzNjQwIiwiVG9wIjowLjAsIkxlZnQiOjAuMCwiUmlnaHQiOjAuMCwiQm90dG9tIjowLjB9LCJCYWNrZ3JvdW5kIjp7IiRpZCI6IjM2NDEiLCJDb2xvciI6eyIkaWQiOiIzNjQyIiwiQSI6MjU1LCJSIjo2OCwiRyI6ODQsIkIiOjEwNn19LCJJc1Zpc2libGUiOnRydWUsIldpZHRoIjowLjAsIkhlaWdodCI6MC4wLCJCb3JkZXJTdHlsZSI6eyIkaWQiOiIzNjQzIiwiTGluZUNvbG9yIjpudWxsLCJMaW5lV2VpZ2h0IjowLjAsIkxpbmVUeXBlIjowLCJQYXJlbnRTdHlsZSI6bnVsbH0sIlBhcmVudFN0eWxlIjpudWxsfSwiRGF0ZUZvcm1hdCI6eyIkaWQiOiIzNjQ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2NDUiLCJGb3JtYXQiOjAsIklzVmlzaWJsZSI6ZmFsc2UsIkxhc3RLbm93blZpc2liaWxpdHlTdGF0ZSI6ZmFsc2V9LCJJc1Zpc2libGUiOnRydWUsIlZhcmlhbmNlU3R5bGUiOnsiJGlkIjoiMzY0NiIsIlRleHRTdHlsZSI6eyIkaWQiOiIzNjQ3IiwiRm9udFNldHRpbmdzIjp7IiRpZCI6IjM2NDgiLCJGb250U2l6ZSI6MTAsIkZvbnROYW1lIjoiQ2FsaWJyaSIsIklzQm9sZCI6ZmFsc2UsIklzSXRhbGljIjpmYWxzZSwiSXNVbmRlcmxpbmVkIjpmYWxzZSwiUGFyZW50U3R5bGUiOm51bGx9LCJBdXRvU2l6ZSI6MCwiRm9yZWdyb3VuZCI6eyIkaWQiOiIzNjQ5IiwiQ29sb3IiOnsiJGlkIjoiMzY1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UxIiwiVG9wIjowLjAsIkxlZnQiOjAuMCwiUmlnaHQiOjAuMCwiQm90dG9tIjowLjB9LCJQYWRkaW5nIjp7IiRpZCI6IjM2NTIiLCJUb3AiOjAuMCwiTGVmdCI6MC4wLCJSaWdodCI6MC4wLCJCb3R0b20iOjAuMH0sIkJhY2tncm91bmQiOnsiJGlkIjoiMzY1MyIsIkNvbG9yIjp7IiRpZCI6IjM2NTQiLCJBIjoyNTUsIlIiOjAsIkciOjAsIkIiOjB9fSwiSXNWaXNpYmxlIjp0cnVlLCJXaWR0aCI6MC4wLCJIZWlnaHQiOjAuMCwiQm9yZGVyU3R5bGUiOnsiJGlkIjoiMzY1NSIsIkxpbmVDb2xvciI6bnVsbCwiTGluZVdlaWdodCI6MC4wLCJMaW5lVHlwZSI6MCwiUGFyZW50U3R5bGUiOm51bGx9LCJQYXJlbnRTdHlsZSI6bnVsbH0sIlBhcmVudFN0eWxlIjpudWxsfSwiUGFyZW50U3R5bGUiOm51bGwsIl9leHBsaWNpdGx5U2V0Ijp7IiRpZCI6IjM2NT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zNjU3IiwiU2hhcGUiOjEsIkNvbm5lY3Rvck1hcmdpbiI6eyIkaWQiOiIzNjU4IiwiVG9wIjowLjAsIkxlZnQiOjIuMCwiUmlnaHQiOjIuMCwiQm90dG9tIjowLjB9LCJDb25uZWN0b3JTdHlsZSI6eyIkaWQiOiIzNjU5IiwiTGluZUNvbG9yIjp7IiRpZCI6IjM2NjAiLCIkdHlwZSI6Ik5MUkUuQ29tbW9uLkRvbS5Tb2xpZENvbG9yQnJ1c2gsIE5MUkUuQ29tbW9uIiwiQ29sb3IiOnsiJGlkIjoiMzY2MSIsIkEiOjEyNywiUiI6NTYsIkciOjg2LCJCIjozNX19LCJMaW5lV2VpZ2h0IjoxLjAsIkxpbmVUeXBlIjowLCJQYXJlbnRTdHlsZSI6bnVsbH0sIklzQmVsb3dUaW1lYmFuZCI6ZmFsc2UsIlBvc2l0aW9uT25UYXNrIjoxLCJIaWRlRGF0ZSI6ZmFsc2UsIlNoYXBlU2l6ZSI6MCwiU3BhY2luZyI6MC4wLCJQYWRkaW5nIjp7IiRpZCI6IjM2NjIiLCJUb3AiOjUuMCwiTGVmdCI6My4wLCJSaWdodCI6MC4wLCJCb3R0b20iOjIuMH0sIlNoYXBlU3R5bGUiOnsiJGlkIjoiMzY2MyIsIk1hcmdpbiI6eyIkaWQiOiIzNjY0IiwiVG9wIjowLjAsIkxlZnQiOjAuMCwiUmlnaHQiOjAuMCwiQm90dG9tIjowLjB9LCJQYWRkaW5nIjp7IiRpZCI6IjM2NjUiLCJUb3AiOjAuMCwiTGVmdCI6MC4wLCJSaWdodCI6MC4wLCJCb3R0b20iOjAuMH0sIkJhY2tncm91bmQiOnsiJGlkIjoiMzY2NiIsIkNvbG9yIjp7IiRpZCI6IjM2NjciLCJBIjoyNTUsIlIiOjU2LCJHIjo4NiwiQiI6MzV9fSwiSXNWaXNpYmxlIjp0cnVlLCJXaWR0aCI6MTIuMCwiSGVpZ2h0IjoxNC4wLCJCb3JkZXJTdHlsZSI6eyIkaWQiOiIzNjY4IiwiTGluZUNvbG9yIjp7IiRpZCI6IjM2NjkiLCIkdHlwZSI6Ik5MUkUuQ29tbW9uLkRvbS5Tb2xpZENvbG9yQnJ1c2gsIE5MUkUuQ29tbW9uIiwiQ29sb3IiOnsiJGlkIjoiMzY3MCIsIkEiOjI1NSwiUiI6MjU1LCJHIjoyNTUsIkIiOjI1NX19LCJMaW5lV2VpZ2h0IjowLjAsIkxpbmVUeXBlIjowLCJQYXJlbnRTdHlsZSI6bnVsbH0sIlBhcmVudFN0eWxlIjpudWxsfSwiVGl0bGVTdHlsZSI6eyIkaWQiOiIzNjcxIiwiRm9udFNldHRpbmdzIjp7IiRpZCI6IjM2NzIiLCJGb250U2l6ZSI6MTEsIkZvbnROYW1lIjoiQ2FsaWJyaSIsIklzQm9sZCI6ZmFsc2UsIklzSXRhbGljIjpmYWxzZSwiSXNVbmRlcmxpbmVkIjpmYWxzZSwiUGFyZW50U3R5bGUiOm51bGx9LCJBdXRvU2l6ZSI6MCwiRm9yZWdyb3VuZCI6eyIkaWQiOiIzNjczIiwiQ29sb3IiOnsiJGlkIjoiMzY3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zNjc1IiwiVG9wIjowLjAsIkxlZnQiOjAuMCwiUmlnaHQiOjAuMCwiQm90dG9tIjowLjB9LCJQYWRkaW5nIjp7IiRpZCI6IjM2NzYiLCJUb3AiOjAuMCwiTGVmdCI6MC4wLCJSaWdodCI6MC4wLCJCb3R0b20iOjAuMH0sIkJhY2tncm91bmQiOnsiJGlkIjoiMzY3NyIsIkNvbG9yIjp7IiRpZCI6IjM2NzgiLCJBIjoyNTUsIlIiOjAsIkciOjAsIkIiOjB9fSwiSXNWaXNpYmxlIjp0cnVlLCJXaWR0aCI6MC4wLCJIZWlnaHQiOjAuMCwiQm9yZGVyU3R5bGUiOnsiJGlkIjoiMzY3OSIsIkxpbmVDb2xvciI6bnVsbCwiTGluZVdlaWdodCI6MC4wLCJMaW5lVHlwZSI6MCwiUGFyZW50U3R5bGUiOm51bGx9LCJQYXJlbnRTdHlsZSI6bnVsbH0sIkRhdGVTdHlsZSI6eyIkaWQiOiIzNjgwIiwiRm9udFNldHRpbmdzIjp7IiRpZCI6IjM2ODEiLCJGb250U2l6ZSI6MTAsIkZvbnROYW1lIjoiQ2FsaWJyaSIsIklzQm9sZCI6ZmFsc2UsIklzSXRhbGljIjpmYWxzZSwiSXNVbmRlcmxpbmVkIjpmYWxzZSwiUGFyZW50U3R5bGUiOm51bGx9LCJBdXRvU2l6ZSI6MCwiRm9yZWdyb3VuZCI6eyIkaWQiOiIzNjgyIiwiQ29sb3IiOnsiJGlkIjoiMzY4M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zY4NCIsIlRvcCI6MC4wLCJMZWZ0IjowLjAsIlJpZ2h0IjowLjAsIkJvdHRvbSI6MC4wfSwiUGFkZGluZyI6eyIkaWQiOiIzNjg1IiwiVG9wIjowLjAsIkxlZnQiOjAuMCwiUmlnaHQiOjAuMCwiQm90dG9tIjowLjB9LCJCYWNrZ3JvdW5kIjp7IiRpZCI6IjM2ODYiLCJDb2xvciI6eyIkaWQiOiIzNjg3IiwiQSI6MjU1LCJSIjo2OCwiRyI6ODQsIkIiOjEwNn19LCJJc1Zpc2libGUiOnRydWUsIldpZHRoIjowLjAsIkhlaWdodCI6MC4wLCJCb3JkZXJTdHlsZSI6eyIkaWQiOiIzNjg4IiwiTGluZUNvbG9yIjpudWxsLCJMaW5lV2VpZ2h0IjowLjAsIkxpbmVUeXBlIjowLCJQYXJlbnRTdHlsZSI6bnVsbH0sIlBhcmVudFN0eWxlIjpudWxsfSwiRGF0ZUZvcm1hdCI6eyIkaWQiOiIzNjg5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kwIiwiRm9ybWF0IjowLCJJc1Zpc2libGUiOmZhbHNlLCJMYXN0S25vd25WaXNpYmlsaXR5U3RhdGUiOmZhbHNlfSwiSXNWaXNpYmxlIjpmYWxzZSwiVmFyaWFuY2VTdHlsZSI6eyIkaWQiOiIzNjkxIiwiVGV4dFN0eWxlIjp7IiRpZCI6IjM2OTIiLCJGb250U2V0dGluZ3MiOnsiJGlkIjoiMzY5MyIsIkZvbnRTaXplIjoxMCwiRm9udE5hbWUiOiJDYWxpYnJpIiwiSXNCb2xkIjpmYWxzZSwiSXNJdGFsaWMiOmZhbHNlLCJJc1VuZGVybGluZWQiOmZhbHNlLCJQYXJlbnRTdHlsZSI6bnVsbH0sIkF1dG9TaXplIjowLCJGb3JlZ3JvdW5kIjp7IiRpZCI6IjM2OTQiLCJDb2xvciI6eyIkaWQiOiIzNjk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2OTYiLCJUb3AiOjAuMCwiTGVmdCI6MC4wLCJSaWdodCI6MC4wLCJCb3R0b20iOjAuMH0sIlBhZGRpbmciOnsiJGlkIjoiMzY5NyIsIlRvcCI6MC4wLCJMZWZ0IjowLjAsIlJpZ2h0IjowLjAsIkJvdHRvbSI6MC4wfSwiQmFja2dyb3VuZCI6eyIkaWQiOiIzNjk4IiwiQ29sb3IiOnsiJGlkIjoiMzY5OSIsIkEiOjI1NSwiUiI6MCwiRyI6MCwiQiI6MH19LCJJc1Zpc2libGUiOnRydWUsIldpZHRoIjowLjAsIkhlaWdodCI6MC4wLCJCb3JkZXJTdHlsZSI6eyIkaWQiOiIzNzAwIiwiTGluZUNvbG9yIjpudWxsLCJMaW5lV2VpZ2h0IjowLjAsIkxpbmVUeXBlIjowLCJQYXJlbnRTdHlsZSI6bnVsbH0sIlBhcmVudFN0eWxlIjpudWxsfSwiUGFyZW50U3R5bGUiOm51bGx9LCJQYXJlbnRTdHlsZSI6bnVsbH0sIkRlZmF1bHRTd2ltbGFuZU1pbGVzdG9uZVN0eWxlIjp7IiRpZCI6IjM3MDEiLCJUaXRsZVBvc2l0aW9uIjoiTGVmdCIsIkRhdGVQb3NpdGlvbiI6IlJpZ2h0IiwiVmFyaWFuY2VQb3NpdGlvbiI6IlJpZ2h0IiwiU2hhcGVUeXBlIjoxLCJTaGFwZVNpemUiOjAsIlNwYWNpbmciOjUsIlNoYXBlU3R5bGUiOnsiJGlkIjoiMzcwMiIsIk1hcmdpbiI6eyIkaWQiOiIzNzAzIiwiVG9wIjowLjAsIkxlZnQiOjAuMCwiUmlnaHQiOjAuMCwiQm90dG9tIjowLjB9LCJQYWRkaW5nIjp7IiRpZCI6IjM3MDQiLCJUb3AiOjAuMCwiTGVmdCI6MC4wLCJSaWdodCI6MC4wLCJCb3R0b20iOjAuMH0sIkJhY2tncm91bmQiOnsiJGlkIjoiMzcwNSIsIkNvbG9yIjp7IiRpZCI6IjM3MDYiLCJBIjoyNTUsIlIiOjExMiwiRyI6MTczLCJCIjo3MX19LCJJc1Zpc2libGUiOnRydWUsIldpZHRoIjoxMi4wLCJIZWlnaHQiOjE0LjAsIkJvcmRlclN0eWxlIjp7IiRpZCI6IjM3MDciLCJMaW5lQ29sb3IiOnsiJGlkIjoiMzcwOCIsIiR0eXBlIjoiTkxSRS5Db21tb24uRG9tLlNvbGlkQ29sb3JCcnVzaCwgTkxSRS5Db21tb24iLCJDb2xvciI6eyIkaWQiOiIzNzA5IiwiQSI6MjU1LCJSIjoyMzQsIkciOjIyLCJCIjozMH19LCJMaW5lV2VpZ2h0IjowLjAsIkxpbmVUeXBlIjowLCJQYXJlbnRTdHlsZSI6bnVsbH0sIlBhcmVudFN0eWxlIjpudWxsfSwiVGl0bGVTdHlsZSI6eyIkaWQiOiIzNzEwIiwiRm9udFNldHRpbmdzIjp7IiRpZCI6IjM3MTEiLCJGb250U2l6ZSI6MTEsIkZvbnROYW1lIjoiQ2FsaWJyaSIsIklzQm9sZCI6ZmFsc2UsIklzSXRhbGljIjpmYWxzZSwiSXNVbmRlcmxpbmVkIjpmYWxzZSwiUGFyZW50U3R5bGUiOm51bGx9LCJBdXRvU2l6ZSI6MCwiRm9yZWdyb3VuZCI6eyIkaWQiOiIzNzEyIiwiQ29sb3IiOnsiJGlkIjoiMzcx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zNzE0IiwiVG9wIjowLjAsIkxlZnQiOjAuMCwiUmlnaHQiOjAuMCwiQm90dG9tIjowLjB9LCJQYWRkaW5nIjp7IiRpZCI6IjM3MTUiLCJUb3AiOjAuMCwiTGVmdCI6MC4wLCJSaWdodCI6MC4wLCJCb3R0b20iOjAuMH0sIkJhY2tncm91bmQiOnsiJGlkIjoiMzcxNiIsIkNvbG9yIjp7IiRpZCI6IjM3MTciLCJBIjoyNTUsIlIiOjAsIkciOjAsIkIiOjB9fSwiSXNWaXNpYmxlIjp0cnVlLCJXaWR0aCI6MC4wLCJIZWlnaHQiOjAuMCwiQm9yZGVyU3R5bGUiOnsiJGlkIjoiMzcxOCIsIkxpbmVDb2xvciI6bnVsbCwiTGluZVdlaWdodCI6MC4wLCJMaW5lVHlwZSI6MCwiUGFyZW50U3R5bGUiOm51bGx9LCJQYXJlbnRTdHlsZSI6bnVsbH0sIkRhdGVTdHlsZSI6eyIkaWQiOiIzNzE5IiwiRm9udFNldHRpbmdzIjp7IiRpZCI6IjM3MjAiLCJGb250U2l6ZSI6MTAsIkZvbnROYW1lIjoiQ2FsaWJyaSIsIklzQm9sZCI6ZmFsc2UsIklzSXRhbGljIjpmYWxzZSwiSXNVbmRlcmxpbmVkIjpmYWxzZSwiUGFyZW50U3R5bGUiOm51bGx9LCJBdXRvU2l6ZSI6MCwiRm9yZWdyb3VuZCI6eyIkaWQiOiIzNzIxIiwiQ29sb3IiOnsiJGlkIjoiMzcyM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cyMyIsIlRvcCI6MC4wLCJMZWZ0IjowLjAsIlJpZ2h0IjowLjAsIkJvdHRvbSI6MC4wfSwiUGFkZGluZyI6eyIkaWQiOiIzNzI0IiwiVG9wIjowLjAsIkxlZnQiOjAuMCwiUmlnaHQiOjAuMCwiQm90dG9tIjowLjB9LCJCYWNrZ3JvdW5kIjp7IiRpZCI6IjM3MjUiLCJDb2xvciI6eyIkaWQiOiIzNzI2IiwiQSI6MjU1LCJSIjo2OCwiRyI6ODQsIkIiOjEwNn19LCJJc1Zpc2libGUiOnRydWUsIldpZHRoIjowLjAsIkhlaWdodCI6MC4wLCJCb3JkZXJTdHlsZSI6eyIkaWQiOiIzNzI3IiwiTGluZUNvbG9yIjpudWxsLCJMaW5lV2VpZ2h0IjowLjAsIkxpbmVUeXBlIjowLCJQYXJlbnRTdHlsZSI6bnVsbH0sIlBhcmVudFN0eWxlIjpudWxsfSwiRGF0ZUZvcm1hdCI6eyIkaWQiOiIzNzI4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jkiLCJGb3JtYXQiOjAsIklzVmlzaWJsZSI6ZmFsc2UsIkxhc3RLbm93blZpc2liaWxpdHlTdGF0ZSI6ZmFsc2V9LCJJc1Zpc2libGUiOnRydWUsIlZhcmlhbmNlU3R5bGUiOnsiJGlkIjoiMzczMCIsIlRleHRTdHlsZSI6eyIkaWQiOiIzNzMxIiwiRm9udFNldHRpbmdzIjp7IiRpZCI6IjM3MzIiLCJGb250U2l6ZSI6MTAsIkZvbnROYW1lIjoiQ2FsaWJyaSIsIklzQm9sZCI6ZmFsc2UsIklzSXRhbGljIjpmYWxzZSwiSXNVbmRlcmxpbmVkIjpmYWxzZSwiUGFyZW50U3R5bGUiOm51bGx9LCJBdXRvU2l6ZSI6MCwiRm9yZWdyb3VuZCI6eyIkaWQiOiIzNzMzIiwiQ29sb3IiOnsiJGlkIjoiMzc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zM1IiwiVG9wIjowLjAsIkxlZnQiOjAuMCwiUmlnaHQiOjAuMCwiQm90dG9tIjowLjB9LCJQYWRkaW5nIjp7IiRpZCI6IjM3MzYiLCJUb3AiOjAuMCwiTGVmdCI6MC4wLCJSaWdodCI6MC4wLCJCb3R0b20iOjAuMH0sIkJhY2tncm91bmQiOnsiJGlkIjoiMzczNyIsIkNvbG9yIjp7IiRpZCI6IjM3MzgiLCJBIjoyNTUsIlIiOjAsIkciOjAsIkIiOjB9fSwiSXNWaXNpYmxlIjp0cnVlLCJXaWR0aCI6MC4wLCJIZWlnaHQiOjAuMCwiQm9yZGVyU3R5bGUiOnsiJGlkIjoiMzczOSIsIkxpbmVDb2xvciI6bnVsbCwiTGluZVdlaWdodCI6MC4wLCJMaW5lVHlwZSI6MCwiUGFyZW50U3R5bGUiOm51bGx9LCJQYXJlbnRTdHlsZSI6bnVsbH0sIlBhcmVudFN0eWxlIjpudWxsfSwiUGFyZW50U3R5bGUiOm51bGx9LCJEZWZhdWx0U3dpbWxhbmVBY3Rpdml0eVN0eWxlIjp7IiRpZCI6IjM3NDAiLCJIZWFkZXJTdHlsZSI6eyIkaWQiOiIzNzQxIiwiVGV4dFN0eWxlIjp7IiRpZCI6IjM3NDIiLCJGb250U2V0dGluZ3MiOnsiJGlkIjoiMzc0MyIsIkZvbnRTaXplIjoxMSwiRm9udE5hbWUiOiJDYWxpYnJpIiwiSXNCb2xkIjpmYWxzZSwiSXNJdGFsaWMiOmZhbHNlLCJJc1VuZGVybGluZWQiOmZhbHNlLCJQYXJlbnRTdHlsZSI6bnVsbH0sIkF1dG9TaXplIjoyLCJGb3JlZ3JvdW5kIjp7IiRpZCI6IjM3NDQiLCJDb2xvciI6eyIkaWQiOiIzNzQ1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zc0NiIsIlRvcCI6MC4wLCJMZWZ0IjowLjAsIlJpZ2h0IjowLjAsIkJvdHRvbSI6MC4wfSwiUGFkZGluZyI6eyIkaWQiOiIzNzQ3IiwiVG9wIjowLjAsIkxlZnQiOjAuMCwiUmlnaHQiOjAuMCwiQm90dG9tIjowLjB9LCJCYWNrZ3JvdW5kIjp7IiRpZCI6IjM3NDgiLCJDb2xvciI6eyIkaWQiOiIzNzQ5IiwiQSI6MjU1LCJSIjo2NCwiRyI6NjQsIkIiOjY0fX0sIklzVmlzaWJsZSI6dHJ1ZSwiV2lkdGgiOjAuMCwiSGVpZ2h0IjowLjAsIkJvcmRlclN0eWxlIjpudWxsLCJQYXJlbnRTdHlsZSI6bnVsbH0sIlJlY3RhbmdsZVN0eWxlIjp7IiRpZCI6IjM3NTAiLCJNYXJnaW4iOnsiJGlkIjoiMzc1MSIsIlRvcCI6MC4wLCJMZWZ0IjowLjAsIlJpZ2h0IjowLjAsIkJvdHRvbSI6MC4wfSwiUGFkZGluZyI6eyIkaWQiOiIzNzUyIiwiVG9wIjowLjAsIkxlZnQiOjAuMCwiUmlnaHQiOjAuMCwiQm90dG9tIjowLjB9LCJCYWNrZ3JvdW5kIjp7IiRpZCI6IjM3NTMiLCJDb2xvciI6eyIkaWQiOiIzNzU0IiwiQSI6MTI3LCJSIjoxMTIsIkciOjE3MywiQiI6NzF9fSwiSXNWaXNpYmxlIjp0cnVlLCJXaWR0aCI6MC4wLCJIZWlnaHQiOjAuMCwiQm9yZGVyU3R5bGUiOnsiJGlkIjoiMzc1NSIsIkxpbmVDb2xvciI6eyIkaWQiOiIzNzU2IiwiJHR5cGUiOiJOTFJFLkNvbW1vbi5Eb20uU29saWRDb2xvckJydXNoLCBOTFJFLkNvbW1vbiIsIkNvbG9yIjp7IiRpZCI6IjM3NTciLCJBIjoyNTUsIlIiOjI1NSwiRyI6MjU1LCJCIjoyNTV9fSwiTGluZVdlaWdodCI6MC4wLCJMaW5lVHlwZSI6MCwiUGFyZW50U3R5bGUiOm51bGx9LCJQYXJlbnRTdHlsZSI6bnVsbH0sIk1hcmdpbiI6eyIkaWQiOiIzNzU4IiwiVG9wIjowLjAsIkxlZnQiOjAuMCwiUmlnaHQiOjAuMCwiQm90dG9tIjowLjB9LCJQYWRkaW5nIjp7IiRpZCI6IjM3NTkiLCJUb3AiOjAuMCwiTGVmdCI6MC4wLCJSaWdodCI6MC4wLCJCb3R0b20iOjAuMH0sIkJhY2tncm91bmQiOm51bGwsIklzVmlzaWJsZSI6dHJ1ZSwiV2lkdGgiOjAuMCwiSGVpZ2h0IjowLjAsIkJvcmRlclN0eWxlIjpudWxsLCJQYXJlbnRTdHlsZSI6bnVsbH0sIkJhY2tncm91bmRTdHlsZSI6eyIkaWQiOiIzNzYwIiwiTWFyZ2luIjp7IiRpZCI6IjM3NjEiLCJUb3AiOjAuMCwiTGVmdCI6MC4wLCJSaWdodCI6MC4wLCJCb3R0b20iOjAuMH0sIlBhZGRpbmciOnsiJGlkIjoiMzc2MiIsIlRvcCI6MC4wLCJMZWZ0IjowLjAsIlJpZ2h0IjowLjAsIkJvdHRvbSI6MC4wfSwiQmFja2dyb3VuZCI6eyIkaWQiOiIzNzYzIiwiQ29sb3IiOnsiJGlkIjoiMzc2NCIsIkEiOjUxLCJSIjoyMDAsIkciOjIwMCwiQiI6MjAwfX0sIklzVmlzaWJsZSI6dHJ1ZSwiV2lkdGgiOjAuMCwiSGVpZ2h0IjowLjAsIkJvcmRlclN0eWxlIjp7IiRpZCI6IjM3NjUiLCJMaW5lQ29sb3IiOnsiJGlkIjoiMzc2NiIsIiR0eXBlIjoiTkxSRS5Db21tb24uRG9tLlNvbGlkQ29sb3JCcnVzaCwgTkxSRS5Db21tb24iLCJDb2xvciI6eyIkaWQiOiIzNzY3IiwiQSI6MjU1LCJSIjoyMzQsIkciOjIyLCJCIjozMH19LCJMaW5lV2VpZ2h0IjowLjAsIkxpbmVUeXBlIjowLCJQYXJlbnRTdHlsZSI6bnVsbH0sIlBhcmVudFN0eWxlIjpudWxsfSwiTWFyZ2luIjp7IiRpZCI6IjM3NjgiLCJUb3AiOjAuMCwiTGVmdCI6MC4wLCJSaWdodCI6MC4wLCJCb3R0b20iOjAuMH0sIlBhZGRpbmciOnsiJGlkIjoiMzc2OSIsIlRvcCI6MC4wLCJMZWZ0IjowLjAsIlJpZ2h0IjowLjAsIkJvdHRvbSI6MC4wfSwiSXNWaXNpYmxlIjp0cnVlLCJXaWR0aCI6MC4wLCJIZWlnaHQiOjAuMCwiQm9yZGVyU3R5bGUiOnsiJGlkIjoiMzc3MCIsIkxpbmVDb2xvciI6bnVsbCwiTGluZVdlaWdodCI6MC4wLCJMaW5lVHlwZSI6MCwiUGFyZW50U3R5bGUiOm51bGx9LCJQYXJlbnRTdHlsZSI6bnVsbH0sIk1hcmdpbiI6eyIkaWQiOiIzNzcxIiwiVG9wIjowLjAsIkxlZnQiOjAuMCwiUmlnaHQiOjAuMCwiQm90dG9tIjowLjB9LCJQYWRkaW5nIjp7IiRpZCI6IjM3NzIiLCJUb3AiOjAuMCwiTGVmdCI6MC4wLCJSaWdodCI6MC4wLCJCb3R0b20iOjAuMH0sIklzVmlzaWJsZSI6ZmFsc2UsIldpZHRoIjowLjAsIkhlaWdodCI6MC4wLCJCb3JkZXJTdHlsZSI6eyIkaWQiOiIzNzczIiwiTGluZUNvbG9yIjpudWxsLCJMaW5lV2VpZ2h0IjowLjAsIkxpbmVUeXBlIjowLCJQYXJlbnRTdHlsZSI6bnVsbH0sIlBhcmVudFN0eWxlIjpudWxsfX1dLCJIYXNCYXNlbGluZXMiOmZhbHNlLCJDdWx0dXJlSW5mb05hbWUiOiJlbi1VUyIsIlN0eWxlTmFtZSI6bnVsbCwiVmVyc2lvbiI6eyIkaWQiOiIzNzc0IiwiVmVyc2lvbiI6IjUuNi4wIiwiT3JpZ2luYWxBc3NlbWJseVZlcnNpb24iOiIxMy4xNy4wMC4wMCIsIkVkaXRpb24iOm51bGwsIkxhc3RTYXZlZEVkaXRpb24iOjMsIklzUGx1c0VkaXRpb24iOmZhbHNlLCJJc1Byb0VkaXRpb24iOmZhbHNlfSwiRWZmZWN0IjowLCJTdHlsZSI6eyIkaWQiOiIzNzc1IiwiRGVmYXVsdERlcGVuZGVuY3lTdHlsZSI6eyIkaWQiOiIzNzc2IiwiTGluZVN0eWxlIjp7IiRpZCI6IjM3NzciLCJMaW5lQ29sb3IiOnsiJGlkIjoiMzc3OCIsIiR0eXBlIjoiTkxSRS5Db21tb24uRG9tLlNvbGlkQ29sb3JCcnVzaCwgTkxSRS5Db21tb24iLCJDb2xvciI6eyIkaWQiOiIzNzc5IiwiQSI6MjU1LCJSIjo2OCwiRyI6ODQsIkIiOjEwNn19LCJMaW5lV2VpZ2h0IjoxLjAsIkxpbmVUeXBlIjowLCJQYXJlbnRTdHlsZSI6bnVsbH0sIkVuZEFycm93aGVhZExpbmVTdHlsZSI6eyIkaWQiOiIzNzgwIiwiS2luZCI6MSwiV2lkdGgiOjEsIkxlbmd0aCI6MCwiUGFyZW50U3R5bGUiOm51bGx9LCJCcmluZ1RvRnJvbnQiOnRydWUsIkVsYm93UmFkaXVzIjozLjAsIk1hcmdpbiI6eyIkaWQiOiIzNzgxIiwiVG9wIjowLjAsIkxlZnQiOjAuMCwiUmlnaHQiOjAuMCwiQm90dG9tIjowLjB9LCJQYWRkaW5nIjp7IiRpZCI6IjM3ODIiLCJUb3AiOjAuMCwiTGVmdCI6MC4wLCJSaWdodCI6MC4wLCJCb3R0b20iOjAuMH0sIkJhY2tncm91bmQiOm51bGwsIklzVmlzaWJsZSI6dHJ1ZSwiV2lkdGgiOjAuMCwiSGVpZ2h0IjowLjAsIkJvcmRlclN0eWxlIjpudWxsLCJQYXJlbnRTdHlsZSI6bnVsbH0sIkNyaXRpY2FsUGF0aFN0eWxlIjp7IiRpZCI6IjM3ODMiLCJDcml0aWNhbFBhdGhTdHlsZU9wdGlvbnMiOjMwLCJMaW5lU3R5bGUiOnsiJGlkIjoiMzc4NCIsIkxpbmVDb2xvciI6eyIkaWQiOiIzNzg1IiwiJHR5cGUiOiJOTFJFLkNvbW1vbi5Eb20uU29saWRDb2xvckJydXNoLCBOTFJFLkNvbW1vbiIsIkNvbG9yIjp7IiRpZCI6IjM3ODYiLCJBIjoyNTUsIlIiOjIyMiwiRyI6NTAsIkIiOjUwfX0sIkxpbmVXZWlnaHQiOjEuMCwiTGluZVR5cGUiOjAsIlBhcmVudFN0eWxlIjpudWxsfSwiVGl0bGVGb3JlZ3JvdW5kIjp7IiRpZCI6IjM3ODciLCJDb2xvciI6eyIkaWQiOiIzNzg4IiwiQSI6MjU1LCJSIjoxNzYsIkciOjE5LCJCIjoyNX19LCJTaGFwZXNCYWNrZ3JvdW5kIjp7IiRpZCI6IjM3ODkiLCJDb2xvciI6eyIkaWQiOiIzNzkwIiwiQSI6MjU1LCJSIjoyNTMsIkciOjIwMywiQiI6MjA4fX0sIlNoYXBlc0JvcmRlclN0eWxlIjp7IiRpZCI6IjM3OTEiLCJMaW5lQ29sb3IiOnsiJGlkIjoiMzc5MiIsIiR0eXBlIjoiTkxSRS5Db21tb24uRG9tLlNvbGlkQ29sb3JCcnVzaCwgTkxSRS5Db21tb24iLCJDb2xvciI6eyIkaWQiOiIzNzkzIiwiQSI6MjU1LCJSIjoyMzQsIkciOjIyLCJCIjozMH19LCJMaW5lV2VpZ2h0IjoyLjAsIkxpbmVUeXBlIjowLCJQYXJlbnRTdHlsZSI6bnVsbH0sIk1hcmdpbiI6eyIkaWQiOiIzNzk0IiwiVG9wIjowLjAsIkxlZnQiOjAuMCwiUmlnaHQiOjAuMCwiQm90dG9tIjowLjB9LCJQYWRkaW5nIjp7IiRpZCI6IjM3OTUiLCJUb3AiOjAuMCwiTGVmdCI6MC4wLCJSaWdodCI6MC4wLCJCb3R0b20iOjAuMH0sIkJhY2tncm91bmQiOm51bGwsIklzVmlzaWJsZSI6dHJ1ZSwiV2lkdGgiOjAuMCwiSGVpZ2h0IjowLjAsIkJvcmRlclN0eWxlIjp7IiRpZCI6IjM3OTYiLCJMaW5lQ29sb3IiOm51bGwsIkxpbmVXZWlnaHQiOjAuMCwiTGluZVR5cGUiOjAsIlBhcmVudFN0eWxlIjpudWxsfSwiUGFyZW50U3R5bGUiOm51bGx9LCJQYW5lbHNTcGFjaW5nRGVmaW5pdGlvbiI6eyIkaWQiOiIzNzk3IiwiU3BhY2luZ0Fib3ZlVGltZWJhbmQiOjMsIlNwYWNpbmdCZWxvd1RpbWViYW5kIjozLCJTcGFjaW5nQWJvdmVCZXR3ZWVuU3dpbWxhbmVzQW5kVGFza3MiOjUsIlNwYWNpbmdCZWxvd0JldHdlZW5Td2ltbGFuZXNBbmRUYXNrcyI6NX0sIlRpbWViYW5kU3R5bGUiOnsiJGlkIjoiMzc5OCIsIlNjYWxlTWFya2luZyI6MCwiU2hhcGUiOjAsIlNoYXBlU3R5bGUiOnsiJGlkIjoiMzc5OSIsIk1hcmdpbiI6eyIkaWQiOiIzODAwIiwiVG9wIjowLjAsIkxlZnQiOjEwLjAsIlJpZ2h0IjoxMC4wLCJCb3R0b20iOjAuMH0sIlBhZGRpbmciOnsiJGlkIjoiMzgwMSIsIlRvcCI6MC4wLCJMZWZ0IjowLjAsIlJpZ2h0IjowLjAsIkJvdHRvbSI6MC4wfSwiQmFja2dyb3VuZCI6eyIkaWQiOiIzODAyIiwiQ29sb3IiOnsiJGlkIjoiMzgwMyIsIkEiOjI1NSwiUiI6NjgsIkciOjg0LCJCIjoxMDZ9fSwiSXNWaXNpYmxlIjp0cnVlLCJXaWR0aCI6ODU4LjAsIkhlaWdodCI6MjAuMCwiQm9yZGVyU3R5bGUiOnsiJGlkIjoiMzgwNCIsIkxpbmVDb2xvciI6eyIkaWQiOiIzODA1IiwiJHR5cGUiOiJOTFJFLkNvbW1vbi5Eb20uU29saWRDb2xvckJydXNoLCBOTFJFLkNvbW1vbiIsIkNvbG9yIjp7IiRpZCI6IjM4MDYiLCJBIjoyNTUsIlIiOjI1NSwiRyI6MCwiQiI6MH19LCJMaW5lV2VpZ2h0IjowLjAsIkxpbmVUeXBlIjowLCJQYXJlbnRTdHlsZSI6bnVsbH0sIlBhcmVudFN0eWxlIjpudWxsfSwiTWlkZGxlVGllclNoYXBlU3R5bGUiOnsiJGlkIjoiMzgwNyIsIk1hcmdpbiI6eyIkaWQiOiIzODA4IiwiVG9wIjowLjAsIkxlZnQiOjEwLjAsIlJpZ2h0IjoxMC4wLCJCb3R0b20iOjAuMH0sIlBhZGRpbmciOnsiJGlkIjoiMzgwOSIsIlRvcCI6MC4wLCJMZWZ0IjowLjAsIlJpZ2h0IjowLjAsIkJvdHRvbSI6MC4wfSwiQmFja2dyb3VuZCI6eyIkaWQiOiIzODEwIiwiQ29sb3IiOnsiJGlkIjoiMzgxMSIsIkEiOjI1NSwiUiI6NjgsIkciOjg0LCJCIjoxMDZ9fSwiSXNWaXNpYmxlIjp0cnVlLCJXaWR0aCI6ODU4LjAsIkhlaWdodCI6MjAuMCwiQm9yZGVyU3R5bGUiOnsiJGlkIjoiMzgxMiIsIkxpbmVDb2xvciI6eyIkcmVmIjoiMzgwNSJ9LCJMaW5lV2VpZ2h0IjowLjAsIkxpbmVUeXBlIjowLCJQYXJlbnRTdHlsZSI6bnVsbH0sIlBhcmVudFN0eWxlIjpudWxsfSwiQm90dG9tVGllclNoYXBlU3R5bGUiOnsiJGlkIjoiMzgxMyIsIk1hcmdpbiI6eyIkaWQiOiIzODE0IiwiVG9wIjowLjAsIkxlZnQiOjEwLjAsIlJpZ2h0IjoxMC4wLCJCb3R0b20iOjAuMH0sIlBhZGRpbmciOnsiJGlkIjoiMzgxNSIsIlRvcCI6MC4wLCJMZWZ0IjowLjAsIlJpZ2h0IjowLjAsIkJvdHRvbSI6MC4wfSwiQmFja2dyb3VuZCI6eyIkaWQiOiIzODE2IiwiQ29sb3IiOnsiJGlkIjoiMzgxNyIsIkEiOjI1NSwiUiI6NjgsIkciOjg0LCJCIjoxMDZ9fSwiSXNWaXNpYmxlIjp0cnVlLCJXaWR0aCI6ODU4LjAsIkhlaWdodCI6MjAuMCwiQm9yZGVyU3R5bGUiOnsiJGlkIjoiMzgxOCIsIkxpbmVDb2xvciI6eyIkcmVmIjoiMzgwNSJ9LCJMaW5lV2VpZ2h0IjowLjAsIkxpbmVUeXBlIjowLCJQYXJlbnRTdHlsZSI6bnVsbH0sIlBhcmVudFN0eWxlIjpudWxsfSwiUmlnaHRFbmRDYXBzU3R5bGUiOnsiJGlkIjoiMzgxOSIsIkZvbnRTZXR0aW5ncyI6eyIkaWQiOiIzODIwIiwiRm9udFNpemUiOjE4LCJGb250TmFtZSI6IlRpdGlsbGl1bSBXZWIiLCJJc0JvbGQiOnRydWUsIklzSXRhbGljIjpmYWxzZSwiSXNVbmRlcmxpbmVkIjpmYWxzZSwiUGFyZW50U3R5bGUiOm51bGx9LCJBdXRvU2l6ZSI6MCwiRm9yZWdyb3VuZCI6eyIkaWQiOiIzODIxIiwiQ29sb3IiOnsiJGlkIjoiMzgyMiIsIkEiOjI1NSwiUiI6MCwiRyI6MjYsIkIiOjY3fX0sIk1heFdpZHRoIjoiSW5maW5pdHkiLCJNYXhIZWlnaHQiOiJJbmZpbml0eSIsIlNtYXJ0Rm9yZWdyb3VuZElzQWN0aXZlIjpmYWxzZSwiSG9yaXpvbnRhbEFsaWdubWVudCI6MCwiVmVydGljYWxBbGlnbm1lbnQiOjAsIlNtYXJ0Rm9yZWdyb3VuZCI6bnVsbCwiQmFja2dyb3VuZEZpbGxUeXBlIjowLCJNYXJnaW4iOnsiJGlkIjoiMzgyMyIsIlRvcCI6MC4wLCJMZWZ0IjowLjAsIlJpZ2h0IjoyMC4wLCJCb3R0b20iOjAuMH0sIlBhZGRpbmciOnsiJGlkIjoiMzgyNCIsIlRvcCI6MC4wLCJMZWZ0IjowLjAsIlJpZ2h0IjowLjAsIkJvdHRvbSI6MC4wfSwiQmFja2dyb3VuZCI6eyIkaWQiOiIzODI1IiwiQ29sb3IiOnsiJGlkIjoiMzgyNiIsIkEiOjI1NSwiUiI6NjgsIkciOjg0LCJCIjoxMDZ9fSwiSXNWaXNpYmxlIjpmYWxzZSwiV2lkdGgiOjAuMCwiSGVpZ2h0IjowLjAsIkJvcmRlclN0eWxlIjp7IiRpZCI6IjM4MjciLCJMaW5lQ29sb3IiOm51bGwsIkxpbmVXZWlnaHQiOjAuMCwiTGluZVR5cGUiOjAsIlBhcmVudFN0eWxlIjpudWxsfSwiUGFyZW50U3R5bGUiOm51bGx9LCJMZWZ0RW5kQ2Fwc1N0eWxlIjp7IiRpZCI6IjM4MjgiLCJGb250U2V0dGluZ3MiOnsiJGlkIjoiMzgyOSIsIkZvbnRTaXplIjoxOCwiRm9udE5hbWUiOiJDYWxpYnJpIiwiSXNCb2xkIjp0cnVlLCJJc0l0YWxpYyI6ZmFsc2UsIklzVW5kZXJsaW5lZCI6ZmFsc2UsIlBhcmVudFN0eWxlIjpudWxsfSwiQXV0b1NpemUiOjAsIkZvcmVncm91bmQiOnsiJGlkIjoiMzgzMCIsIkNvbG9yIjp7IiRpZCI6IjM4MzEiLCJBIjoyNTUsIlIiOjI1NSwiRyI6MTkyLCJCIjowfX0sIk1heFdpZHRoIjoiSW5maW5pdHkiLCJNYXhIZWlnaHQiOiJJbmZpbml0eSIsIlNtYXJ0Rm9yZWdyb3VuZElzQWN0aXZlIjpmYWxzZSwiSG9yaXpvbnRhbEFsaWdubWVudCI6MCwiVmVydGljYWxBbGlnbm1lbnQiOjAsIlNtYXJ0Rm9yZWdyb3VuZCI6bnVsbCwiQmFja2dyb3VuZEZpbGxUeXBlIjowLCJNYXJnaW4iOnsiJGlkIjoiMzgzMiIsIlRvcCI6MC4wLCJMZWZ0IjozOS41MDY2NjY2NjY2NjY2NjEsIlJpZ2h0IjowLjAsIkJvdHRvbSI6MC4wfSwiUGFkZGluZyI6eyIkaWQiOiIzODMzIiwiVG9wIjowLjAsIkxlZnQiOjAuMCwiUmlnaHQiOjAuMCwiQm90dG9tIjowLjB9LCJCYWNrZ3JvdW5kIjp7IiRpZCI6IjM4MzQiLCJDb2xvciI6eyIkaWQiOiIzODM1IiwiQSI6MjU1LCJSIjoyNTUsIkciOjE5MiwiQiI6MH19LCJJc1Zpc2libGUiOmZhbHNlLCJXaWR0aCI6MC4wLCJIZWlnaHQiOjAuMCwiQm9yZGVyU3R5bGUiOnsiJGlkIjoiMzgzNiIsIkxpbmVDb2xvciI6bnVsbCwiTGluZVdlaWdodCI6MC4wLCJMaW5lVHlwZSI6MCwiUGFyZW50U3R5bGUiOm51bGx9LCJQYXJlbnRTdHlsZSI6bnVsbH0sIlRvZGF5VGV4dFN0eWxlIjp7IiRpZCI6IjM4MzciLCJGb250U2V0dGluZ3MiOnsiJGlkIjoiMzgzOCIsIkZvbnRTaXplIjoxMiwiRm9udE5hbWUiOiJUaXRpbGxpdW0gV2ViIiwiSXNCb2xkIjpmYWxzZSwiSXNJdGFsaWMiOmZhbHNlLCJJc1VuZGVybGluZWQiOmZhbHNlLCJQYXJlbnRTdHlsZSI6bnVsbH0sIkF1dG9TaXplIjowLCJGb3JlZ3JvdW5kIjp7IiRpZCI6IjM4MzkiLCJDb2xvciI6eyIkaWQiOiIzODQw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M4NDEiLCJUb3AiOjAuMCwiTGVmdCI6MC4wLCJSaWdodCI6MC4wLCJCb3R0b20iOjAuMH0sIlBhZGRpbmciOnsiJGlkIjoiMzg0MiIsIlRvcCI6MC4wLCJMZWZ0IjowLjAsIlJpZ2h0IjowLjAsIkJvdHRvbSI6MC4wfSwiQmFja2dyb3VuZCI6eyIkaWQiOiIzODQzIiwiQ29sb3IiOnsiJGlkIjoiMzg0NCIsIkEiOjI1NSwiUiI6MCwiRyI6MCwiQiI6MH19LCJJc1Zpc2libGUiOmZhbHNlLCJXaWR0aCI6MC4wLCJIZWlnaHQiOjAuMCwiQm9yZGVyU3R5bGUiOnsiJGlkIjoiMzg0NSIsIkxpbmVDb2xvciI6bnVsbCwiTGluZVdlaWdodCI6MC4wLCJMaW5lVHlwZSI6MCwiUGFyZW50U3R5bGUiOm51bGx9LCJQYXJlbnRTdHlsZSI6bnVsbH0sIlRvZGF5TWFya2VyU3R5bGUiOnsiJGlkIjoiMzg0NiIsIk1hcmdpbiI6eyIkaWQiOiIzODQ3IiwiVG9wIjowLjAsIkxlZnQiOjAuMCwiUmlnaHQiOjAuMCwiQm90dG9tIjowLjB9LCJQYWRkaW5nIjp7IiRpZCI6IjM4NDgiLCJUb3AiOjAuMCwiTGVmdCI6MC4wLCJSaWdodCI6MC4wLCJCb3R0b20iOjAuMH0sIkJhY2tncm91bmQiOnsiJGlkIjoiMzg0OSIsIkNvbG9yIjp7IiRpZCI6IjM4NTAiLCJBIjoyNTUsIlIiOjI1NSwiRyI6MCwiQiI6MH19LCJJc1Zpc2libGUiOnRydWUsIldpZHRoIjowLjAsIkhlaWdodCI6MC4wLCJCb3JkZXJTdHlsZSI6bnVsbCwiUGFyZW50U3R5bGUiOm51bGx9LCJTY2FsZVN0eWxlIjp7IiRpZCI6IjM4NTEiLCJTaGFwZSI6MywiU2hvd1NlZ21lbnRTZXBhcmF0b3JzIjp0cnVlLCJTZWdtZW50U2VwYXJhdG9yT3BhY2l0eSI6MzAsIkhhc0JlZW5WaXNpYmxlQmVmb3JlIjp0cnVlLCJGb250U2V0dGluZ3MiOnsiJGlkIjoiMzg1MiIsIkZvbnRTaXplIjoxMiwiRm9udE5hbWUiOiJUaXRpbGxpdW0gV2ViIiwiSXNCb2xkIjpmYWxzZSwiSXNJdGFsaWMiOmZhbHNlLCJJc1VuZGVybGluZWQiOmZhbHNlLCJQYXJlbnRTdHlsZSI6bnVsbH0sIkF1dG9TaXplIjowLCJGb3JlZ3JvdW5kIjp7IiRpZCI6IjM4NTMiLCJDb2xvciI6eyIkaWQiOiIzODU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M4NTUiLCJUb3AiOjAuMCwiTGVmdCI6NC4wLCJSaWdodCI6NC4wLCJCb3R0b20iOjAuMH0sIlBhZGRpbmciOnsiJGlkIjoiMzg1NiIsIlRvcCI6MC4wLCJMZWZ0IjowLjAsIlJpZ2h0IjowLjAsIkJvdHRvbSI6MC4wfSwiQmFja2dyb3VuZCI6eyIkaWQiOiIzODU3IiwiQ29sb3IiOnsiJGlkIjoiMzg1OCIsIkEiOjI1NSwiUiI6NjgsIkciOjg0LCJCIjoxMDZ9fSwiSXNWaXNpYmxlIjp0cnVlLCJXaWR0aCI6MC4wLCJIZWlnaHQiOjAuMCwiQm9yZGVyU3R5bGUiOnsiJGlkIjoiMzg1OSIsIkxpbmVDb2xvciI6bnVsbCwiTGluZVdlaWdodCI6MC4wLCJMaW5lVHlwZSI6MCwiUGFyZW50U3R5bGUiOm51bGx9LCJQYXJlbnRTdHlsZSI6bnVsbH0sIlNpbmdsZVNjYWxlU2hhcGVTdHlsZSI6eyIkaWQiOiIzODYwIiwiU2hhcGUiOjAsIkhlaWdodCI6MC4wfSwiTWlkZGxlVGllclNjYWxlU3R5bGUiOnsiJGlkIjoiMzg2MSIsIlNoYXBlIjozLCJTaG93U2VnbWVudFNlcGFyYXRvcnMiOnRydWUsIlNlZ21lbnRTZXBhcmF0b3JPcGFjaXR5IjozMCwiSGFzQmVlblZpc2libGVCZWZvcmUiOmZhbHNlLCJGb250U2V0dGluZ3MiOnsiJGlkIjoiMzg2MiIsIkZvbnRTaXplIjoxMiwiRm9udE5hbWUiOiJDYWxpYnJpIiwiSXNCb2xkIjpmYWxzZSwiSXNJdGFsaWMiOmZhbHNlLCJJc1VuZGVybGluZWQiOmZhbHNlLCJQYXJlbnRTdHlsZSI6bnVsbH0sIkF1dG9TaXplIjowLCJGb3JlZ3JvdW5kIjp7IiRpZCI6IjM4NjMiLCJDb2xvciI6eyIkaWQiOiIzODY0IiwiQSI6MjU1LCJSIjoyMzEsIkciOjIzMCwiQiI6MjMwfX0sIk1heFdpZHRoIjoyMDAuMCwiTWF4SGVpZ2h0IjoiSW5maW5pdHkiLCJTbWFydEZvcmVncm91bmRJc0FjdGl2ZSI6ZmFsc2UsIkhvcml6b250YWxBbGlnbm1lbnQiOjAsIlZlcnRpY2FsQWxpZ25tZW50IjoxLCJTbWFydEZvcmVncm91bmQiOm51bGwsIkJhY2tncm91bmRGaWxsVHlwZSI6MCwiTWFyZ2luIjp7IiRpZCI6IjM4NjUiLCJUb3AiOjAuMCwiTGVmdCI6NC4wLCJSaWdodCI6NC4wLCJCb3R0b20iOjAuMH0sIlBhZGRpbmciOnsiJGlkIjoiMzg2NiIsIlRvcCI6MC4wLCJMZWZ0IjowLjAsIlJpZ2h0IjowLjAsIkJvdHRvbSI6MC4wfSwiQmFja2dyb3VuZCI6eyIkaWQiOiIzODY3IiwiQ29sb3IiOnsiJGlkIjoiMzg2OCIsIkEiOjI1NSwiUiI6NjgsIkciOjg0LCJCIjoxMDZ9fSwiSXNWaXNpYmxlIjpmYWxzZSwiV2lkdGgiOjAuMCwiSGVpZ2h0IjowLjAsIkJvcmRlclN0eWxlIjp7IiRpZCI6IjM4NjkiLCJMaW5lQ29sb3IiOm51bGwsIkxpbmVXZWlnaHQiOjAuMCwiTGluZVR5cGUiOjAsIlBhcmVudFN0eWxlIjpudWxsfSwiUGFyZW50U3R5bGUiOm51bGx9LCJCb3R0b21UaWVyU2NhbGVTdHlsZSI6eyIkaWQiOiIzODcwIiwiU2hhcGUiOjMsIlNob3dTZWdtZW50U2VwYXJhdG9ycyI6dHJ1ZSwiU2VnbWVudFNlcGFyYXRvck9wYWNpdHkiOjMwLCJIYXNCZWVuVmlzaWJsZUJlZm9yZSI6ZmFsc2UsIkZvbnRTZXR0aW5ncyI6eyIkaWQiOiIzODcxIiwiRm9udFNpemUiOjEyLCJGb250TmFtZSI6IkNhbGlicmkiLCJJc0JvbGQiOmZhbHNlLCJJc0l0YWxpYyI6ZmFsc2UsIklzVW5kZXJsaW5lZCI6ZmFsc2UsIlBhcmVudFN0eWxlIjpudWxsfSwiQXV0b1NpemUiOjAsIkZvcmVncm91bmQiOnsiJGlkIjoiMzg3MiIsIkNvbG9yIjp7IiRpZCI6IjM4NzMiLCJBIjoyNTUsIlIiOjIzMSwiRyI6MjMwLCJCIjoyMzB9fSwiTWF4V2lkdGgiOjIwMC4wLCJNYXhIZWlnaHQiOiJJbmZpbml0eSIsIlNtYXJ0Rm9yZWdyb3VuZElzQWN0aXZlIjpmYWxzZSwiSG9yaXpvbnRhbEFsaWdubWVudCI6MCwiVmVydGljYWxBbGlnbm1lbnQiOjEsIlNtYXJ0Rm9yZWdyb3VuZCI6bnVsbCwiQmFja2dyb3VuZEZpbGxUeXBlIjowLCJNYXJnaW4iOnsiJGlkIjoiMzg3NCIsIlRvcCI6MC4wLCJMZWZ0Ijo0LjAsIlJpZ2h0Ijo0LjAsIkJvdHRvbSI6MC4wfSwiUGFkZGluZyI6eyIkaWQiOiIzODc1IiwiVG9wIjowLjAsIkxlZnQiOjAuMCwiUmlnaHQiOjAuMCwiQm90dG9tIjowLjB9LCJCYWNrZ3JvdW5kIjp7IiRpZCI6IjM4NzYiLCJDb2xvciI6eyIkaWQiOiIzODc3IiwiQSI6MjU1LCJSIjo2OCwiRyI6ODQsIkIiOjEwNn19LCJJc1Zpc2libGUiOmZhbHNlLCJXaWR0aCI6MC4wLCJIZWlnaHQiOjAuMCwiQm9yZGVyU3R5bGUiOnsiJGlkIjoiMzg3OCIsIkxpbmVDb2xvciI6bnVsbCwiTGluZVdlaWdodCI6MC4wLCJMaW5lVHlwZSI6MCwiUGFyZW50U3R5bGUiOm51bGx9LCJQYXJlbnRTdHlsZSI6bnVsbH0sIkVsYXBzZWRUaW1lQmFja2dyb3VuZCI6eyIkaWQiOiIzODc5IiwiQ29sb3IiOnsiJGlkIjoiMzg4MCIsIkEiOjE5MSwiUiI6MjU1LCJHIjowLCJCIjowfX0sIkFwcGVuZFllYXJPblllYXJDaGFuZ2UiOmZhbHNlLCJFbGFwc2VkVGltZUZvcm1hdCI6MCwiVG9kYXlNYXJrZXJQb3NpdGlvbiI6MCwiUXVpY2tQb3NpdGlvbiI6MywiQWJzb2x1dGVQb3NpdGlvbiI6MTM1LjAsIk1hcmdpbiI6eyIkaWQiOiIzODgxIiwiVG9wIjowLjAsIkxlZnQiOjEwLjAsIlJpZ2h0IjoxMC4wLCJCb3R0b20iOjAuMH0sIlBhZGRpbmciOnsiJGlkIjoiMzg4MiIsIlRvcCI6MC4wLCJMZWZ0IjowLjAsIlJpZ2h0IjowLjAsIkJvdHRvbSI6MC4wfSwiQmFja2dyb3VuZCI6eyIkaWQiOiIzODgzIiwiQ29sb3IiOnsiJGlkIjoiMzg4NCIsIkEiOjI1NSwiUiI6NDcsIkciOjU0LCJCIjoxNTN9fSwiSXNWaXNpYmxlIjpmYWxzZSwiV2lkdGgiOjAuMCwiSGVpZ2h0IjowLjAsIkJvcmRlclN0eWxlIjpudWxsLCJQYXJlbnRTdHlsZSI6bnVsbH0sIkRlZmF1bHRNaWxlc3RvbmVTdHlsZSI6eyIkaWQiOiIzODg1IiwiU2hhcGUiOjAsIkNvbm5lY3Rvck1hcmdpbiI6eyIkaWQiOiIzODg2IiwiVG9wIjowLjAsIkxlZnQiOjIuMCwiUmlnaHQiOjIuMCwiQm90dG9tIjowLjB9LCJDb25uZWN0b3JTdHlsZSI6eyIkaWQiOiIzODg3IiwiTGluZUNvbG9yIjp7IiRpZCI6IjM4ODgiLCIkdHlwZSI6Ik5MUkUuQ29tbW9uLkRvbS5Tb2xpZENvbG9yQnJ1c2gsIE5MUkUuQ29tbW9uIiwiQ29sb3IiOnsiJGlkIjoiMzg4OSIsIkEiOjEyNywiUiI6MjM3LCJHIjoxMjUsIkIiOjQ5fX0sIkxpbmVXZWlnaHQiOjEuMCwiTGluZVR5cGUiOjAsIlBhcmVudFN0eWxlIjpudWxsfSwiSXNCZWxvd1RpbWViYW5kIjpmYWxzZSwiUG9zaXRpb25PblRhc2siOjAsIkhpZGVEYXRlIjpmYWxzZSwiU2hhcGVTaXplIjoxLCJTcGFjaW5nIjowLjAsIlBhZGRpbmciOnsiJGlkIjoiMzg5MCIsIlRvcCI6NS4wLCJMZWZ0IjozLjAsIlJpZ2h0IjowLjAsIkJvdHRvbSI6Mi4wfSwiU2hhcGVTdHlsZSI6eyIkaWQiOiIzODkxIiwiTWFyZ2luIjp7IiRpZCI6IjM4OTIiLCJUb3AiOjAuMCwiTGVmdCI6MC4wLCJSaWdodCI6MC4wLCJCb3R0b20iOjAuMH0sIlBhZGRpbmciOnsiJGlkIjoiMzg5MyIsIlRvcCI6MC4wLCJMZWZ0IjowLjAsIlJpZ2h0IjowLjAsIkJvdHRvbSI6MC4wfSwiQmFja2dyb3VuZCI6eyIkaWQiOiIzODk0IiwiQ29sb3IiOnsiJGlkIjoiMzg5NSIsIkEiOjI1NSwiUiI6MjM3LCJHIjoxMjUsIkIiOjQ5fX0sIklzVmlzaWJsZSI6dHJ1ZSwiV2lkdGgiOjE4LjAsIkhlaWdodCI6MjAuMCwiQm9yZGVyU3R5bGUiOnsiJGlkIjoiMzg5NiIsIkxpbmVDb2xvciI6eyIkaWQiOiIzODk3IiwiJHR5cGUiOiJOTFJFLkNvbW1vbi5Eb20uU29saWRDb2xvckJydXNoLCBOTFJFLkNvbW1vbiIsIkNvbG9yIjp7IiRpZCI6IjM4OTgiLCJBIjoyNTUsIlIiOjIzNCwiRyI6MjIsIkIiOjMwfX0sIkxpbmVXZWlnaHQiOjAuMCwiTGluZVR5cGUiOjAsIlBhcmVudFN0eWxlIjpudWxsfSwiUGFyZW50U3R5bGUiOm51bGx9LCJUaXRsZVN0eWxlIjp7IiRpZCI6IjM4OTkiLCJGb250U2V0dGluZ3MiOnsiJGlkIjoiMzkwMCIsIkZvbnRTaXplIjoxMSwiRm9udE5hbWUiOiJDYWxpYnJpIiwiSXNCb2xkIjp0cnVlLCJJc0l0YWxpYyI6ZmFsc2UsIklzVW5kZXJsaW5lZCI6ZmFsc2UsIlBhcmVudFN0eWxlIjpudWxsfSwiQXV0b1NpemUiOjAsIkZvcmVncm91bmQiOnsiJGlkIjoiMzkwMSIsIkNvbG9yIjp7IiRpZCI6IjM5M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kwMyIsIlRvcCI6MC4wLCJMZWZ0IjowLjAsIlJpZ2h0IjowLjAsIkJvdHRvbSI6MC4wfSwiUGFkZGluZyI6eyIkaWQiOiIzOTA0IiwiVG9wIjowLjAsIkxlZnQiOjAuMCwiUmlnaHQiOjAuMCwiQm90dG9tIjowLjB9LCJCYWNrZ3JvdW5kIjp7IiRpZCI6IjM5MDUiLCJDb2xvciI6eyIkaWQiOiIzOTA2IiwiQSI6MjU1LCJSIjowLCJHIjowLCJCIjowfX0sIklzVmlzaWJsZSI6dHJ1ZSwiV2lkdGgiOjAuMCwiSGVpZ2h0IjowLjAsIkJvcmRlclN0eWxlIjp7IiRpZCI6IjM5MDciLCJMaW5lQ29sb3IiOm51bGwsIkxpbmVXZWlnaHQiOjAuMCwiTGluZVR5cGUiOjAsIlBhcmVudFN0eWxlIjpudWxsfSwiUGFyZW50U3R5bGUiOm51bGx9LCJEYXRlU3R5bGUiOnsiJGlkIjoiMzkwOCIsIkZvbnRTZXR0aW5ncyI6eyIkaWQiOiIzOTA5IiwiRm9udFNpemUiOjEwLCJGb250TmFtZSI6IkNhbGlicmkiLCJJc0JvbGQiOmZhbHNlLCJJc0l0YWxpYyI6ZmFsc2UsIklzVW5kZXJsaW5lZCI6ZmFsc2UsIlBhcmVudFN0eWxlIjpudWxsfSwiQXV0b1NpemUiOjAsIkZvcmVncm91bmQiOnsiJGlkIjoiMzkxMCIsIkNvbG9yIjp7IiRpZCI6IjM5MT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5MTIiLCJUb3AiOjAuMCwiTGVmdCI6MC4wLCJSaWdodCI6MC4wLCJCb3R0b20iOjAuMH0sIlBhZGRpbmciOnsiJGlkIjoiMzkxMyIsIlRvcCI6MC4wLCJMZWZ0IjowLjAsIlJpZ2h0IjowLjAsIkJvdHRvbSI6MC4wfSwiQmFja2dyb3VuZCI6eyIkaWQiOiIzOTE0IiwiQ29sb3IiOnsiJGlkIjoiMzkxNSIsIkEiOjI1NSwiUiI6NjgsIkciOjg0LCJCIjoxMDZ9fSwiSXNWaXNpYmxlIjp0cnVlLCJXaWR0aCI6MC4wLCJIZWlnaHQiOjAuMCwiQm9yZGVyU3R5bGUiOnsiJGlkIjoiMzkxNiIsIkxpbmVDb2xvciI6bnVsbCwiTGluZVdlaWdodCI6MC4wLCJMaW5lVHlwZSI6MCwiUGFyZW50U3R5bGUiOm51bGx9LCJQYXJlbnRTdHlsZSI6bnVsbH0sIkRhdGVGb3JtYXQiOnsiJGlkIjoiMzkxN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E4IiwiRm9ybWF0IjowLCJJc1Zpc2libGUiOmZhbHNlLCJMYXN0S25vd25WaXNpYmlsaXR5U3RhdGUiOmZhbHNlfSwiSXNWaXNpYmxlIjp0cnVlLCJWYXJpYW5jZVN0eWxlIjp7IiRpZCI6IjM5MTkiLCJUZXh0U3R5bGUiOnsiJGlkIjoiMzkyMCIsIkZvbnRTZXR0aW5ncyI6eyIkaWQiOiIzOTIxIiwiRm9udFNpemUiOjEwLCJGb250TmFtZSI6IkNhbGlicmkiLCJJc0JvbGQiOmZhbHNlLCJJc0l0YWxpYyI6ZmFsc2UsIklzVW5kZXJsaW5lZCI6ZmFsc2UsIlBhcmVudFN0eWxlIjpudWxsfSwiQXV0b1NpemUiOjAsIkZvcmVncm91bmQiOnsiJGlkIjoiMzkyMiIsIkNvbG9yIjp7IiRpZCI6IjM5Mj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yNCIsIlRvcCI6MC4wLCJMZWZ0IjowLjAsIlJpZ2h0IjowLjAsIkJvdHRvbSI6MC4wfSwiUGFkZGluZyI6eyIkaWQiOiIzOTI1IiwiVG9wIjowLjAsIkxlZnQiOjAuMCwiUmlnaHQiOjAuMCwiQm90dG9tIjowLjB9LCJCYWNrZ3JvdW5kIjp7IiRpZCI6IjM5MjYiLCJDb2xvciI6eyIkaWQiOiIzOTI3IiwiQSI6MjU1LCJSIjowLCJHIjowLCJCIjowfX0sIklzVmlzaWJsZSI6dHJ1ZSwiV2lkdGgiOjAuMCwiSGVpZ2h0IjowLjAsIkJvcmRlclN0eWxlIjpudWxsLCJQYXJlbnRTdHlsZSI6bnVsbH0sIlBhcmVudFN0eWxlIjpudWxsfSwiUGFyZW50U3R5bGUiOm51bGx9LCJEZWZhdWx0TW90U3R5bGUiOnsiJGlkIjoiMzkyOCIsIlNoYXBlIjowLCJDb25uZWN0b3JNYXJnaW4iOnsiJGlkIjoiMzkyOSIsIlRvcCI6MC4wLCJMZWZ0IjoyLjAsIlJpZ2h0IjoyLjAsIkJvdHRvbSI6MC4wfSwiQ29ubmVjdG9yU3R5bGUiOnsiJGlkIjoiMzkzMCIsIkxpbmVDb2xvciI6eyIkaWQiOiIzOTMxIiwiJHR5cGUiOiJOTFJFLkNvbW1vbi5Eb20uU29saWRDb2xvckJydXNoLCBOTFJFLkNvbW1vbiIsIkNvbG9yIjp7IiRpZCI6IjM5MzIiLCJBIjoxMjcsIlIiOjIzNywiRyI6MTI1LCJCIjo0OX19LCJMaW5lV2VpZ2h0IjoxLjAsIkxpbmVUeXBlIjowLCJQYXJlbnRTdHlsZSI6bnVsbH0sIklzQmVsb3dUaW1lYmFuZCI6ZmFsc2UsIlBvc2l0aW9uT25UYXNrIjoxLCJIaWRlRGF0ZSI6ZmFsc2UsIlNoYXBlU2l6ZSI6MSwiU3BhY2luZyI6MC4wLCJQYWRkaW5nIjp7IiRpZCI6IjM5MzMiLCJUb3AiOjUuMCwiTGVmdCI6My4wLCJSaWdodCI6MC4wLCJCb3R0b20iOjIuMH0sIlNoYXBlU3R5bGUiOnsiJGlkIjoiMzkzNCIsIk1hcmdpbiI6eyIkaWQiOiIzOTM1IiwiVG9wIjowLjAsIkxlZnQiOjAuMCwiUmlnaHQiOjAuMCwiQm90dG9tIjowLjB9LCJQYWRkaW5nIjp7IiRpZCI6IjM5MzYiLCJUb3AiOjAuMCwiTGVmdCI6MC4wLCJSaWdodCI6MC4wLCJCb3R0b20iOjAuMH0sIkJhY2tncm91bmQiOnsiJGlkIjoiMzkzNyIsIkNvbG9yIjp7IiRpZCI6IjM5MzgiLCJBIjoyNTUsIlIiOjIzNywiRyI6MTI1LCJCIjo0OX19LCJJc1Zpc2libGUiOnRydWUsIldpZHRoIjoxMy4wLCJIZWlnaHQiOjEzLjAsIkJvcmRlclN0eWxlIjp7IiRpZCI6IjM5MzkiLCJMaW5lQ29sb3IiOnsiJGlkIjoiMzk0MCIsIiR0eXBlIjoiTkxSRS5Db21tb24uRG9tLlNvbGlkQ29sb3JCcnVzaCwgTkxSRS5Db21tb24iLCJDb2xvciI6eyIkaWQiOiIzOTQxIiwiQSI6MjU1LCJSIjoyMzQsIkciOjIyLCJCIjozMH19LCJMaW5lV2VpZ2h0IjowLjAsIkxpbmVUeXBlIjowLCJQYXJlbnRTdHlsZSI6bnVsbH0sIlBhcmVudFN0eWxlIjpudWxsfSwiVGl0bGVTdHlsZSI6eyIkaWQiOiIzOTQyIiwiRm9udFNldHRpbmdzIjp7IiRpZCI6IjM5NDMiLCJGb250U2l6ZSI6MTEsIkZvbnROYW1lIjoiQ2FsaWJyaSIsIklzQm9sZCI6dHJ1ZSwiSXNJdGFsaWMiOmZhbHNlLCJJc1VuZGVybGluZWQiOmZhbHNlLCJQYXJlbnRTdHlsZSI6bnVsbH0sIkF1dG9TaXplIjowLCJGb3JlZ3JvdW5kIjp7IiRpZCI6IjM5NDQiLCJDb2xvciI6eyIkaWQiOiIzOTQ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5NDYiLCJUb3AiOjAuMCwiTGVmdCI6MC4wLCJSaWdodCI6MC4wLCJCb3R0b20iOjAuMH0sIlBhZGRpbmciOnsiJGlkIjoiMzk0NyIsIlRvcCI6MC4wLCJMZWZ0IjowLjAsIlJpZ2h0IjowLjAsIkJvdHRvbSI6MC4wfSwiQmFja2dyb3VuZCI6eyIkaWQiOiIzOTQ4IiwiQ29sb3IiOnsiJGlkIjoiMzk0OSIsIkEiOjI1NSwiUiI6MCwiRyI6MCwiQiI6MH19LCJJc1Zpc2libGUiOnRydWUsIldpZHRoIjowLjAsIkhlaWdodCI6MC4wLCJCb3JkZXJTdHlsZSI6eyIkaWQiOiIzOTUwIiwiTGluZUNvbG9yIjpudWxsLCJMaW5lV2VpZ2h0IjowLjAsIkxpbmVUeXBlIjowLCJQYXJlbnRTdHlsZSI6bnVsbH0sIlBhcmVudFN0eWxlIjpudWxsfSwiRGF0ZVN0eWxlIjp7IiRpZCI6IjM5NTEiLCJGb250U2V0dGluZ3MiOnsiJGlkIjoiMzk1MiIsIkZvbnRTaXplIjoxMCwiRm9udE5hbWUiOiJDYWxpYnJpIiwiSXNCb2xkIjpmYWxzZSwiSXNJdGFsaWMiOmZhbHNlLCJJc1VuZGVybGluZWQiOmZhbHNlLCJQYXJlbnRTdHlsZSI6bnVsbH0sIkF1dG9TaXplIjowLCJGb3JlZ3JvdW5kIjp7IiRpZCI6IjM5NTMiLCJDb2xvciI6eyIkaWQiOiIzOTU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zOTU1IiwiVG9wIjowLjAsIkxlZnQiOjAuMCwiUmlnaHQiOjAuMCwiQm90dG9tIjowLjB9LCJQYWRkaW5nIjp7IiRpZCI6IjM5NTYiLCJUb3AiOjAuMCwiTGVmdCI6MC4wLCJSaWdodCI6MC4wLCJCb3R0b20iOjAuMH0sIkJhY2tncm91bmQiOnsiJGlkIjoiMzk1NyIsIkNvbG9yIjp7IiRpZCI6IjM5NTgiLCJBIjoyNTUsIlIiOjY4LCJHIjo4NCwiQiI6MTA2fX0sIklzVmlzaWJsZSI6dHJ1ZSwiV2lkdGgiOjAuMCwiSGVpZ2h0IjowLjAsIkJvcmRlclN0eWxlIjp7IiRpZCI6IjM5NTkiLCJMaW5lQ29sb3IiOm51bGwsIkxpbmVXZWlnaHQiOjAuMCwiTGluZVR5cGUiOjAsIlBhcmVudFN0eWxlIjpudWxsfSwiUGFyZW50U3R5bGUiOm51bGx9LCJEYXRlRm9ybWF0Ijp7IiRpZCI6IjM5NjA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2MSIsIkZvcm1hdCI6MCwiSXNWaXNpYmxlIjpmYWxzZSwiTGFzdEtub3duVmlzaWJpbGl0eVN0YXRlIjpmYWxzZX0sIklzVmlzaWJsZSI6dHJ1ZSwiVmFyaWFuY2VTdHlsZSI6eyIkaWQiOiIzOTYyIiwiVGV4dFN0eWxlIjp7IiRpZCI6IjM5NjMiLCJGb250U2V0dGluZ3MiOnsiJGlkIjoiMzk2NCIsIkZvbnRTaXplIjoxMCwiRm9udE5hbWUiOiJDYWxpYnJpIiwiSXNCb2xkIjpmYWxzZSwiSXNJdGFsaWMiOmZhbHNlLCJJc1VuZGVybGluZWQiOmZhbHNlLCJQYXJlbnRTdHlsZSI6bnVsbH0sIkF1dG9TaXplIjowLCJGb3JlZ3JvdW5kIjp7IiRpZCI6IjM5NjUiLCJDb2xvciI6eyIkaWQiOiIzOTY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5NjciLCJUb3AiOjAuMCwiTGVmdCI6MC4wLCJSaWdodCI6MC4wLCJCb3R0b20iOjAuMH0sIlBhZGRpbmciOnsiJGlkIjoiMzk2OCIsIlRvcCI6MC4wLCJMZWZ0IjowLjAsIlJpZ2h0IjowLjAsIkJvdHRvbSI6MC4wfSwiQmFja2dyb3VuZCI6eyIkaWQiOiIzOTY5IiwiQ29sb3IiOnsiJGlkIjoiMzk3MCIsIkEiOjI1NSwiUiI6MCwiRyI6MCwiQiI6MH19LCJJc1Zpc2libGUiOnRydWUsIldpZHRoIjowLjAsIkhlaWdodCI6MC4wLCJCb3JkZXJTdHlsZSI6bnVsbCwiUGFyZW50U3R5bGUiOm51bGx9LCJQYXJlbnRTdHlsZSI6bnVsbH0sIlBhcmVudFN0eWxlIjpudWxsfSwiRGVmYXVsdFRhc2tTdHlsZSI6eyIkaWQiOiIzOTcxIiwiU2hhcGUiOjMsIlNoYXBlVGhpY2tuZXNzIjowLCJEdXJhdGlvbkZvcm1hdCI6MCwiSW5jbHVkZU5vbldvcmtpbmdEYXlzSW5EdXJhdGlvbiI6ZmFsc2UsIlBlcmNlbnRhZ2VDb21wbGV0ZVN0eWxlIjp7IiRpZCI6IjM5NzIiLCJGb250U2V0dGluZ3MiOnsiJGlkIjoiMzk3MyIsIkZvbnRTaXplIjoxMCwiRm9udE5hbWUiOiJDYWxpYnJpIiwiSXNCb2xkIjpmYWxzZSwiSXNJdGFsaWMiOmZhbHNlLCJJc1VuZGVybGluZWQiOmZhbHNlLCJQYXJlbnRTdHlsZSI6bnVsbH0sIkF1dG9TaXplIjowLCJGb3JlZ3JvdW5kIjp7IiRpZCI6IjM5NzQiLCJDb2xvciI6eyIkaWQiOiIzOTc1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M5NzYiLCJUb3AiOjAuMCwiTGVmdCI6MC4wLCJSaWdodCI6MC4wLCJCb3R0b20iOjAuMH0sIlBhZGRpbmciOnsiJGlkIjoiMzk3NyIsIlRvcCI6MC4wLCJMZWZ0IjowLjAsIlJpZ2h0IjowLjAsIkJvdHRvbSI6MC4wfSwiQmFja2dyb3VuZCI6eyIkaWQiOiIzOTc4IiwiQ29sb3IiOnsiJGlkIjoiMzk3OSIsIkEiOjg5LCJSIjowLCJHIjowLCJCIjowfX0sIklzVmlzaWJsZSI6dHJ1ZSwiV2lkdGgiOjAuMCwiSGVpZ2h0IjowLjAsIkJvcmRlclN0eWxlIjp7IiRpZCI6IjM5ODAiLCJMaW5lQ29sb3IiOm51bGwsIkxpbmVXZWlnaHQiOjAuMCwiTGluZVR5cGUiOjAsIlBhcmVudFN0eWxlIjpudWxsfSwiUGFyZW50U3R5bGUiOm51bGx9LCJEdXJhdGlvblN0eWxlIjp7IiRpZCI6IjM5ODEiLCJGb250U2V0dGluZ3MiOnsiJGlkIjoiMzk4MiIsIkZvbnRTaXplIjoxMCwiRm9udE5hbWUiOiJDYWxpYnJpIiwiSXNCb2xkIjpmYWxzZSwiSXNJdGFsaWMiOmZhbHNlLCJJc1VuZGVybGluZWQiOmZhbHNlLCJQYXJlbnRTdHlsZSI6bnVsbH0sIkF1dG9TaXplIjowLCJGb3JlZ3JvdW5kIjp7IiRpZCI6IjM5ODMiLCJDb2xvciI6eyIkaWQiOiIzOT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Tg1IiwiVG9wIjowLjAsIkxlZnQiOjAuMCwiUmlnaHQiOjAuMCwiQm90dG9tIjowLjB9LCJQYWRkaW5nIjp7IiRpZCI6IjM5ODYiLCJUb3AiOjAuMCwiTGVmdCI6MC4wLCJSaWdodCI6MC4wLCJCb3R0b20iOjAuMH0sIkJhY2tncm91bmQiOnsiJGlkIjoiMzk4NyIsIkNvbG9yIjp7IiRpZCI6IjM5ODgiLCJBIjoyNTUsIlIiOjY4LCJHIjo4NCwiQiI6MTA2fX0sIklzVmlzaWJsZSI6dHJ1ZSwiV2lkdGgiOjAuMCwiSGVpZ2h0IjowLjAsIkJvcmRlclN0eWxlIjp7IiRpZCI6IjM5ODkiLCJMaW5lQ29sb3IiOm51bGwsIkxpbmVXZWlnaHQiOjAuMCwiTGluZVR5cGUiOjAsIlBhcmVudFN0eWxlIjpudWxsfSwiUGFyZW50U3R5bGUiOm51bGx9LCJIb3Jpem9udGFsQ29ubmVjdG9yU3R5bGUiOnsiJGlkIjoiMzk5MCIsIkxpbmVDb2xvciI6eyIkaWQiOiIzOTkxIiwiJHR5cGUiOiJOTFJFLkNvbW1vbi5Eb20uU29saWRDb2xvckJydXNoLCBOTFJFLkNvbW1vbiIsIkNvbG9yIjp7IiRpZCI6IjM5OTIiLCJBIjo1MSwiUiI6NjgsIkciOjExNCwiQiI6MTk2fX0sIkxpbmVXZWlnaHQiOjEuMCwiTGluZVR5cGUiOjAsIlBhcmVudFN0eWxlIjpudWxsfSwiVmVydGljYWxDb25uZWN0b3JTdHlsZSI6eyIkaWQiOiIzOTkzIiwiTGluZUNvbG9yIjp7IiRpZCI6IjM5OTQiLCIkdHlwZSI6Ik5MUkUuQ29tbW9uLkRvbS5Tb2xpZENvbG9yQnJ1c2gsIE5MUkUuQ29tbW9uIiwiQ29sb3IiOnsiJGlkIjoiMzk5NSIsIkEiOjUxLCJSIjo2OCwiRyI6MTE0LCJCIjoxOTZ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zOTk2IiwiU2hhcGVTdHlsZSI6eyIkaWQiOiIzOTk3IiwiTWFyZ2luIjp7IiRpZCI6IjM5OTgiLCJUb3AiOjAuMCwiTGVmdCI6MC4wLCJSaWdodCI6MC4wLCJCb3R0b20iOjAuMH0sIlBhZGRpbmciOnsiJGlkIjoiMzk5OSIsIlRvcCI6MC4wLCJMZWZ0IjowLjAsIlJpZ2h0IjowLjAsIkJvdHRvbSI6MC4wfSwiQmFja2dyb3VuZCI6eyIkaWQiOiI0MDAwIiwiQ29sb3IiOnsiJGlkIjoiNDAwMSIsIkEiOjE1MywiUiI6MCwiRyI6MCwiQiI6MH19LCJJc1Zpc2libGUiOnRydWUsIldpZHRoIjowLjAsIkhlaWdodCI6MC4wLCJCb3JkZXJTdHlsZSI6eyIkaWQiOiI0MDAyIiwiTGluZUNvbG9yIjp7IiRpZCI6IjQwMDMiLCIkdHlwZSI6Ik5MUkUuQ29tbW9uLkRvbS5Tb2xpZENvbG9yQnJ1c2gsIE5MUkUuQ29tbW9uIiwiQ29sb3IiOnsiJGlkIjoiNDAwNCIsIkEiOjI1NSwiUiI6MjU1LCJHIjowLCJCIjowfX0sIkxpbmVXZWlnaHQiOjAuMCwiTGluZVR5cGUiOjAsIlBhcmVudFN0eWxlIjpudWxsfSwiUGFyZW50U3R5bGUiOm51bGx9LCJNYXJnaW4iOnsiJGlkIjoiNDAwNSIsIlRvcCI6MC4wLCJMZWZ0IjowLjAsIlJpZ2h0IjowLjAsIkJvdHRvbSI6MC4wfSwiUGFkZGluZyI6eyIkaWQiOiI0MDA2IiwiVG9wIjowLjAsIkxlZnQiOjAuMCwiUmlnaHQiOjAuMCwiQm90dG9tIjowLjB9LCJCYWNrZ3JvdW5kIjpudWxsLCJJc1Zpc2libGUiOnRydWUsIldpZHRoIjowLjAsIkhlaWdodCI6MC4wLCJCb3JkZXJTdHlsZSI6bnVsbCwiUGFyZW50U3R5bGUiOm51bGx9LCJTaGFwZVN0eWxlIjp7IiRpZCI6IjQwMDciLCJNYXJnaW4iOnsiJGlkIjoiNDAwOCIsIlRvcCI6MC4wLCJMZWZ0Ijo0LjAsIlJpZ2h0Ijo0LjAsIkJvdHRvbSI6MC4wfSwiUGFkZGluZyI6eyIkaWQiOiI0MDA5IiwiVG9wIjowLjAsIkxlZnQiOjAuMCwiUmlnaHQiOjAuMCwiQm90dG9tIjowLjB9LCJCYWNrZ3JvdW5kIjp7IiRpZCI6IjQwMTAiLCJDb2xvciI6eyIkaWQiOiI0MDExIiwiQSI6MjU1LCJSIjo2OCwiRyI6MTE0LCJCIjoxOTZ9fSwiSXNWaXNpYmxlIjp0cnVlLCJXaWR0aCI6MC4wLCJIZWlnaHQiOjEwLjAsIkJvcmRlclN0eWxlIjp7IiRpZCI6IjQwMTIiLCJMaW5lQ29sb3IiOnsiJGlkIjoiNDAxMyIsIiR0eXBlIjoiTkxSRS5Db21tb24uRG9tLlNvbGlkQ29sb3JCcnVzaCwgTkxSRS5Db21tb24iLCJDb2xvciI6eyIkaWQiOiI0MDE0IiwiQSI6MjU1LCJSIjoyMzQsIkciOjIyLCJCIjozMH19LCJMaW5lV2VpZ2h0IjowLjAsIkxpbmVUeXBlIjowLCJQYXJlbnRTdHlsZSI6bnVsbH0sIlBhcmVudFN0eWxlIjpudWxsfSwiVGl0bGVTdHlsZSI6eyIkaWQiOiI0MDE1IiwiRm9udFNldHRpbmdzIjp7IiRpZCI6IjQwMTYiLCJGb250U2l6ZSI6MTEsIkZvbnROYW1lIjoiQ2FsaWJyaSIsIklzQm9sZCI6ZmFsc2UsIklzSXRhbGljIjpmYWxzZSwiSXNVbmRlcmxpbmVkIjpmYWxzZSwiUGFyZW50U3R5bGUiOm51bGx9LCJBdXRvU2l6ZSI6MCwiRm9yZWdyb3VuZCI6eyIkaWQiOiI0MDE3IiwiQ29sb3IiOnsiJGlkIjoiNDAx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0MDE5IiwiVG9wIjowLjAsIkxlZnQiOjAuMCwiUmlnaHQiOjAuMCwiQm90dG9tIjowLjB9LCJQYWRkaW5nIjp7IiRpZCI6IjQwMjAiLCJUb3AiOjAuMCwiTGVmdCI6MC4wLCJSaWdodCI6MC4wLCJCb3R0b20iOjAuMH0sIkJhY2tncm91bmQiOnsiJGlkIjoiNDAyMSIsIkNvbG9yIjp7IiRpZCI6IjQwMjIiLCJBIjoyNTUsIlIiOjAsIkciOjAsIkIiOjB9fSwiSXNWaXNpYmxlIjp0cnVlLCJXaWR0aCI6MC4wLCJIZWlnaHQiOjAuMCwiQm9yZGVyU3R5bGUiOnsiJGlkIjoiNDAyMyIsIkxpbmVDb2xvciI6bnVsbCwiTGluZVdlaWdodCI6MC4wLCJMaW5lVHlwZSI6MCwiUGFyZW50U3R5bGUiOm51bGx9LCJQYXJlbnRTdHlsZSI6bnVsbH0sIkRhdGVTdHlsZSI6eyIkaWQiOiI0MDI0IiwiRm9udFNldHRpbmdzIjp7IiRpZCI6IjQwMjUiLCJGb250U2l6ZSI6MTAsIkZvbnROYW1lIjoiQ2FsaWJyaSIsIklzQm9sZCI6ZmFsc2UsIklzSXRhbGljIjpmYWxzZSwiSXNVbmRlcmxpbmVkIjpmYWxzZSwiUGFyZW50U3R5bGUiOm51bGx9LCJBdXRvU2l6ZSI6MCwiRm9yZWdyb3VuZCI6eyIkaWQiOiI0MDI2IiwiQ29sb3IiOnsiJGlkIjoiNDAy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AyOCIsIlRvcCI6MC4wLCJMZWZ0IjowLjAsIlJpZ2h0IjowLjAsIkJvdHRvbSI6MC4wfSwiUGFkZGluZyI6eyIkaWQiOiI0MDI5IiwiVG9wIjowLjAsIkxlZnQiOjAuMCwiUmlnaHQiOjAuMCwiQm90dG9tIjowLjB9LCJCYWNrZ3JvdW5kIjp7IiRpZCI6IjQwMzAiLCJDb2xvciI6eyIkaWQiOiI0MDMxIiwiQSI6MjU1LCJSIjo2OCwiRyI6ODQsIkIiOjEwNn19LCJJc1Zpc2libGUiOnRydWUsIldpZHRoIjowLjAsIkhlaWdodCI6MC4wLCJCb3JkZXJTdHlsZSI6eyIkaWQiOiI0MDMyIiwiTGluZUNvbG9yIjpudWxsLCJMaW5lV2VpZ2h0IjowLjAsIkxpbmVUeXBlIjowLCJQYXJlbnRTdHlsZSI6bnVsbH0sIlBhcmVudFN0eWxlIjpudWxsfSwiRGF0ZUZvcm1hdCI6eyIkaWQiOiI0MD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wMzQiLCJGb3JtYXQiOjAsIklzVmlzaWJsZSI6ZmFsc2UsIkxhc3RLbm93blZpc2liaWxpdHlTdGF0ZSI6ZmFsc2V9LCJJc1Zpc2libGUiOnRydWUsIlZhcmlhbmNlU3R5bGUiOnsiJGlkIjoiNDAzNSIsIlRleHRTdHlsZSI6eyIkaWQiOiI0MDM2IiwiRm9udFNldHRpbmdzIjp7IiRpZCI6IjQwMzciLCJGb250U2l6ZSI6MTAsIkZvbnROYW1lIjoiQ2FsaWJyaSIsIklzQm9sZCI6ZmFsc2UsIklzSXRhbGljIjpmYWxzZSwiSXNVbmRlcmxpbmVkIjpmYWxzZSwiUGFyZW50U3R5bGUiOm51bGx9LCJBdXRvU2l6ZSI6MCwiRm9yZWdyb3VuZCI6eyIkaWQiOiI0MDM4IiwiQ29sb3IiOnsiJGlkIjoiNDAz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DQwIiwiVG9wIjowLjAsIkxlZnQiOjAuMCwiUmlnaHQiOjAuMCwiQm90dG9tIjowLjB9LCJQYWRkaW5nIjp7IiRpZCI6IjQwNDEiLCJUb3AiOjAuMCwiTGVmdCI6MC4wLCJSaWdodCI6MC4wLCJCb3R0b20iOjAuMH0sIkJhY2tncm91bmQiOnsiJGlkIjoiNDA0MiIsIkNvbG9yIjp7IiRpZCI6IjQwNDMiLCJBIjoyNTUsIlIiOjAsIkciOjAsIkIiOjB9fSwiSXNWaXNpYmxlIjp0cnVlLCJXaWR0aCI6MC4wLCJIZWlnaHQiOjAuMCwiQm9yZGVyU3R5bGUiOm51bGwsIlBhcmVudFN0eWxlIjpudWxsfSwiUGFyZW50U3R5bGUiOm51bGx9LCJQYXJlbnRTdHlsZSI6bnVsbCwiX2V4cGxpY2l0bHlTZXQiOnsiJGlkIjoiNDA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pbGVzdG9uZVN0eWxlIjpudWxsLCJHcmlkbGluZVBhbmVsU3R5bGUiOnsiJGlkIjoiNDA0NSIsIkdyaWRsaW5lU3R5bGUiOnsiJGlkIjoiNDA0NiIsIkxpbmVDb2xvciI6eyIkaWQiOiI0MDQ3IiwiJHR5cGUiOiJOTFJFLkNvbW1vbi5Eb20uU29saWRDb2xvckJydXNoLCBOTFJFLkNvbW1vbiIsIkNvbG9yIjp7IiRpZCI6IjQwNDgiLCJBIjoyNSwiUiI6NjgsIkciOjg0LCJCIjoxMDZ9fSwiTGluZVdlaWdodCI6MS4wLCJMaW5lVHlwZSI6MCwiUGFyZW50U3R5bGUiOm51bGx9LCJNYXJnaW4iOnsiJGlkIjoiNDA0OSIsIlRvcCI6MC4wLCJMZWZ0IjowLjAsIlJpZ2h0IjowLjAsIkJvdHRvbSI6MC4wfSwiUGFkZGluZyI6eyIkaWQiOiI0MDUwIiwiVG9wIjowLjAsIkxlZnQiOjAuMCwiUmlnaHQiOjAuMCwiQm90dG9tIjowLjB9LCJCYWNrZ3JvdW5kIjpudWxsLCJJc1Zpc2libGUiOmZhbHNlLCJXaWR0aCI6MC4wLCJIZWlnaHQiOjAuMCwiQm9yZGVyU3R5bGUiOnsiJGlkIjoiNDA1MSIsIkxpbmVDb2xvciI6bnVsbCwiTGluZVdlaWdodCI6MC4wLCJMaW5lVHlwZSI6MCwiUGFyZW50U3R5bGUiOm51bGx9LCJQYXJlbnRTdHlsZSI6bnVsbH0sIkFjdGl2aXR5TGluZVBhbmVsU3R5bGUiOnsiJGlkIjoiNDA1MiIsIkFjdGl2aXR5TGluZVN0eWxlIjp7IiRpZCI6IjQwNTMiLCJMaW5lQ29sb3IiOnsiJGlkIjoiNDA1NCIsIiR0eXBlIjoiTkxSRS5Db21tb24uRG9tLlNvbGlkQ29sb3JCcnVzaCwgTkxSRS5Db21tb24iLCJDb2xvciI6eyIkaWQiOiI0MDU1IiwiQSI6MzgsIlIiOjY4LCJHIjoxMTQsIkIiOjE5Nn19LCJMaW5lV2VpZ2h0IjoxLjAsIkxpbmVUeXBlIjowLCJQYXJlbnRTdHlsZSI6bnVsbH0sIk1hcmdpbiI6eyIkaWQiOiI0MDU2IiwiVG9wIjowLjAsIkxlZnQiOjAuMCwiUmlnaHQiOjAuMCwiQm90dG9tIjowLjB9LCJQYWRkaW5nIjp7IiRpZCI6IjQwNTciLCJUb3AiOjAuMCwiTGVmdCI6MC4wLCJSaWdodCI6MC4wLCJCb3R0b20iOjAuMH0sIkJhY2tncm91bmQiOm51bGwsIklzVmlzaWJsZSI6dHJ1ZSwiV2lkdGgiOjAuMCwiSGVpZ2h0IjowLjAsIkJvcmRlclN0eWxlIjp7IiRpZCI6IjQwNTgiLCJMaW5lQ29sb3IiOm51bGwsIkxpbmVXZWlnaHQiOjAuMCwiTGluZVR5cGUiOjAsIlBhcmVudFN0eWxlIjpudWxsfSwiUGFyZW50U3R5bGUiOm51bGx9LCJfc2VsZWN0ZWRUaGVtZVByZXNldENvbG9ycyI6eyIkaWQiOiI0MDU5IiwiVGV4dExpZ2h0Ijp7IiRpZCI6IjQwNjAiLCJBIjoyNTUsIlIiOjI1NSwiRyI6MjU1LCJCIjoyNTV9LCJUZXh0RGFyayI6eyIkaWQiOiI0MDYxIiwiQSI6MjU1LCJSIjowLCJHIjowLCJCIjowfSwiQWNjZW50MSI6eyIkaWQiOiI0MDYyIiwiQSI6MjU1LCJSIjoyMzEsIkciOjIzMCwiQiI6MjMwfSwiQWNjZW50MiI6eyIkaWQiOiI0MDYzIiwiQSI6MjU1LCJSIjo2OCwiRyI6ODQsIkIiOjEwNn0sIkFjY2VudDMiOnsiJGlkIjoiNDA2NCIsIkEiOjI1NSwiUiI6NjgsIkciOjExNCwiQiI6MTk2fSwiQWNjZW50NCI6eyIkaWQiOiI0MDY1IiwiQSI6MjU1LCJSIjoyNTUsIkciOjE5MiwiQiI6MH0sIkFjY2VudDUiOnsiJGlkIjoiNDA2NiIsIkEiOjI1NSwiUiI6MTEyLCJHIjoxNzMsIkIiOjcxfSwiQWNjZW50NiI6eyIkaWQiOiI0MDY3IiwiQSI6MjU1LCJSIjoxNjUsIkciOjE2NSwiQiI6MTY1fSwiQWNjZW50NyI6eyIkaWQiOiI0MDY4IiwiQSI6MjU1LCJSIjo5MSwiRyI6MTU1LCJCIjoyMTN9LCJBY2NlbnQ4Ijp7IiRpZCI6IjQwNjkiLCJBIjoyNTUsIlIiOjIzNywiRyI6MTI1LCJCIjo0OX19LCJTaG93RWxhcHNlZFRpbWVHcmFkaWVudFN0eWxlIjpmYWxzZSwiVGltZWJhbmRSZXNlcnZlZExlZnRBcmVhU3R5bGUiOnsiJGlkIjoiNDA3MCIsIkFjdGl2aXR5SGVhZGVyV2lkdGgiOjAuMCwiSXNTZXQiOmZhbHNlfSwiRGVmYXVsdFN3aW1sYW5lU3R5bGUiOm51bGwsIkRlZmF1bHRTd2ltbGFuZVYyU3R5bGUiOnsiJGlkIjoiNDA3MSIsIlN0eWxlSWQiOiIzMzJjZmIxMy1iNDAxLTRlYzMtYjY1NS03Mzk2OGQwNGQ3NDkiLCJIZWFkZXJTdHlsZSI6eyIkaWQiOiI0MDcyIiwiVGV4dElzVmVydGljYWwiOmZhbHNlLCJUZXh0U3R5bGUiOnsiJGlkIjoiNDA3MyIsIkZvbnRTZXR0aW5ncyI6eyIkaWQiOiI0MDc0IiwiRm9udFNpemUiOjExLCJGb250TmFtZSI6IkNhbGlicmkiLCJJc0JvbGQiOmZhbHNlLCJJc0l0YWxpYyI6ZmFsc2UsIklzVW5kZXJsaW5lZCI6ZmFsc2UsIlBhcmVudFN0eWxlIjpudWxsfSwiQXV0b1NpemUiOjAsIkZvcmVncm91bmQiOnsiJGlkIjoiNDA3NSIsIkNvbG9yIjp7IiRpZCI6IjQwNzYiLCJBIjoyNTUsIlIiOjI1NSwiRyI6MjU1LCJCIjoyNTV9fSwiTWF4V2lkdGgiOjAuMCwiTWF4SGVpZ2h0IjowLjAsIlNtYXJ0Rm9yZWdyb3VuZElzQWN0aXZlIjpmYWxzZSwiSG9yaXpvbnRhbEFsaWdubWVudCI6MCwiVmVydGljYWxBbGlnbm1lbnQiOjAsIlNtYXJ0Rm9yZWdyb3VuZCI6bnVsbCwiQmFja2dyb3VuZEZpbGxUeXBlIjowLCJNYXJnaW4iOnsiJGlkIjoiNDA3NyIsIlRvcCI6MC4wLCJMZWZ0IjowLjAsIlJpZ2h0IjowLjAsIkJvdHRvbSI6MC4wfSwiUGFkZGluZyI6eyIkaWQiOiI0MDc4IiwiVG9wIjowLjAsIkxlZnQiOjAuMCwiUmlnaHQiOjAuMCwiQm90dG9tIjowLjB9LCJCYWNrZ3JvdW5kIjp7IiRpZCI6IjQwNzkiLCJDb2xvciI6eyIkaWQiOiI0MDgwIiwiQSI6MjU1LCJSIjoyNTUsIkciOjI1NSwiQiI6MjU1fX0sIklzVmlzaWJsZSI6ZmFsc2UsIldpZHRoIjowLjAsIkhlaWdodCI6MC4wLCJCb3JkZXJTdHlsZSI6bnVsbCwiUGFyZW50U3R5bGUiOm51bGx9LCJSZWN0YW5nbGVTdHlsZSI6eyIkaWQiOiI0MDgxIiwiTWFyZ2luIjp7IiRpZCI6IjQwODIiLCJUb3AiOjAuMCwiTGVmdCI6MC4wLCJSaWdodCI6MC4wLCJCb3R0b20iOjAuMH0sIlBhZGRpbmciOnsiJGlkIjoiNDA4MyIsIlRvcCI6MC4wLCJMZWZ0IjowLjAsIlJpZ2h0IjowLjAsIkJvdHRvbSI6MC4wfSwiQmFja2dyb3VuZCI6eyIkaWQiOiI0MDg0IiwiQ29sb3IiOnsiJGlkIjoiNDA4NSIsIkEiOjI1NSwiUiI6NjgsIkciOjExNCwiQiI6MTk2fX0sIklzVmlzaWJsZSI6ZmFsc2UsIldpZHRoIjowLjAsIkhlaWdodCI6MC4wLCJCb3JkZXJTdHlsZSI6eyIkaWQiOiI0MDg2IiwiTGluZUNvbG9yIjp7IiRpZCI6IjQwODciLCIkdHlwZSI6Ik5MUkUuQ29tbW9uLkRvbS5Tb2xpZENvbG9yQnJ1c2gsIE5MUkUuQ29tbW9uIiwiQ29sb3IiOnsiJGlkIjoiNDA4OCIsIkEiOjI1NSwiUiI6MjU1LCJHIjoyNTUsIkIiOjI1NX19LCJMaW5lV2VpZ2h0IjowLjAsIkxpbmVUeXBlIjowLCJQYXJlbnRTdHlsZSI6bnVsbH0sIlBhcmVudFN0eWxlIjpudWxsfSwiTWFyZ2luIjp7IiRpZCI6IjQwODkiLCJUb3AiOjAuMCwiTGVmdCI6MC4wLCJSaWdodCI6MC4wLCJCb3R0b20iOjAuMH0sIlBhZGRpbmciOnsiJGlkIjoiNDA5MCIsIlRvcCI6MC4wLCJMZWZ0IjowLjAsIlJpZ2h0IjowLjAsIkJvdHRvbSI6MC4wfSwiQmFja2dyb3VuZCI6bnVsbCwiSXNWaXNpYmxlIjp0cnVlLCJXaWR0aCI6MC4wLCJIZWlnaHQiOjAuMCwiQm9yZGVyU3R5bGUiOm51bGwsIlBhcmVudFN0eWxlIjpudWxsfSwiQmFja2dyb3VuZFN0eWxlIjp7IiRpZCI6IjQwOTEiLCJNYXJnaW4iOnsiJGlkIjoiNDA5MiIsIlRvcCI6MC4wLCJMZWZ0IjowLjAsIlJpZ2h0IjowLjAsIkJvdHRvbSI6MC4wfSwiUGFkZGluZyI6eyIkaWQiOiI0MDkzIiwiVG9wIjowLjAsIkxlZnQiOjAuMCwiUmlnaHQiOjAuMCwiQm90dG9tIjowLjB9LCJCYWNrZ3JvdW5kIjp7IiRpZCI6IjQwOTQiLCJDb2xvciI6eyIkaWQiOiI0MDk1IiwiQSI6NTEsIlIiOjIwMCwiRyI6MjAwLCJCIjoyMDB9fSwiSXNWaXNpYmxlIjp0cnVlLCJXaWR0aCI6MC4wLCJIZWlnaHQiOjAuMCwiQm9yZGVyU3R5bGUiOnsiJGlkIjoiNDA5NiIsIkxpbmVDb2xvciI6eyIkaWQiOiI0MDk3IiwiJHR5cGUiOiJOTFJFLkNvbW1vbi5Eb20uU29saWRDb2xvckJydXNoLCBOTFJFLkNvbW1vbiIsIkNvbG9yIjp7IiRpZCI6IjQwOTgiLCJBIjoyNTUsIlIiOjIzNCwiRyI6MjIsIkIiOjMwfX0sIkxpbmVXZWlnaHQiOjAuMCwiTGluZVR5cGUiOjAsIlBhcmVudFN0eWxlIjpudWxsfSwiUGFyZW50U3R5bGUiOm51bGx9LCJJc0Fib3ZlVGltZWJhbmQiOmZhbHNlLCJTcGFjaW5nIjoyLCJEZWZhdWx0U3dpbWxhbmVUYXNrU3R5bGUiOnsiJGlkIjoiNDA5OSIsIiR0eXBlIjoiTkxSRS5Db21tb24uRG9tLlN0eWxlcy5FeHBsaWNpdFNldGFibGVUYXNrU3R5bGUsIE5MUkUuQ29tbW9uIiwiU2hhcGUiOjEsIlNoYXBlVGhpY2tuZXNzIjowLCJEdXJhdGlvbkZvcm1hdCI6MCwiSW5jbHVkZU5vbldvcmtpbmdEYXlzSW5EdXJhdGlvbiI6ZmFsc2UsIlBlcmNlbnRhZ2VDb21wbGV0ZVN0eWxlIjp7IiRpZCI6IjQxMDAiLCJGb250U2V0dGluZ3MiOnsiJGlkIjoiNDEwMSIsIkZvbnRTaXplIjoxMCwiRm9udE5hbWUiOiJDYWxpYnJpIiwiSXNCb2xkIjpmYWxzZSwiSXNJdGFsaWMiOmZhbHNlLCJJc1VuZGVybGluZWQiOmZhbHNlLCJQYXJlbnRTdHlsZSI6bnVsbH0sIkF1dG9TaXplIjowLCJGb3JlZ3JvdW5kIjp7IiRpZCI6IjQxMDIiLCJDb2xvciI6eyIkaWQiOiI0MTA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QxMDQiLCJUb3AiOjAuMCwiTGVmdCI6MC4wLCJSaWdodCI6MC4wLCJCb3R0b20iOjAuMH0sIlBhZGRpbmciOnsiJGlkIjoiNDEwNSIsIlRvcCI6MC4wLCJMZWZ0IjowLjAsIlJpZ2h0IjowLjAsIkJvdHRvbSI6MC4wfSwiQmFja2dyb3VuZCI6eyIkaWQiOiI0MTA2IiwiQ29sb3IiOnsiJGlkIjoiNDEwNyIsIkEiOjg5LCJSIjowLCJHIjowLCJCIjowfX0sIklzVmlzaWJsZSI6dHJ1ZSwiV2lkdGgiOjAuMCwiSGVpZ2h0IjowLjAsIkJvcmRlclN0eWxlIjp7IiRpZCI6IjQxMDgiLCJMaW5lQ29sb3IiOm51bGwsIkxpbmVXZWlnaHQiOjAuMCwiTGluZVR5cGUiOjAsIlBhcmVudFN0eWxlIjpudWxsfSwiUGFyZW50U3R5bGUiOm51bGx9LCJEdXJhdGlvblN0eWxlIjp7IiRpZCI6IjQxMDkiLCJGb250U2V0dGluZ3MiOnsiJGlkIjoiNDExMCIsIkZvbnRTaXplIjoxMCwiRm9udE5hbWUiOiJDYWxpYnJpIiwiSXNCb2xkIjpmYWxzZSwiSXNJdGFsaWMiOmZhbHNlLCJJc1VuZGVybGluZWQiOmZhbHNlLCJQYXJlbnRTdHlsZSI6bnVsbH0sIkF1dG9TaXplIjowLCJGb3JlZ3JvdW5kIjp7IiRpZCI6IjQxMTEiLCJDb2xvciI6eyIkaWQiOiI0MTE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EzIiwiVG9wIjowLjAsIkxlZnQiOjAuMCwiUmlnaHQiOjAuMCwiQm90dG9tIjowLjB9LCJQYWRkaW5nIjp7IiRpZCI6IjQxMTQiLCJUb3AiOjAuMCwiTGVmdCI6MC4wLCJSaWdodCI6MC4wLCJCb3R0b20iOjAuMH0sIkJhY2tncm91bmQiOnsiJGlkIjoiNDExNSIsIkNvbG9yIjp7IiRpZCI6IjQxMTYiLCJBIjoyNTUsIlIiOjY4LCJHIjo4NCwiQiI6MTA2fX0sIklzVmlzaWJsZSI6dHJ1ZSwiV2lkdGgiOjAuMCwiSGVpZ2h0IjowLjAsIkJvcmRlclN0eWxlIjp7IiRpZCI6IjQxMTciLCJMaW5lQ29sb3IiOm51bGwsIkxpbmVXZWlnaHQiOjAuMCwiTGluZVR5cGUiOjAsIlBhcmVudFN0eWxlIjpudWxsfSwiUGFyZW50U3R5bGUiOm51bGx9LCJIb3Jpem9udGFsQ29ubmVjdG9yU3R5bGUiOnsiJGlkIjoiNDExOCIsIkxpbmVDb2xvciI6eyIkaWQiOiI0MTE5IiwiJHR5cGUiOiJOTFJFLkNvbW1vbi5Eb20uU29saWRDb2xvckJydXNoLCBOTFJFLkNvbW1vbiIsIkNvbG9yIjp7IiRpZCI6IjQxMjAiLCJBIjoyNTUsIlIiOjAsIkciOjAsIkIiOjB9fSwiTGluZVdlaWdodCI6MC4wLCJMaW5lVHlwZSI6MCwiUGFyZW50U3R5bGUiOm51bGx9LCJWZXJ0aWNhbENvbm5lY3RvclN0eWxlIjp7IiRpZCI6IjQxMjEiLCJMaW5lQ29sb3IiOnsiJGlkIjoiNDEyMiIsIiR0eXBlIjoiTkxSRS5Db21tb24uRG9tLlNvbGlkQ29sb3JCcnVzaCwgTkxSRS5Db21tb24iLCJDb2xvciI6eyIkaWQiOiI0MTI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0MTI0IiwiU2hhcGVTdHlsZSI6eyIkaWQiOiI0MTI1IiwiTWFyZ2luIjp7IiRpZCI6IjQxMjYiLCJUb3AiOjAuMCwiTGVmdCI6MC4wLCJSaWdodCI6MC4wLCJCb3R0b20iOjAuMH0sIlBhZGRpbmciOnsiJGlkIjoiNDEyNyIsIlRvcCI6MC4wLCJMZWZ0IjowLjAsIlJpZ2h0IjowLjAsIkJvdHRvbSI6MC4wfSwiQmFja2dyb3VuZCI6eyIkaWQiOiI0MTI4IiwiQ29sb3IiOnsiJGlkIjoiNDEyOSIsIkEiOjE1MywiUiI6MCwiRyI6MCwiQiI6MH19LCJJc1Zpc2libGUiOnRydWUsIldpZHRoIjowLjAsIkhlaWdodCI6MC4wLCJCb3JkZXJTdHlsZSI6eyIkaWQiOiI0MTMwIiwiTGluZUNvbG9yIjp7IiRpZCI6IjQxMzEiLCIkdHlwZSI6Ik5MUkUuQ29tbW9uLkRvbS5Tb2xpZENvbG9yQnJ1c2gsIE5MUkUuQ29tbW9uIiwiQ29sb3IiOnsiJGlkIjoiNDEzMiIsIkEiOjI1NSwiUiI6MjU1LCJHIjowLCJCIjowfX0sIkxpbmVXZWlnaHQiOjAuMCwiTGluZVR5cGUiOjAsIlBhcmVudFN0eWxlIjpudWxsfSwiUGFyZW50U3R5bGUiOm51bGx9LCJNYXJnaW4iOnsiJGlkIjoiNDEzMyIsIlRvcCI6MC4wLCJMZWZ0IjowLjAsIlJpZ2h0IjowLjAsIkJvdHRvbSI6MC4wfSwiUGFkZGluZyI6eyIkaWQiOiI0MTM0IiwiVG9wIjowLjAsIkxlZnQiOjAuMCwiUmlnaHQiOjAuMCwiQm90dG9tIjowLjB9LCJCYWNrZ3JvdW5kIjpudWxsLCJJc1Zpc2libGUiOnRydWUsIldpZHRoIjowLjAsIkhlaWdodCI6MC4wLCJCb3JkZXJTdHlsZSI6bnVsbCwiUGFyZW50U3R5bGUiOm51bGx9LCJTaGFwZVN0eWxlIjp7IiRpZCI6IjQxMzUiLCJNYXJnaW4iOnsiJGlkIjoiNDEzNiIsIlRvcCI6MC4wLCJMZWZ0Ijo0LjAsIlJpZ2h0Ijo0LjAsIkJvdHRvbSI6MC4wfSwiUGFkZGluZyI6eyIkaWQiOiI0MTM3IiwiVG9wIjowLjAsIkxlZnQiOjAuMCwiUmlnaHQiOjAuMCwiQm90dG9tIjowLjB9LCJCYWNrZ3JvdW5kIjp7IiRpZCI6IjQxMzgiLCJDb2xvciI6eyIkaWQiOiI0MTM5IiwiQSI6MjU1LCJSIjo2OCwiRyI6MTE0LCJCIjoxOTZ9fSwiSXNWaXNpYmxlIjp0cnVlLCJXaWR0aCI6MC4wLCJIZWlnaHQiOjEwLjAsIkJvcmRlclN0eWxlIjp7IiRpZCI6IjQxNDAiLCJMaW5lQ29sb3IiOnsiJGlkIjoiNDE0MSIsIiR0eXBlIjoiTkxSRS5Db21tb24uRG9tLlNvbGlkQ29sb3JCcnVzaCwgTkxSRS5Db21tb24iLCJDb2xvciI6eyIkaWQiOiI0MTQyIiwiQSI6MjU1LCJSIjoyMzQsIkciOjIyLCJCIjozMH19LCJMaW5lV2VpZ2h0IjowLjAsIkxpbmVUeXBlIjowLCJQYXJlbnRTdHlsZSI6bnVsbH0sIlBhcmVudFN0eWxlIjpudWxsfSwiVGl0bGVTdHlsZSI6eyIkaWQiOiI0MTQzIiwiRm9udFNldHRpbmdzIjp7IiRpZCI6IjQxNDQiLCJGb250U2l6ZSI6MTEsIkZvbnROYW1lIjoiQ2FsaWJyaSIsIklzQm9sZCI6ZmFsc2UsIklzSXRhbGljIjpmYWxzZSwiSXNVbmRlcmxpbmVkIjpmYWxzZSwiUGFyZW50U3R5bGUiOm51bGx9LCJBdXRvU2l6ZSI6MCwiRm9yZWdyb3VuZCI6eyIkaWQiOiI0MTQ1IiwiQ29sb3IiOnsiJGlkIjoiNDE0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Q3IiwiVG9wIjowLjAsIkxlZnQiOjAuMCwiUmlnaHQiOjAuMCwiQm90dG9tIjowLjB9LCJQYWRkaW5nIjp7IiRpZCI6IjQxNDgiLCJUb3AiOjAuMCwiTGVmdCI6MC4wLCJSaWdodCI6MC4wLCJCb3R0b20iOjAuMH0sIkJhY2tncm91bmQiOnsiJGlkIjoiNDE0OSIsIkNvbG9yIjp7IiRpZCI6IjQxNTAiLCJBIjoyNTUsIlIiOjAsIkciOjAsIkIiOjB9fSwiSXNWaXNpYmxlIjp0cnVlLCJXaWR0aCI6MC4wLCJIZWlnaHQiOjAuMCwiQm9yZGVyU3R5bGUiOnsiJGlkIjoiNDE1MSIsIkxpbmVDb2xvciI6bnVsbCwiTGluZVdlaWdodCI6MC4wLCJMaW5lVHlwZSI6MCwiUGFyZW50U3R5bGUiOm51bGx9LCJQYXJlbnRTdHlsZSI6bnVsbH0sIkRhdGVTdHlsZSI6eyIkaWQiOiI0MTUyIiwiRm9udFNldHRpbmdzIjp7IiRpZCI6IjQxNTMiLCJGb250U2l6ZSI6MTAsIkZvbnROYW1lIjoiQ2FsaWJyaSIsIklzQm9sZCI6ZmFsc2UsIklzSXRhbGljIjpmYWxzZSwiSXNVbmRlcmxpbmVkIjpmYWxzZSwiUGFyZW50U3R5bGUiOm51bGx9LCJBdXRvU2l6ZSI6MCwiRm9yZWdyb3VuZCI6eyIkaWQiOiI0MTU0IiwiQ29sb3IiOnsiJGlkIjoiNDE1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E1NiIsIlRvcCI6MC4wLCJMZWZ0IjowLjAsIlJpZ2h0IjowLjAsIkJvdHRvbSI6MC4wfSwiUGFkZGluZyI6eyIkaWQiOiI0MTU3IiwiVG9wIjowLjAsIkxlZnQiOjAuMCwiUmlnaHQiOjAuMCwiQm90dG9tIjowLjB9LCJCYWNrZ3JvdW5kIjp7IiRpZCI6IjQxNTgiLCJDb2xvciI6eyIkaWQiOiI0MTU5IiwiQSI6MjU1LCJSIjo2OCwiRyI6ODQsIkIiOjEwNn19LCJJc1Zpc2libGUiOnRydWUsIldpZHRoIjowLjAsIkhlaWdodCI6MC4wLCJCb3JkZXJTdHlsZSI6eyIkaWQiOiI0MTYwIiwiTGluZUNvbG9yIjpudWxsLCJMaW5lV2VpZ2h0IjowLjAsIkxpbmVUeXBlIjowLCJQYXJlbnRTdHlsZSI6bnVsbH0sIlBhcmVudFN0eWxlIjpudWxsfSwiRGF0ZUZvcm1hdCI6eyIkaWQiOiI0MTY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xNjIiLCJGb3JtYXQiOjAsIklzVmlzaWJsZSI6ZmFsc2UsIkxhc3RLbm93blZpc2liaWxpdHlTdGF0ZSI6ZmFsc2V9LCJJc1Zpc2libGUiOnRydWUsIlZhcmlhbmNlU3R5bGUiOnsiJGlkIjoiNDE2MyIsIlRleHRTdHlsZSI6eyIkaWQiOiI0MTY0IiwiRm9udFNldHRpbmdzIjp7IiRpZCI6IjQxNjUiLCJGb250U2l6ZSI6MTAsIkZvbnROYW1lIjoiQ2FsaWJyaSIsIklzQm9sZCI6ZmFsc2UsIklzSXRhbGljIjpmYWxzZSwiSXNVbmRlcmxpbmVkIjpmYWxzZSwiUGFyZW50U3R5bGUiOm51bGx9LCJBdXRvU2l6ZSI6MCwiRm9yZWdyb3VuZCI6eyIkaWQiOiI0MTY2IiwiQ29sb3IiOnsiJGlkIjoiNDE2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TY4IiwiVG9wIjowLjAsIkxlZnQiOjAuMCwiUmlnaHQiOjAuMCwiQm90dG9tIjowLjB9LCJQYWRkaW5nIjp7IiRpZCI6IjQxNjkiLCJUb3AiOjAuMCwiTGVmdCI6MC4wLCJSaWdodCI6MC4wLCJCb3R0b20iOjAuMH0sIkJhY2tncm91bmQiOnsiJGlkIjoiNDE3MCIsIkNvbG9yIjp7IiRpZCI6IjQxNzEiLCJBIjoyNTUsIlIiOjAsIkciOjAsIkIiOjB9fSwiSXNWaXNpYmxlIjp0cnVlLCJXaWR0aCI6MC4wLCJIZWlnaHQiOjAuMCwiQm9yZGVyU3R5bGUiOm51bGwsIlBhcmVudFN0eWxlIjpudWxsfSwiUGFyZW50U3R5bGUiOm51bGx9LCJQYXJlbnRTdHlsZSI6bnVsbCwiX2V4cGxpY2l0bHlTZXQiOnsiJGlkIjoiNDE3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xNzMiLCJTaGFwZSI6MSwiQ29ubmVjdG9yTWFyZ2luIjp7IiRpZCI6IjQxNzQiLCJUb3AiOjAuMCwiTGVmdCI6Mi4wLCJSaWdodCI6Mi4wLCJCb3R0b20iOjAuMH0sIkNvbm5lY3RvclN0eWxlIjp7IiRpZCI6IjQxNzUiLCJMaW5lQ29sb3IiOnsiJGlkIjoiNDE3NiIsIiR0eXBlIjoiTkxSRS5Db21tb24uRG9tLlNvbGlkQ29sb3JCcnVzaCwgTkxSRS5Db21tb24iLCJDb2xvciI6eyIkaWQiOiI0MTc3IiwiQSI6MTI3LCJSIjozNCwiRyI6NTcsIkIiOjk4fX0sIkxpbmVXZWlnaHQiOjEuMCwiTGluZVR5cGUiOjAsIlBhcmVudFN0eWxlIjpudWxsfSwiSXNCZWxvd1RpbWViYW5kIjpmYWxzZSwiUG9zaXRpb25PblRhc2siOjEsIkhpZGVEYXRlIjpmYWxzZSwiU2hhcGVTaXplIjowLCJTcGFjaW5nIjowLjAsIlBhZGRpbmciOnsiJGlkIjoiNDE3OCIsIlRvcCI6NS4wLCJMZWZ0IjozLjAsIlJpZ2h0IjowLjAsIkJvdHRvbSI6Mi4wfSwiU2hhcGVTdHlsZSI6eyIkaWQiOiI0MTc5IiwiTWFyZ2luIjp7IiRpZCI6IjQxODAiLCJUb3AiOjAuMCwiTGVmdCI6MC4wLCJSaWdodCI6MC4wLCJCb3R0b20iOjAuMH0sIlBhZGRpbmciOnsiJGlkIjoiNDE4MSIsIlRvcCI6MC4wLCJMZWZ0IjowLjAsIlJpZ2h0IjowLjAsIkJvdHRvbSI6MC4wfSwiQmFja2dyb3VuZCI6eyIkaWQiOiI0MTgyIiwiQ29sb3IiOnsiJGlkIjoiNDE4MyIsIkEiOjI1NSwiUiI6MzQsIkciOjU3LCJCIjo5OH19LCJJc1Zpc2libGUiOnRydWUsIldpZHRoIjoxMi4wLCJIZWlnaHQiOjE0LjAsIkJvcmRlclN0eWxlIjp7IiRpZCI6IjQxODQiLCJMaW5lQ29sb3IiOnsiJGlkIjoiNDE4NSIsIiR0eXBlIjoiTkxSRS5Db21tb24uRG9tLlNvbGlkQ29sb3JCcnVzaCwgTkxSRS5Db21tb24iLCJDb2xvciI6eyIkaWQiOiI0MTg2IiwiQSI6MjU1LCJSIjoyNTUsIkciOjAsIkIiOjB9fSwiTGluZVdlaWdodCI6MC4wLCJMaW5lVHlwZSI6MCwiUGFyZW50U3R5bGUiOm51bGx9LCJQYXJlbnRTdHlsZSI6bnVsbH0sIlRpdGxlU3R5bGUiOnsiJGlkIjoiNDE4NyIsIkZvbnRTZXR0aW5ncyI6eyIkaWQiOiI0MTg4IiwiRm9udFNpemUiOjExLCJGb250TmFtZSI6IkNhbGlicmkiLCJJc0JvbGQiOmZhbHNlLCJJc0l0YWxpYyI6ZmFsc2UsIklzVW5kZXJsaW5lZCI6ZmFsc2UsIlBhcmVudFN0eWxlIjpudWxsfSwiQXV0b1NpemUiOjAsIkZvcmVncm91bmQiOnsiJGlkIjoiNDE4OSIsIkNvbG9yIjp7IiRpZCI6IjQxOT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DE5MSIsIlRvcCI6MC4wLCJMZWZ0IjowLjAsIlJpZ2h0IjowLjAsIkJvdHRvbSI6MC4wfSwiUGFkZGluZyI6eyIkaWQiOiI0MTkyIiwiVG9wIjowLjAsIkxlZnQiOjAuMCwiUmlnaHQiOjAuMCwiQm90dG9tIjowLjB9LCJCYWNrZ3JvdW5kIjp7IiRpZCI6IjQxOTMiLCJDb2xvciI6eyIkaWQiOiI0MTk0IiwiQSI6MjU1LCJSIjowLCJHIjowLCJCIjowfX0sIklzVmlzaWJsZSI6dHJ1ZSwiV2lkdGgiOjAuMCwiSGVpZ2h0IjowLjAsIkJvcmRlclN0eWxlIjp7IiRpZCI6IjQxOTUiLCJMaW5lQ29sb3IiOm51bGwsIkxpbmVXZWlnaHQiOjAuMCwiTGluZVR5cGUiOjAsIlBhcmVudFN0eWxlIjpudWxsfSwiUGFyZW50U3R5bGUiOm51bGx9LCJEYXRlU3R5bGUiOnsiJGlkIjoiNDE5NiIsIkZvbnRTZXR0aW5ncyI6eyIkaWQiOiI0MTk3IiwiRm9udFNpemUiOjEwLCJGb250TmFtZSI6IkNhbGlicmkiLCJJc0JvbGQiOmZhbHNlLCJJc0l0YWxpYyI6ZmFsc2UsIklzVW5kZXJsaW5lZCI6ZmFsc2UsIlBhcmVudFN0eWxlIjpudWxsfSwiQXV0b1NpemUiOjAsIkZvcmVncm91bmQiOnsiJGlkIjoiNDE5OCIsIkNvbG9yIjp7IiRpZCI6IjQxOT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QyMDAiLCJUb3AiOjAuMCwiTGVmdCI6MC4wLCJSaWdodCI6MC4wLCJCb3R0b20iOjAuMH0sIlBhZGRpbmciOnsiJGlkIjoiNDIwMSIsIlRvcCI6MC4wLCJMZWZ0IjowLjAsIlJpZ2h0IjowLjAsIkJvdHRvbSI6MC4wfSwiQmFja2dyb3VuZCI6eyIkaWQiOiI0MjAyIiwiQ29sb3IiOnsiJGlkIjoiNDIwMyIsIkEiOjI1NSwiUiI6NjgsIkciOjg0LCJCIjoxMDZ9fSwiSXNWaXNpYmxlIjp0cnVlLCJXaWR0aCI6MC4wLCJIZWlnaHQiOjAuMCwiQm9yZGVyU3R5bGUiOnsiJGlkIjoiNDIwNCIsIkxpbmVDb2xvciI6bnVsbCwiTGluZVdlaWdodCI6MC4wLCJMaW5lVHlwZSI6MCwiUGFyZW50U3R5bGUiOm51bGx9LCJQYXJlbnRTdHlsZSI6bnVsbH0sIkRhdGVGb3JtYXQiOnsiJGlkIjoiNDIw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A2IiwiRm9ybWF0IjowLCJJc1Zpc2libGUiOmZhbHNlLCJMYXN0S25vd25WaXNpYmlsaXR5U3RhdGUiOmZhbHNlfSwiSXNWaXNpYmxlIjp0cnVlLCJWYXJpYW5jZVN0eWxlIjp7IiRpZCI6IjQyMDciLCJUZXh0U3R5bGUiOnsiJGlkIjoiNDIwOCIsIkZvbnRTZXR0aW5ncyI6eyIkaWQiOiI0MjA5IiwiRm9udFNpemUiOjEwLCJGb250TmFtZSI6IkNhbGlicmkiLCJJc0JvbGQiOmZhbHNlLCJJc0l0YWxpYyI6ZmFsc2UsIklzVW5kZXJsaW5lZCI6ZmFsc2UsIlBhcmVudFN0eWxlIjpudWxsfSwiQXV0b1NpemUiOjAsIkZvcmVncm91bmQiOnsiJGlkIjoiNDIxMCIsIkNvbG9yIjp7IiRpZCI6IjQyM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xMiIsIlRvcCI6MC4wLCJMZWZ0IjowLjAsIlJpZ2h0IjowLjAsIkJvdHRvbSI6MC4wfSwiUGFkZGluZyI6eyIkaWQiOiI0MjEzIiwiVG9wIjowLjAsIkxlZnQiOjAuMCwiUmlnaHQiOjAuMCwiQm90dG9tIjowLjB9LCJCYWNrZ3JvdW5kIjp7IiRpZCI6IjQyMTQiLCJDb2xvciI6eyIkaWQiOiI0MjE1IiwiQSI6MjU1LCJSIjowLCJHIjowLCJCIjowfX0sIklzVmlzaWJsZSI6dHJ1ZSwiV2lkdGgiOjAuMCwiSGVpZ2h0IjowLjAsIkJvcmRlclN0eWxlIjpudWxsLCJQYXJlbnRTdHlsZSI6bnVsbH0sIlBhcmVudFN0eWxlIjpudWxsfSwiUGFyZW50U3R5bGUiOm51bGx9LCJEZWZhdWx0U3dpbWxhbmVNaWxlc3RvbmVTdHlsZSI6eyIkaWQiOiI0MjE2IiwiVGl0bGVQb3NpdGlvbiI6IkxlZnQiLCJEYXRlUG9zaXRpb24iOiJSaWdodCIsIlZhcmlhbmNlUG9zaXRpb24iOiJSaWdodCIsIlNoYXBlVHlwZSI6MSwiU2hhcGVTaXplIjowLCJTcGFjaW5nIjo1LCJTaGFwZVN0eWxlIjp7IiRpZCI6IjQyMTciLCJNYXJnaW4iOnsiJGlkIjoiNDIxOCIsIlRvcCI6MC4wLCJMZWZ0IjowLjAsIlJpZ2h0IjowLjAsIkJvdHRvbSI6MC4wfSwiUGFkZGluZyI6eyIkaWQiOiI0MjE5IiwiVG9wIjowLjAsIkxlZnQiOjAuMCwiUmlnaHQiOjAuMCwiQm90dG9tIjowLjB9LCJCYWNrZ3JvdW5kIjp7IiRpZCI6IjQyMjAiLCJDb2xvciI6eyIkaWQiOiI0MjIxIiwiQSI6MjU1LCJSIjo2OCwiRyI6MTE0LCJCIjoxOTZ9fSwiSXNWaXNpYmxlIjp0cnVlLCJXaWR0aCI6MTIuMCwiSGVpZ2h0IjoxNC4wLCJCb3JkZXJTdHlsZSI6eyIkaWQiOiI0MjIyIiwiTGluZUNvbG9yIjp7IiRpZCI6IjQyMjMiLCIkdHlwZSI6Ik5MUkUuQ29tbW9uLkRvbS5Tb2xpZENvbG9yQnJ1c2gsIE5MUkUuQ29tbW9uIiwiQ29sb3IiOnsiJGlkIjoiNDIyNCIsIkEiOjI1NSwiUiI6MjM0LCJHIjoyMiwiQiI6MzB9fSwiTGluZVdlaWdodCI6MC4wLCJMaW5lVHlwZSI6MCwiUGFyZW50U3R5bGUiOm51bGx9LCJQYXJlbnRTdHlsZSI6bnVsbH0sIlRpdGxlU3R5bGUiOnsiJGlkIjoiNDIyNSIsIkZvbnRTZXR0aW5ncyI6eyIkaWQiOiI0MjI2IiwiRm9udFNpemUiOjExLCJGb250TmFtZSI6IkNhbGlicmkiLCJJc0JvbGQiOmZhbHNlLCJJc0l0YWxpYyI6ZmFsc2UsIklzVW5kZXJsaW5lZCI6ZmFsc2UsIlBhcmVudFN0eWxlIjpudWxsfSwiQXV0b1NpemUiOjAsIkZvcmVncm91bmQiOnsiJGlkIjoiNDIyNyIsIkNvbG9yIjp7IiRpZCI6IjQyM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NDIyOSIsIlRvcCI6MC4wLCJMZWZ0IjowLjAsIlJpZ2h0IjowLjAsIkJvdHRvbSI6MC4wfSwiUGFkZGluZyI6eyIkaWQiOiI0MjMwIiwiVG9wIjowLjAsIkxlZnQiOjAuMCwiUmlnaHQiOjAuMCwiQm90dG9tIjowLjB9LCJCYWNrZ3JvdW5kIjp7IiRpZCI6IjQyMzEiLCJDb2xvciI6eyIkaWQiOiI0MjMyIiwiQSI6MjU1LCJSIjowLCJHIjowLCJCIjowfX0sIklzVmlzaWJsZSI6dHJ1ZSwiV2lkdGgiOjAuMCwiSGVpZ2h0IjowLjAsIkJvcmRlclN0eWxlIjp7IiRpZCI6IjQyMzMiLCJMaW5lQ29sb3IiOm51bGwsIkxpbmVXZWlnaHQiOjAuMCwiTGluZVR5cGUiOjAsIlBhcmVudFN0eWxlIjpudWxsfSwiUGFyZW50U3R5bGUiOm51bGx9LCJEYXRlU3R5bGUiOnsiJGlkIjoiNDIzNCIsIkZvbnRTZXR0aW5ncyI6eyIkaWQiOiI0MjM1IiwiRm9udFNpemUiOjEwLCJGb250TmFtZSI6IkNhbGlicmkiLCJJc0JvbGQiOmZhbHNlLCJJc0l0YWxpYyI6ZmFsc2UsIklzVW5kZXJsaW5lZCI6ZmFsc2UsIlBhcmVudFN0eWxlIjpudWxsfSwiQXV0b1NpemUiOjAsIkZvcmVncm91bmQiOnsiJGlkIjoiNDIzNiIsIkNvbG9yIjp7IiRpZCI6IjQyM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yMzgiLCJUb3AiOjAuMCwiTGVmdCI6MC4wLCJSaWdodCI6MC4wLCJCb3R0b20iOjAuMH0sIlBhZGRpbmciOnsiJGlkIjoiNDIzOSIsIlRvcCI6MC4wLCJMZWZ0IjowLjAsIlJpZ2h0IjowLjAsIkJvdHRvbSI6MC4wfSwiQmFja2dyb3VuZCI6eyIkaWQiOiI0MjQwIiwiQ29sb3IiOnsiJGlkIjoiNDI0MSIsIkEiOjI1NSwiUiI6NjgsIkciOjg0LCJCIjoxMDZ9fSwiSXNWaXNpYmxlIjp0cnVlLCJXaWR0aCI6MC4wLCJIZWlnaHQiOjAuMCwiQm9yZGVyU3R5bGUiOnsiJGlkIjoiNDI0MiIsIkxpbmVDb2xvciI6bnVsbCwiTGluZVdlaWdodCI6MC4wLCJMaW5lVHlwZSI6MCwiUGFyZW50U3R5bGUiOm51bGx9LCJQYXJlbnRTdHlsZSI6bnVsbH0sIkRhdGVGb3JtYXQiOnsiJGlkIjoiNDI0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Q0IiwiRm9ybWF0IjowLCJJc1Zpc2libGUiOmZhbHNlLCJMYXN0S25vd25WaXNpYmlsaXR5U3RhdGUiOmZhbHNlfSwiSXNWaXNpYmxlIjp0cnVlLCJWYXJpYW5jZVN0eWxlIjp7IiRpZCI6IjQyNDUiLCJUZXh0U3R5bGUiOnsiJGlkIjoiNDI0NiIsIkZvbnRTZXR0aW5ncyI6eyIkaWQiOiI0MjQ3IiwiRm9udFNpemUiOjEwLCJGb250TmFtZSI6IkNhbGlicmkiLCJJc0JvbGQiOmZhbHNlLCJJc0l0YWxpYyI6ZmFsc2UsIklzVW5kZXJsaW5lZCI6ZmFsc2UsIlBhcmVudFN0eWxlIjpudWxsfSwiQXV0b1NpemUiOjAsIkZvcmVncm91bmQiOnsiJGlkIjoiNDI0OCIsIkNvbG9yIjp7IiRpZCI6IjQyN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1MCIsIlRvcCI6MC4wLCJMZWZ0IjowLjAsIlJpZ2h0IjowLjAsIkJvdHRvbSI6MC4wfSwiUGFkZGluZyI6eyIkaWQiOiI0MjUxIiwiVG9wIjowLjAsIkxlZnQiOjAuMCwiUmlnaHQiOjAuMCwiQm90dG9tIjowLjB9LCJCYWNrZ3JvdW5kIjp7IiRpZCI6IjQyNTIiLCJDb2xvciI6eyIkaWQiOiI0MjUzIiwiQSI6MjU1LCJSIjowLCJHIjowLCJCIjowfX0sIklzVmlzaWJsZSI6dHJ1ZSwiV2lkdGgiOjAuMCwiSGVpZ2h0IjowLjAsIkJvcmRlclN0eWxlIjpudWxsLCJQYXJlbnRTdHlsZSI6bnVsbH0sIlBhcmVudFN0eWxlIjpudWxsfSwiUGFyZW50U3R5bGUiOm51bGx9LCJEZWZhdWx0U3dpbWxhbmVBY3Rpdml0eVN0eWxlIjp7IiRpZCI6IjQyNTQiLCJIZWFkZXJTdHlsZSI6eyIkaWQiOiI0MjU1IiwiVGV4dFN0eWxlIjp7IiRpZCI6IjQyNTYiLCJGb250U2V0dGluZ3MiOnsiJGlkIjoiNDI1NyIsIkZvbnRTaXplIjoxMSwiRm9udE5hbWUiOiJDYWxpYnJpIiwiSXNCb2xkIjpmYWxzZSwiSXNJdGFsaWMiOmZhbHNlLCJJc1VuZGVybGluZWQiOmZhbHNlLCJQYXJlbnRTdHlsZSI6bnVsbH0sIkF1dG9TaXplIjowLCJGb3JlZ3JvdW5kIjp7IiRpZCI6IjQyNTgiLCJDb2xvciI6eyIkaWQiOiI0MjU5IiwiQSI6MjU1LCJSIjo2NCwiRyI6NjQsIkIiOjY0fX0sIk1heFdpZHRoIjowLjAsIk1heEhlaWdodCI6MC4wLCJTbWFydEZvcmVncm91bmRJc0FjdGl2ZSI6ZmFsc2UsIkhvcml6b250YWxBbGlnbm1lbnQiOjAsIlZlcnRpY2FsQWxpZ25tZW50IjowLCJTbWFydEZvcmVncm91bmQiOm51bGwsIkJhY2tncm91bmRGaWxsVHlwZSI6MCwiTWFyZ2luIjp7IiRpZCI6IjQyNjAiLCJUb3AiOjAuMCwiTGVmdCI6MC4wLCJSaWdodCI6MC4wLCJCb3R0b20iOjAuMH0sIlBhZGRpbmciOnsiJGlkIjoiNDI2MSIsIlRvcCI6MC4wLCJMZWZ0IjowLjAsIlJpZ2h0IjowLjAsIkJvdHRvbSI6MC4wfSwiQmFja2dyb3VuZCI6eyIkaWQiOiI0MjYyIiwiQ29sb3IiOnsiJGlkIjoiNDI2MyIsIkEiOjI1NSwiUiI6NjQsIkciOjY0LCJCIjo2NH19LCJJc1Zpc2libGUiOmZhbHNlLCJXaWR0aCI6MC4wLCJIZWlnaHQiOjAuMCwiQm9yZGVyU3R5bGUiOm51bGwsIlBhcmVudFN0eWxlIjpudWxsfSwiUmVjdGFuZ2xlU3R5bGUiOnsiJGlkIjoiNDI2NCIsIk1hcmdpbiI6eyIkaWQiOiI0MjY1IiwiVG9wIjowLjAsIkxlZnQiOjAuMCwiUmlnaHQiOjAuMCwiQm90dG9tIjowLjB9LCJQYWRkaW5nIjp7IiRpZCI6IjQyNjYiLCJUb3AiOjAuMCwiTGVmdCI6MC4wLCJSaWdodCI6MC4wLCJCb3R0b20iOjAuMH0sIkJhY2tncm91bmQiOnsiJGlkIjoiNDI2NyIsIkNvbG9yIjp7IiRpZCI6IjQyNjgiLCJBIjoxMjcsIlIiOjY4LCJHIjoxMTQsIkIiOjE5Nn19LCJJc1Zpc2libGUiOmZhbHNlLCJXaWR0aCI6MC4wLCJIZWlnaHQiOjAuMCwiQm9yZGVyU3R5bGUiOnsiJGlkIjoiNDI2OSIsIkxpbmVDb2xvciI6eyIkaWQiOiI0MjcwIiwiJHR5cGUiOiJOTFJFLkNvbW1vbi5Eb20uU29saWRDb2xvckJydXNoLCBOTFJFLkNvbW1vbiIsIkNvbG9yIjp7IiRpZCI6IjQyNzEiLCJBIjoyNTUsIlIiOjI1NSwiRyI6MCwiQiI6MH19LCJMaW5lV2VpZ2h0IjowLjAsIkxpbmVUeXBlIjowLCJQYXJlbnRTdHlsZSI6bnVsbH0sIlBhcmVudFN0eWxlIjpudWxsfSwiTWFyZ2luIjp7IiRpZCI6IjQyNzIiLCJUb3AiOjAuMCwiTGVmdCI6MC4wLCJSaWdodCI6MC4wLCJCb3R0b20iOjAuMH0sIlBhZGRpbmciOnsiJGlkIjoiNDI3MyIsIlRvcCI6MC4wLCJMZWZ0IjowLjAsIlJpZ2h0IjowLjAsIkJvdHRvbSI6MC4wfSwiQmFja2dyb3VuZCI6bnVsbCwiSXNWaXNpYmxlIjp0cnVlLCJXaWR0aCI6MC4wLCJIZWlnaHQiOjAuMCwiQm9yZGVyU3R5bGUiOm51bGwsIlBhcmVudFN0eWxlIjpudWxsfSwiQmFja2dyb3VuZFN0eWxlIjp7IiRpZCI6IjQyNzQiLCJNYXJnaW4iOnsiJGlkIjoiNDI3NSIsIlRvcCI6MC4wLCJMZWZ0IjowLjAsIlJpZ2h0IjowLjAsIkJvdHRvbSI6MC4wfSwiUGFkZGluZyI6eyIkaWQiOiI0Mjc2IiwiVG9wIjowLjAsIkxlZnQiOjAuMCwiUmlnaHQiOjAuMCwiQm90dG9tIjowLjB9LCJCYWNrZ3JvdW5kIjp7IiRpZCI6IjQyNzciLCJDb2xvciI6eyIkaWQiOiI0Mjc4IiwiQSI6NTEsIlIiOjIwMCwiRyI6MjAwLCJCIjoyMDB9fSwiSXNWaXNpYmxlIjp0cnVlLCJXaWR0aCI6MC4wLCJIZWlnaHQiOjAuMCwiQm9yZGVyU3R5bGUiOnsiJGlkIjoiNDI3OSIsIkxpbmVDb2xvciI6eyIkaWQiOiI0MjgwIiwiJHR5cGUiOiJOTFJFLkNvbW1vbi5Eb20uU29saWRDb2xvckJydXNoLCBOTFJFLkNvbW1vbiIsIkNvbG9yIjp7IiRpZCI6IjQyODEiLCJBIjoyNTUsIlIiOjIzNCwiRyI6MjIsIkIiOjMwfX0sIkxpbmVXZWlnaHQiOjAuMCwiTGluZVR5cGUiOjAsIlBhcmVudFN0eWxlIjpudWxsfSwiUGFyZW50U3R5bGUiOm51bGx9LCJNYXJnaW4iOnsiJGlkIjoiNDI4MiIsIlRvcCI6MC4wLCJMZWZ0IjowLjAsIlJpZ2h0IjowLjAsIkJvdHRvbSI6MC4wfSwiUGFkZGluZyI6eyIkaWQiOiI0MjgzIiwiVG9wIjowLjAsIkxlZnQiOjAuMCwiUmlnaHQiOjAuMCwiQm90dG9tIjowLjB9LCJJc1Zpc2libGUiOnRydWUsIldpZHRoIjowLjAsIkhlaWdodCI6MC4wLCJCb3JkZXJTdHlsZSI6eyIkaWQiOiI0Mjg0IiwiTGluZUNvbG9yIjpudWxsLCJMaW5lV2VpZ2h0IjowLjAsIkxpbmVUeXBlIjowLCJQYXJlbnRTdHlsZSI6bnVsbH0sIlBhcmVudFN0eWxlIjpudWxsfSwiTWFyZ2luIjp7IiRpZCI6IjQyODUiLCJUb3AiOjAuMCwiTGVmdCI6MC4wLCJSaWdodCI6MC4wLCJCb3R0b20iOjAuMH0sIlBhZGRpbmciOnsiJGlkIjoiNDI4NiIsIlRvcCI6MC4wLCJMZWZ0IjowLjAsIlJpZ2h0IjowLjAsIkJvdHRvbSI6MC4wfSwiSXNWaXNpYmxlIjp0cnVlLCJXaWR0aCI6MC4wLCJIZWlnaHQiOjAuMCwiQm9yZGVyU3R5bGUiOnsiJGlkIjoiNDI4NyIsIkxpbmVDb2xvciI6bnVsbCwiTGluZVdlaWdodCI6MC4wLCJMaW5lVHlwZSI6MCwiUGFyZW50U3R5bGUiOm51bGx9LCJQYXJlbnRTdHlsZSI6bnVsbH0sIl9hZGRpdGlvbmFsU3dpbWxhbmVWMlN0eWxlcyI6W3siJGlkIjoiNDI4OCIsIlN0eWxlSWQiOiI5ODUxM2UxMC01NTFjLTRmMzAtYWMxMS1hMDY5MGU5MDMxMzQiLCJIZWFkZXJTdHlsZSI6eyIkaWQiOiI0Mjg5IiwiVGV4dElzVmVydGljYWwiOmZhbHNlLCJUZXh0U3R5bGUiOnsiJGlkIjoiNDI5MCIsIkZvbnRTZXR0aW5ncyI6eyIkaWQiOiI0MjkxIiwiRm9udFNpemUiOjExLCJGb250TmFtZSI6IkNhbGlicmkiLCJJc0JvbGQiOmZhbHNlLCJJc0l0YWxpYyI6ZmFsc2UsIklzVW5kZXJsaW5lZCI6ZmFsc2UsIlBhcmVudFN0eWxlIjpudWxsfSwiQXV0b1NpemUiOjIsIkZvcmVncm91bmQiOnsiJGlkIjoiNDI5MiIsIkNvbG9yIjp7IiRpZCI6IjQyOTMiLCJBIjoyNTUsIlIiOjM4LCJHIjozOCwiQiI6Mzh9fSwiTWF4V2lkdGgiOiJJbmZpbml0eSIsIk1heEhlaWdodCI6IkluZmluaXR5IiwiU21hcnRGb3JlZ3JvdW5kSXNBY3RpdmUiOmZhbHNlLCJIb3Jpem9udGFsQWxpZ25tZW50IjoxLCJWZXJ0aWNhbEFsaWdubWVudCI6MCwiU21hcnRGb3JlZ3JvdW5kIjpudWxsLCJCYWNrZ3JvdW5kRmlsbFR5cGUiOjAsIk1hcmdpbiI6eyIkaWQiOiI0Mjk0IiwiVG9wIjowLjAsIkxlZnQiOjAuMCwiUmlnaHQiOjAuMCwiQm90dG9tIjowLjB9LCJQYWRkaW5nIjp7IiRpZCI6IjQyOTUiLCJUb3AiOjAuMCwiTGVmdCI6MC4wLCJSaWdodCI6MC4wLCJCb3R0b20iOjAuMH0sIkJhY2tncm91bmQiOnsiJGlkIjoiNDI5NiIsIkNvbG9yIjp7IiRpZCI6IjQyOTciLCJBIjoyNTUsIlIiOjM4LCJHIjozOCwiQiI6Mzh9fSwiSXNWaXNpYmxlIjp0cnVlLCJXaWR0aCI6MC4wLCJIZWlnaHQiOjAuMCwiQm9yZGVyU3R5bGUiOm51bGwsIlBhcmVudFN0eWxlIjpudWxsfSwiUmVjdGFuZ2xlU3R5bGUiOnsiJGlkIjoiNDI5OCIsIk1hcmdpbiI6eyIkaWQiOiI0Mjk5IiwiVG9wIjowLjAsIkxlZnQiOjAuMCwiUmlnaHQiOjAuMCwiQm90dG9tIjowLjB9LCJQYWRkaW5nIjp7IiRpZCI6IjQzMDAiLCJUb3AiOjAuMCwiTGVmdCI6MC4wLCJSaWdodCI6MC4wLCJCb3R0b20iOjAuMH0sIkJhY2tncm91bmQiOnsiJGlkIjoiNDMwMSIsIkNvbG9yIjp7IiRpZCI6IjQzMDIiLCJBIjoyNTUsIlIiOjI1NSwiRyI6MTkyLCJCIjowfX0sIklzVmlzaWJsZSI6dHJ1ZSwiV2lkdGgiOjAuMCwiSGVpZ2h0IjowLjAsIkJvcmRlclN0eWxlIjp7IiRpZCI6IjQzMDMiLCJMaW5lQ29sb3IiOnsiJGlkIjoiNDMwNCIsIiR0eXBlIjoiTkxSRS5Db21tb24uRG9tLlNvbGlkQ29sb3JCcnVzaCwgTkxSRS5Db21tb24iLCJDb2xvciI6eyIkaWQiOiI0MzA1IiwiQSI6MjU1LCJSIjoyNTUsIkciOjI1NSwiQiI6MjU1fX0sIkxpbmVXZWlnaHQiOjAuMCwiTGluZVR5cGUiOjAsIlBhcmVudFN0eWxlIjpudWxsfSwiUGFyZW50U3R5bGUiOm51bGx9LCJNYXJnaW4iOnsiJGlkIjoiNDMwNiIsIlRvcCI6MC4wLCJMZWZ0IjowLjAsIlJpZ2h0IjowLjAsIkJvdHRvbSI6MC4wfSwiUGFkZGluZyI6eyIkaWQiOiI0MzA3IiwiVG9wIjowLjAsIkxlZnQiOjAuMCwiUmlnaHQiOjAuMCwiQm90dG9tIjowLjB9LCJCYWNrZ3JvdW5kIjpudWxsLCJJc1Zpc2libGUiOnRydWUsIldpZHRoIjowLjAsIkhlaWdodCI6MC4wLCJCb3JkZXJTdHlsZSI6bnVsbCwiUGFyZW50U3R5bGUiOm51bGx9LCJCYWNrZ3JvdW5kU3R5bGUiOnsiJGlkIjoiNDMwOCIsIk1hcmdpbiI6eyIkaWQiOiI0MzA5IiwiVG9wIjowLjAsIkxlZnQiOjAuMCwiUmlnaHQiOjAuMCwiQm90dG9tIjowLjB9LCJQYWRkaW5nIjp7IiRpZCI6IjQzMTAiLCJUb3AiOjAuMCwiTGVmdCI6MC4wLCJSaWdodCI6MC4wLCJCb3R0b20iOjAuMH0sIkJhY2tncm91bmQiOnsiJGlkIjoiNDMxMSIsIkNvbG9yIjp7IiRpZCI6IjQzMTIiLCJBIjo1MSwiUiI6MjAwLCJHIjoyMDAsIkIiOjIwMH19LCJJc1Zpc2libGUiOnRydWUsIldpZHRoIjowLjAsIkhlaWdodCI6MC4wLCJCb3JkZXJTdHlsZSI6eyIkaWQiOiI0MzEzIiwiTGluZUNvbG9yIjp7IiRpZCI6IjQzMTQiLCIkdHlwZSI6Ik5MUkUuQ29tbW9uLkRvbS5Tb2xpZENvbG9yQnJ1c2gsIE5MUkUuQ29tbW9uIiwiQ29sb3IiOnsiJGlkIjoiNDMxNSIsIkEiOjI1NSwiUiI6MjM0LCJHIjoyMiwiQiI6MzB9fSwiTGluZVdlaWdodCI6MC4wLCJMaW5lVHlwZSI6MCwiUGFyZW50U3R5bGUiOm51bGx9LCJQYXJlbnRTdHlsZSI6bnVsbH0sIklzQWJvdmVUaW1lYmFuZCI6ZmFsc2UsIlNwYWNpbmciOjIsIkRlZmF1bHRTd2ltbGFuZVRhc2tTdHlsZSI6eyIkaWQiOiI0MzE2IiwiJHR5cGUiOiJOTFJFLkNvbW1vbi5Eb20uU3R5bGVzLkV4cGxpY2l0U2V0YWJsZVRhc2tTdHlsZSwgTkxSRS5Db21tb24iLCJTaGFwZSI6MSwiU2hhcGVUaGlja25lc3MiOjAsIkR1cmF0aW9uRm9ybWF0IjowLCJJbmNsdWRlTm9uV29ya2luZ0RheXNJbkR1cmF0aW9uIjpmYWxzZSwiUGVyY2VudGFnZUNvbXBsZXRlU3R5bGUiOnsiJGlkIjoiNDMxNyIsIkZvbnRTZXR0aW5ncyI6eyIkaWQiOiI0MzE4IiwiRm9udFNpemUiOjEwLCJGb250TmFtZSI6IkNhbGlicmkiLCJJc0JvbGQiOmZhbHNlLCJJc0l0YWxpYyI6ZmFsc2UsIklzVW5kZXJsaW5lZCI6ZmFsc2UsIlBhcmVudFN0eWxlIjpudWxsfSwiQXV0b1NpemUiOjAsIkZvcmVncm91bmQiOnsiJGlkIjoiNDMxOSIsIkNvbG9yIjp7IiRpZCI6IjQzMj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MyMSIsIlRvcCI6MC4wLCJMZWZ0IjowLjAsIlJpZ2h0IjowLjAsIkJvdHRvbSI6MC4wfSwiUGFkZGluZyI6eyIkaWQiOiI0MzIyIiwiVG9wIjowLjAsIkxlZnQiOjAuMCwiUmlnaHQiOjAuMCwiQm90dG9tIjowLjB9LCJCYWNrZ3JvdW5kIjp7IiRpZCI6IjQzMjMiLCJDb2xvciI6eyIkaWQiOiI0MzI0IiwiQSI6ODksIlIiOjAsIkciOjAsIkIiOjB9fSwiSXNWaXNpYmxlIjp0cnVlLCJXaWR0aCI6MC4wLCJIZWlnaHQiOjAuMCwiQm9yZGVyU3R5bGUiOnsiJGlkIjoiNDMyNSIsIkxpbmVDb2xvciI6bnVsbCwiTGluZVdlaWdodCI6MC4wLCJMaW5lVHlwZSI6MCwiUGFyZW50U3R5bGUiOm51bGx9LCJQYXJlbnRTdHlsZSI6bnVsbH0sIkR1cmF0aW9uU3R5bGUiOnsiJGlkIjoiNDMyNiIsIkZvbnRTZXR0aW5ncyI6eyIkaWQiOiI0MzI3IiwiRm9udFNpemUiOjEwLCJGb250TmFtZSI6IkNhbGlicmkiLCJJc0JvbGQiOmZhbHNlLCJJc0l0YWxpYyI6ZmFsc2UsIklzVW5kZXJsaW5lZCI6ZmFsc2UsIlBhcmVudFN0eWxlIjpudWxsfSwiQXV0b1NpemUiOjAsIkZvcmVncm91bmQiOnsiJGlkIjoiNDMyOCIsIkNvbG9yIjp7IiRpZCI6IjQzMj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zMzAiLCJUb3AiOjAuMCwiTGVmdCI6MC4wLCJSaWdodCI6MC4wLCJCb3R0b20iOjAuMH0sIlBhZGRpbmciOnsiJGlkIjoiNDMzMSIsIlRvcCI6MC4wLCJMZWZ0IjowLjAsIlJpZ2h0IjowLjAsIkJvdHRvbSI6MC4wfSwiQmFja2dyb3VuZCI6eyIkaWQiOiI0MzMyIiwiQ29sb3IiOnsiJGlkIjoiNDMzMyIsIkEiOjI1NSwiUiI6NjgsIkciOjg0LCJCIjoxMDZ9fSwiSXNWaXNpYmxlIjp0cnVlLCJXaWR0aCI6MC4wLCJIZWlnaHQiOjAuMCwiQm9yZGVyU3R5bGUiOnsiJGlkIjoiNDMzNCIsIkxpbmVDb2xvciI6bnVsbCwiTGluZVdlaWdodCI6MC4wLCJMaW5lVHlwZSI6MCwiUGFyZW50U3R5bGUiOm51bGx9LCJQYXJlbnRTdHlsZSI6bnVsbH0sIkhvcml6b250YWxDb25uZWN0b3JTdHlsZSI6eyIkaWQiOiI0MzM1IiwiTGluZUNvbG9yIjp7IiRpZCI6IjQzMzYiLCIkdHlwZSI6Ik5MUkUuQ29tbW9uLkRvbS5Tb2xpZENvbG9yQnJ1c2gsIE5MUkUuQ29tbW9uIiwiQ29sb3IiOnsiJGlkIjoiNDMzNyIsIkEiOjI1NSwiUiI6MCwiRyI6MCwiQiI6MH19LCJMaW5lV2VpZ2h0IjowLjAsIkxpbmVUeXBlIjowLCJQYXJlbnRTdHlsZSI6bnVsbH0sIlZlcnRpY2FsQ29ubmVjdG9yU3R5bGUiOnsiJGlkIjoiNDMzOCIsIkxpbmVDb2xvciI6eyIkaWQiOiI0MzM5IiwiJHR5cGUiOiJOTFJFLkNvbW1vbi5Eb20uU29saWRDb2xvckJydXNoLCBOTFJFLkNvbW1vbiIsIkNvbG9yIjp7IiRpZCI6IjQzND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MzQxIiwiU2hhcGVTdHlsZSI6eyIkaWQiOiI0MzQyIiwiTWFyZ2luIjp7IiRpZCI6IjQzNDMiLCJUb3AiOjAuMCwiTGVmdCI6MC4wLCJSaWdodCI6MC4wLCJCb3R0b20iOjAuMH0sIlBhZGRpbmciOnsiJGlkIjoiNDM0NCIsIlRvcCI6MC4wLCJMZWZ0IjowLjAsIlJpZ2h0IjowLjAsIkJvdHRvbSI6MC4wfSwiQmFja2dyb3VuZCI6eyIkaWQiOiI0MzQ1IiwiQ29sb3IiOnsiJGlkIjoiNDM0NiIsIkEiOjE1MywiUiI6MCwiRyI6MCwiQiI6MH19LCJJc1Zpc2libGUiOnRydWUsIldpZHRoIjowLjAsIkhlaWdodCI6MC4wLCJCb3JkZXJTdHlsZSI6eyIkaWQiOiI0MzQ3IiwiTGluZUNvbG9yIjp7IiRpZCI6IjQzNDgiLCIkdHlwZSI6Ik5MUkUuQ29tbW9uLkRvbS5Tb2xpZENvbG9yQnJ1c2gsIE5MUkUuQ29tbW9uIiwiQ29sb3IiOnsiJGlkIjoiNDM0OSIsIkEiOjI1NSwiUiI6MjU1LCJHIjowLCJCIjowfX0sIkxpbmVXZWlnaHQiOjAuMCwiTGluZVR5cGUiOjAsIlBhcmVudFN0eWxlIjpudWxsfSwiUGFyZW50U3R5bGUiOm51bGx9LCJNYXJnaW4iOnsiJGlkIjoiNDM1MCIsIlRvcCI6MC4wLCJMZWZ0IjowLjAsIlJpZ2h0IjowLjAsIkJvdHRvbSI6MC4wfSwiUGFkZGluZyI6eyIkaWQiOiI0MzUxIiwiVG9wIjowLjAsIkxlZnQiOjAuMCwiUmlnaHQiOjAuMCwiQm90dG9tIjowLjB9LCJCYWNrZ3JvdW5kIjpudWxsLCJJc1Zpc2libGUiOnRydWUsIldpZHRoIjowLjAsIkhlaWdodCI6MC4wLCJCb3JkZXJTdHlsZSI6bnVsbCwiUGFyZW50U3R5bGUiOm51bGx9LCJTaGFwZVN0eWxlIjp7IiRpZCI6IjQzNTIiLCJNYXJnaW4iOnsiJGlkIjoiNDM1MyIsIlRvcCI6MC4wLCJMZWZ0Ijo0LjAsIlJpZ2h0Ijo0LjAsIkJvdHRvbSI6MC4wfSwiUGFkZGluZyI6eyIkaWQiOiI0MzU0IiwiVG9wIjowLjAsIkxlZnQiOjAuMCwiUmlnaHQiOjAuMCwiQm90dG9tIjowLjB9LCJCYWNrZ3JvdW5kIjp7IiRpZCI6IjQzNTUiLCJDb2xvciI6eyIkaWQiOiI0MzU2IiwiQSI6MjU1LCJSIjoyNTUsIkciOjE5MiwiQiI6MH19LCJJc1Zpc2libGUiOnRydWUsIldpZHRoIjowLjAsIkhlaWdodCI6MTAuMCwiQm9yZGVyU3R5bGUiOnsiJGlkIjoiNDM1NyIsIkxpbmVDb2xvciI6eyIkaWQiOiI0MzU4IiwiJHR5cGUiOiJOTFJFLkNvbW1vbi5Eb20uU29saWRDb2xvckJydXNoLCBOTFJFLkNvbW1vbiIsIkNvbG9yIjp7IiRpZCI6IjQzNTkiLCJBIjoyNTUsIlIiOjIzNCwiRyI6MjIsIkIiOjMwfX0sIkxpbmVXZWlnaHQiOjAuMCwiTGluZVR5cGUiOjAsIlBhcmVudFN0eWxlIjpudWxsfSwiUGFyZW50U3R5bGUiOm51bGx9LCJUaXRsZVN0eWxlIjp7IiRpZCI6IjQzNjAiLCJGb250U2V0dGluZ3MiOnsiJGlkIjoiNDM2MSIsIkZvbnRTaXplIjoxMSwiRm9udE5hbWUiOiJDYWxpYnJpIiwiSXNCb2xkIjpmYWxzZSwiSXNJdGFsaWMiOmZhbHNlLCJJc1VuZGVybGluZWQiOmZhbHNlLCJQYXJlbnRTdHlsZSI6bnVsbH0sIkF1dG9TaXplIjowLCJGb3JlZ3JvdW5kIjp7IiRpZCI6IjQzNjIiLCJDb2xvciI6eyIkaWQiOiI0Mz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NjQiLCJUb3AiOjAuMCwiTGVmdCI6MC4wLCJSaWdodCI6MC4wLCJCb3R0b20iOjAuMH0sIlBhZGRpbmciOnsiJGlkIjoiNDM2NSIsIlRvcCI6MC4wLCJMZWZ0IjowLjAsIlJpZ2h0IjowLjAsIkJvdHRvbSI6MC4wfSwiQmFja2dyb3VuZCI6eyIkaWQiOiI0MzY2IiwiQ29sb3IiOnsiJGlkIjoiNDM2NyIsIkEiOjI1NSwiUiI6MCwiRyI6MCwiQiI6MH19LCJJc1Zpc2libGUiOnRydWUsIldpZHRoIjowLjAsIkhlaWdodCI6MC4wLCJCb3JkZXJTdHlsZSI6eyIkaWQiOiI0MzY4IiwiTGluZUNvbG9yIjpudWxsLCJMaW5lV2VpZ2h0IjowLjAsIkxpbmVUeXBlIjowLCJQYXJlbnRTdHlsZSI6bnVsbH0sIlBhcmVudFN0eWxlIjpudWxsfSwiRGF0ZVN0eWxlIjp7IiRpZCI6IjQzNjkiLCJGb250U2V0dGluZ3MiOnsiJGlkIjoiNDM3MCIsIkZvbnRTaXplIjoxMCwiRm9udE5hbWUiOiJDYWxpYnJpIiwiSXNCb2xkIjpmYWxzZSwiSXNJdGFsaWMiOmZhbHNlLCJJc1VuZGVybGluZWQiOmZhbHNlLCJQYXJlbnRTdHlsZSI6bnVsbH0sIkF1dG9TaXplIjowLCJGb3JlZ3JvdW5kIjp7IiRpZCI6IjQzNzEiLCJDb2xvciI6eyIkaWQiOiI0Mzc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0MzczIiwiVG9wIjowLjAsIkxlZnQiOjAuMCwiUmlnaHQiOjAuMCwiQm90dG9tIjowLjB9LCJQYWRkaW5nIjp7IiRpZCI6IjQzNzQiLCJUb3AiOjAuMCwiTGVmdCI6MC4wLCJSaWdodCI6MC4wLCJCb3R0b20iOjAuMH0sIkJhY2tncm91bmQiOnsiJGlkIjoiNDM3NSIsIkNvbG9yIjp7IiRpZCI6IjQzNzYiLCJBIjoyNTUsIlIiOjY4LCJHIjo4NCwiQiI6MTA2fX0sIklzVmlzaWJsZSI6dHJ1ZSwiV2lkdGgiOjAuMCwiSGVpZ2h0IjowLjAsIkJvcmRlclN0eWxlIjp7IiRpZCI6IjQzNzciLCJMaW5lQ29sb3IiOm51bGwsIkxpbmVXZWlnaHQiOjAuMCwiTGluZVR5cGUiOjAsIlBhcmVudFN0eWxlIjpudWxsfSwiUGFyZW50U3R5bGUiOm51bGx9LCJEYXRlRm9ybWF0Ijp7IiRpZCI6IjQz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M3OSIsIkZvcm1hdCI6MCwiSXNWaXNpYmxlIjpmYWxzZSwiTGFzdEtub3duVmlzaWJpbGl0eVN0YXRlIjpmYWxzZX0sIklzVmlzaWJsZSI6dHJ1ZSwiVmFyaWFuY2VTdHlsZSI6eyIkaWQiOiI0MzgwIiwiVGV4dFN0eWxlIjp7IiRpZCI6IjQzODEiLCJGb250U2V0dGluZ3MiOnsiJGlkIjoiNDM4MiIsIkZvbnRTaXplIjoxMCwiRm9udE5hbWUiOiJDYWxpYnJpIiwiSXNCb2xkIjpmYWxzZSwiSXNJdGFsaWMiOmZhbHNlLCJJc1VuZGVybGluZWQiOmZhbHNlLCJQYXJlbnRTdHlsZSI6bnVsbH0sIkF1dG9TaXplIjowLCJGb3JlZ3JvdW5kIjp7IiRpZCI6IjQzODMiLCJDb2xvciI6eyIkaWQiOiI0Mz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ODUiLCJUb3AiOjAuMCwiTGVmdCI6MC4wLCJSaWdodCI6MC4wLCJCb3R0b20iOjAuMH0sIlBhZGRpbmciOnsiJGlkIjoiNDM4NiIsIlRvcCI6MC4wLCJMZWZ0IjowLjAsIlJpZ2h0IjowLjAsIkJvdHRvbSI6MC4wfSwiQmFja2dyb3VuZCI6eyIkaWQiOiI0Mzg3IiwiQ29sb3IiOnsiJGlkIjoiNDM4OCIsIkEiOjI1NSwiUiI6MCwiRyI6MCwiQiI6MH19LCJJc1Zpc2libGUiOnRydWUsIldpZHRoIjowLjAsIkhlaWdodCI6MC4wLCJCb3JkZXJTdHlsZSI6eyIkaWQiOiI0Mzg5IiwiTGluZUNvbG9yIjpudWxsLCJMaW5lV2VpZ2h0IjowLjAsIkxpbmVUeXBlIjowLCJQYXJlbnRTdHlsZSI6bnVsbH0sIlBhcmVudFN0eWxlIjpudWxsfSwiUGFyZW50U3R5bGUiOm51bGx9LCJQYXJlbnRTdHlsZSI6bnVsbCwiX2V4cGxpY2l0bHlTZXQiOnsiJGlkIjoiNDM5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zOTEiLCJTaGFwZSI6MSwiQ29ubmVjdG9yTWFyZ2luIjp7IiRpZCI6IjQzOTIiLCJUb3AiOjAuMCwiTGVmdCI6Mi4wLCJSaWdodCI6Mi4wLCJCb3R0b20iOjAuMH0sIkNvbm5lY3RvclN0eWxlIjp7IiRpZCI6IjQzOTMiLCJMaW5lQ29sb3IiOnsiJGlkIjoiNDM5NCIsIiR0eXBlIjoiTkxSRS5Db21tb24uRG9tLlNvbGlkQ29sb3JCcnVzaCwgTkxSRS5Db21tb24iLCJDb2xvciI6eyIkaWQiOiI0Mzk1IiwiQSI6MTI3LCJSIjoxMjcsIkciOjk2LCJCIjowfX0sIkxpbmVXZWlnaHQiOjEuMCwiTGluZVR5cGUiOjAsIlBhcmVudFN0eWxlIjpudWxsfSwiSXNCZWxvd1RpbWViYW5kIjpmYWxzZSwiUG9zaXRpb25PblRhc2siOjEsIkhpZGVEYXRlIjpmYWxzZSwiU2hhcGVTaXplIjowLCJTcGFjaW5nIjowLjAsIlBhZGRpbmciOnsiJGlkIjoiNDM5NiIsIlRvcCI6NS4wLCJMZWZ0IjozLjAsIlJpZ2h0IjowLjAsIkJvdHRvbSI6Mi4wfSwiU2hhcGVTdHlsZSI6eyIkaWQiOiI0Mzk3IiwiTWFyZ2luIjp7IiRpZCI6IjQzOTgiLCJUb3AiOjAuMCwiTGVmdCI6MC4wLCJSaWdodCI6MC4wLCJCb3R0b20iOjAuMH0sIlBhZGRpbmciOnsiJGlkIjoiNDM5OSIsIlRvcCI6MC4wLCJMZWZ0IjowLjAsIlJpZ2h0IjowLjAsIkJvdHRvbSI6MC4wfSwiQmFja2dyb3VuZCI6eyIkaWQiOiI0NDAwIiwiQ29sb3IiOnsiJGlkIjoiNDQwMSIsIkEiOjI1NSwiUiI6MTI3LCJHIjo5NiwiQiI6MH19LCJJc1Zpc2libGUiOnRydWUsIldpZHRoIjoxMi4wLCJIZWlnaHQiOjE0LjAsIkJvcmRlclN0eWxlIjp7IiRpZCI6IjQ0MDIiLCJMaW5lQ29sb3IiOnsiJGlkIjoiNDQwMyIsIiR0eXBlIjoiTkxSRS5Db21tb24uRG9tLlNvbGlkQ29sb3JCcnVzaCwgTkxSRS5Db21tb24iLCJDb2xvciI6eyIkaWQiOiI0NDA0IiwiQSI6MjU1LCJSIjoyNTUsIkciOjI1NSwiQiI6MjU1fX0sIkxpbmVXZWlnaHQiOjAuMCwiTGluZVR5cGUiOjAsIlBhcmVudFN0eWxlIjpudWxsfSwiUGFyZW50U3R5bGUiOm51bGx9LCJUaXRsZVN0eWxlIjp7IiRpZCI6IjQ0MDUiLCJGb250U2V0dGluZ3MiOnsiJGlkIjoiNDQwNiIsIkZvbnRTaXplIjoxMSwiRm9udE5hbWUiOiJDYWxpYnJpIiwiSXNCb2xkIjpmYWxzZSwiSXNJdGFsaWMiOmZhbHNlLCJJc1VuZGVybGluZWQiOmZhbHNlLCJQYXJlbnRTdHlsZSI6bnVsbH0sIkF1dG9TaXplIjowLCJGb3JlZ3JvdW5kIjp7IiRpZCI6IjQ0MDciLCJDb2xvciI6eyIkaWQiOiI0ND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0MDkiLCJUb3AiOjAuMCwiTGVmdCI6MC4wLCJSaWdodCI6MC4wLCJCb3R0b20iOjAuMH0sIlBhZGRpbmciOnsiJGlkIjoiNDQxMCIsIlRvcCI6MC4wLCJMZWZ0IjowLjAsIlJpZ2h0IjowLjAsIkJvdHRvbSI6MC4wfSwiQmFja2dyb3VuZCI6eyIkaWQiOiI0NDExIiwiQ29sb3IiOnsiJGlkIjoiNDQxMiIsIkEiOjI1NSwiUiI6MCwiRyI6MCwiQiI6MH19LCJJc1Zpc2libGUiOnRydWUsIldpZHRoIjowLjAsIkhlaWdodCI6MC4wLCJCb3JkZXJTdHlsZSI6eyIkaWQiOiI0NDEzIiwiTGluZUNvbG9yIjpudWxsLCJMaW5lV2VpZ2h0IjowLjAsIkxpbmVUeXBlIjowLCJQYXJlbnRTdHlsZSI6bnVsbH0sIlBhcmVudFN0eWxlIjpudWxsfSwiRGF0ZVN0eWxlIjp7IiRpZCI6IjQ0MTQiLCJGb250U2V0dGluZ3MiOnsiJGlkIjoiNDQxNSIsIkZvbnRTaXplIjoxMCwiRm9udE5hbWUiOiJDYWxpYnJpIiwiSXNCb2xkIjpmYWxzZSwiSXNJdGFsaWMiOmZhbHNlLCJJc1VuZGVybGluZWQiOmZhbHNlLCJQYXJlbnRTdHlsZSI6bnVsbH0sIkF1dG9TaXplIjowLCJGb3JlZ3JvdW5kIjp7IiRpZCI6IjQ0MTYiLCJDb2xvciI6eyIkaWQiOiI0NDE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NDE4IiwiVG9wIjowLjAsIkxlZnQiOjAuMCwiUmlnaHQiOjAuMCwiQm90dG9tIjowLjB9LCJQYWRkaW5nIjp7IiRpZCI6IjQ0MTkiLCJUb3AiOjAuMCwiTGVmdCI6MC4wLCJSaWdodCI6MC4wLCJCb3R0b20iOjAuMH0sIkJhY2tncm91bmQiOnsiJGlkIjoiNDQyMCIsIkNvbG9yIjp7IiRpZCI6IjQ0MjEiLCJBIjoyNTUsIlIiOjY4LCJHIjo4NCwiQiI6MTA2fX0sIklzVmlzaWJsZSI6dHJ1ZSwiV2lkdGgiOjAuMCwiSGVpZ2h0IjowLjAsIkJvcmRlclN0eWxlIjp7IiRpZCI6IjQ0MjIiLCJMaW5lQ29sb3IiOm51bGwsIkxpbmVXZWlnaHQiOjAuMCwiTGluZVR5cGUiOjAsIlBhcmVudFN0eWxlIjpudWxsfSwiUGFyZW50U3R5bGUiOm51bGx9LCJEYXRlRm9ybWF0Ijp7IiRpZCI6IjQ0Mj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QyNCIsIkZvcm1hdCI6MCwiSXNWaXNpYmxlIjpmYWxzZSwiTGFzdEtub3duVmlzaWJpbGl0eVN0YXRlIjpmYWxzZX0sIklzVmlzaWJsZSI6ZmFsc2UsIlZhcmlhbmNlU3R5bGUiOnsiJGlkIjoiNDQyNSIsIlRleHRTdHlsZSI6eyIkaWQiOiI0NDI2IiwiRm9udFNldHRpbmdzIjp7IiRpZCI6IjQ0MjciLCJGb250U2l6ZSI6MTAsIkZvbnROYW1lIjoiQ2FsaWJyaSIsIklzQm9sZCI6ZmFsc2UsIklzSXRhbGljIjpmYWxzZSwiSXNVbmRlcmxpbmVkIjpmYWxzZSwiUGFyZW50U3R5bGUiOm51bGx9LCJBdXRvU2l6ZSI6MCwiRm9yZWdyb3VuZCI6eyIkaWQiOiI0NDI4IiwiQ29sb3IiOnsiJGlkIjoiNDQ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MwIiwiVG9wIjowLjAsIkxlZnQiOjAuMCwiUmlnaHQiOjAuMCwiQm90dG9tIjowLjB9LCJQYWRkaW5nIjp7IiRpZCI6IjQ0MzEiLCJUb3AiOjAuMCwiTGVmdCI6MC4wLCJSaWdodCI6MC4wLCJCb3R0b20iOjAuMH0sIkJhY2tncm91bmQiOnsiJGlkIjoiNDQzMiIsIkNvbG9yIjp7IiRpZCI6IjQ0MzMiLCJBIjoyNTUsIlIiOjAsIkciOjAsIkIiOjB9fSwiSXNWaXNpYmxlIjp0cnVlLCJXaWR0aCI6MC4wLCJIZWlnaHQiOjAuMCwiQm9yZGVyU3R5bGUiOnsiJGlkIjoiNDQzNCIsIkxpbmVDb2xvciI6bnVsbCwiTGluZVdlaWdodCI6MC4wLCJMaW5lVHlwZSI6MCwiUGFyZW50U3R5bGUiOm51bGx9LCJQYXJlbnRTdHlsZSI6bnVsbH0sIlBhcmVudFN0eWxlIjpudWxsfSwiUGFyZW50U3R5bGUiOm51bGx9LCJEZWZhdWx0U3dpbWxhbmVNaWxlc3RvbmVTdHlsZSI6eyIkaWQiOiI0NDM1IiwiVGl0bGVQb3NpdGlvbiI6IkxlZnQiLCJEYXRlUG9zaXRpb24iOiJSaWdodCIsIlZhcmlhbmNlUG9zaXRpb24iOiJSaWdodCIsIlNoYXBlVHlwZSI6MSwiU2hhcGVTaXplIjowLCJTcGFjaW5nIjo1LCJTaGFwZVN0eWxlIjp7IiRpZCI6IjQ0MzYiLCJNYXJnaW4iOnsiJGlkIjoiNDQzNyIsIlRvcCI6MC4wLCJMZWZ0IjowLjAsIlJpZ2h0IjowLjAsIkJvdHRvbSI6MC4wfSwiUGFkZGluZyI6eyIkaWQiOiI0NDM4IiwiVG9wIjowLjAsIkxlZnQiOjAuMCwiUmlnaHQiOjAuMCwiQm90dG9tIjowLjB9LCJCYWNrZ3JvdW5kIjp7IiRpZCI6IjQ0MzkiLCJDb2xvciI6eyIkaWQiOiI0NDQwIiwiQSI6MjU1LCJSIjoyNTUsIkciOjE5MiwiQiI6MH19LCJJc1Zpc2libGUiOnRydWUsIldpZHRoIjoxMi4wLCJIZWlnaHQiOjE0LjAsIkJvcmRlclN0eWxlIjp7IiRpZCI6IjQ0NDEiLCJMaW5lQ29sb3IiOnsiJGlkIjoiNDQ0MiIsIiR0eXBlIjoiTkxSRS5Db21tb24uRG9tLlNvbGlkQ29sb3JCcnVzaCwgTkxSRS5Db21tb24iLCJDb2xvciI6eyIkaWQiOiI0NDQzIiwiQSI6MjU1LCJSIjoyMzQsIkciOjIyLCJCIjozMH19LCJMaW5lV2VpZ2h0IjowLjAsIkxpbmVUeXBlIjowLCJQYXJlbnRTdHlsZSI6bnVsbH0sIlBhcmVudFN0eWxlIjpudWxsfSwiVGl0bGVTdHlsZSI6eyIkaWQiOiI0NDQ0IiwiRm9udFNldHRpbmdzIjp7IiRpZCI6IjQ0NDUiLCJGb250U2l6ZSI6MTEsIkZvbnROYW1lIjoiQ2FsaWJyaSIsIklzQm9sZCI6ZmFsc2UsIklzSXRhbGljIjpmYWxzZSwiSXNVbmRlcmxpbmVkIjpmYWxzZSwiUGFyZW50U3R5bGUiOm51bGx9LCJBdXRvU2l6ZSI6MCwiRm9yZWdyb3VuZCI6eyIkaWQiOiI0NDQ2IiwiQ29sb3IiOnsiJGlkIjoiNDQ0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DQ4IiwiVG9wIjowLjAsIkxlZnQiOjAuMCwiUmlnaHQiOjAuMCwiQm90dG9tIjowLjB9LCJQYWRkaW5nIjp7IiRpZCI6IjQ0NDkiLCJUb3AiOjAuMCwiTGVmdCI6MC4wLCJSaWdodCI6MC4wLCJCb3R0b20iOjAuMH0sIkJhY2tncm91bmQiOnsiJGlkIjoiNDQ1MCIsIkNvbG9yIjp7IiRpZCI6IjQ0NTEiLCJBIjoyNTUsIlIiOjAsIkciOjAsIkIiOjB9fSwiSXNWaXNpYmxlIjp0cnVlLCJXaWR0aCI6MC4wLCJIZWlnaHQiOjAuMCwiQm9yZGVyU3R5bGUiOnsiJGlkIjoiNDQ1MiIsIkxpbmVDb2xvciI6bnVsbCwiTGluZVdlaWdodCI6MC4wLCJMaW5lVHlwZSI6MCwiUGFyZW50U3R5bGUiOm51bGx9LCJQYXJlbnRTdHlsZSI6bnVsbH0sIkRhdGVTdHlsZSI6eyIkaWQiOiI0NDUzIiwiRm9udFNldHRpbmdzIjp7IiRpZCI6IjQ0NTQiLCJGb250U2l6ZSI6MTAsIkZvbnROYW1lIjoiQ2FsaWJyaSIsIklzQm9sZCI6ZmFsc2UsIklzSXRhbGljIjpmYWxzZSwiSXNVbmRlcmxpbmVkIjpmYWxzZSwiUGFyZW50U3R5bGUiOm51bGx9LCJBdXRvU2l6ZSI6MCwiRm9yZWdyb3VuZCI6eyIkaWQiOiI0NDU1IiwiQ29sb3IiOnsiJGlkIjoiNDQ1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Q1NyIsIlRvcCI6MC4wLCJMZWZ0IjowLjAsIlJpZ2h0IjowLjAsIkJvdHRvbSI6MC4wfSwiUGFkZGluZyI6eyIkaWQiOiI0NDU4IiwiVG9wIjowLjAsIkxlZnQiOjAuMCwiUmlnaHQiOjAuMCwiQm90dG9tIjowLjB9LCJCYWNrZ3JvdW5kIjp7IiRpZCI6IjQ0NTkiLCJDb2xvciI6eyIkaWQiOiI0NDYwIiwiQSI6MjU1LCJSIjo2OCwiRyI6ODQsIkIiOjEwNn19LCJJc1Zpc2libGUiOnRydWUsIldpZHRoIjowLjAsIkhlaWdodCI6MC4wLCJCb3JkZXJTdHlsZSI6eyIkaWQiOiI0NDYxIiwiTGluZUNvbG9yIjpudWxsLCJMaW5lV2VpZ2h0IjowLjAsIkxpbmVUeXBlIjowLCJQYXJlbnRTdHlsZSI6bnVsbH0sIlBhcmVudFN0eWxlIjpudWxsfSwiRGF0ZUZvcm1hdCI6eyIkaWQiOiI0NDY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0NjMiLCJGb3JtYXQiOjAsIklzVmlzaWJsZSI6ZmFsc2UsIkxhc3RLbm93blZpc2liaWxpdHlTdGF0ZSI6ZmFsc2V9LCJJc1Zpc2libGUiOnRydWUsIlZhcmlhbmNlU3R5bGUiOnsiJGlkIjoiNDQ2NCIsIlRleHRTdHlsZSI6eyIkaWQiOiI0NDY1IiwiRm9udFNldHRpbmdzIjp7IiRpZCI6IjQ0NjYiLCJGb250U2l6ZSI6MTAsIkZvbnROYW1lIjoiQ2FsaWJyaSIsIklzQm9sZCI6ZmFsc2UsIklzSXRhbGljIjpmYWxzZSwiSXNVbmRlcmxpbmVkIjpmYWxzZSwiUGFyZW50U3R5bGUiOm51bGx9LCJBdXRvU2l6ZSI6MCwiRm9yZWdyb3VuZCI6eyIkaWQiOiI0NDY3IiwiQ29sb3IiOnsiJGlkIjoiNDQ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Y5IiwiVG9wIjowLjAsIkxlZnQiOjAuMCwiUmlnaHQiOjAuMCwiQm90dG9tIjowLjB9LCJQYWRkaW5nIjp7IiRpZCI6IjQ0NzAiLCJUb3AiOjAuMCwiTGVmdCI6MC4wLCJSaWdodCI6MC4wLCJCb3R0b20iOjAuMH0sIkJhY2tncm91bmQiOnsiJGlkIjoiNDQ3MSIsIkNvbG9yIjp7IiRpZCI6IjQ0NzIiLCJBIjoyNTUsIlIiOjAsIkciOjAsIkIiOjB9fSwiSXNWaXNpYmxlIjp0cnVlLCJXaWR0aCI6MC4wLCJIZWlnaHQiOjAuMCwiQm9yZGVyU3R5bGUiOnsiJGlkIjoiNDQ3MyIsIkxpbmVDb2xvciI6bnVsbCwiTGluZVdlaWdodCI6MC4wLCJMaW5lVHlwZSI6MCwiUGFyZW50U3R5bGUiOm51bGx9LCJQYXJlbnRTdHlsZSI6bnVsbH0sIlBhcmVudFN0eWxlIjpudWxsfSwiUGFyZW50U3R5bGUiOm51bGx9LCJEZWZhdWx0U3dpbWxhbmVBY3Rpdml0eVN0eWxlIjp7IiRpZCI6IjQ0NzQiLCJIZWFkZXJTdHlsZSI6eyIkaWQiOiI0NDc1IiwiVGV4dFN0eWxlIjp7IiRpZCI6IjQ0NzYiLCJGb250U2V0dGluZ3MiOnsiJGlkIjoiNDQ3NyIsIkZvbnRTaXplIjoxMSwiRm9udE5hbWUiOiJDYWxpYnJpIiwiSXNCb2xkIjpmYWxzZSwiSXNJdGFsaWMiOmZhbHNlLCJJc1VuZGVybGluZWQiOmZhbHNlLCJQYXJlbnRTdHlsZSI6bnVsbH0sIkF1dG9TaXplIjoyLCJGb3JlZ3JvdW5kIjp7IiRpZCI6IjQ0NzgiLCJDb2xvciI6eyIkaWQiOiI0ND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Q4MCIsIlRvcCI6MC4wLCJMZWZ0IjowLjAsIlJpZ2h0IjowLjAsIkJvdHRvbSI6MC4wfSwiUGFkZGluZyI6eyIkaWQiOiI0NDgxIiwiVG9wIjowLjAsIkxlZnQiOjAuMCwiUmlnaHQiOjAuMCwiQm90dG9tIjowLjB9LCJCYWNrZ3JvdW5kIjp7IiRpZCI6IjQ0ODIiLCJDb2xvciI6eyIkaWQiOiI0NDgzIiwiQSI6MjU1LCJSIjo2NCwiRyI6NjQsIkIiOjY0fX0sIklzVmlzaWJsZSI6dHJ1ZSwiV2lkdGgiOjAuMCwiSGVpZ2h0IjowLjAsIkJvcmRlclN0eWxlIjpudWxsLCJQYXJlbnRTdHlsZSI6bnVsbH0sIlJlY3RhbmdsZVN0eWxlIjp7IiRpZCI6IjQ0ODQiLCJNYXJnaW4iOnsiJGlkIjoiNDQ4NSIsIlRvcCI6MC4wLCJMZWZ0IjowLjAsIlJpZ2h0IjowLjAsIkJvdHRvbSI6MC4wfSwiUGFkZGluZyI6eyIkaWQiOiI0NDg2IiwiVG9wIjowLjAsIkxlZnQiOjAuMCwiUmlnaHQiOjAuMCwiQm90dG9tIjowLjB9LCJCYWNrZ3JvdW5kIjp7IiRpZCI6IjQ0ODciLCJDb2xvciI6eyIkaWQiOiI0NDg4IiwiQSI6MTI3LCJSIjoyNTUsIkciOjE5MiwiQiI6MH19LCJJc1Zpc2libGUiOnRydWUsIldpZHRoIjowLjAsIkhlaWdodCI6MC4wLCJCb3JkZXJTdHlsZSI6eyIkaWQiOiI0NDg5IiwiTGluZUNvbG9yIjp7IiRpZCI6IjQ0OTAiLCIkdHlwZSI6Ik5MUkUuQ29tbW9uLkRvbS5Tb2xpZENvbG9yQnJ1c2gsIE5MUkUuQ29tbW9uIiwiQ29sb3IiOnsiJGlkIjoiNDQ5MSIsIkEiOjI1NSwiUiI6MjU1LCJHIjoyNTUsIkIiOjI1NX19LCJMaW5lV2VpZ2h0IjowLjAsIkxpbmVUeXBlIjowLCJQYXJlbnRTdHlsZSI6bnVsbH0sIlBhcmVudFN0eWxlIjpudWxsfSwiTWFyZ2luIjp7IiRpZCI6IjQ0OTIiLCJUb3AiOjAuMCwiTGVmdCI6MC4wLCJSaWdodCI6MC4wLCJCb3R0b20iOjAuMH0sIlBhZGRpbmciOnsiJGlkIjoiNDQ5MyIsIlRvcCI6MC4wLCJMZWZ0IjowLjAsIlJpZ2h0IjowLjAsIkJvdHRvbSI6MC4wfSwiQmFja2dyb3VuZCI6bnVsbCwiSXNWaXNpYmxlIjp0cnVlLCJXaWR0aCI6MC4wLCJIZWlnaHQiOjAuMCwiQm9yZGVyU3R5bGUiOm51bGwsIlBhcmVudFN0eWxlIjpudWxsfSwiQmFja2dyb3VuZFN0eWxlIjp7IiRpZCI6IjQ0OTQiLCJNYXJnaW4iOnsiJGlkIjoiNDQ5NSIsIlRvcCI6MC4wLCJMZWZ0IjowLjAsIlJpZ2h0IjowLjAsIkJvdHRvbSI6MC4wfSwiUGFkZGluZyI6eyIkaWQiOiI0NDk2IiwiVG9wIjowLjAsIkxlZnQiOjAuMCwiUmlnaHQiOjAuMCwiQm90dG9tIjowLjB9LCJCYWNrZ3JvdW5kIjp7IiRpZCI6IjQ0OTciLCJDb2xvciI6eyIkaWQiOiI0NDk4IiwiQSI6NTEsIlIiOjIwMCwiRyI6MjAwLCJCIjoyMDB9fSwiSXNWaXNpYmxlIjp0cnVlLCJXaWR0aCI6MC4wLCJIZWlnaHQiOjAuMCwiQm9yZGVyU3R5bGUiOnsiJGlkIjoiNDQ5OSIsIkxpbmVDb2xvciI6eyIkaWQiOiI0NTAwIiwiJHR5cGUiOiJOTFJFLkNvbW1vbi5Eb20uU29saWRDb2xvckJydXNoLCBOTFJFLkNvbW1vbiIsIkNvbG9yIjp7IiRpZCI6IjQ1MDEiLCJBIjoyNTUsIlIiOjIzNCwiRyI6MjIsIkIiOjMwfX0sIkxpbmVXZWlnaHQiOjAuMCwiTGluZVR5cGUiOjAsIlBhcmVudFN0eWxlIjpudWxsfSwiUGFyZW50U3R5bGUiOm51bGx9LCJNYXJnaW4iOnsiJGlkIjoiNDUwMiIsIlRvcCI6MC4wLCJMZWZ0IjowLjAsIlJpZ2h0IjowLjAsIkJvdHRvbSI6MC4wfSwiUGFkZGluZyI6eyIkaWQiOiI0NTAzIiwiVG9wIjowLjAsIkxlZnQiOjAuMCwiUmlnaHQiOjAuMCwiQm90dG9tIjowLjB9LCJJc1Zpc2libGUiOnRydWUsIldpZHRoIjowLjAsIkhlaWdodCI6MC4wLCJCb3JkZXJTdHlsZSI6eyIkaWQiOiI0NTA0IiwiTGluZUNvbG9yIjpudWxsLCJMaW5lV2VpZ2h0IjowLjAsIkxpbmVUeXBlIjowLCJQYXJlbnRTdHlsZSI6bnVsbH0sIlBhcmVudFN0eWxlIjpudWxsfSwiTWFyZ2luIjp7IiRpZCI6IjQ1MDUiLCJUb3AiOjAuMCwiTGVmdCI6MC4wLCJSaWdodCI6MC4wLCJCb3R0b20iOjAuMH0sIlBhZGRpbmciOnsiJGlkIjoiNDUwNiIsIlRvcCI6MC4wLCJMZWZ0IjowLjAsIlJpZ2h0IjowLjAsIkJvdHRvbSI6MC4wfSwiSXNWaXNpYmxlIjp0cnVlLCJXaWR0aCI6MC4wLCJIZWlnaHQiOjAuMCwiQm9yZGVyU3R5bGUiOnsiJGlkIjoiNDUwNyIsIkxpbmVDb2xvciI6bnVsbCwiTGluZVdlaWdodCI6MC4wLCJMaW5lVHlwZSI6MCwiUGFyZW50U3R5bGUiOm51bGx9LCJQYXJlbnRTdHlsZSI6bnVsbH0seyIkaWQiOiI0NTA4IiwiU3R5bGVJZCI6ImIyNGY4MDQ1LWY2OWItNGE0My04MjlmLWE1NjUwM2ZkY2Q2OSIsIkhlYWRlclN0eWxlIjp7IiRpZCI6IjQ1MDkiLCJUZXh0SXNWZXJ0aWNhbCI6ZmFsc2UsIlRleHRTdHlsZSI6eyIkaWQiOiI0NTEwIiwiRm9udFNldHRpbmdzIjp7IiRpZCI6IjQ1MTEiLCJGb250U2l6ZSI6MTEsIkZvbnROYW1lIjoiQ2FsaWJyaSIsIklzQm9sZCI6ZmFsc2UsIklzSXRhbGljIjpmYWxzZSwiSXNVbmRlcmxpbmVkIjpmYWxzZSwiUGFyZW50U3R5bGUiOm51bGx9LCJBdXRvU2l6ZSI6MiwiRm9yZWdyb3VuZCI6eyIkaWQiOiI0NTEyIiwiQ29sb3IiOnsiJGlkIjoiNDUxM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Q1MTQiLCJUb3AiOjAuMCwiTGVmdCI6MC4wLCJSaWdodCI6MC4wLCJCb3R0b20iOjAuMH0sIlBhZGRpbmciOnsiJGlkIjoiNDUxNSIsIlRvcCI6MC4wLCJMZWZ0IjowLjAsIlJpZ2h0IjowLjAsIkJvdHRvbSI6MC4wfSwiQmFja2dyb3VuZCI6eyIkaWQiOiI0NTE2IiwiQ29sb3IiOnsiJGlkIjoiNDUxNyIsIkEiOjI1NSwiUiI6MjU1LCJHIjoyNTUsIkIiOjI1NX19LCJJc1Zpc2libGUiOnRydWUsIldpZHRoIjowLjAsIkhlaWdodCI6MC4wLCJCb3JkZXJTdHlsZSI6bnVsbCwiUGFyZW50U3R5bGUiOm51bGx9LCJSZWN0YW5nbGVTdHlsZSI6eyIkaWQiOiI0NTE4IiwiTWFyZ2luIjp7IiRpZCI6IjQ1MTkiLCJUb3AiOjAuMCwiTGVmdCI6MC4wLCJSaWdodCI6MC4wLCJCb3R0b20iOjAuMH0sIlBhZGRpbmciOnsiJGlkIjoiNDUyMCIsIlRvcCI6MC4wLCJMZWZ0IjowLjAsIlJpZ2h0IjowLjAsIkJvdHRvbSI6MC4wfSwiQmFja2dyb3VuZCI6eyIkaWQiOiI0NTIxIiwiQ29sb3IiOnsiJGlkIjoiNDUyMiIsIkEiOjI1NSwiUiI6MTEyLCJHIjoxNzMsIkIiOjcxfX0sIklzVmlzaWJsZSI6dHJ1ZSwiV2lkdGgiOjAuMCwiSGVpZ2h0IjowLjAsIkJvcmRlclN0eWxlIjp7IiRpZCI6IjQ1MjMiLCJMaW5lQ29sb3IiOnsiJGlkIjoiNDUyNCIsIiR0eXBlIjoiTkxSRS5Db21tb24uRG9tLlNvbGlkQ29sb3JCcnVzaCwgTkxSRS5Db21tb24iLCJDb2xvciI6eyIkaWQiOiI0NTI1IiwiQSI6MjU1LCJSIjoyNTUsIkciOjI1NSwiQiI6MjU1fX0sIkxpbmVXZWlnaHQiOjAuMCwiTGluZVR5cGUiOjAsIlBhcmVudFN0eWxlIjpudWxsfSwiUGFyZW50U3R5bGUiOm51bGx9LCJNYXJnaW4iOnsiJGlkIjoiNDUyNiIsIlRvcCI6MC4wLCJMZWZ0IjowLjAsIlJpZ2h0IjowLjAsIkJvdHRvbSI6MC4wfSwiUGFkZGluZyI6eyIkaWQiOiI0NTI3IiwiVG9wIjowLjAsIkxlZnQiOjAuMCwiUmlnaHQiOjAuMCwiQm90dG9tIjowLjB9LCJCYWNrZ3JvdW5kIjpudWxsLCJJc1Zpc2libGUiOnRydWUsIldpZHRoIjowLjAsIkhlaWdodCI6MC4wLCJCb3JkZXJTdHlsZSI6bnVsbCwiUGFyZW50U3R5bGUiOm51bGx9LCJCYWNrZ3JvdW5kU3R5bGUiOnsiJGlkIjoiNDUyOCIsIk1hcmdpbiI6eyIkaWQiOiI0NTI5IiwiVG9wIjowLjAsIkxlZnQiOjAuMCwiUmlnaHQiOjAuMCwiQm90dG9tIjowLjB9LCJQYWRkaW5nIjp7IiRpZCI6IjQ1MzAiLCJUb3AiOjAuMCwiTGVmdCI6MC4wLCJSaWdodCI6MC4wLCJCb3R0b20iOjAuMH0sIkJhY2tncm91bmQiOnsiJGlkIjoiNDUzMSIsIkNvbG9yIjp7IiRpZCI6IjQ1MzIiLCJBIjo1MSwiUiI6MjAwLCJHIjoyMDAsIkIiOjIwMH19LCJJc1Zpc2libGUiOnRydWUsIldpZHRoIjowLjAsIkhlaWdodCI6MC4wLCJCb3JkZXJTdHlsZSI6eyIkaWQiOiI0NTMzIiwiTGluZUNvbG9yIjp7IiRpZCI6IjQ1MzQiLCIkdHlwZSI6Ik5MUkUuQ29tbW9uLkRvbS5Tb2xpZENvbG9yQnJ1c2gsIE5MUkUuQ29tbW9uIiwiQ29sb3IiOnsiJGlkIjoiNDUzNSIsIkEiOjI1NSwiUiI6MjM0LCJHIjoyMiwiQiI6MzB9fSwiTGluZVdlaWdodCI6MC4wLCJMaW5lVHlwZSI6MCwiUGFyZW50U3R5bGUiOm51bGx9LCJQYXJlbnRTdHlsZSI6bnVsbH0sIklzQWJvdmVUaW1lYmFuZCI6ZmFsc2UsIlNwYWNpbmciOjIsIkRlZmF1bHRTd2ltbGFuZVRhc2tTdHlsZSI6eyIkaWQiOiI0NTM2IiwiJHR5cGUiOiJOTFJFLkNvbW1vbi5Eb20uU3R5bGVzLkV4cGxpY2l0U2V0YWJsZVRhc2tTdHlsZSwgTkxSRS5Db21tb24iLCJTaGFwZSI6MSwiU2hhcGVUaGlja25lc3MiOjAsIkR1cmF0aW9uRm9ybWF0IjowLCJJbmNsdWRlTm9uV29ya2luZ0RheXNJbkR1cmF0aW9uIjpmYWxzZSwiUGVyY2VudGFnZUNvbXBsZXRlU3R5bGUiOnsiJGlkIjoiNDUzNyIsIkZvbnRTZXR0aW5ncyI6eyIkaWQiOiI0NTM4IiwiRm9udFNpemUiOjEwLCJGb250TmFtZSI6IkNhbGlicmkiLCJJc0JvbGQiOmZhbHNlLCJJc0l0YWxpYyI6ZmFsc2UsIklzVW5kZXJsaW5lZCI6ZmFsc2UsIlBhcmVudFN0eWxlIjpudWxsfSwiQXV0b1NpemUiOjAsIkZvcmVncm91bmQiOnsiJGlkIjoiNDUzOSIsIkNvbG9yIjp7IiRpZCI6IjQ1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U0MSIsIlRvcCI6MC4wLCJMZWZ0IjowLjAsIlJpZ2h0IjowLjAsIkJvdHRvbSI6MC4wfSwiUGFkZGluZyI6eyIkaWQiOiI0NTQyIiwiVG9wIjowLjAsIkxlZnQiOjAuMCwiUmlnaHQiOjAuMCwiQm90dG9tIjowLjB9LCJCYWNrZ3JvdW5kIjp7IiRpZCI6IjQ1NDMiLCJDb2xvciI6eyIkaWQiOiI0NTQ0IiwiQSI6ODksIlIiOjAsIkciOjAsIkIiOjB9fSwiSXNWaXNpYmxlIjp0cnVlLCJXaWR0aCI6MC4wLCJIZWlnaHQiOjAuMCwiQm9yZGVyU3R5bGUiOnsiJGlkIjoiNDU0NSIsIkxpbmVDb2xvciI6bnVsbCwiTGluZVdlaWdodCI6MC4wLCJMaW5lVHlwZSI6MCwiUGFyZW50U3R5bGUiOm51bGx9LCJQYXJlbnRTdHlsZSI6bnVsbH0sIkR1cmF0aW9uU3R5bGUiOnsiJGlkIjoiNDU0NiIsIkZvbnRTZXR0aW5ncyI6eyIkaWQiOiI0NTQ3IiwiRm9udFNpemUiOjEwLCJGb250TmFtZSI6IkNhbGlicmkiLCJJc0JvbGQiOmZhbHNlLCJJc0l0YWxpYyI6ZmFsc2UsIklzVW5kZXJsaW5lZCI6ZmFsc2UsIlBhcmVudFN0eWxlIjpudWxsfSwiQXV0b1NpemUiOjAsIkZvcmVncm91bmQiOnsiJGlkIjoiNDU0OCIsIkNvbG9yIjp7IiRpZCI6IjQ1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1NTAiLCJUb3AiOjAuMCwiTGVmdCI6MC4wLCJSaWdodCI6MC4wLCJCb3R0b20iOjAuMH0sIlBhZGRpbmciOnsiJGlkIjoiNDU1MSIsIlRvcCI6MC4wLCJMZWZ0IjowLjAsIlJpZ2h0IjowLjAsIkJvdHRvbSI6MC4wfSwiQmFja2dyb3VuZCI6eyIkaWQiOiI0NTUyIiwiQ29sb3IiOnsiJGlkIjoiNDU1MyIsIkEiOjI1NSwiUiI6NjgsIkciOjg0LCJCIjoxMDZ9fSwiSXNWaXNpYmxlIjp0cnVlLCJXaWR0aCI6MC4wLCJIZWlnaHQiOjAuMCwiQm9yZGVyU3R5bGUiOnsiJGlkIjoiNDU1NCIsIkxpbmVDb2xvciI6bnVsbCwiTGluZVdlaWdodCI6MC4wLCJMaW5lVHlwZSI6MCwiUGFyZW50U3R5bGUiOm51bGx9LCJQYXJlbnRTdHlsZSI6bnVsbH0sIkhvcml6b250YWxDb25uZWN0b3JTdHlsZSI6eyIkaWQiOiI0NTU1IiwiTGluZUNvbG9yIjp7IiRpZCI6IjQ1NTYiLCIkdHlwZSI6Ik5MUkUuQ29tbW9uLkRvbS5Tb2xpZENvbG9yQnJ1c2gsIE5MUkUuQ29tbW9uIiwiQ29sb3IiOnsiJGlkIjoiNDU1NyIsIkEiOjI1NSwiUiI6MCwiRyI6MCwiQiI6MH19LCJMaW5lV2VpZ2h0IjowLjAsIkxpbmVUeXBlIjowLCJQYXJlbnRTdHlsZSI6bnVsbH0sIlZlcnRpY2FsQ29ubmVjdG9yU3R5bGUiOnsiJGlkIjoiNDU1OCIsIkxpbmVDb2xvciI6eyIkaWQiOiI0NTU5IiwiJHR5cGUiOiJOTFJFLkNvbW1vbi5Eb20uU29saWRDb2xvckJydXNoLCBOTFJFLkNvbW1vbiIsIkNvbG9yIjp7IiRpZCI6IjQ1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NTYxIiwiU2hhcGVTdHlsZSI6eyIkaWQiOiI0NTYyIiwiTWFyZ2luIjp7IiRpZCI6IjQ1NjMiLCJUb3AiOjAuMCwiTGVmdCI6MC4wLCJSaWdodCI6MC4wLCJCb3R0b20iOjAuMH0sIlBhZGRpbmciOnsiJGlkIjoiNDU2NCIsIlRvcCI6MC4wLCJMZWZ0IjowLjAsIlJpZ2h0IjowLjAsIkJvdHRvbSI6MC4wfSwiQmFja2dyb3VuZCI6eyIkaWQiOiI0NTY1IiwiQ29sb3IiOnsiJGlkIjoiNDU2NiIsIkEiOjE1MywiUiI6MCwiRyI6MCwiQiI6MH19LCJJc1Zpc2libGUiOnRydWUsIldpZHRoIjowLjAsIkhlaWdodCI6MC4wLCJCb3JkZXJTdHlsZSI6eyIkaWQiOiI0NTY3IiwiTGluZUNvbG9yIjp7IiRpZCI6IjQ1NjgiLCIkdHlwZSI6Ik5MUkUuQ29tbW9uLkRvbS5Tb2xpZENvbG9yQnJ1c2gsIE5MUkUuQ29tbW9uIiwiQ29sb3IiOnsiJGlkIjoiNDU2OSIsIkEiOjI1NSwiUiI6MjU1LCJHIjowLCJCIjowfX0sIkxpbmVXZWlnaHQiOjAuMCwiTGluZVR5cGUiOjAsIlBhcmVudFN0eWxlIjpudWxsfSwiUGFyZW50U3R5bGUiOm51bGx9LCJNYXJnaW4iOnsiJGlkIjoiNDU3MCIsIlRvcCI6MC4wLCJMZWZ0IjowLjAsIlJpZ2h0IjowLjAsIkJvdHRvbSI6MC4wfSwiUGFkZGluZyI6eyIkaWQiOiI0NTcxIiwiVG9wIjowLjAsIkxlZnQiOjAuMCwiUmlnaHQiOjAuMCwiQm90dG9tIjowLjB9LCJCYWNrZ3JvdW5kIjpudWxsLCJJc1Zpc2libGUiOnRydWUsIldpZHRoIjowLjAsIkhlaWdodCI6MC4wLCJCb3JkZXJTdHlsZSI6bnVsbCwiUGFyZW50U3R5bGUiOm51bGx9LCJTaGFwZVN0eWxlIjp7IiRpZCI6IjQ1NzIiLCJNYXJnaW4iOnsiJGlkIjoiNDU3MyIsIlRvcCI6MC4wLCJMZWZ0Ijo0LjAsIlJpZ2h0Ijo0LjAsIkJvdHRvbSI6MC4wfSwiUGFkZGluZyI6eyIkaWQiOiI0NTc0IiwiVG9wIjowLjAsIkxlZnQiOjAuMCwiUmlnaHQiOjAuMCwiQm90dG9tIjowLjB9LCJCYWNrZ3JvdW5kIjp7IiRpZCI6IjQ1NzUiLCJDb2xvciI6eyIkaWQiOiI0NTc2IiwiQSI6MjU1LCJSIjoxMTIsIkciOjE3MywiQiI6NzF9fSwiSXNWaXNpYmxlIjp0cnVlLCJXaWR0aCI6MC4wLCJIZWlnaHQiOjEwLjAsIkJvcmRlclN0eWxlIjp7IiRpZCI6IjQ1NzciLCJMaW5lQ29sb3IiOnsiJGlkIjoiNDU3OCIsIiR0eXBlIjoiTkxSRS5Db21tb24uRG9tLlNvbGlkQ29sb3JCcnVzaCwgTkxSRS5Db21tb24iLCJDb2xvciI6eyIkaWQiOiI0NTc5IiwiQSI6MjU1LCJSIjoyMzQsIkciOjIyLCJCIjozMH19LCJMaW5lV2VpZ2h0IjowLjAsIkxpbmVUeXBlIjowLCJQYXJlbnRTdHlsZSI6bnVsbH0sIlBhcmVudFN0eWxlIjpudWxsfSwiVGl0bGVTdHlsZSI6eyIkaWQiOiI0NTgwIiwiRm9udFNldHRpbmdzIjp7IiRpZCI6IjQ1ODEiLCJGb250U2l6ZSI6MTEsIkZvbnROYW1lIjoiQ2FsaWJyaSIsIklzQm9sZCI6ZmFsc2UsIklzSXRhbGljIjpmYWxzZSwiSXNVbmRlcmxpbmVkIjpmYWxzZSwiUGFyZW50U3R5bGUiOm51bGx9LCJBdXRvU2l6ZSI6MCwiRm9yZWdyb3VuZCI6eyIkaWQiOiI0NTgyIiwiQ29sb3IiOnsiJGlkIjoiNDU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Tg0IiwiVG9wIjowLjAsIkxlZnQiOjAuMCwiUmlnaHQiOjAuMCwiQm90dG9tIjowLjB9LCJQYWRkaW5nIjp7IiRpZCI6IjQ1ODUiLCJUb3AiOjAuMCwiTGVmdCI6MC4wLCJSaWdodCI6MC4wLCJCb3R0b20iOjAuMH0sIkJhY2tncm91bmQiOnsiJGlkIjoiNDU4NiIsIkNvbG9yIjp7IiRpZCI6IjQ1ODciLCJBIjoyNTUsIlIiOjAsIkciOjAsIkIiOjB9fSwiSXNWaXNpYmxlIjp0cnVlLCJXaWR0aCI6MC4wLCJIZWlnaHQiOjAuMCwiQm9yZGVyU3R5bGUiOnsiJGlkIjoiNDU4OCIsIkxpbmVDb2xvciI6bnVsbCwiTGluZVdlaWdodCI6MC4wLCJMaW5lVHlwZSI6MCwiUGFyZW50U3R5bGUiOm51bGx9LCJQYXJlbnRTdHlsZSI6bnVsbH0sIkRhdGVTdHlsZSI6eyIkaWQiOiI0NTg5IiwiRm9udFNldHRpbmdzIjp7IiRpZCI6IjQ1OTAiLCJGb250U2l6ZSI6MTAsIkZvbnROYW1lIjoiQ2FsaWJyaSIsIklzQm9sZCI6ZmFsc2UsIklzSXRhbGljIjpmYWxzZSwiSXNVbmRlcmxpbmVkIjpmYWxzZSwiUGFyZW50U3R5bGUiOm51bGx9LCJBdXRvU2l6ZSI6MCwiRm9yZWdyb3VuZCI6eyIkaWQiOiI0NTkxIiwiQ29sb3IiOnsiJGlkIjoiNDU5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U5MyIsIlRvcCI6MC4wLCJMZWZ0IjowLjAsIlJpZ2h0IjowLjAsIkJvdHRvbSI6MC4wfSwiUGFkZGluZyI6eyIkaWQiOiI0NTk0IiwiVG9wIjowLjAsIkxlZnQiOjAuMCwiUmlnaHQiOjAuMCwiQm90dG9tIjowLjB9LCJCYWNrZ3JvdW5kIjp7IiRpZCI6IjQ1OTUiLCJDb2xvciI6eyIkaWQiOiI0NTk2IiwiQSI6MjU1LCJSIjo2OCwiRyI6ODQsIkIiOjEwNn19LCJJc1Zpc2libGUiOnRydWUsIldpZHRoIjowLjAsIkhlaWdodCI6MC4wLCJCb3JkZXJTdHlsZSI6eyIkaWQiOiI0NTk3IiwiTGluZUNvbG9yIjpudWxsLCJMaW5lV2VpZ2h0IjowLjAsIkxpbmVUeXBlIjowLCJQYXJlbnRTdHlsZSI6bnVsbH0sIlBhcmVudFN0eWxlIjpudWxsfSwiRGF0ZUZvcm1hdCI6eyIkaWQiOiI0NT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OTkiLCJGb3JtYXQiOjAsIklzVmlzaWJsZSI6ZmFsc2UsIkxhc3RLbm93blZpc2liaWxpdHlTdGF0ZSI6ZmFsc2V9LCJJc1Zpc2libGUiOnRydWUsIlZhcmlhbmNlU3R5bGUiOnsiJGlkIjoiNDYwMCIsIlRleHRTdHlsZSI6eyIkaWQiOiI0NjAxIiwiRm9udFNldHRpbmdzIjp7IiRpZCI6IjQ2MDIiLCJGb250U2l6ZSI6MTAsIkZvbnROYW1lIjoiQ2FsaWJyaSIsIklzQm9sZCI6ZmFsc2UsIklzSXRhbGljIjpmYWxzZSwiSXNVbmRlcmxpbmVkIjpmYWxzZSwiUGFyZW50U3R5bGUiOm51bGx9LCJBdXRvU2l6ZSI6MCwiRm9yZWdyb3VuZCI6eyIkaWQiOiI0NjAzIiwiQ29sb3IiOnsiJGlkIjoiNDY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A1IiwiVG9wIjowLjAsIkxlZnQiOjAuMCwiUmlnaHQiOjAuMCwiQm90dG9tIjowLjB9LCJQYWRkaW5nIjp7IiRpZCI6IjQ2MDYiLCJUb3AiOjAuMCwiTGVmdCI6MC4wLCJSaWdodCI6MC4wLCJCb3R0b20iOjAuMH0sIkJhY2tncm91bmQiOnsiJGlkIjoiNDYwNyIsIkNvbG9yIjp7IiRpZCI6IjQ2MDgiLCJBIjoyNTUsIlIiOjAsIkciOjAsIkIiOjB9fSwiSXNWaXNpYmxlIjp0cnVlLCJXaWR0aCI6MC4wLCJIZWlnaHQiOjAuMCwiQm9yZGVyU3R5bGUiOnsiJGlkIjoiNDYwOSIsIkxpbmVDb2xvciI6bnVsbCwiTGluZVdlaWdodCI6MC4wLCJMaW5lVHlwZSI6MCwiUGFyZW50U3R5bGUiOm51bGx9LCJQYXJlbnRTdHlsZSI6bnVsbH0sIlBhcmVudFN0eWxlIjpudWxsfSwiUGFyZW50U3R5bGUiOm51bGwsIl9leHBsaWNpdGx5U2V0Ijp7IiRpZCI6IjQ2MT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NjExIiwiU2hhcGUiOjEsIkNvbm5lY3Rvck1hcmdpbiI6eyIkaWQiOiI0NjEyIiwiVG9wIjowLjAsIkxlZnQiOjIuMCwiUmlnaHQiOjIuMCwiQm90dG9tIjowLjB9LCJDb25uZWN0b3JTdHlsZSI6eyIkaWQiOiI0NjEzIiwiTGluZUNvbG9yIjp7IiRpZCI6IjQ2MTQiLCIkdHlwZSI6Ik5MUkUuQ29tbW9uLkRvbS5Tb2xpZENvbG9yQnJ1c2gsIE5MUkUuQ29tbW9uIiwiQ29sb3IiOnsiJGlkIjoiNDYxNSIsIkEiOjEyNywiUiI6NTYsIkciOjg2LCJCIjozNX19LCJMaW5lV2VpZ2h0IjoxLjAsIkxpbmVUeXBlIjowLCJQYXJlbnRTdHlsZSI6bnVsbH0sIklzQmVsb3dUaW1lYmFuZCI6ZmFsc2UsIlBvc2l0aW9uT25UYXNrIjoxLCJIaWRlRGF0ZSI6ZmFsc2UsIlNoYXBlU2l6ZSI6MCwiU3BhY2luZyI6MC4wLCJQYWRkaW5nIjp7IiRpZCI6IjQ2MTYiLCJUb3AiOjUuMCwiTGVmdCI6My4wLCJSaWdodCI6MC4wLCJCb3R0b20iOjIuMH0sIlNoYXBlU3R5bGUiOnsiJGlkIjoiNDYxNyIsIk1hcmdpbiI6eyIkaWQiOiI0NjE4IiwiVG9wIjowLjAsIkxlZnQiOjAuMCwiUmlnaHQiOjAuMCwiQm90dG9tIjowLjB9LCJQYWRkaW5nIjp7IiRpZCI6IjQ2MTkiLCJUb3AiOjAuMCwiTGVmdCI6MC4wLCJSaWdodCI6MC4wLCJCb3R0b20iOjAuMH0sIkJhY2tncm91bmQiOnsiJGlkIjoiNDYyMCIsIkNvbG9yIjp7IiRpZCI6IjQ2MjEiLCJBIjoyNTUsIlIiOjU2LCJHIjo4NiwiQiI6MzV9fSwiSXNWaXNpYmxlIjp0cnVlLCJXaWR0aCI6MTIuMCwiSGVpZ2h0IjoxNC4wLCJCb3JkZXJTdHlsZSI6eyIkaWQiOiI0NjIyIiwiTGluZUNvbG9yIjp7IiRpZCI6IjQ2MjMiLCIkdHlwZSI6Ik5MUkUuQ29tbW9uLkRvbS5Tb2xpZENvbG9yQnJ1c2gsIE5MUkUuQ29tbW9uIiwiQ29sb3IiOnsiJGlkIjoiNDYyNCIsIkEiOjI1NSwiUiI6MjU1LCJHIjoyNTUsIkIiOjI1NX19LCJMaW5lV2VpZ2h0IjowLjAsIkxpbmVUeXBlIjowLCJQYXJlbnRTdHlsZSI6bnVsbH0sIlBhcmVudFN0eWxlIjpudWxsfSwiVGl0bGVTdHlsZSI6eyIkaWQiOiI0NjI1IiwiRm9udFNldHRpbmdzIjp7IiRpZCI6IjQ2MjYiLCJGb250U2l6ZSI6MTEsIkZvbnROYW1lIjoiQ2FsaWJyaSIsIklzQm9sZCI6ZmFsc2UsIklzSXRhbGljIjpmYWxzZSwiSXNVbmRlcmxpbmVkIjpmYWxzZSwiUGFyZW50U3R5bGUiOm51bGx9LCJBdXRvU2l6ZSI6MCwiRm9yZWdyb3VuZCI6eyIkaWQiOiI0NjI3IiwiQ29sb3IiOnsiJGlkIjoiNDYy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0NjI5IiwiVG9wIjowLjAsIkxlZnQiOjAuMCwiUmlnaHQiOjAuMCwiQm90dG9tIjowLjB9LCJQYWRkaW5nIjp7IiRpZCI6IjQ2MzAiLCJUb3AiOjAuMCwiTGVmdCI6MC4wLCJSaWdodCI6MC4wLCJCb3R0b20iOjAuMH0sIkJhY2tncm91bmQiOnsiJGlkIjoiNDYzMSIsIkNvbG9yIjp7IiRpZCI6IjQ2MzIiLCJBIjoyNTUsIlIiOjAsIkciOjAsIkIiOjB9fSwiSXNWaXNpYmxlIjp0cnVlLCJXaWR0aCI6MC4wLCJIZWlnaHQiOjAuMCwiQm9yZGVyU3R5bGUiOnsiJGlkIjoiNDYzMyIsIkxpbmVDb2xvciI6bnVsbCwiTGluZVdlaWdodCI6MC4wLCJMaW5lVHlwZSI6MCwiUGFyZW50U3R5bGUiOm51bGx9LCJQYXJlbnRTdHlsZSI6bnVsbH0sIkRhdGVTdHlsZSI6eyIkaWQiOiI0NjM0IiwiRm9udFNldHRpbmdzIjp7IiRpZCI6IjQ2MzUiLCJGb250U2l6ZSI6MTAsIkZvbnROYW1lIjoiQ2FsaWJyaSIsIklzQm9sZCI6ZmFsc2UsIklzSXRhbGljIjpmYWxzZSwiSXNVbmRlcmxpbmVkIjpmYWxzZSwiUGFyZW50U3R5bGUiOm51bGx9LCJBdXRvU2l6ZSI6MCwiRm9yZWdyb3VuZCI6eyIkaWQiOiI0NjM2IiwiQ29sb3IiOnsiJGlkIjoiNDYz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NDYzOCIsIlRvcCI6MC4wLCJMZWZ0IjowLjAsIlJpZ2h0IjowLjAsIkJvdHRvbSI6MC4wfSwiUGFkZGluZyI6eyIkaWQiOiI0NjM5IiwiVG9wIjowLjAsIkxlZnQiOjAuMCwiUmlnaHQiOjAuMCwiQm90dG9tIjowLjB9LCJCYWNrZ3JvdW5kIjp7IiRpZCI6IjQ2NDAiLCJDb2xvciI6eyIkaWQiOiI0NjQxIiwiQSI6MjU1LCJSIjo2OCwiRyI6ODQsIkIiOjEwNn19LCJJc1Zpc2libGUiOnRydWUsIldpZHRoIjowLjAsIkhlaWdodCI6MC4wLCJCb3JkZXJTdHlsZSI6eyIkaWQiOiI0NjQyIiwiTGluZUNvbG9yIjpudWxsLCJMaW5lV2VpZ2h0IjowLjAsIkxpbmVUeXBlIjowLCJQYXJlbnRTdHlsZSI6bnVsbH0sIlBhcmVudFN0eWxlIjpudWxsfSwiRGF0ZUZvcm1hdCI6eyIkaWQiOiI0NjQ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jQ0IiwiRm9ybWF0IjowLCJJc1Zpc2libGUiOmZhbHNlLCJMYXN0S25vd25WaXNpYmlsaXR5U3RhdGUiOmZhbHNlfSwiSXNWaXNpYmxlIjpmYWxzZSwiVmFyaWFuY2VTdHlsZSI6eyIkaWQiOiI0NjQ1IiwiVGV4dFN0eWxlIjp7IiRpZCI6IjQ2NDYiLCJGb250U2V0dGluZ3MiOnsiJGlkIjoiNDY0NyIsIkZvbnRTaXplIjoxMCwiRm9udE5hbWUiOiJDYWxpYnJpIiwiSXNCb2xkIjpmYWxzZSwiSXNJdGFsaWMiOmZhbHNlLCJJc1VuZGVybGluZWQiOmZhbHNlLCJQYXJlbnRTdHlsZSI6bnVsbH0sIkF1dG9TaXplIjowLCJGb3JlZ3JvdW5kIjp7IiRpZCI6IjQ2NDgiLCJDb2xvciI6eyIkaWQiOiI0NjQ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2NTAiLCJUb3AiOjAuMCwiTGVmdCI6MC4wLCJSaWdodCI6MC4wLCJCb3R0b20iOjAuMH0sIlBhZGRpbmciOnsiJGlkIjoiNDY1MSIsIlRvcCI6MC4wLCJMZWZ0IjowLjAsIlJpZ2h0IjowLjAsIkJvdHRvbSI6MC4wfSwiQmFja2dyb3VuZCI6eyIkaWQiOiI0NjUyIiwiQ29sb3IiOnsiJGlkIjoiNDY1MyIsIkEiOjI1NSwiUiI6MCwiRyI6MCwiQiI6MH19LCJJc1Zpc2libGUiOnRydWUsIldpZHRoIjowLjAsIkhlaWdodCI6MC4wLCJCb3JkZXJTdHlsZSI6eyIkaWQiOiI0NjU0IiwiTGluZUNvbG9yIjpudWxsLCJMaW5lV2VpZ2h0IjowLjAsIkxpbmVUeXBlIjowLCJQYXJlbnRTdHlsZSI6bnVsbH0sIlBhcmVudFN0eWxlIjpudWxsfSwiUGFyZW50U3R5bGUiOm51bGx9LCJQYXJlbnRTdHlsZSI6bnVsbH0sIkRlZmF1bHRTd2ltbGFuZU1pbGVzdG9uZVN0eWxlIjp7IiRpZCI6IjQ2NTUiLCJUaXRsZVBvc2l0aW9uIjoiTGVmdCIsIkRhdGVQb3NpdGlvbiI6IlJpZ2h0IiwiVmFyaWFuY2VQb3NpdGlvbiI6IlJpZ2h0IiwiU2hhcGVUeXBlIjoxLCJTaGFwZVNpemUiOjAsIlNwYWNpbmciOjUsIlNoYXBlU3R5bGUiOnsiJGlkIjoiNDY1NiIsIk1hcmdpbiI6eyIkaWQiOiI0NjU3IiwiVG9wIjowLjAsIkxlZnQiOjAuMCwiUmlnaHQiOjAuMCwiQm90dG9tIjowLjB9LCJQYWRkaW5nIjp7IiRpZCI6IjQ2NTgiLCJUb3AiOjAuMCwiTGVmdCI6MC4wLCJSaWdodCI6MC4wLCJCb3R0b20iOjAuMH0sIkJhY2tncm91bmQiOnsiJGlkIjoiNDY1OSIsIkNvbG9yIjp7IiRpZCI6IjQ2NjAiLCJBIjoyNTUsIlIiOjExMiwiRyI6MTczLCJCIjo3MX19LCJJc1Zpc2libGUiOnRydWUsIldpZHRoIjoxMi4wLCJIZWlnaHQiOjE0LjAsIkJvcmRlclN0eWxlIjp7IiRpZCI6IjQ2NjEiLCJMaW5lQ29sb3IiOnsiJGlkIjoiNDY2MiIsIiR0eXBlIjoiTkxSRS5Db21tb24uRG9tLlNvbGlkQ29sb3JCcnVzaCwgTkxSRS5Db21tb24iLCJDb2xvciI6eyIkaWQiOiI0NjYzIiwiQSI6MjU1LCJSIjoyMzQsIkciOjIyLCJCIjozMH19LCJMaW5lV2VpZ2h0IjowLjAsIkxpbmVUeXBlIjowLCJQYXJlbnRTdHlsZSI6bnVsbH0sIlBhcmVudFN0eWxlIjpudWxsfSwiVGl0bGVTdHlsZSI6eyIkaWQiOiI0NjY0IiwiRm9udFNldHRpbmdzIjp7IiRpZCI6IjQ2NjUiLCJGb250U2l6ZSI6MTEsIkZvbnROYW1lIjoiQ2FsaWJyaSIsIklzQm9sZCI6ZmFsc2UsIklzSXRhbGljIjpmYWxzZSwiSXNVbmRlcmxpbmVkIjpmYWxzZSwiUGFyZW50U3R5bGUiOm51bGx9LCJBdXRvU2l6ZSI6MCwiRm9yZWdyb3VuZCI6eyIkaWQiOiI0NjY2IiwiQ29sb3IiOnsiJGlkIjoiNDY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Y4IiwiVG9wIjowLjAsIkxlZnQiOjAuMCwiUmlnaHQiOjAuMCwiQm90dG9tIjowLjB9LCJQYWRkaW5nIjp7IiRpZCI6IjQ2NjkiLCJUb3AiOjAuMCwiTGVmdCI6MC4wLCJSaWdodCI6MC4wLCJCb3R0b20iOjAuMH0sIkJhY2tncm91bmQiOnsiJGlkIjoiNDY3MCIsIkNvbG9yIjp7IiRpZCI6IjQ2NzEiLCJBIjoyNTUsIlIiOjAsIkciOjAsIkIiOjB9fSwiSXNWaXNpYmxlIjp0cnVlLCJXaWR0aCI6MC4wLCJIZWlnaHQiOjAuMCwiQm9yZGVyU3R5bGUiOnsiJGlkIjoiNDY3MiIsIkxpbmVDb2xvciI6bnVsbCwiTGluZVdlaWdodCI6MC4wLCJMaW5lVHlwZSI6MCwiUGFyZW50U3R5bGUiOm51bGx9LCJQYXJlbnRTdHlsZSI6bnVsbH0sIkRhdGVTdHlsZSI6eyIkaWQiOiI0NjczIiwiRm9udFNldHRpbmdzIjp7IiRpZCI6IjQ2NzQiLCJGb250U2l6ZSI6MTAsIkZvbnROYW1lIjoiQ2FsaWJyaSIsIklzQm9sZCI6ZmFsc2UsIklzSXRhbGljIjpmYWxzZSwiSXNVbmRlcmxpbmVkIjpmYWxzZSwiUGFyZW50U3R5bGUiOm51bGx9LCJBdXRvU2l6ZSI6MCwiRm9yZWdyb3VuZCI6eyIkaWQiOiI0Njc1IiwiQ29sb3IiOnsiJGlkIjoiNDY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Y3NyIsIlRvcCI6MC4wLCJMZWZ0IjowLjAsIlJpZ2h0IjowLjAsIkJvdHRvbSI6MC4wfSwiUGFkZGluZyI6eyIkaWQiOiI0Njc4IiwiVG9wIjowLjAsIkxlZnQiOjAuMCwiUmlnaHQiOjAuMCwiQm90dG9tIjowLjB9LCJCYWNrZ3JvdW5kIjp7IiRpZCI6IjQ2NzkiLCJDb2xvciI6eyIkaWQiOiI0NjgwIiwiQSI6MjU1LCJSIjo2OCwiRyI6ODQsIkIiOjEwNn19LCJJc1Zpc2libGUiOnRydWUsIldpZHRoIjowLjAsIkhlaWdodCI6MC4wLCJCb3JkZXJTdHlsZSI6eyIkaWQiOiI0NjgxIiwiTGluZUNvbG9yIjpudWxsLCJMaW5lV2VpZ2h0IjowLjAsIkxpbmVUeXBlIjowLCJQYXJlbnRTdHlsZSI6bnVsbH0sIlBhcmVudFN0eWxlIjpudWxsfSwiRGF0ZUZvcm1hdCI6eyIkaWQiOiI0Nj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2ODMiLCJGb3JtYXQiOjAsIklzVmlzaWJsZSI6ZmFsc2UsIkxhc3RLbm93blZpc2liaWxpdHlTdGF0ZSI6ZmFsc2V9LCJJc1Zpc2libGUiOnRydWUsIlZhcmlhbmNlU3R5bGUiOnsiJGlkIjoiNDY4NCIsIlRleHRTdHlsZSI6eyIkaWQiOiI0Njg1IiwiRm9udFNldHRpbmdzIjp7IiRpZCI6IjQ2ODYiLCJGb250U2l6ZSI6MTAsIkZvbnROYW1lIjoiQ2FsaWJyaSIsIklzQm9sZCI6ZmFsc2UsIklzSXRhbGljIjpmYWxzZSwiSXNVbmRlcmxpbmVkIjpmYWxzZSwiUGFyZW50U3R5bGUiOm51bGx9LCJBdXRvU2l6ZSI6MCwiRm9yZWdyb3VuZCI6eyIkaWQiOiI0Njg3IiwiQ29sb3IiOnsiJGlkIjoiNDY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g5IiwiVG9wIjowLjAsIkxlZnQiOjAuMCwiUmlnaHQiOjAuMCwiQm90dG9tIjowLjB9LCJQYWRkaW5nIjp7IiRpZCI6IjQ2OTAiLCJUb3AiOjAuMCwiTGVmdCI6MC4wLCJSaWdodCI6MC4wLCJCb3R0b20iOjAuMH0sIkJhY2tncm91bmQiOnsiJGlkIjoiNDY5MSIsIkNvbG9yIjp7IiRpZCI6IjQ2OTIiLCJBIjoyNTUsIlIiOjAsIkciOjAsIkIiOjB9fSwiSXNWaXNpYmxlIjp0cnVlLCJXaWR0aCI6MC4wLCJIZWlnaHQiOjAuMCwiQm9yZGVyU3R5bGUiOnsiJGlkIjoiNDY5MyIsIkxpbmVDb2xvciI6bnVsbCwiTGluZVdlaWdodCI6MC4wLCJMaW5lVHlwZSI6MCwiUGFyZW50U3R5bGUiOm51bGx9LCJQYXJlbnRTdHlsZSI6bnVsbH0sIlBhcmVudFN0eWxlIjpudWxsfSwiUGFyZW50U3R5bGUiOm51bGx9LCJEZWZhdWx0U3dpbWxhbmVBY3Rpdml0eVN0eWxlIjp7IiRpZCI6IjQ2OTQiLCJIZWFkZXJTdHlsZSI6eyIkaWQiOiI0Njk1IiwiVGV4dFN0eWxlIjp7IiRpZCI6IjQ2OTYiLCJGb250U2V0dGluZ3MiOnsiJGlkIjoiNDY5NyIsIkZvbnRTaXplIjoxMSwiRm9udE5hbWUiOiJDYWxpYnJpIiwiSXNCb2xkIjpmYWxzZSwiSXNJdGFsaWMiOmZhbHNlLCJJc1VuZGVybGluZWQiOmZhbHNlLCJQYXJlbnRTdHlsZSI6bnVsbH0sIkF1dG9TaXplIjoyLCJGb3JlZ3JvdW5kIjp7IiRpZCI6IjQ2OTgiLCJDb2xvciI6eyIkaWQiOiI0Nj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cwMCIsIlRvcCI6MC4wLCJMZWZ0IjowLjAsIlJpZ2h0IjowLjAsIkJvdHRvbSI6MC4wfSwiUGFkZGluZyI6eyIkaWQiOiI0NzAxIiwiVG9wIjowLjAsIkxlZnQiOjAuMCwiUmlnaHQiOjAuMCwiQm90dG9tIjowLjB9LCJCYWNrZ3JvdW5kIjp7IiRpZCI6IjQ3MDIiLCJDb2xvciI6eyIkaWQiOiI0NzAzIiwiQSI6MjU1LCJSIjo2NCwiRyI6NjQsIkIiOjY0fX0sIklzVmlzaWJsZSI6dHJ1ZSwiV2lkdGgiOjAuMCwiSGVpZ2h0IjowLjAsIkJvcmRlclN0eWxlIjpudWxsLCJQYXJlbnRTdHlsZSI6bnVsbH0sIlJlY3RhbmdsZVN0eWxlIjp7IiRpZCI6IjQ3MDQiLCJNYXJnaW4iOnsiJGlkIjoiNDcwNSIsIlRvcCI6MC4wLCJMZWZ0IjowLjAsIlJpZ2h0IjowLjAsIkJvdHRvbSI6MC4wfSwiUGFkZGluZyI6eyIkaWQiOiI0NzA2IiwiVG9wIjowLjAsIkxlZnQiOjAuMCwiUmlnaHQiOjAuMCwiQm90dG9tIjowLjB9LCJCYWNrZ3JvdW5kIjp7IiRpZCI6IjQ3MDciLCJDb2xvciI6eyIkaWQiOiI0NzA4IiwiQSI6MTI3LCJSIjoxMTIsIkciOjE3MywiQiI6NzF9fSwiSXNWaXNpYmxlIjp0cnVlLCJXaWR0aCI6MC4wLCJIZWlnaHQiOjAuMCwiQm9yZGVyU3R5bGUiOnsiJGlkIjoiNDcwOSIsIkxpbmVDb2xvciI6eyIkaWQiOiI0NzEwIiwiJHR5cGUiOiJOTFJFLkNvbW1vbi5Eb20uU29saWRDb2xvckJydXNoLCBOTFJFLkNvbW1vbiIsIkNvbG9yIjp7IiRpZCI6IjQ3MTEiLCJBIjoyNTUsIlIiOjI1NSwiRyI6MjU1LCJCIjoyNTV9fSwiTGluZVdlaWdodCI6MC4wLCJMaW5lVHlwZSI6MCwiUGFyZW50U3R5bGUiOm51bGx9LCJQYXJlbnRTdHlsZSI6bnVsbH0sIk1hcmdpbiI6eyIkaWQiOiI0NzEyIiwiVG9wIjowLjAsIkxlZnQiOjAuMCwiUmlnaHQiOjAuMCwiQm90dG9tIjowLjB9LCJQYWRkaW5nIjp7IiRpZCI6IjQ3MTMiLCJUb3AiOjAuMCwiTGVmdCI6MC4wLCJSaWdodCI6MC4wLCJCb3R0b20iOjAuMH0sIkJhY2tncm91bmQiOm51bGwsIklzVmlzaWJsZSI6dHJ1ZSwiV2lkdGgiOjAuMCwiSGVpZ2h0IjowLjAsIkJvcmRlclN0eWxlIjpudWxsLCJQYXJlbnRTdHlsZSI6bnVsbH0sIkJhY2tncm91bmRTdHlsZSI6eyIkaWQiOiI0NzE0IiwiTWFyZ2luIjp7IiRpZCI6IjQ3MTUiLCJUb3AiOjAuMCwiTGVmdCI6MC4wLCJSaWdodCI6MC4wLCJCb3R0b20iOjAuMH0sIlBhZGRpbmciOnsiJGlkIjoiNDcxNiIsIlRvcCI6MC4wLCJMZWZ0IjowLjAsIlJpZ2h0IjowLjAsIkJvdHRvbSI6MC4wfSwiQmFja2dyb3VuZCI6eyIkaWQiOiI0NzE3IiwiQ29sb3IiOnsiJGlkIjoiNDcxOCIsIkEiOjUxLCJSIjoyMDAsIkciOjIwMCwiQiI6MjAwfX0sIklzVmlzaWJsZSI6dHJ1ZSwiV2lkdGgiOjAuMCwiSGVpZ2h0IjowLjAsIkJvcmRlclN0eWxlIjp7IiRpZCI6IjQ3MTkiLCJMaW5lQ29sb3IiOnsiJGlkIjoiNDcyMCIsIiR0eXBlIjoiTkxSRS5Db21tb24uRG9tLlNvbGlkQ29sb3JCcnVzaCwgTkxSRS5Db21tb24iLCJDb2xvciI6eyIkaWQiOiI0NzIxIiwiQSI6MjU1LCJSIjoyMzQsIkciOjIyLCJCIjozMH19LCJMaW5lV2VpZ2h0IjowLjAsIkxpbmVUeXBlIjowLCJQYXJlbnRTdHlsZSI6bnVsbH0sIlBhcmVudFN0eWxlIjpudWxsfSwiTWFyZ2luIjp7IiRpZCI6IjQ3MjIiLCJUb3AiOjAuMCwiTGVmdCI6MC4wLCJSaWdodCI6MC4wLCJCb3R0b20iOjAuMH0sIlBhZGRpbmciOnsiJGlkIjoiNDcyMyIsIlRvcCI6MC4wLCJMZWZ0IjowLjAsIlJpZ2h0IjowLjAsIkJvdHRvbSI6MC4wfSwiSXNWaXNpYmxlIjp0cnVlLCJXaWR0aCI6MC4wLCJIZWlnaHQiOjAuMCwiQm9yZGVyU3R5bGUiOnsiJGlkIjoiNDcyNCIsIkxpbmVDb2xvciI6bnVsbCwiTGluZVdlaWdodCI6MC4wLCJMaW5lVHlwZSI6MCwiUGFyZW50U3R5bGUiOm51bGx9LCJQYXJlbnRTdHlsZSI6bnVsbH0sIk1hcmdpbiI6eyIkaWQiOiI0NzI1IiwiVG9wIjowLjAsIkxlZnQiOjAuMCwiUmlnaHQiOjAuMCwiQm90dG9tIjowLjB9LCJQYWRkaW5nIjp7IiRpZCI6IjQ3MjYiLCJUb3AiOjAuMCwiTGVmdCI6MC4wLCJSaWdodCI6MC4wLCJCb3R0b20iOjAuMH0sIklzVmlzaWJsZSI6dHJ1ZSwiV2lkdGgiOjAuMCwiSGVpZ2h0IjowLjAsIkJvcmRlclN0eWxlIjp7IiRpZCI6IjQ3MjciLCJMaW5lQ29sb3IiOm51bGwsIkxpbmVXZWlnaHQiOjAuMCwiTGluZVR5cGUiOjAsIlBhcmVudFN0eWxlIjpudWxsfSwiUGFyZW50U3R5bGUiOm51bGx9LHsiJGlkIjoiNDcyOCIsIlN0eWxlSWQiOiIwNzAyZGVhOC1jMTE0LTRkNzEtYmU0MC1jZDMwNjJjNDY5NzAiLCJIZWFkZXJTdHlsZSI6eyIkaWQiOiI0NzI5IiwiVGV4dElzVmVydGljYWwiOmZhbHNlLCJUZXh0U3R5bGUiOnsiJGlkIjoiNDczMCIsIkZvbnRTZXR0aW5ncyI6eyIkaWQiOiI0NzMxIiwiRm9udFNpemUiOjExLCJGb250TmFtZSI6IkNhbGlicmkiLCJJc0JvbGQiOmZhbHNlLCJJc0l0YWxpYyI6ZmFsc2UsIklzVW5kZXJsaW5lZCI6ZmFsc2UsIlBhcmVudFN0eWxlIjpudWxsfSwiQXV0b1NpemUiOjIsIkZvcmVncm91bmQiOnsiJGlkIjoiNDczMiIsIkNvbG9yIjp7IiRpZCI6IjQ3Mz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M0IiwiVG9wIjowLjAsIkxlZnQiOjAuMCwiUmlnaHQiOjAuMCwiQm90dG9tIjowLjB9LCJQYWRkaW5nIjp7IiRpZCI6IjQ3MzUiLCJUb3AiOjAuMCwiTGVmdCI6MC4wLCJSaWdodCI6MC4wLCJCb3R0b20iOjAuMH0sIkJhY2tncm91bmQiOnsiJGlkIjoiNDczNiIsIkNvbG9yIjp7IiRpZCI6IjQ3MzciLCJBIjoyNTUsIlIiOjI1NSwiRyI6MjU1LCJCIjoyNTV9fSwiSXNWaXNpYmxlIjp0cnVlLCJXaWR0aCI6MC4wLCJIZWlnaHQiOjAuMCwiQm9yZGVyU3R5bGUiOm51bGwsIlBhcmVudFN0eWxlIjpudWxsfSwiUmVjdGFuZ2xlU3R5bGUiOnsiJGlkIjoiNDczOCIsIk1hcmdpbiI6eyIkaWQiOiI0NzM5IiwiVG9wIjowLjAsIkxlZnQiOjAuMCwiUmlnaHQiOjAuMCwiQm90dG9tIjowLjB9LCJQYWRkaW5nIjp7IiRpZCI6IjQ3NDAiLCJUb3AiOjAuMCwiTGVmdCI6MC4wLCJSaWdodCI6MC4wLCJCb3R0b20iOjAuMH0sIkJhY2tncm91bmQiOnsiJGlkIjoiNDc0MSIsIkNvbG9yIjp7IiRpZCI6IjQ3NDIiLCJBIjoyNTUsIlIiOjE2NSwiRyI6MTY1LCJCIjoxNjV9fSwiSXNWaXNpYmxlIjp0cnVlLCJXaWR0aCI6MC4wLCJIZWlnaHQiOjAuMCwiQm9yZGVyU3R5bGUiOnsiJGlkIjoiNDc0MyIsIkxpbmVDb2xvciI6eyIkaWQiOiI0NzQ0IiwiJHR5cGUiOiJOTFJFLkNvbW1vbi5Eb20uU29saWRDb2xvckJydXNoLCBOTFJFLkNvbW1vbiIsIkNvbG9yIjp7IiRpZCI6IjQ3NDUiLCJBIjoyNTUsIlIiOjI1NSwiRyI6MjU1LCJCIjoyNTV9fSwiTGluZVdlaWdodCI6MC4wLCJMaW5lVHlwZSI6MCwiUGFyZW50U3R5bGUiOm51bGx9LCJQYXJlbnRTdHlsZSI6bnVsbH0sIk1hcmdpbiI6eyIkaWQiOiI0NzQ2IiwiVG9wIjowLjAsIkxlZnQiOjAuMCwiUmlnaHQiOjAuMCwiQm90dG9tIjowLjB9LCJQYWRkaW5nIjp7IiRpZCI6IjQ3NDciLCJUb3AiOjAuMCwiTGVmdCI6MC4wLCJSaWdodCI6MC4wLCJCb3R0b20iOjAuMH0sIkJhY2tncm91bmQiOm51bGwsIklzVmlzaWJsZSI6dHJ1ZSwiV2lkdGgiOjAuMCwiSGVpZ2h0IjowLjAsIkJvcmRlclN0eWxlIjpudWxsLCJQYXJlbnRTdHlsZSI6bnVsbH0sIkJhY2tncm91bmRTdHlsZSI6eyIkaWQiOiI0NzQ4IiwiTWFyZ2luIjp7IiRpZCI6IjQ3NDkiLCJUb3AiOjAuMCwiTGVmdCI6MC4wLCJSaWdodCI6MC4wLCJCb3R0b20iOjAuMH0sIlBhZGRpbmciOnsiJGlkIjoiNDc1MCIsIlRvcCI6MC4wLCJMZWZ0IjowLjAsIlJpZ2h0IjowLjAsIkJvdHRvbSI6MC4wfSwiQmFja2dyb3VuZCI6eyIkaWQiOiI0NzUxIiwiQ29sb3IiOnsiJGlkIjoiNDc1MiIsIkEiOjUxLCJSIjoyMDAsIkciOjIwMCwiQiI6MjAwfX0sIklzVmlzaWJsZSI6dHJ1ZSwiV2lkdGgiOjAuMCwiSGVpZ2h0IjowLjAsIkJvcmRlclN0eWxlIjp7IiRpZCI6IjQ3NTMiLCJMaW5lQ29sb3IiOnsiJGlkIjoiNDc1NCIsIiR0eXBlIjoiTkxSRS5Db21tb24uRG9tLlNvbGlkQ29sb3JCcnVzaCwgTkxSRS5Db21tb24iLCJDb2xvciI6eyIkaWQiOiI0NzU1IiwiQSI6MjU1LCJSIjoyMzQsIkciOjIyLCJCIjozMH19LCJMaW5lV2VpZ2h0IjowLjAsIkxpbmVUeXBlIjowLCJQYXJlbnRTdHlsZSI6bnVsbH0sIlBhcmVudFN0eWxlIjpudWxsfSwiSXNBYm92ZVRpbWViYW5kIjpmYWxzZSwiU3BhY2luZyI6MiwiRGVmYXVsdFN3aW1sYW5lVGFza1N0eWxlIjp7IiRpZCI6IjQ3NTYiLCIkdHlwZSI6Ik5MUkUuQ29tbW9uLkRvbS5TdHlsZXMuRXhwbGljaXRTZXRhYmxlVGFza1N0eWxlLCBOTFJFLkNvbW1vbiIsIlNoYXBlIjoxLCJTaGFwZVRoaWNrbmVzcyI6MCwiRHVyYXRpb25Gb3JtYXQiOjAsIkluY2x1ZGVOb25Xb3JraW5nRGF5c0luRHVyYXRpb24iOmZhbHNlLCJQZXJjZW50YWdlQ29tcGxldGVTdHlsZSI6eyIkaWQiOiI0NzU3IiwiRm9udFNldHRpbmdzIjp7IiRpZCI6IjQ3NTgiLCJGb250U2l6ZSI6MTAsIkZvbnROYW1lIjoiQ2FsaWJyaSIsIklzQm9sZCI6ZmFsc2UsIklzSXRhbGljIjpmYWxzZSwiSXNVbmRlcmxpbmVkIjpmYWxzZSwiUGFyZW50U3R5bGUiOm51bGx9LCJBdXRvU2l6ZSI6MCwiRm9yZWdyb3VuZCI6eyIkaWQiOiI0NzU5IiwiQ29sb3IiOnsiJGlkIjoiNDc2M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0NzYxIiwiVG9wIjowLjAsIkxlZnQiOjAuMCwiUmlnaHQiOjAuMCwiQm90dG9tIjowLjB9LCJQYWRkaW5nIjp7IiRpZCI6IjQ3NjIiLCJUb3AiOjAuMCwiTGVmdCI6MC4wLCJSaWdodCI6MC4wLCJCb3R0b20iOjAuMH0sIkJhY2tncm91bmQiOnsiJGlkIjoiNDc2MyIsIkNvbG9yIjp7IiRpZCI6IjQ3NjQiLCJBIjo4OSwiUiI6MCwiRyI6MCwiQiI6MH19LCJJc1Zpc2libGUiOnRydWUsIldpZHRoIjowLjAsIkhlaWdodCI6MC4wLCJCb3JkZXJTdHlsZSI6eyIkaWQiOiI0NzY1IiwiTGluZUNvbG9yIjpudWxsLCJMaW5lV2VpZ2h0IjowLjAsIkxpbmVUeXBlIjowLCJQYXJlbnRTdHlsZSI6bnVsbH0sIlBhcmVudFN0eWxlIjpudWxsfSwiRHVyYXRpb25TdHlsZSI6eyIkaWQiOiI0NzY2IiwiRm9udFNldHRpbmdzIjp7IiRpZCI6IjQ3NjciLCJGb250U2l6ZSI6MTAsIkZvbnROYW1lIjoiQ2FsaWJyaSIsIklzQm9sZCI6ZmFsc2UsIklzSXRhbGljIjpmYWxzZSwiSXNVbmRlcmxpbmVkIjpmYWxzZSwiUGFyZW50U3R5bGUiOm51bGx9LCJBdXRvU2l6ZSI6MCwiRm9yZWdyb3VuZCI6eyIkaWQiOiI0NzY4IiwiQ29sb3IiOnsiJGlkIjoiNDc2O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c3MCIsIlRvcCI6MC4wLCJMZWZ0IjowLjAsIlJpZ2h0IjowLjAsIkJvdHRvbSI6MC4wfSwiUGFkZGluZyI6eyIkaWQiOiI0NzcxIiwiVG9wIjowLjAsIkxlZnQiOjAuMCwiUmlnaHQiOjAuMCwiQm90dG9tIjowLjB9LCJCYWNrZ3JvdW5kIjp7IiRpZCI6IjQ3NzIiLCJDb2xvciI6eyIkaWQiOiI0NzczIiwiQSI6MjU1LCJSIjo2OCwiRyI6ODQsIkIiOjEwNn19LCJJc1Zpc2libGUiOnRydWUsIldpZHRoIjowLjAsIkhlaWdodCI6MC4wLCJCb3JkZXJTdHlsZSI6eyIkaWQiOiI0Nzc0IiwiTGluZUNvbG9yIjpudWxsLCJMaW5lV2VpZ2h0IjowLjAsIkxpbmVUeXBlIjowLCJQYXJlbnRTdHlsZSI6bnVsbH0sIlBhcmVudFN0eWxlIjpudWxsfSwiSG9yaXpvbnRhbENvbm5lY3RvclN0eWxlIjp7IiRpZCI6IjQ3NzUiLCJMaW5lQ29sb3IiOnsiJGlkIjoiNDc3NiIsIiR0eXBlIjoiTkxSRS5Db21tb24uRG9tLlNvbGlkQ29sb3JCcnVzaCwgTkxSRS5Db21tb24iLCJDb2xvciI6eyIkaWQiOiI0Nzc3IiwiQSI6MjU1LCJSIjowLCJHIjowLCJCIjowfX0sIkxpbmVXZWlnaHQiOjAuMCwiTGluZVR5cGUiOjAsIlBhcmVudFN0eWxlIjpudWxsfSwiVmVydGljYWxDb25uZWN0b3JTdHlsZSI6eyIkaWQiOiI0Nzc4IiwiTGluZUNvbG9yIjp7IiRpZCI6IjQ3NzkiLCIkdHlwZSI6Ik5MUkUuQ29tbW9uLkRvbS5Tb2xpZENvbG9yQnJ1c2gsIE5MUkUuQ29tbW9uIiwiQ29sb3IiOnsiJGlkIjoiNDc4M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Q3ODEiLCJTaGFwZVN0eWxlIjp7IiRpZCI6IjQ3ODIiLCJNYXJnaW4iOnsiJGlkIjoiNDc4MyIsIlRvcCI6MC4wLCJMZWZ0IjowLjAsIlJpZ2h0IjowLjAsIkJvdHRvbSI6MC4wfSwiUGFkZGluZyI6eyIkaWQiOiI0Nzg0IiwiVG9wIjowLjAsIkxlZnQiOjAuMCwiUmlnaHQiOjAuMCwiQm90dG9tIjowLjB9LCJCYWNrZ3JvdW5kIjp7IiRpZCI6IjQ3ODUiLCJDb2xvciI6eyIkaWQiOiI0Nzg2IiwiQSI6MTUzLCJSIjowLCJHIjowLCJCIjowfX0sIklzVmlzaWJsZSI6dHJ1ZSwiV2lkdGgiOjAuMCwiSGVpZ2h0IjowLjAsIkJvcmRlclN0eWxlIjp7IiRpZCI6IjQ3ODciLCJMaW5lQ29sb3IiOnsiJGlkIjoiNDc4OCIsIiR0eXBlIjoiTkxSRS5Db21tb24uRG9tLlNvbGlkQ29sb3JCcnVzaCwgTkxSRS5Db21tb24iLCJDb2xvciI6eyIkaWQiOiI0Nzg5IiwiQSI6MjU1LCJSIjoyNTUsIkciOjAsIkIiOjB9fSwiTGluZVdlaWdodCI6MC4wLCJMaW5lVHlwZSI6MCwiUGFyZW50U3R5bGUiOm51bGx9LCJQYXJlbnRTdHlsZSI6bnVsbH0sIk1hcmdpbiI6eyIkaWQiOiI0NzkwIiwiVG9wIjowLjAsIkxlZnQiOjAuMCwiUmlnaHQiOjAuMCwiQm90dG9tIjowLjB9LCJQYWRkaW5nIjp7IiRpZCI6IjQ3OTEiLCJUb3AiOjAuMCwiTGVmdCI6MC4wLCJSaWdodCI6MC4wLCJCb3R0b20iOjAuMH0sIkJhY2tncm91bmQiOm51bGwsIklzVmlzaWJsZSI6dHJ1ZSwiV2lkdGgiOjAuMCwiSGVpZ2h0IjowLjAsIkJvcmRlclN0eWxlIjpudWxsLCJQYXJlbnRTdHlsZSI6bnVsbH0sIlNoYXBlU3R5bGUiOnsiJGlkIjoiNDc5MiIsIk1hcmdpbiI6eyIkaWQiOiI0NzkzIiwiVG9wIjowLjAsIkxlZnQiOjQuMCwiUmlnaHQiOjQuMCwiQm90dG9tIjowLjB9LCJQYWRkaW5nIjp7IiRpZCI6IjQ3OTQiLCJUb3AiOjAuMCwiTGVmdCI6MC4wLCJSaWdodCI6MC4wLCJCb3R0b20iOjAuMH0sIkJhY2tncm91bmQiOnsiJGlkIjoiNDc5NSIsIkNvbG9yIjp7IiRpZCI6IjQ3OTYiLCJBIjoyNTUsIlIiOjE2NSwiRyI6MTY1LCJCIjoxNjV9fSwiSXNWaXNpYmxlIjp0cnVlLCJXaWR0aCI6MC4wLCJIZWlnaHQiOjEwLjAsIkJvcmRlclN0eWxlIjp7IiRpZCI6IjQ3OTciLCJMaW5lQ29sb3IiOnsiJGlkIjoiNDc5OCIsIiR0eXBlIjoiTkxSRS5Db21tb24uRG9tLlNvbGlkQ29sb3JCcnVzaCwgTkxSRS5Db21tb24iLCJDb2xvciI6eyIkaWQiOiI0Nzk5IiwiQSI6MjU1LCJSIjoyMzQsIkciOjIyLCJCIjozMH19LCJMaW5lV2VpZ2h0IjowLjAsIkxpbmVUeXBlIjowLCJQYXJlbnRTdHlsZSI6bnVsbH0sIlBhcmVudFN0eWxlIjpudWxsfSwiVGl0bGVTdHlsZSI6eyIkaWQiOiI0ODAwIiwiRm9udFNldHRpbmdzIjp7IiRpZCI6IjQ4MDEiLCJGb250U2l6ZSI6MTEsIkZvbnROYW1lIjoiQ2FsaWJyaSIsIklzQm9sZCI6ZmFsc2UsIklzSXRhbGljIjpmYWxzZSwiSXNVbmRlcmxpbmVkIjpmYWxzZSwiUGFyZW50U3R5bGUiOm51bGx9LCJBdXRvU2l6ZSI6MCwiRm9yZWdyb3VuZCI6eyIkaWQiOiI0ODAyIiwiQ29sb3IiOnsiJGlkIjoiNDg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A0IiwiVG9wIjowLjAsIkxlZnQiOjAuMCwiUmlnaHQiOjAuMCwiQm90dG9tIjowLjB9LCJQYWRkaW5nIjp7IiRpZCI6IjQ4MDUiLCJUb3AiOjAuMCwiTGVmdCI6MC4wLCJSaWdodCI6MC4wLCJCb3R0b20iOjAuMH0sIkJhY2tncm91bmQiOnsiJGlkIjoiNDgwNiIsIkNvbG9yIjp7IiRpZCI6IjQ4MDciLCJBIjoyNTUsIlIiOjAsIkciOjAsIkIiOjB9fSwiSXNWaXNpYmxlIjp0cnVlLCJXaWR0aCI6MC4wLCJIZWlnaHQiOjAuMCwiQm9yZGVyU3R5bGUiOnsiJGlkIjoiNDgwOCIsIkxpbmVDb2xvciI6bnVsbCwiTGluZVdlaWdodCI6MC4wLCJMaW5lVHlwZSI6MCwiUGFyZW50U3R5bGUiOm51bGx9LCJQYXJlbnRTdHlsZSI6bnVsbH0sIkRhdGVTdHlsZSI6eyIkaWQiOiI0ODA5IiwiRm9udFNldHRpbmdzIjp7IiRpZCI6IjQ4MTAiLCJGb250U2l6ZSI6MTAsIkZvbnROYW1lIjoiQ2FsaWJyaSIsIklzQm9sZCI6ZmFsc2UsIklzSXRhbGljIjpmYWxzZSwiSXNVbmRlcmxpbmVkIjpmYWxzZSwiUGFyZW50U3R5bGUiOm51bGx9LCJBdXRvU2l6ZSI6MCwiRm9yZWdyb3VuZCI6eyIkaWQiOiI0ODExIiwiQ29sb3IiOnsiJGlkIjoiNDgx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gxMyIsIlRvcCI6MC4wLCJMZWZ0IjowLjAsIlJpZ2h0IjowLjAsIkJvdHRvbSI6MC4wfSwiUGFkZGluZyI6eyIkaWQiOiI0ODE0IiwiVG9wIjowLjAsIkxlZnQiOjAuMCwiUmlnaHQiOjAuMCwiQm90dG9tIjowLjB9LCJCYWNrZ3JvdW5kIjp7IiRpZCI6IjQ4MTUiLCJDb2xvciI6eyIkaWQiOiI0ODE2IiwiQSI6MjU1LCJSIjo2OCwiRyI6ODQsIkIiOjEwNn19LCJJc1Zpc2libGUiOnRydWUsIldpZHRoIjowLjAsIkhlaWdodCI6MC4wLCJCb3JkZXJTdHlsZSI6eyIkaWQiOiI0ODE3IiwiTGluZUNvbG9yIjpudWxsLCJMaW5lV2VpZ2h0IjowLjAsIkxpbmVUeXBlIjowLCJQYXJlbnRTdHlsZSI6bnVsbH0sIlBhcmVudFN0eWxlIjpudWxsfSwiRGF0ZUZvcm1hdCI6eyIkaWQiOiI0ODE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MTkiLCJGb3JtYXQiOjAsIklzVmlzaWJsZSI6ZmFsc2UsIkxhc3RLbm93blZpc2liaWxpdHlTdGF0ZSI6ZmFsc2V9LCJJc1Zpc2libGUiOnRydWUsIlZhcmlhbmNlU3R5bGUiOnsiJGlkIjoiNDgyMCIsIlRleHRTdHlsZSI6eyIkaWQiOiI0ODIxIiwiRm9udFNldHRpbmdzIjp7IiRpZCI6IjQ4MjIiLCJGb250U2l6ZSI6MTAsIkZvbnROYW1lIjoiQ2FsaWJyaSIsIklzQm9sZCI6ZmFsc2UsIklzSXRhbGljIjpmYWxzZSwiSXNVbmRlcmxpbmVkIjpmYWxzZSwiUGFyZW50U3R5bGUiOm51bGx9LCJBdXRvU2l6ZSI6MCwiRm9yZWdyb3VuZCI6eyIkaWQiOiI0ODIzIiwiQ29sb3IiOnsiJGlkIjoiNDgy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I1IiwiVG9wIjowLjAsIkxlZnQiOjAuMCwiUmlnaHQiOjAuMCwiQm90dG9tIjowLjB9LCJQYWRkaW5nIjp7IiRpZCI6IjQ4MjYiLCJUb3AiOjAuMCwiTGVmdCI6MC4wLCJSaWdodCI6MC4wLCJCb3R0b20iOjAuMH0sIkJhY2tncm91bmQiOnsiJGlkIjoiNDgyNyIsIkNvbG9yIjp7IiRpZCI6IjQ4MjgiLCJBIjoyNTUsIlIiOjAsIkciOjAsIkIiOjB9fSwiSXNWaXNpYmxlIjp0cnVlLCJXaWR0aCI6MC4wLCJIZWlnaHQiOjAuMCwiQm9yZGVyU3R5bGUiOnsiJGlkIjoiNDgyOSIsIkxpbmVDb2xvciI6bnVsbCwiTGluZVdlaWdodCI6MC4wLCJMaW5lVHlwZSI6MCwiUGFyZW50U3R5bGUiOm51bGx9LCJQYXJlbnRTdHlsZSI6bnVsbH0sIlBhcmVudFN0eWxlIjpudWxsfSwiUGFyZW50U3R5bGUiOm51bGwsIl9leHBsaWNpdGx5U2V0Ijp7IiRpZCI6IjQ4Mz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ODMxIiwiU2hhcGUiOjEsIkNvbm5lY3Rvck1hcmdpbiI6eyIkaWQiOiI0ODMyIiwiVG9wIjowLjAsIkxlZnQiOjIuMCwiUmlnaHQiOjIuMCwiQm90dG9tIjowLjB9LCJDb25uZWN0b3JTdHlsZSI6eyIkaWQiOiI0ODMzIiwiTGluZUNvbG9yIjp7IiRpZCI6IjQ4MzQiLCIkdHlwZSI6Ik5MUkUuQ29tbW9uLkRvbS5Tb2xpZENvbG9yQnJ1c2gsIE5MUkUuQ29tbW9uIiwiQ29sb3IiOnsiJGlkIjoiNDgzNSIsIkEiOjEyNywiUiI6NTcsIkciOjU3LCJCIjo1N319LCJMaW5lV2VpZ2h0IjoxLjAsIkxpbmVUeXBlIjowLCJQYXJlbnRTdHlsZSI6bnVsbH0sIklzQmVsb3dUaW1lYmFuZCI6ZmFsc2UsIlBvc2l0aW9uT25UYXNrIjoxLCJIaWRlRGF0ZSI6ZmFsc2UsIlNoYXBlU2l6ZSI6MCwiU3BhY2luZyI6MC4wLCJQYWRkaW5nIjp7IiRpZCI6IjQ4MzYiLCJUb3AiOjUuMCwiTGVmdCI6My4wLCJSaWdodCI6MC4wLCJCb3R0b20iOjIuMH0sIlNoYXBlU3R5bGUiOnsiJGlkIjoiNDgzNyIsIk1hcmdpbiI6eyIkaWQiOiI0ODM4IiwiVG9wIjowLjAsIkxlZnQiOjAuMCwiUmlnaHQiOjAuMCwiQm90dG9tIjowLjB9LCJQYWRkaW5nIjp7IiRpZCI6IjQ4MzkiLCJUb3AiOjAuMCwiTGVmdCI6MC4wLCJSaWdodCI6MC4wLCJCb3R0b20iOjAuMH0sIkJhY2tncm91bmQiOnsiJGlkIjoiNDg0MCIsIkNvbG9yIjp7IiRpZCI6IjQ4NDEiLCJBIjoyNTUsIlIiOjU3LCJHIjo1NywiQiI6NTd9fSwiSXNWaXNpYmxlIjp0cnVlLCJXaWR0aCI6MTIuMCwiSGVpZ2h0IjoxNC4wLCJCb3JkZXJTdHlsZSI6eyIkaWQiOiI0ODQyIiwiTGluZUNvbG9yIjp7IiRpZCI6IjQ4NDMiLCIkdHlwZSI6Ik5MUkUuQ29tbW9uLkRvbS5Tb2xpZENvbG9yQnJ1c2gsIE5MUkUuQ29tbW9uIiwiQ29sb3IiOnsiJGlkIjoiNDg0NCIsIkEiOjI1NSwiUiI6MjU1LCJHIjowLCJCIjowfX0sIkxpbmVXZWlnaHQiOjAuMCwiTGluZVR5cGUiOjAsIlBhcmVudFN0eWxlIjpudWxsfSwiUGFyZW50U3R5bGUiOm51bGx9LCJUaXRsZVN0eWxlIjp7IiRpZCI6IjQ4NDUiLCJGb250U2V0dGluZ3MiOnsiJGlkIjoiNDg0NiIsIkZvbnRTaXplIjoxMSwiRm9udE5hbWUiOiJDYWxpYnJpIiwiSXNCb2xkIjpmYWxzZSwiSXNJdGFsaWMiOmZhbHNlLCJJc1VuZGVybGluZWQiOmZhbHNlLCJQYXJlbnRTdHlsZSI6bnVsbH0sIkF1dG9TaXplIjowLCJGb3JlZ3JvdW5kIjp7IiRpZCI6IjQ4NDciLCJDb2xvciI6eyIkaWQiOiI0ODQ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4NDkiLCJUb3AiOjAuMCwiTGVmdCI6MC4wLCJSaWdodCI6MC4wLCJCb3R0b20iOjAuMH0sIlBhZGRpbmciOnsiJGlkIjoiNDg1MCIsIlRvcCI6MC4wLCJMZWZ0IjowLjAsIlJpZ2h0IjowLjAsIkJvdHRvbSI6MC4wfSwiQmFja2dyb3VuZCI6eyIkaWQiOiI0ODUxIiwiQ29sb3IiOnsiJGlkIjoiNDg1MiIsIkEiOjI1NSwiUiI6MCwiRyI6MCwiQiI6MH19LCJJc1Zpc2libGUiOnRydWUsIldpZHRoIjowLjAsIkhlaWdodCI6MC4wLCJCb3JkZXJTdHlsZSI6eyIkaWQiOiI0ODUzIiwiTGluZUNvbG9yIjpudWxsLCJMaW5lV2VpZ2h0IjowLjAsIkxpbmVUeXBlIjowLCJQYXJlbnRTdHlsZSI6bnVsbH0sIlBhcmVudFN0eWxlIjpudWxsfSwiRGF0ZVN0eWxlIjp7IiRpZCI6IjQ4NTQiLCJGb250U2V0dGluZ3MiOnsiJGlkIjoiNDg1NSIsIkZvbnRTaXplIjoxMCwiRm9udE5hbWUiOiJDYWxpYnJpIiwiSXNCb2xkIjpmYWxzZSwiSXNJdGFsaWMiOmZhbHNlLCJJc1VuZGVybGluZWQiOmZhbHNlLCJQYXJlbnRTdHlsZSI6bnVsbH0sIkF1dG9TaXplIjowLCJGb3JlZ3JvdW5kIjp7IiRpZCI6IjQ4NTYiLCJDb2xvciI6eyIkaWQiOiI0ODU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ODU4IiwiVG9wIjowLjAsIkxlZnQiOjAuMCwiUmlnaHQiOjAuMCwiQm90dG9tIjowLjB9LCJQYWRkaW5nIjp7IiRpZCI6IjQ4NTkiLCJUb3AiOjAuMCwiTGVmdCI6MC4wLCJSaWdodCI6MC4wLCJCb3R0b20iOjAuMH0sIkJhY2tncm91bmQiOnsiJGlkIjoiNDg2MCIsIkNvbG9yIjp7IiRpZCI6IjQ4NjEiLCJBIjoyNTUsIlIiOjY4LCJHIjo4NCwiQiI6MTA2fX0sIklzVmlzaWJsZSI6dHJ1ZSwiV2lkdGgiOjAuMCwiSGVpZ2h0IjowLjAsIkJvcmRlclN0eWxlIjp7IiRpZCI6IjQ4NjIiLCJMaW5lQ29sb3IiOm51bGwsIkxpbmVXZWlnaHQiOjAuMCwiTGluZVR5cGUiOjAsIlBhcmVudFN0eWxlIjpudWxsfSwiUGFyZW50U3R5bGUiOm51bGx9LCJEYXRlRm9ybWF0Ijp7IiRpZCI6IjQ4NjMiLCJGb3JtYXRTdHJpbmciOiJN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NjQiLCJGb3JtYXQiOjAsIklzVmlzaWJsZSI6ZmFsc2UsIkxhc3RLbm93blZpc2liaWxpdHlTdGF0ZSI6ZmFsc2V9LCJJc1Zpc2libGUiOmZhbHNlLCJWYXJpYW5jZVN0eWxlIjp7IiRpZCI6IjQ4NjUiLCJUZXh0U3R5bGUiOnsiJGlkIjoiNDg2NiIsIkZvbnRTZXR0aW5ncyI6eyIkaWQiOiI0ODY3IiwiRm9udFNpemUiOjEwLCJGb250TmFtZSI6IkNhbGlicmkiLCJJc0JvbGQiOmZhbHNlLCJJc0l0YWxpYyI6ZmFsc2UsIklzVW5kZXJsaW5lZCI6ZmFsc2UsIlBhcmVudFN0eWxlIjpudWxsfSwiQXV0b1NpemUiOjAsIkZvcmVncm91bmQiOnsiJGlkIjoiNDg2OCIsIkNvbG9yIjp7IiRpZCI6IjQ4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3MCIsIlRvcCI6MC4wLCJMZWZ0IjowLjAsIlJpZ2h0IjowLjAsIkJvdHRvbSI6MC4wfSwiUGFkZGluZyI6eyIkaWQiOiI0ODcxIiwiVG9wIjowLjAsIkxlZnQiOjAuMCwiUmlnaHQiOjAuMCwiQm90dG9tIjowLjB9LCJCYWNrZ3JvdW5kIjp7IiRpZCI6IjQ4NzIiLCJDb2xvciI6eyIkaWQiOiI0ODczIiwiQSI6MjU1LCJSIjowLCJHIjowLCJCIjowfX0sIklzVmlzaWJsZSI6dHJ1ZSwiV2lkdGgiOjAuMCwiSGVpZ2h0IjowLjAsIkJvcmRlclN0eWxlIjp7IiRpZCI6IjQ4NzQiLCJMaW5lQ29sb3IiOm51bGwsIkxpbmVXZWlnaHQiOjAuMCwiTGluZVR5cGUiOjAsIlBhcmVudFN0eWxlIjpudWxsfSwiUGFyZW50U3R5bGUiOm51bGx9LCJQYXJlbnRTdHlsZSI6bnVsbH0sIlBhcmVudFN0eWxlIjpudWxsfSwiRGVmYXVsdFN3aW1sYW5lTWlsZXN0b25lU3R5bGUiOnsiJGlkIjoiNDg3NSIsIlRpdGxlUG9zaXRpb24iOiJMZWZ0IiwiRGF0ZVBvc2l0aW9uIjoiUmlnaHQiLCJWYXJpYW5jZVBvc2l0aW9uIjoiUmlnaHQiLCJTaGFwZVR5cGUiOjEsIlNoYXBlU2l6ZSI6MCwiU3BhY2luZyI6NSwiU2hhcGVTdHlsZSI6eyIkaWQiOiI0ODc2IiwiTWFyZ2luIjp7IiRpZCI6IjQ4NzciLCJUb3AiOjAuMCwiTGVmdCI6MC4wLCJSaWdodCI6MC4wLCJCb3R0b20iOjAuMH0sIlBhZGRpbmciOnsiJGlkIjoiNDg3OCIsIlRvcCI6MC4wLCJMZWZ0IjowLjAsIlJpZ2h0IjowLjAsIkJvdHRvbSI6MC4wfSwiQmFja2dyb3VuZCI6eyIkaWQiOiI0ODc5IiwiQ29sb3IiOnsiJGlkIjoiNDg4MCIsIkEiOjI1NSwiUiI6MTY1LCJHIjoxNjUsIkIiOjE2NX19LCJJc1Zpc2libGUiOnRydWUsIldpZHRoIjoxMi4wLCJIZWlnaHQiOjE0LjAsIkJvcmRlclN0eWxlIjp7IiRpZCI6IjQ4ODEiLCJMaW5lQ29sb3IiOnsiJGlkIjoiNDg4MiIsIiR0eXBlIjoiTkxSRS5Db21tb24uRG9tLlNvbGlkQ29sb3JCcnVzaCwgTkxSRS5Db21tb24iLCJDb2xvciI6eyIkaWQiOiI0ODgzIiwiQSI6MjU1LCJSIjoyMzQsIkciOjIyLCJCIjozMH19LCJMaW5lV2VpZ2h0IjowLjAsIkxpbmVUeXBlIjowLCJQYXJlbnRTdHlsZSI6bnVsbH0sIlBhcmVudFN0eWxlIjpudWxsfSwiVGl0bGVTdHlsZSI6eyIkaWQiOiI0ODg0IiwiRm9udFNldHRpbmdzIjp7IiRpZCI6IjQ4ODUiLCJGb250U2l6ZSI6MTEsIkZvbnROYW1lIjoiQ2FsaWJyaSIsIklzQm9sZCI6ZmFsc2UsIklzSXRhbGljIjpmYWxzZSwiSXNVbmRlcmxpbmVkIjpmYWxzZSwiUGFyZW50U3R5bGUiOm51bGx9LCJBdXRvU2l6ZSI6MCwiRm9yZWdyb3VuZCI6eyIkaWQiOiI0ODg2IiwiQ29sb3IiOnsiJGlkIjoiNDg4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ODg4IiwiVG9wIjowLjAsIkxlZnQiOjAuMCwiUmlnaHQiOjAuMCwiQm90dG9tIjowLjB9LCJQYWRkaW5nIjp7IiRpZCI6IjQ4ODkiLCJUb3AiOjAuMCwiTGVmdCI6MC4wLCJSaWdodCI6MC4wLCJCb3R0b20iOjAuMH0sIkJhY2tncm91bmQiOnsiJGlkIjoiNDg5MCIsIkNvbG9yIjp7IiRpZCI6IjQ4OTEiLCJBIjoyNTUsIlIiOjAsIkciOjAsIkIiOjB9fSwiSXNWaXNpYmxlIjp0cnVlLCJXaWR0aCI6MC4wLCJIZWlnaHQiOjAuMCwiQm9yZGVyU3R5bGUiOnsiJGlkIjoiNDg5MiIsIkxpbmVDb2xvciI6bnVsbCwiTGluZVdlaWdodCI6MC4wLCJMaW5lVHlwZSI6MCwiUGFyZW50U3R5bGUiOm51bGx9LCJQYXJlbnRTdHlsZSI6bnVsbH0sIkRhdGVTdHlsZSI6eyIkaWQiOiI0ODkzIiwiRm9udFNldHRpbmdzIjp7IiRpZCI6IjQ4OTQiLCJGb250U2l6ZSI6MTAsIkZvbnROYW1lIjoiQ2FsaWJyaSIsIklzQm9sZCI6ZmFsc2UsIklzSXRhbGljIjpmYWxzZSwiSXNVbmRlcmxpbmVkIjpmYWxzZSwiUGFyZW50U3R5bGUiOm51bGx9LCJBdXRvU2l6ZSI6MCwiRm9yZWdyb3VuZCI6eyIkaWQiOiI0ODk1IiwiQ29sb3IiOnsiJGlkIjoiNDg5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g5NyIsIlRvcCI6MC4wLCJMZWZ0IjowLjAsIlJpZ2h0IjowLjAsIkJvdHRvbSI6MC4wfSwiUGFkZGluZyI6eyIkaWQiOiI0ODk4IiwiVG9wIjowLjAsIkxlZnQiOjAuMCwiUmlnaHQiOjAuMCwiQm90dG9tIjowLjB9LCJCYWNrZ3JvdW5kIjp7IiRpZCI6IjQ4OTkiLCJDb2xvciI6eyIkaWQiOiI0OTAwIiwiQSI6MjU1LCJSIjo2OCwiRyI6ODQsIkIiOjEwNn19LCJJc1Zpc2libGUiOnRydWUsIldpZHRoIjowLjAsIkhlaWdodCI6MC4wLCJCb3JkZXJTdHlsZSI6eyIkaWQiOiI0OTAxIiwiTGluZUNvbG9yIjpudWxsLCJMaW5lV2VpZ2h0IjowLjAsIkxpbmVUeXBlIjowLCJQYXJlbnRTdHlsZSI6bnVsbH0sIlBhcmVudFN0eWxlIjpudWxsfSwiRGF0ZUZvcm1hdCI6eyIkaWQiOiI0OTA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5MDMiLCJGb3JtYXQiOjAsIklzVmlzaWJsZSI6ZmFsc2UsIkxhc3RLbm93blZpc2liaWxpdHlTdGF0ZSI6ZmFsc2V9LCJJc1Zpc2libGUiOnRydWUsIlZhcmlhbmNlU3R5bGUiOnsiJGlkIjoiNDkwNCIsIlRleHRTdHlsZSI6eyIkaWQiOiI0OTA1IiwiRm9udFNldHRpbmdzIjp7IiRpZCI6IjQ5MDYiLCJGb250U2l6ZSI6MTAsIkZvbnROYW1lIjoiQ2FsaWJyaSIsIklzQm9sZCI6ZmFsc2UsIklzSXRhbGljIjpmYWxzZSwiSXNVbmRlcmxpbmVkIjpmYWxzZSwiUGFyZW50U3R5bGUiOm51bGx9LCJBdXRvU2l6ZSI6MCwiRm9yZWdyb3VuZCI6eyIkaWQiOiI0OTA3IiwiQ29sb3IiOnsiJGlkIjoiNDkw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TA5IiwiVG9wIjowLjAsIkxlZnQiOjAuMCwiUmlnaHQiOjAuMCwiQm90dG9tIjowLjB9LCJQYWRkaW5nIjp7IiRpZCI6IjQ5MTAiLCJUb3AiOjAuMCwiTGVmdCI6MC4wLCJSaWdodCI6MC4wLCJCb3R0b20iOjAuMH0sIkJhY2tncm91bmQiOnsiJGlkIjoiNDkxMSIsIkNvbG9yIjp7IiRpZCI6IjQ5MTIiLCJBIjoyNTUsIlIiOjAsIkciOjAsIkIiOjB9fSwiSXNWaXNpYmxlIjp0cnVlLCJXaWR0aCI6MC4wLCJIZWlnaHQiOjAuMCwiQm9yZGVyU3R5bGUiOnsiJGlkIjoiNDkxMyIsIkxpbmVDb2xvciI6bnVsbCwiTGluZVdlaWdodCI6MC4wLCJMaW5lVHlwZSI6MCwiUGFyZW50U3R5bGUiOm51bGx9LCJQYXJlbnRTdHlsZSI6bnVsbH0sIlBhcmVudFN0eWxlIjpudWxsfSwiUGFyZW50U3R5bGUiOm51bGx9LCJEZWZhdWx0U3dpbWxhbmVBY3Rpdml0eVN0eWxlIjp7IiRpZCI6IjQ5MTQiLCJIZWFkZXJTdHlsZSI6eyIkaWQiOiI0OTE1IiwiVGV4dFN0eWxlIjp7IiRpZCI6IjQ5MTYiLCJGb250U2V0dGluZ3MiOnsiJGlkIjoiNDkxNyIsIkZvbnRTaXplIjoxMSwiRm9udE5hbWUiOiJDYWxpYnJpIiwiSXNCb2xkIjpmYWxzZSwiSXNJdGFsaWMiOmZhbHNlLCJJc1VuZGVybGluZWQiOmZhbHNlLCJQYXJlbnRTdHlsZSI6bnVsbH0sIkF1dG9TaXplIjoyLCJGb3JlZ3JvdW5kIjp7IiRpZCI6IjQ5MTgiLCJDb2xvciI6eyIkaWQiOiI0OTE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kyMCIsIlRvcCI6MC4wLCJMZWZ0IjowLjAsIlJpZ2h0IjowLjAsIkJvdHRvbSI6MC4wfSwiUGFkZGluZyI6eyIkaWQiOiI0OTIxIiwiVG9wIjowLjAsIkxlZnQiOjAuMCwiUmlnaHQiOjAuMCwiQm90dG9tIjowLjB9LCJCYWNrZ3JvdW5kIjp7IiRpZCI6IjQ5MjIiLCJDb2xvciI6eyIkaWQiOiI0OTIzIiwiQSI6MjU1LCJSIjo2NCwiRyI6NjQsIkIiOjY0fX0sIklzVmlzaWJsZSI6dHJ1ZSwiV2lkdGgiOjAuMCwiSGVpZ2h0IjowLjAsIkJvcmRlclN0eWxlIjpudWxsLCJQYXJlbnRTdHlsZSI6bnVsbH0sIlJlY3RhbmdsZVN0eWxlIjp7IiRpZCI6IjQ5MjQiLCJNYXJnaW4iOnsiJGlkIjoiNDkyNSIsIlRvcCI6MC4wLCJMZWZ0IjowLjAsIlJpZ2h0IjowLjAsIkJvdHRvbSI6MC4wfSwiUGFkZGluZyI6eyIkaWQiOiI0OTI2IiwiVG9wIjowLjAsIkxlZnQiOjAuMCwiUmlnaHQiOjAuMCwiQm90dG9tIjowLjB9LCJCYWNrZ3JvdW5kIjp7IiRpZCI6IjQ5MjciLCJDb2xvciI6eyIkaWQiOiI0OTI4IiwiQSI6MTI3LCJSIjoxNjUsIkciOjE2NSwiQiI6MTY1fX0sIklzVmlzaWJsZSI6dHJ1ZSwiV2lkdGgiOjAuMCwiSGVpZ2h0IjowLjAsIkJvcmRlclN0eWxlIjp7IiRpZCI6IjQ5MjkiLCJMaW5lQ29sb3IiOnsiJGlkIjoiNDkzMCIsIiR0eXBlIjoiTkxSRS5Db21tb24uRG9tLlNvbGlkQ29sb3JCcnVzaCwgTkxSRS5Db21tb24iLCJDb2xvciI6eyIkaWQiOiI0OTMxIiwiQSI6MjU1LCJSIjoyNTUsIkciOjAsIkIiOjB9fSwiTGluZVdlaWdodCI6MC4wLCJMaW5lVHlwZSI6MCwiUGFyZW50U3R5bGUiOm51bGx9LCJQYXJlbnRTdHlsZSI6bnVsbH0sIk1hcmdpbiI6eyIkaWQiOiI0OTMyIiwiVG9wIjowLjAsIkxlZnQiOjAuMCwiUmlnaHQiOjAuMCwiQm90dG9tIjowLjB9LCJQYWRkaW5nIjp7IiRpZCI6IjQ5MzMiLCJUb3AiOjAuMCwiTGVmdCI6MC4wLCJSaWdodCI6MC4wLCJCb3R0b20iOjAuMH0sIkJhY2tncm91bmQiOm51bGwsIklzVmlzaWJsZSI6dHJ1ZSwiV2lkdGgiOjAuMCwiSGVpZ2h0IjowLjAsIkJvcmRlclN0eWxlIjpudWxsLCJQYXJlbnRTdHlsZSI6bnVsbH0sIkJhY2tncm91bmRTdHlsZSI6eyIkaWQiOiI0OTM0IiwiTWFyZ2luIjp7IiRpZCI6IjQ5MzUiLCJUb3AiOjAuMCwiTGVmdCI6MC4wLCJSaWdodCI6MC4wLCJCb3R0b20iOjAuMH0sIlBhZGRpbmciOnsiJGlkIjoiNDkzNiIsIlRvcCI6MC4wLCJMZWZ0IjowLjAsIlJpZ2h0IjowLjAsIkJvdHRvbSI6MC4wfSwiQmFja2dyb3VuZCI6eyIkaWQiOiI0OTM3IiwiQ29sb3IiOnsiJGlkIjoiNDkzOCIsIkEiOjUxLCJSIjoyMDAsIkciOjIwMCwiQiI6MjAwfX0sIklzVmlzaWJsZSI6dHJ1ZSwiV2lkdGgiOjAuMCwiSGVpZ2h0IjowLjAsIkJvcmRlclN0eWxlIjp7IiRpZCI6IjQ5MzkiLCJMaW5lQ29sb3IiOnsiJGlkIjoiNDk0MCIsIiR0eXBlIjoiTkxSRS5Db21tb24uRG9tLlNvbGlkQ29sb3JCcnVzaCwgTkxSRS5Db21tb24iLCJDb2xvciI6eyIkaWQiOiI0OTQxIiwiQSI6MjU1LCJSIjoyMzQsIkciOjIyLCJCIjozMH19LCJMaW5lV2VpZ2h0IjowLjAsIkxpbmVUeXBlIjowLCJQYXJlbnRTdHlsZSI6bnVsbH0sIlBhcmVudFN0eWxlIjpudWxsfSwiTWFyZ2luIjp7IiRpZCI6IjQ5NDIiLCJUb3AiOjAuMCwiTGVmdCI6MC4wLCJSaWdodCI6MC4wLCJCb3R0b20iOjAuMH0sIlBhZGRpbmciOnsiJGlkIjoiNDk0MyIsIlRvcCI6MC4wLCJMZWZ0IjowLjAsIlJpZ2h0IjowLjAsIkJvdHRvbSI6MC4wfSwiSXNWaXNpYmxlIjp0cnVlLCJXaWR0aCI6MC4wLCJIZWlnaHQiOjAuMCwiQm9yZGVyU3R5bGUiOnsiJGlkIjoiNDk0NCIsIkxpbmVDb2xvciI6bnVsbCwiTGluZVdlaWdodCI6MC4wLCJMaW5lVHlwZSI6MCwiUGFyZW50U3R5bGUiOm51bGx9LCJQYXJlbnRTdHlsZSI6bnVsbH0sIk1hcmdpbiI6eyIkaWQiOiI0OTQ1IiwiVG9wIjowLjAsIkxlZnQiOjAuMCwiUmlnaHQiOjAuMCwiQm90dG9tIjowLjB9LCJQYWRkaW5nIjp7IiRpZCI6IjQ5NDYiLCJUb3AiOjAuMCwiTGVmdCI6MC4wLCJSaWdodCI6MC4wLCJCb3R0b20iOjAuMH0sIklzVmlzaWJsZSI6dHJ1ZSwiV2lkdGgiOjAuMCwiSGVpZ2h0IjowLjAsIkJvcmRlclN0eWxlIjp7IiRpZCI6IjQ5NDciLCJMaW5lQ29sb3IiOm51bGwsIkxpbmVXZWlnaHQiOjAuMCwiTGluZVR5cGUiOjAsIlBhcmVudFN0eWxlIjpudWxsfSwiUGFyZW50U3R5bGUiOm51bGx9XSwiQ29uZGl0aW9uYWxGb3JtYXR0aW5nIjp7IiRpZCI6IjQ5NDgiLCJQdkFGb3JtYXR0aW5nIjp7IiRpZCI6IjQ5NDkiLCJEZWxheVRhc2tTdHlsZSI6eyIkaWQiOiI0OTUwIiwiU3R5bGVPcHRpb25zIjoyNCwiVGl0bGVGb3JlZ3JvdW5kIjp7IiRpZCI6IjQ5NTEiLCJDb2xvciI6eyIkaWQiOiI0OTUyIiwiQSI6MjU1LCJSIjoxNzUsIkciOjAsIkIiOjB9fSwiQWN0dWFsU2hhcGVzQmFja2dyb3VuZCI6eyIkaWQiOiI0OTUzIiwiQ29sb3IiOnsiJGlkIjoiNDk1NCIsIkEiOjYyLCJSIjoyNTUsIkciOjAsIkIiOjB9fSwiQWN0dWFsU2hhcGVzQm9yZGVyU3R5bGUiOnsiJGlkIjoiNDk1NSIsIkxpbmVDb2xvciI6eyIkaWQiOiI0OTU2IiwiJHR5cGUiOiJOTFJFLkNvbW1vbi5Eb20uU29saWRDb2xvckJydXNoLCBOTFJFLkNvbW1vbiIsIkNvbG9yIjp7IiRpZCI6IjQ5NTciLCJBIjoxNjMsIlIiOjI1NSwiRyI6MCwiQiI6MH19LCJMaW5lV2VpZ2h0IjozLjAsIkxpbmVUeXBlIjowLCJQYXJlbnRTdHlsZSI6bnVsbH0sIkJhc2VsaW5lU2hhcGVzQmFja2dyb3VuZCI6eyIkaWQiOiI0OTU4IiwiQ29sb3IiOnsiJGlkIjoiNDk1OSIsIkEiOjE4NCwiUiI6MjU1LCJHIjowLCJCIjowfX0sIlZhcmlhbmNlRm9yZWdyb3VuZCI6eyIkaWQiOiI0OTYwIiwiQ29sb3IiOnsiJGlkIjoiNDk2MSIsIkEiOjI1NSwiUiI6MTc1LCJHIjowLCJCIjowfX0sIklzVmlzaWJsZSI6dHJ1ZX0sIkRlbGF5TWlsZXN0b25lU3R5bGUiOnsiJGlkIjoiNDk2MiIsIlN0eWxlT3B0aW9ucyI6MTgsIlRpdGxlRm9yZWdyb3VuZCI6eyIkaWQiOiI0OTYzIiwiQ29sb3IiOnsiJGlkIjoiNDk2NCIsIkEiOjI1NSwiUiI6MTc1LCJHIjowLCJCIjowfX0sIkFjdHVhbFNoYXBlc0JhY2tncm91bmQiOnsiJGlkIjoiNDk2NSIsIkNvbG9yIjp7IiRpZCI6IjQ5NjYiLCJBIjoyNTUsIlIiOjIyMiwiRyI6ODAsIkIiOjUwfX0sIkFjdHVhbFNoYXBlc0JvcmRlclN0eWxlIjp7IiRpZCI6IjQ5NjciLCJMaW5lQ29sb3IiOnsiJGlkIjoiNDk2OCIsIiR0eXBlIjoiTkxSRS5Db21tb24uRG9tLlNvbGlkQ29sb3JCcnVzaCwgTkxSRS5Db21tb24iLCJDb2xvciI6eyIkaWQiOiI0OTY5IiwiQSI6MTYzLCJSIjoyNTUsIkciOjAsIkIiOjB9fSwiTGluZVdlaWdodCI6My4wLCJMaW5lVHlwZSI6MCwiUGFyZW50U3R5bGUiOm51bGx9LCJCYXNlbGluZVNoYXBlc0JhY2tncm91bmQiOnsiJGlkIjoiNDk3MCIsIkNvbG9yIjp7IiRpZCI6IjQ5NzEiLCJBIjoxODQsIlIiOjI1NSwiRyI6MCwiQiI6MH19LCJWYXJpYW5jZUZvcmVncm91bmQiOnsiJGlkIjoiNDk3MiIsIkNvbG9yIjp7IiRpZCI6IjQ5NzMiLCJBIjoyNTUsIlIiOjE3NSwiRyI6MCwiQiI6MH19LCJJc1Zpc2libGUiOnRydWV9LCJBZHZhbmNlVGFza1N0eWxlIjp7IiRpZCI6IjQ5NzQiLCJTdHlsZU9wdGlvbnMiOjI0LCJUaXRsZUZvcmVncm91bmQiOnsiJGlkIjoiNDk3NSIsIkNvbG9yIjp7IiRpZCI6IjQ5NzYiLCJBIjoyNTUsIlIiOjAsIkciOjExMCwiQiI6MH19LCJBY3R1YWxTaGFwZXNCYWNrZ3JvdW5kIjp7IiRpZCI6IjQ5NzciLCJDb2xvciI6eyIkaWQiOiI0OTc4IiwiQSI6NjEsIlIiOjAsIkciOjEyOCwiQiI6MH19LCJBY3R1YWxTaGFwZXNCb3JkZXJTdHlsZSI6eyIkaWQiOiI0OTc5IiwiTGluZUNvbG9yIjp7IiRpZCI6IjQ5ODAiLCIkdHlwZSI6Ik5MUkUuQ29tbW9uLkRvbS5Tb2xpZENvbG9yQnJ1c2gsIE5MUkUuQ29tbW9uIiwiQ29sb3IiOnsiJGlkIjoiNDk4MSIsIkEiOjE2MywiUiI6MCwiRyI6MTI4LCJCIjowfX0sIkxpbmVXZWlnaHQiOjMuMCwiTGluZVR5cGUiOjAsIlBhcmVudFN0eWxlIjpudWxsfSwiQmFzZWxpbmVTaGFwZXNCYWNrZ3JvdW5kIjp7IiRpZCI6IjQ5ODIiLCJDb2xvciI6eyIkaWQiOiI0OTgzIiwiQSI6MTg0LCJSIjowLCJHIjoxMjgsIkIiOjB9fSwiVmFyaWFuY2VGb3JlZ3JvdW5kIjp7IiRpZCI6IjQ5ODQiLCJDb2xvciI6eyIkaWQiOiI0OTg1IiwiQSI6MjU1LCJSIjowLCJHIjoxMTAsIkIiOjB9fSwiSXNWaXNpYmxlIjp0cnVlfSwiQWR2YW5jZU1pbGVzdG9uZVN0eWxlIjp7IiRpZCI6IjQ5ODYiLCJTdHlsZU9wdGlvbnMiOjE4LCJUaXRsZUZvcmVncm91bmQiOnsiJGlkIjoiNDk4NyIsIkNvbG9yIjp7IiRpZCI6IjQ5ODgiLCJBIjoyNTUsIlIiOjAsIkciOjExMCwiQiI6MH19LCJBY3R1YWxTaGFwZXNCYWNrZ3JvdW5kIjp7IiRpZCI6IjQ5ODkiLCJDb2xvciI6eyIkaWQiOiI0OTkwIiwiQSI6MjU1LCJSIjoyMCwiRyI6MTAwLCJCIjowfX0sIkFjdHVhbFNoYXBlc0JvcmRlclN0eWxlIjp7IiRpZCI6IjQ5OTEiLCJMaW5lQ29sb3IiOnsiJGlkIjoiNDk5MiIsIiR0eXBlIjoiTkxSRS5Db21tb24uRG9tLlNvbGlkQ29sb3JCcnVzaCwgTkxSRS5Db21tb24iLCJDb2xvciI6eyIkaWQiOiI0OTkzIiwiQSI6MTYzLCJSIjowLCJHIjoxMjgsIkIiOjB9fSwiTGluZVdlaWdodCI6My4wLCJMaW5lVHlwZSI6MCwiUGFyZW50U3R5bGUiOm51bGx9LCJCYXNlbGluZVNoYXBlc0JhY2tncm91bmQiOnsiJGlkIjoiNDk5NCIsIkNvbG9yIjp7IiRpZCI6IjQ5OTUiLCJBIjoxODQsIlIiOjAsIkciOjEyOCwiQiI6MH19LCJWYXJpYW5jZUZvcmVncm91bmQiOnsiJGlkIjoiNDk5NiIsIkNvbG9yIjp7IiRpZCI6IjQ5OTciLCJBIjoyNTUsIlIiOjAsIkciOjExMCwiQiI6MH19LCJJc1Zpc2libGUiOnRydWV9fSwiVmFyaWFuY2VEaXNwbGF5U2V0dGluZ3MiOnsiJGlkIjoiNDk5OCIsIlRhc2tWYXJpYW5jZURpc3BsYXlPcHRpb25zIjp7IiRpZCI6IjQ5OTkiLCJTaG93RGVsYXlWYXJpYW5jZSI6dHJ1ZSwiU2hvd0FkdmFuY2VWYXJpYW5jZSI6dHJ1ZSwiU2hvd18wX1ZhcmlhbmNlIjpmYWxzZX0sIk1pbGVzdG9uZVZhcmlhbmNlRGlzcGxheU9wdGlvbnMiOnsiJGlkIjoiNTAwMCIsIlNob3dEZWxheVZhcmlhbmNlIjp0cnVlLCJTaG93QWR2YW5jZVZhcmlhbmNlIjp0cnVlLCJTaG93XzBfVmFyaWFuY2UiOmZhbHNlfX19fSwiU2NhbGUiOm51bGwsIlNjYWxlVjIiOnsiJGlkIjoiNTAwMSIsIlN0YXJ0RGF0ZSI6IjAwMDEtMDEtMDFUMDA6MDA6MDAiLCJFbmREYXRlIjoiMjAyNy0xMi0zMVQyMzo1OTowMCIsIkF1dG9EYXRlUmFuZ2UiOnRydWUsIldvcmtpbmdEYXlzIjozMSwiRmlzY2FsWWVhciI6eyIkaWQiOiI1MDAyIiwiU3RhcnRNb250aCI6MSwiVXNlU3RhcnRpbmdZZWFyRm9yTnVtYmVyaW5nIjp0cnVlLCJTaG93RmlzY2FsWWVhckxhYmVsIjp0cnVlfSwiVG9kYXlNYXJrZXJUZXh0IjoiVG9kYXkiLCJBdXRvU2NhbGVUeXBlIjp0cnVlLCJUaW1lYmFuZFNjYWxlcyI6eyIkaWQiOiI1MDAzIiwiVG9wU2NhbGVMYXllciI6eyIkaWQiOiI1MDA0IiwiRm9ybWF0IjoiTU1NTSIsIlR5cGUiOjIsIkdyb3VwaW5nSW50ZXJ2YWxzIjp7IiRpZCI6IjUwMDUiLCJJc1NldCI6ZmFsc2UsIkdyb3VwaW5nU3RlcENvdW50IjoxfX0sIk1pZGRsZVNjYWxlTGF5ZXIiOnsiJGlkIjoiNTAwNiIsIkZvcm1hdCI6bnVsbCwiVHlwZSI6MCwiR3JvdXBpbmdJbnRlcnZhbHMiOnsiJGlkIjoiNTAwNyIsIklzU2V0IjpmYWxzZSwiR3JvdXBpbmdTdGVwQ291bnQiOjF9fSwiQm90dG9tU2NhbGVMYXllciI6eyIkaWQiOiI1MDA4IiwiRm9ybWF0IjpudWxsLCJUeXBlIjowLCJHcm91cGluZ0ludGVydmFscyI6eyIkaWQiOiI1MDA5IiwiSXNTZXQiOmZhbHNlLCJHcm91cGluZ1N0ZXBDb3VudCI6MX19fX0sIk1pbGVzdG9uZXMiOltdLCJUYXNrcyI6W10sIlN3aW1sYW5lcyI6W10sIk1zUHJvamVjdEl0ZW1zVHJlZSI6eyIkaWQiOiI1MDEwIiwiUm9vdCI6eyJJbXBvcnRJZCI6bnVsbCwiSXNJbXBvcnRlZCI6ZmFsc2UsIkNoaWxkcmVuIjpbXX19LCJNZXRhZGF0YSI6eyIkaWQiOiI1MDExIiwiU291cmNlVGhlbWUiOiJ7XCIkaWRcIjpcIjFcIixcIklkXCI6XCIwYzhiMmZjYi0wM2QwLTQyYmMtYTMyOS0yZjFmY2E4Zjg4MWRcIixcIkNhdGVnb3J5XCI6MSxcIkN1bHR1cmVJbmZvTmFtZVwiOlwiZW4tVVNcIixcIlZlcnNpb25cIjp7XCIkaWRcIjpcIjJcIixcIlRoZW1lRG9tVmVyc2lvblwiOlwiMi4x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Y4LFwiR1wiOjg0LFwiQlwiOjEwNn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1NSxcIkdcIjoxOTIsXCJCXCI6MH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EsXCJHXCI6MjMwLFwiQlwiOjIzMH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NjgsXCJHXCI6ODQsXCJCXCI6MTA2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z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Y4LFwiR1wiOjg0LFwiQlwiOjEwNn19LFwiSG9yaXpvbnRhbEFsaWdubWVudFwiOjAsXCJJc1Zpc2libGVcIjpmYWxzZX0sXCJIb3Jpem9udGFsQ29ubmVjdG9yU3R5bGVcIjp7XCIkaWRcIjpcIjU2XCIsXCJMaW5lU3R5bGVcIjp7XCIkaWRcIjpcIjU3XCIsXCJMaW5lQ29sb3JcIjp7XCIkaWRcIjpcIjU4XCIsXCJDb2xvclwiOntcIiRpZFwiOlwiNTlcIixcIkFcIjo1MSxcIlJcIjo2OCxcIkdcIjoxMTQsXCJCXCI6MTk2fX0sXCJMaW5lV2VpZ2h0XCI6MS4wLFwiTGluZVR5cGVcIjowfSxcIklzVmlzaWJsZVwiOnRydWV9LFwiVmVydGljYWxDb25uZWN0b3JTdHlsZVwiOntcIiRpZFwiOlwiNjBcIixcIkxpbmVTdHlsZVwiOntcIiRpZFwiOlwiNjFcIixcIkxpbmVDb2xvclwiOntcIiRpZFwiOlwiNjJcIixcIkNvbG9yXCI6e1wiJGlkXCI6XCI2M1wiLFwiQVwiOjUxLFwiUlwiOjY4LFwiR1wiOjExNCxcIkJcIjoxOTZ9fSxcIkxpbmVXZWlnaHRcIjoxLjAsXCJMaW5lVHlwZVwiOjB9LFwiSXNWaXNpYmxlXCI6ZmFsc2V9LFwiTWFyZ2luXCI6e1wiJGlkXCI6XCI2NFwiLFwiVG9wXCI6MC4wLFwiTGVmdFwiOjAuMCxcIlJpZ2h0XCI6MC4wLFwiQm90dG9tXCI6MC4wfSxcIlN0YXJ0RGF0ZVBvc2l0aW9uXCI6NCxcIkVuZERhdGVQb3NpdGlvblwiOjQsXCJUaXRsZVBvc2l0aW9uXCI6MyxcIkR1cmF0aW9uUG9zaXRpb25cIjowLFwiUGVyY2VudGFnZUNvbXBsZXRlZFBvc2l0aW9uXCI6MixcIlZhcmlhbmNlUG9zaXRpb25cIjoyLFwiU3BhY2luZ1wiOjM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Y4LFwiR1wiOjExNCxcIkJcIjoxOTZ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NjgsXCJHXCI6ODQsXCJCXCI6MTA2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0cnVlfX19LFwiTWlsZXN0b25lU3R5bGVcIjp7XCIkaWRcIjpcIjk5XCIsXCJTaGFwZVwiOjA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IzNyxcIkdcIjoxMjUsXCJCXCI6NDl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E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NjgsXCJHXCI6ODQsXCJCXCI6MTA2fX0sXCJIb3Jpem9udGFsQWxpZ25tZW50XCI6MSxcIklzVmlzaWJsZVwiOnRydWV9LFwiRGF0ZUZvcm1hdFwiOntcIiRpZFwiOlwiMTE4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xOVwiLFwiRm9ybWF0XCI6MCxcIklzVmlzaWJsZVwiOmZhbHNlLFwiTGFzdEtub3duVmlzaWJpbGl0eVN0YXRlXCI6ZmFsc2V9LFwiVmFyaWFuY2VTdHlsZVwiOntcIiRpZFwiOlwiMTIwXCIsXCJWYXJpYW5jZVRleHRTdHlsZVwiOntcIiRpZFwiOlwiMTIxXCIsXCJGb250U2V0dGluZ3NcIjp7XCIkaWRcIjpcIjEyMlwiLFwiRm9udFNpemVcIjoxMCxcIkZvbnROYW1lXCI6XCJDYWxpYnJpXCIsXCJJc0JvbGRcIjpmYWxzZSxcIklzSXRhbGljXCI6ZmFsc2UsXCJJc1VuZGVybGluZWRcIjpmYWxzZX0sXCJGb3JlZ3JvdW5kXCI6e1wiJGlkXCI6XCIxMjNcIixcIkNvbG9yXCI6e1wiJGlkXCI6XCIxMjRcIixcIkFcIjoyNTUsXCJSXCI6MCxcIkdcIjowLFwiQlwiOjB9fSxcIkhvcml6b250YWxBbGlnbm1lbnRcIjowLFwiSXNWaXNpYmxlXCI6dHJ1ZX19fSxcIk1vdFN0eWxlXCI6e1wiJGlkXCI6XCIxMjVcIixcIlNoYXBlXCI6M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jM3LFwiR1wiOjEyNSxcIkJcIjo0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2OCxcIkdcIjo4NCxcIkJcIjoxMDZ9fSxcIkhvcml6b250YWxBbGlnbm1lbnRcIjox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4LFwiR1wiOjExNCxcIkJcIjoxOTZ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gsXCJHXCI6MTE0LFwiQlwiOjE5Nn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NjgsXCJHXCI6MTE0LFwiQlwiOjE5Nn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NjgsXCJHXCI6ODQsXCJCXCI6MTA2fX0sXCJIb3Jpem9udGFsQWxpZ25tZW50XCI6MCxcIklzVmlzaWJsZVwiOnRydWV9LFwiRGF0ZUZvcm1hdFwiOntcIiRpZFwiOlwiMjE3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dHJ1ZX19fSxcIkRlZmF1bHRTd2ltbGFuZVRhc2tTdHlsZVwiOntcIiRpZFwiOlwiMjI0XCIsXCJTaGFwZVwiOjEsXCJTaGFwZVRoaWNrbmVzc1wiOjAsXCJEdXJhdGlvbkZvcm1hdFwiOjA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IzMixcIkdcIjoyMzIsXCJCXCI6MjMy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EwLFwiRm9udE5hbWVcIjpcIkNhbGlicmlcIixcIklzQm9sZFwiOmZhbHNlLFwiSXNJdGFsaWNcIjpmYWxzZSxcIklzVW5kZXJsaW5lZFwiOmZhbHNlfSxcIkZvcmVncm91bmRcIjp7XCIkaWRcIjpcIjIzNFwiLFwiQ29sb3JcIjp7XCIkaWRcIjpcIjIzNVwiLFwiQVwiOjI1NSxcIlJcIjo2OCxcIkdcIjo4NCxcIkJcIjoxMDZ9fSxcIkhvcml6b250YWxBbGlnbm1lbnRcIjowLFwiSXNWaXNpYmxlXCI6ZmFsc2V9LFwiTWFyZ2luXCI6e1wiJGlkXCI6XCIyMzZ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NjgsXCJHXCI6MTE0LFwiQlwiOjE5Nn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2OCxcIkdcIjo4NCxcIkJcIjoxMDZ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zNCxcIkdcIjo1NyxcIkJcIjo5OH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Y4LFwiR1wiOjg0LFwiQlwiOjEwNn19LFwiSG9yaXpvbnRhbEFsaWdubWVudFwiOjEsXCJJc1Zpc2libGVcIjp0cnVlfSxcIkRhdGVGb3JtYXRcIjp7XCIkaWRcIjpcIjI5M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nRydW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zgsXCJHXCI6MzgsXCJCXCI6Mzh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yNTUsXCJHXCI6MTkyLFwiQlwiOj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jU1LFwiR1wiOjE5MixcIkJcIjo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U1LFwiR1wiOjE5MixcIkJcIjow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2OCxcIkdcIjo4NCxcIkJcIjoxMDZ9fSxcIkhvcml6b250YWxBbGlnbm1lbnRcIjowLFwiSXNWaXNpYmxlXCI6dHJ1ZX0sXCJEYXRlRm9ybWF0XCI6e1wiJGlkXCI6XCIzNjN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Y4LFwiR1wiOjg0LFwiQlwiOjEwNn19LFwiSG9yaXpvbnRhbEFsaWdubWVudFwiOjAsXCJJc1Zpc2libGVcIjpmYWxzZX0sXCJNYXJnaW5cIjp7XCIkaWRcIjpcIjM4M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zODNcIixcIkJhc2VsaW5lU2hhcGVTdHlsZVwiOntcIiRpZFwiOlwiMzg0XCIsXCJNYXJnaW5cIjp7XCIkaWRcIjpcIjM4NVwiLFwiVG9wXCI6MC4wLFwiTGVmdFwiOjAuMCxcIlJpZ2h0XCI6MC4wLFwiQm90dG9tXCI6MC4wfSxcIlBhZGRpbmdcIjp7XCIkaWRcIjpcIjM4NlwiLFwiVG9wXCI6MC4wLFwiTGVmdFwiOjAuMCxcIlJpZ2h0XCI6MC4wLFwiQm90dG9tXCI6MC4wfSxcIkJhY2tncm91bmRcIjp7XCIkaWRcIjpcIjM4N1wiLFwiQ29sb3JcIjp7XCIkaWRcIjpcIjM4OFwiLFwiQVwiOjE1MyxcIlJcIjowLFwiR1wiOjAsXCJCXCI6MH19LFwiSXNWaXNpYmxlXCI6ZmFsc2UsXCJXaWR0aFwiOjAuMCxcIkhlaWdodFwiOjAuMCxcIkJvcmRlclN0eWxlXCI6e1wiJGlkXCI6XCIzODlcIixcIkxpbmVTdHlsZVwiOntcIiRpZFwiOlwiMzkwXCIsXCJMaW5lQ29sb3JcIjp7XCIkaWRcIjpcIjM5MVwiLFwiQ29sb3JcIjp7XCIkaWRcIjpcIjM5MlwiLFwiQVwiOjI1NSxcIlJcIjoyNTUsXCJHXCI6MCxcIkJcIjowfX0sXCJMaW5lV2VpZ2h0XCI6Mi4wLFwiTGluZVR5cGVcIjowfSxcIklzVmlzaWJsZVwiOmZhbHNlfX19LFwiU2hhcGVTdHlsZVwiOntcIiRpZFwiOlwiMzkzXCIsXCJNYXJnaW5cIjp7XCIkaWRcIjpcIjM5NFwiLFwiVG9wXCI6MC4wLFwiTGVmdFwiOjQuMCxcIlJpZ2h0XCI6NC4wLFwiQm90dG9tXCI6MC4wfSxcIlBhZGRpbmdcIjp7XCIkaWRcIjpcIjM5NVwiLFwiVG9wXCI6MC4wLFwiTGVmdFwiOjAuMCxcIlJpZ2h0XCI6MC4wLFwiQm90dG9tXCI6MC4wfSxcIkJhY2tncm91bmRcIjp7XCIkaWRcIjpcIjM5NlwiLFwiQ29sb3JcIjp7XCIkaWRcIjpcIjM5N1wiLFwiQVwiOjI1NSxcIlJcIjoyNTUsXCJHXCI6MTkyLFwiQlwiOjB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NjgsXCJHXCI6ODQsXCJCXCI6MTA2fX0sXCJIb3Jpem9udGFsQWxpZ25tZW50XCI6MixcIklzVmlzaWJsZVwiOnRydWV9LFwiRGF0ZUZvcm1hdFwiOntcIiRpZFwiOlwiNDE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xMVwiLFwiRm9ybWF0XCI6MCxcIklzVmlzaWJsZVwiOmZhbHNlLFwiTGFzdEtub3duVmlzaWJpbGl0eVN0YXRlXCI6ZmFsc2V9LFwiVmFyaWFuY2VTdHlsZVwiOntcIiRpZFwiOlwiNDEyXCIsXCJWYXJpYW5jZVRleHRTdHlsZVwiOntcIiRpZFwiOlwiNDEzXCIsXCJGb250U2V0dGluZ3NcIjp7XCIkaWRcIjpcIjQxNFwiLFwiRm9udFNpemVcIjoxMCxcIkZvbnROYW1lXCI6XCJDYWxpYnJpXCIsXCJJc0JvbGRcIjpmYWxzZSxcIklzSXRhbGljXCI6ZmFsc2UsXCJJc1VuZGVybGluZWRcIjpmYWxzZX0sXCJGb3JlZ3JvdW5kXCI6e1wiJGlkXCI6XCI0MTVcIixcIkNvbG9yXCI6e1wiJGlkXCI6XCI0MTZcIixcIkFcIjoyNTUsXCJSXCI6MCxcIkdcIjowLFwiQlwiOjB9fSxcIkhvcml6b250YWxBbGlnbm1lbnRcIjowLFwiSXNWaXNpYmxlXCI6dHJ1ZX19fSxcIkRlZmF1bHRTd2ltbGFuZU1vdFN0eWxlXCI6e1wiJGlkXCI6XCI0MTdcIixcIlNoYXBlXCI6MS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3LFwiR1wiOjk2LFwiQlwiOjB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NjgsXCJHXCI6ODQsXCJCXCI6MTA2fX0sXCJIb3Jpem9udGFsQWxpZ25tZW50XCI6MSxcIklzVmlzaWJsZVwiOnRydWV9LFwiRGF0ZUZvcm1hdFwiOntcIiRpZFwiOlwiNDM2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QzN1wiLFwiRm9ybWF0XCI6MCxcIklzVmlzaWJsZVwiOmZhbHNlLFwiTGFzdEtub3duVmlzaWJpbGl0eVN0YXRlXCI6ZmFsc2V9LFwiVmFyaWFuY2VTdHlsZVwiOntcIiRpZFwiOlwiNDM4XCIsXCJWYXJpYW5jZVRleHRTdHlsZVwiOntcIiRpZFwiOlwiNDM5XCIsXCJGb250U2V0dGluZ3NcIjp7XCIkaWRcIjpcIjQ0MFwiLFwiRm9udFNpemVcIjoxMCxcIkZvbnROYW1lXCI6XCJDYWxpYnJpXCIsXCJJc0JvbGRcIjpmYWxzZSxcIklzSXRhbGljXCI6ZmFsc2UsXCJJc1VuZGVybGluZWRcIjpmYWxzZX0sXCJGb3JlZ3JvdW5kXCI6e1wiJGlkXCI6XCI0NDFcIixcIkNvbG9yXCI6e1wiJGlkXCI6XCI0NDJcIixcIkFcIjoyNTUsXCJSXCI6MCxcIkdcIjowLFwiQlwiOjB9fSxcIkhvcml6b250YWxBbGlnbm1lbnRcIjowLFwiSXNWaXNpYmxlXCI6dHJ1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ExMixcIkdcIjoxNzMsXCJCXCI6NzF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y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Y0LFwiR1wiOjY0LFwiQlwiOjY0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xMjcsXCJSXCI6MTEyLFwiR1wiOjE3MyxcIkJcIjo3MX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sXCJTaGFwZVNpemVcIjowLFwiU3BhY2luZ1wiOjUsXCJTaGFwZVN0eWxlXCI6e1wiJGlkXCI6XCI0OTJcIixcIk1hcmdpblwiOntcIiRpZFwiOlwiNDkzXCIsXCJUb3BcIjowLjAsXCJMZWZ0XCI6MC4wLFwiUmlnaHRcIjowLjAsXCJCb3R0b21cIjowLjB9LFwiUGFkZGluZ1wiOntcIiRpZFwiOlwiNDk0XCIsXCJUb3BcIjowLjAsXCJMZWZ0XCI6MC4wLFwiUmlnaHRcIjowLjAsXCJCb3R0b21cIjowLjB9LFwiQmFja2dyb3VuZFwiOntcIiRpZFwiOlwiNDk1XCIsXCJDb2xvclwiOntcIiRpZFwiOlwiNDk2XCIsXCJBXCI6MjU1LFwiUlwiOjExMixcIkdcIjoxNzMsXCJCXCI6NzF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Y4LFwiR1wiOjg0LFwiQlwiOjEwNn19LFwiSG9yaXpvbnRhbEFsaWdubWVudFwiOjAsXCJJc1Zpc2libGVcIjp0cnVlfSxcIkRhdGVGb3JtYXRcIjp7XCIkaWRcIjpcIjUwO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nRydWV9fX0sXCJEZWZhdWx0U3dpbWxhbmVUYXNrU3R5bGVcIjp7XCIkaWRcIjpcIjUxNlwiLFwiU2hhcGVcIjox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IsXCJHXCI6MjMyLFwiQlwiOjIzMn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NjgsXCJHXCI6ODQsXCJCXCI6MTA2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ExMixcIkdcIjoxNzMsXCJCXCI6NzF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NjgsXCJHXCI6ODQsXCJCXCI6MTA2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dHJ1ZX19fSxcIkRlZmF1bHRTd2ltbGFuZU1vdFN0eWxlXCI6e1wiJGlkXCI6XCI1NjNcIixcIlNoYXBlXCI6MSxcIlNoYXBlU2l6ZVwiOjAsXCJEZXRhaWxzU3BhY2luZ1wiOjAuMCxcIlBhZGRpbmdcIjp7XCIkaWRcIjpcIjU2NFwiLFwiVG9wXCI6NS4wLFwiTGVmdFwiOjMuMCxcIlJpZ2h0XCI6MC4wLFwiQm90dG9tXCI6Mi4wfSxcIlBvc2l0aW9uT25UYXNrXCI6MSxcIlNoYXBlU3R5bGVcIjp7XCIkaWRcIjpcIjU2NVwiLFwiTWFyZ2luXCI6e1wiJGlkXCI6XCI1NjZcIixcIlRvcFwiOjAuMCxcIkxlZnRcIjowLjAsXCJSaWdodFwiOjAuMCxcIkJvdHRvbVwiOjAuMH0sXCJQYWRkaW5nXCI6e1wiJGlkXCI6XCI1NjdcIixcIlRvcFwiOjAuMCxcIkxlZnRcIjowLjAsXCJSaWdodFwiOjAuMCxcIkJvdHRvbVwiOjAuMH0sXCJCYWNrZ3JvdW5kXCI6e1wiJGlkXCI6XCI1NjhcIixcIkNvbG9yXCI6e1wiJGlkXCI6XCI1NjlcIixcIkFcIjoyNTUsXCJSXCI6NTYsXCJHXCI6ODYsXCJCXCI6MzV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NjgsXCJHXCI6ODQsXCJCXCI6MTA2fX0sXCJIb3Jpem9udGFsQWxpZ25tZW50XCI6MSxcIklzVmlzaWJsZVwiOnRydWV9LFwiRGF0ZUZvcm1hdFwiOntcIiRpZFwiOlwiNTgy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nRydW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NjUsXCJHXCI6MTY1LFwiQlwiOjE2NX19LFwiSXNWaXNpYmxlXCI6dHJ1ZSxcIldpZHRoXCI6MC4wLFwiSGVpZ2h0XCI6MC4wLFwiQm9yZGVyU3R5bGVcIjp7XCIkaWRcIjpcIjYwMFwiLFwiTGluZVN0eWxlXCI6e1wiJGlkXCI6XCI2MDFcIixcIkxpbmVDb2xvclwiOntcIiRpZFwiOlwiNjAyXCIsXCJDb2xvclwiOntcIiRpZFwiOlwiNjAzXCIsXCJBXCI6MjU1LFwiUlwiOjI1NSxcIkdcIjoyNTUsXCJCXCI6MjU1fX0sXCJMaW5lV2VpZ2h0XCI6MC4wLFwiTGluZVR5cGVcIjowfSxcIklzVmlzaWJsZVwiOmZhbHNlfX19LFwiQmFja2dyb3VuZFN0eWxlXCI6e1wiJGlkXCI6XCI2MDRcIixcIk1hcmdpblwiOntcIiRpZFwiOlwiNjA1XCIsXCJUb3BcIjowLjAsXCJMZWZ0XCI6MC4wLFwiUmlnaHRcIjowLjAsXCJCb3R0b21cIjowLjB9LFwiUGFkZGluZ1wiOntcIiRpZFwiOlwiNjA2XCIsXCJUb3BcIjowLjAsXCJMZWZ0XCI6MC4wLFwiUmlnaHRcIjowLjAsXCJCb3R0b21cIjowLjB9LFwiQmFja2dyb3VuZFwiOntcIiRpZFwiOlwiNjA3XCIsXCJDb2xvclwiOntcIiRpZFwiOlwiNjA4XCIsXCJBXCI6NTEsXCJSXCI6MjAwLFwiR1wiOjIwMCxcIkJcIjoyMDB9fSxcIklzVmlzaWJsZVwiOnRydWUsXCJXaWR0aFwiOjAuMCxcIkhlaWdodFwiOjAuMCxcIkJvcmRlclN0eWxlXCI6e1wiJGlkXCI6XCI2MDlcIixcIkxpbmVTdHlsZVwiOntcIiRpZFwiOlwiNjEwXCIsXCJMaW5lQ29sb3JcIjp7XCIkaWRcIjpcIjYxMVwiLFwiQ29sb3JcIjp7XCIkaWRcIjpcIjYxMlwiLFwiQVwiOjI1NSxcIlJcIjoyMzQsXCJHXCI6MjIsXCJCXCI6MzB9fSxcIkxpbmVXZWlnaHRcIjoyLjAsXCJMaW5lVHlwZVwiOjB9LFwiSXNWaXNpYmxlXCI6ZmFsc2V9fSxcIklzQWJvdmVUaW1lYmFuZFwiOmZhbHNlLFwiU3BhY2luZ1wiOjIsXCJEZWZhdWx0U3dpbWxhbmVBY3Rpdml0eVN0eWxlXCI6e1wiJGlkXCI6XCI2MTNcIixcIkhlYWRlclN0eWxlXCI6e1wiJGlkXCI6XCI2MTRcIixcIlRleHRTdHlsZVwiOntcIiRpZFwiOlwiNjE1XCIsXCJGb250U2V0dGluZ3NcIjp7XCIkaWRcIjpcIjYxNlwiLFwiRm9udFNpemVcIjoxMSxcIkZvbnROYW1lXCI6XCJDYWxpYnJpXCIsXCJJc0JvbGRcIjpmYWxzZSxcIklzSXRhbGljXCI6ZmFsc2UsXCJJc1VuZGVybGluZWRcIjpmYWxzZX0sXCJGb3JlZ3JvdW5kXCI6e1wiJGlkXCI6XCI2MTdcIixcIkNvbG9yXCI6e1wiJGlkXCI6XCI2MThcIixcIkFcIjoyNTUsXCJSXCI6NjQsXCJHXCI6NjQsXCJCXCI6NjR9fSxcIkhvcml6b250YWxBbGlnbm1lbnRcIjowLFwiSXNWaXNpYmxlXCI6dHJ1ZX0sXCJSZWN0YW5nbGVTdHlsZVwiOntcIiRpZFwiOlwiNjE5XCIsXCJNYXJnaW5cIjp7XCIkaWRcIjpcIjYyMFwiLFwiVG9wXCI6MC4wLFwiTGVmdFwiOjAuMCxcIlJpZ2h0XCI6MC4wLFwiQm90dG9tXCI6MC4wfSxcIlBhZGRpbmdcIjp7XCIkaWRcIjpcIjYyMVwiLFwiVG9wXCI6MC4wLFwiTGVmdFwiOjAuMCxcIlJpZ2h0XCI6MC4wLFwiQm90dG9tXCI6MC4wfSxcIkJhY2tncm91bmRcIjp7XCIkaWRcIjpcIjYyMlwiLFwiQ29sb3JcIjp7XCIkaWRcIjpcIjYyM1wiLFwiQVwiOjEyNyxcIlJcIjoxNjUsXCJHXCI6MTY1LFwiQlwiOjE2NX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Y1LFwiR1wiOjE2NSxcIkJcIjoxNjV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Y4LFwiR1wiOjg0LFwiQlwiOjEwNn19LFwiSG9yaXpvbnRhbEFsaWdubWVudFwiOjAsXCJJc1Zpc2libGVcIjp0cnVlfSxcIkRhdGVGb3JtYXRcIjp7XCIkaWRcIjpcIjY1N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2NTZcIixcIkZvcm1hdFwiOjAsXCJJc1Zpc2libGVcIjpmYWxzZSxcIkxhc3RLbm93blZpc2liaWxpdHlTdGF0ZVwiOmZhbHNlfSxcIlZhcmlhbmNlU3R5bGVcIjp7XCIkaWRcIjpcIjY1N1wiLFwiVmFyaWFuY2VUZXh0U3R5bGVcIjp7XCIkaWRcIjpcIjY1OFwiLFwiRm9udFNldHRpbmdzXCI6e1wiJGlkXCI6XCI2NTlcIixcIkZvbnRTaXplXCI6MTAsXCJGb250TmFtZVwiOlwiQ2FsaWJyaVwiLFwiSXNCb2xkXCI6ZmFsc2UsXCJJc0l0YWxpY1wiOmZhbHNlLFwiSXNVbmRlcmxpbmVkXCI6ZmFsc2V9LFwiRm9yZWdyb3VuZFwiOntcIiRpZFwiOlwiNjYwXCIsXCJDb2xvclwiOntcIiRpZFwiOlwiNjYxXCIsXCJBXCI6MjU1LFwiUlwiOjAsXCJHXCI6MCxcIkJcIjowfX0sXCJIb3Jpem9udGFsQWxpZ25tZW50XCI6MCxcIklzVmlzaWJsZVwiOnRydWV9fX0sXCJEZWZhdWx0U3dpbWxhbmVUYXNrU3R5bGVcIjp7XCIkaWRcIjpcIjY2MlwiLFwiU2hhcGVcIjoxLFwiU2hhcGVUaGlja25lc3NcIjowLFwiRHVyYXRpb25Gb3JtYXRcIjow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yMzIsXCJHXCI6MjMyLFwiQlwiOjIzMn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xMCxcIkZvbnROYW1lXCI6XCJDYWxpYnJpXCIsXCJJc0JvbGRcIjpmYWxzZSxcIklzSXRhbGljXCI6ZmFsc2UsXCJJc1VuZGVybGluZWRcIjpmYWxzZX0sXCJGb3JlZ3JvdW5kXCI6e1wiJGlkXCI6XCI2NzJcIixcIkNvbG9yXCI6e1wiJGlkXCI6XCI2NzNcIixcIkFcIjoyNTUsXCJSXCI6NjgsXCJHXCI6ODQsXCJCXCI6MTA2fX0sXCJIb3Jpem9udGFsQWxpZ25tZW50XCI6MCxcIklzVmlzaWJsZVwiOmZhbHNlfSxcIk1hcmdpblwiOntcIiRpZFwiOlwiNjc0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2NSxcIkdcIjoxNjUsXCJCXCI6MTY1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Y4LFwiR1wiOjg0LFwiQlwiOjEwNn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U3LFwiR1wiOjU3LFwiQlwiOjU3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NjgsXCJHXCI6ODQsXCJCXCI6MTA2fX0sXCJIb3Jpem9udGFsQWxpZ25tZW50XCI6MSxcIklzVmlzaWJsZVwiOnRydWV9LFwiRGF0ZUZvcm1hdFwiOntcIiRpZFwiOlwiNzI4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jUsXCJSXCI6NjgsXCJHXCI6ODQsXCJCXCI6MTA2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2OCxcIkdcIjo4NCxcIkJcIjoxMDZ9fSxcIkxpbmVXZWlnaHRcIjoxLjAsXCJMaW5lVHlwZVwiOjB9LFwiRW5kQXJyb3doZWFkTGluZVN0eWxlXCI6e1wiJGlkXCI6XCI3NDdcIixcIktpbmRcIjoxLFwiV2lkdGhcIjoxLFwiTGVuZ3RoXCI6MH0sXCJCcmluZ1RvRnJvbnRcIjp0cnVlLFwiUmFkaXVzXCI6My4wfSxcIkNyaXRpY2FsUGF0aFN0eWxlXCI6e1wiJGlkXCI6XCI3NDhcIixcIkNyaXRpY2FsUGF0aFN0eWxlT3B0aW9uc1wiOjMwLFwiTGluZVN0eWxlXCI6e1wiJGlkXCI6XCI3NDlcIixcIkxpbmVDb2xvclwiOntcIiRpZFwiOlwiNzUwXCIsXCJDb2xvclwiOntcIiRpZFwiOlwiNzUxXCIsXCJBXCI6MjU1LFwiUlwiOjIyMixcIkdcIjo1MCxcIkJcIjo1MH19LFwiTGluZVdlaWdodFwiOjEuMCxcIkxpbmVUeXBlXCI6MH0sXCJUaXRsZUZvcmVncm91bmRcIjp7XCIkaWRcIjpcIjc1MlwiLFwiQ29sb3JcIjp7XCIkaWRcIjpcIjc1M1wiLFwiQVwiOjI1NSxcIlJcIjoxNzYsXCJHXCI6MTksXCJCXCI6MjV9fSxcIlNoYXBlc0JhY2tncm91bmRcIjp7XCIkaWRcIjpcIjc1NFwiLFwiQ29sb3JcIjp7XCIkaWRcIjpcIjc1NVwiLFwiQVwiOjI1NSxcIlJcIjoyNTMsXCJHXCI6MjAzLFwiQlwiOjIwOH19LFwiU2hhcGVzQm9yZGVyU3R5bGVcIjp7XCIkaWRcIjpcIjc1NlwiLFwiTGluZUNvbG9yXCI6e1wiJGlkXCI6XCI3NTdcIixcIkNvbG9yXCI6e1wiJGlkXCI6XCI3NThcIixcIkFcIjoyNTUsXCJSXCI6MjM0LFwiR1wiOjIyLFwiQlwiOjMwfX0sXCJMaW5lV2VpZ2h0XCI6Mi4wLFwiTGluZVR5cGVcIjowfX0sXCJQYW5lbHNTcGFjaW5nRGVmaW5pdGlvblwiOntcIiRpZFwiOlwiNzU5XCIsXCJTcGFjaW5nQWJvdmVUaW1lYmFuZFwiOjMsXCJTcGFjaW5nQmVsb3dUaW1lYmFuZFwiOjMsXCJTcGFjaW5nQWJvdmVCZXR3ZWVuU3dpbWxhbmVzQW5kVGFza3NcIjo1LFwiU3BhY2luZ0JlbG93QmV0d2VlblN3aW1sYW5lc0FuZFRhc2tzXCI6NX0sXCJDb25kaXRpb25hbEZvcm1hdHRpbmdcIjp7XCIkaWRcIjpcIjc2MFwiLFwiUHZBRm9ybWF0dGluZ1wiOntcIiRpZFwiOlwiNzYxXCIsXCJEZWxheVRhc2tTdHlsZVwiOntcIiRpZFwiOlwiNzYyXCIsXCJTdHlsZU9wdGlvbnNcIjoyNCxcIlRpdGxlRm9yZWdyb3VuZFwiOntcIiRpZFwiOlwiNzYzXCIsXCJDb2xvclwiOntcIiRpZFwiOlwiNzY0XCIsXCJBXCI6MjU1LFwiUlwiOjE3NSxcIkdcIjowLFwiQlwiOjB9fSxcIkFjdHVhbFNoYXBlc0JhY2tncm91bmRcIjp7XCIkaWRcIjpcIjc2NVwiLFwiQ29sb3JcIjp7XCIkaWRcIjpcIjc2NlwiLFwiQVwiOjYyLFwiUlwiOjI1NSxcIkdcIjowLFwiQlwiOjB9fSxcIkFjdHVhbFNoYXBlc0JvcmRlclN0eWxlXCI6e1wiJGlkXCI6XCI3NjdcIixcIkxpbmVDb2xvclwiOntcIiRpZFwiOlwiNzY4XCIsXCJDb2xvclwiOntcIiRpZFwiOlwiNzY5XCIsXCJBXCI6MTYzLFwiUlwiOjI1NSxcIkdcIjowLFwiQlwiOjB9fSxcIkxpbmVXZWlnaHRcIjozLjAsXCJMaW5lVHlwZVwiOjB9LFwiQmFzZWxpbmVTaGFwZXNCYWNrZ3JvdW5kXCI6e1wiJGlkXCI6XCI3NzBcIixcIkNvbG9yXCI6e1wiJGlkXCI6XCI3NzFcIixcIkFcIjoxODQsXCJSXCI6MjU1LFwiR1wiOjAsXCJCXCI6MH19LFwiVmFyaWFuY2VGb3JlZ3JvdW5kXCI6e1wiJGlkXCI6XCI3NzJcIixcIkNvbG9yXCI6e1wiJGlkXCI6XCI3NzNcIixcIkFcIjoyNTUsXCJSXCI6MTc1LFwiR1wiOjAsXCJCXCI6MH19fSxcIkRlbGF5TWlsZXN0b25lU3R5bGVcIjp7XCIkaWRcIjpcIjc3NFwiLFwiU3R5bGVPcHRpb25zXCI6MTgsXCJUaXRsZUZvcmVncm91bmRcIjp7XCIkaWRcIjpcIjc3NVwiLFwiQ29sb3JcIjp7XCIkaWRcIjpcIjc3NlwiLFwiQVwiOjI1NSxcIlJcIjoxNzUsXCJHXCI6MCxcIkJcIjowfX0sXCJBY3R1YWxTaGFwZXNCYWNrZ3JvdW5kXCI6e1wiJGlkXCI6XCI3NzdcIixcIkNvbG9yXCI6e1wiJGlkXCI6XCI3NzhcIixcIkFcIjoyNTUsXCJSXCI6MjIyLFwiR1wiOjgwLFwiQlwiOjUwfX0sXCJBY3R1YWxTaGFwZXNCb3JkZXJTdHlsZVwiOntcIiRpZFwiOlwiNzc5XCIsXCJMaW5lQ29sb3JcIjp7XCIkaWRcIjpcIjc4MFwiLFwiQ29sb3JcIjp7XCIkaWRcIjpcIjc4MVwiLFwiQVwiOjE2MyxcIlJcIjoyNTUsXCJHXCI6MCxcIkJcIjowfX0sXCJMaW5lV2VpZ2h0XCI6My4wLFwiTGluZVR5cGVcIjowfSxcIkJhc2VsaW5lU2hhcGVzQmFja2dyb3VuZFwiOntcIiRpZFwiOlwiNzgyXCIsXCJDb2xvclwiOntcIiRpZFwiOlwiNzgzXCIsXCJBXCI6MTg0LFwiUlwiOjI1NSxcIkdcIjowLFwiQlwiOjB9fSxcIlZhcmlhbmNlRm9yZWdyb3VuZFwiOntcIiRpZFwiOlwiNzg0XCIsXCJDb2xvclwiOntcIiRpZFwiOlwiNzg1XCIsXCJBXCI6MjU1LFwiUlwiOjE3NSxcIkdcIjowLFwiQlwiOjB9fX0sXCJBZHZhbmNlVGFza1N0eWxlXCI6e1wiJGlkXCI6XCI3ODZcIixcIlN0eWxlT3B0aW9uc1wiOjI0LFwiVGl0bGVGb3JlZ3JvdW5kXCI6e1wiJGlkXCI6XCI3ODdcIixcIkNvbG9yXCI6e1wiJGlkXCI6XCI3ODhcIixcIkFcIjoyNTUsXCJSXCI6MCxcIkdcIjoxMTAsXCJCXCI6MH19LFwiQWN0dWFsU2hhcGVzQmFja2dyb3VuZFwiOntcIiRpZFwiOlwiNzg5XCIsXCJDb2xvclwiOntcIiRpZFwiOlwiNzkwXCIsXCJBXCI6NjEsXCJSXCI6MCxcIkdcIjoxMjgsXCJCXCI6MH19LFwiQWN0dWFsU2hhcGVzQm9yZGVyU3R5bGVcIjp7XCIkaWRcIjpcIjc5MVwiLFwiTGluZUNvbG9yXCI6e1wiJGlkXCI6XCI3OTJcIixcIkNvbG9yXCI6e1wiJGlkXCI6XCI3OTNcIixcIkFcIjoxNjMsXCJSXCI6MCxcIkdcIjoxMjgsXCJCXCI6MH19LFwiTGluZVdlaWdodFwiOjMuMCxcIkxpbmVUeXBlXCI6MH0sXCJCYXNlbGluZVNoYXBlc0JhY2tncm91bmRcIjp7XCIkaWRcIjpcIjc5NFwiLFwiQ29sb3JcIjp7XCIkaWRcIjpcIjc5NVwiLFwiQVwiOjE4NCxcIlJcIjowLFwiR1wiOjEyOCxcIkJcIjowfX0sXCJWYXJpYW5jZUZvcmVncm91bmRcIjp7XCIkaWRcIjpcIjc5NlwiLFwiQ29sb3JcIjp7XCIkaWRcIjpcIjc5N1wiLFwiQVwiOjI1NSxcIlJcIjowLFwiR1wiOjExMCxcIkJcIjowfX19LFwiQWR2YW5jZU1pbGVzdG9uZVN0eWxlXCI6e1wiJGlkXCI6XCI3OThcIixcIlN0eWxlT3B0aW9uc1wiOjE4LFwiVGl0bGVGb3JlZ3JvdW5kXCI6e1wiJGlkXCI6XCI3OTlcIixcIkNvbG9yXCI6e1wiJGlkXCI6XCI4MDBcIixcIkFcIjoyNTUsXCJSXCI6MCxcIkdcIjoxMTAsXCJCXCI6MH19LFwiQWN0dWFsU2hhcGVzQmFja2dyb3VuZFwiOntcIiRpZFwiOlwiODAxXCIsXCJDb2xvclwiOntcIiRpZFwiOlwiODAyXCIsXCJBXCI6MjU1LFwiUlwiOjIwLFwiR1wiOjEwMCxcIkJcIjowfX0sXCJBY3R1YWxTaGFwZXNCb3JkZXJTdHlsZVwiOntcIiRpZFwiOlwiODAzXCIsXCJMaW5lQ29sb3JcIjp7XCIkaWRcIjpcIjgwNFwiLFwiQ29sb3JcIjp7XCIkaWRcIjpcIjgwNVwiLFwiQVwiOjE2MyxcIlJcIjowLFwiR1wiOjEyOCxcIkJcIjowfX0sXCJMaW5lV2VpZ2h0XCI6My4wLFwiTGluZVR5cGVcIjowfSxcIkJhc2VsaW5lU2hhcGVzQmFja2dyb3VuZFwiOntcIiRpZFwiOlwiODA2XCIsXCJDb2xvclwiOntcIiRpZFwiOlwiODA3XCIsXCJBXCI6MTg0LFwiUlwiOjAsXCJHXCI6MTI4LFwiQlwiOjB9fSxcIlZhcmlhbmNlRm9yZWdyb3VuZFwiOntcIiRpZFwiOlwiODA4XCIsXCJDb2xvclwiOntcIiRpZFwiOlwiODA5XCIsXCJBXCI6MjU1LFwiUlwiOjAsXCJHXCI6MTEwLFwiQlwiOjB9fX19fSxcIl9zZWxlY3RlZFRoZW1lUHJlc2V0Q29sb3JzXCI6e1wiJGlkXCI6XCI4MTBcIixcIlRleHRMaWdodFwiOntcIiRpZFwiOlwiODExXCIsXCJBXCI6MjU1LFwiUlwiOjI1NSxcIkdcIjoyNTUsXCJCXCI6MjU1fSxcIlRleHREYXJrXCI6e1wiJGlkXCI6XCI4MTJcIixcIkFcIjoyNTUsXCJSXCI6MCxcIkdcIjowLFwiQlwiOjB9LFwiQWNjZW50MVwiOntcIiRpZFwiOlwiODEzXCIsXCJBXCI6MjU1LFwiUlwiOjIzMSxcIkdcIjoyMzAsXCJCXCI6MjMwfSxcIkFjY2VudDJcIjp7XCIkaWRcIjpcIjgxNFwiLFwiQVwiOjI1NSxcIlJcIjo2OCxcIkdcIjo4NCxcIkJcIjoxMDZ9LFwiQWNjZW50M1wiOntcIiRpZFwiOlwiODE1XCIsXCJBXCI6MjU1LFwiUlwiOjY4LFwiR1wiOjExNCxcIkJcIjoxOTZ9LFwiQWNjZW50NFwiOntcIiRpZFwiOlwiODE2XCIsXCJBXCI6MjU1LFwiUlwiOjI1NSxcIkdcIjoxOTIsXCJCXCI6MH0sXCJBY2NlbnQ1XCI6e1wiJGlkXCI6XCI4MTdcIixcIkFcIjoyNTUsXCJSXCI6MTEyLFwiR1wiOjE3MyxcIkJcIjo3MX0sXCJBY2NlbnQ2XCI6e1wiJGlkXCI6XCI4MThcIixcIkFcIjoyNTUsXCJSXCI6MTY1LFwiR1wiOjE2NSxcIkJcIjoxNjV9LFwiQWNjZW50N1wiOntcIiRpZFwiOlwiODE5XCIsXCJBXCI6MjU1LFwiUlwiOjkxLFwiR1wiOjE1NSxcIkJcIjoyMTN9LFwiQWNjZW50OFwiOntcIiRpZFwiOlwiODIwXCIsXCJBXCI6MjU1LFwiUlwiOjIzNyxcIkdcIjoxMjUsXCJCXCI6NDl9fSxcIl9jdXN0b21QcmVzZXRDb2xvcnNcIjp7XCIkaWRcIjpcIjgyMVwiLFwiVGV4dExpZ2h0XCI6e1wiJGlkXCI6XCI4MjJcIixcIkFcIjoyNTUsXCJSXCI6MjU1LFwiR1wiOjI1NSxcIkJcIjoyNTV9LFwiVGV4dERhcmtcIjp7XCIkaWRcIjpcIjgyM1wiLFwiQVwiOjI1NSxcIlJcIjowLFwiR1wiOjAsXCJCXCI6MH0sXCJBY2NlbnQxXCI6e1wiJGlkXCI6XCI4MjRcIixcIkFcIjoyNTUsXCJSXCI6MjMxLFwiR1wiOjIzMCxcIkJcIjoyMzB9LFwiQWNjZW50MlwiOntcIiRpZFwiOlwiODI1XCIsXCJBXCI6MjU1LFwiUlwiOjY4LFwiR1wiOjg0LFwiQlwiOjEwNn0sXCJBY2NlbnQzXCI6e1wiJGlkXCI6XCI4MjZcIixcIkFcIjoyNTUsXCJSXCI6NjgsXCJHXCI6MTE0LFwiQlwiOjE5Nn0sXCJBY2NlbnQ0XCI6e1wiJGlkXCI6XCI4MjdcIixcIkFcIjoyNTUsXCJSXCI6MjU1LFwiR1wiOjE5MixcIkJcIjowfSxcIkFjY2VudDVcIjp7XCIkaWRcIjpcIjgyOFwiLFwiQVwiOjI1NSxcIlJcIjoxMTIsXCJHXCI6MTczLFwiQlwiOjcxfSxcIkFjY2VudDZcIjp7XCIkaWRcIjpcIjgyOVwiLFwiQVwiOjI1NSxcIlJcIjoxNjUsXCJHXCI6MTY1LFwiQlwiOjE2NX0sXCJBY2NlbnQ3XCI6e1wiJGlkXCI6XCI4MzBcIixcIkFcIjoyNTUsXCJSXCI6OTEsXCJHXCI6MTU1LFwiQlwiOjIxM30sXCJBY2NlbnQ4XCI6e1wiJGlkXCI6XCI4MzFcIixcIkFcIjoyNTUsXCJSXCI6MjM3LFwiR1wiOjEyNSxcIkJcIjo0OX19fX0iLCJSZWNlbnRDb2xvcnNDb2xsZWN0aW9uIjoiW1wiI0ZGODE5NTVCXCIsXCIjRkY4RDYzNzRcIixcIiNGRjYxODE5N1wiLFwiI0ZGNkY2Rjc0XCIsXCIjRkY5ODdENUFcIl0ifSwiU2V0dGluZ3MiOnsiJGlkIjoiNTAxMiIsIkltcGFPcHRpb25zIjp7IiRpZCI6IjUwMTM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1MDE0IiwiVXNlVGltZSI6ZmFsc2UsIldvcmtEYXlTdGFydCI6IjAwOjAwOjAwIiwiV29ya0RheUVuZCI6IjIzOjU5OjAwIn0sIkxhc3RVc2VkVGVtcGxhdGVJZCI6ImI2ZTU0Yjg4LTdkYzUtNDJkOC04Yzk4LThlODgxNTIzNTcwMiIsIkxhc3RVc2VkVGhlbWVEZXRhaWxzIjp7IiRpZCI6IjUwMTUiLCJJZCI6ImY5NWFhYjExLTE2YmEtNGQ5YS1iMjhlLTAwZjlkNDZmNzRhNCIsIlRpdGxlIjoiRnJhbWV3b3JrIiwiQ2F0ZWdvcnkiOjF9LCJGaXJzdFdlZWtPZlllYXIiOjAsIlBsYWNlTWlsZXN0b25lQXRUaGVCZWdpbm5pbmdPZlRoZURheSI6ZmFsc2UsIkRlcGVuZGVuY3lTY2hlZHVsaW5nU2V0dGluZ3MiOnsiJGlkIjoiNTAxNi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dHJ1ZSwiUGxhbm5lZE1vZHVsZUVuYWJsZWQiOmZhbHNlLCJPbGRGaXhlZEludGVydmFsc1JlbmRlcmluZ1N0cmF0ZWd5VXNlZEJlZm9yZSI6ZmFsc2UsIkRlcGVuZGVuY2llcyI6eyJfZGVwZW5kZW5jaWVzIjpbXX19"/>
  <p:tag name="__MASTER" val="__part_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Hid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Hid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0LTAxVDAwOjAwOjAwWiIsIkVuZERhdGUiOiIyMDI2LTA1LTE1VDIzOjU5OjAwWiIsIlBlcmNlbnRhZ2VDb21wbGV0ZSI6bnVsbCwiU3R5bGUiOnsiJGlkIjoiNyIsIlNoYXBlIjox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SIsIlRvcCI6MC4wLCJMZWZ0IjowLjAsIlJpZ2h0IjowLjAsIkJvdHRvbSI6MC4wfSwiUGFkZGluZyI6eyIkaWQiOiIyMiIsIlRvcCI6MC4wLCJMZWZ0IjowLjAsIlJpZ2h0IjowLjAsIkJvdHRvbSI6MC4wfSwiQmFja2dyb3VuZCI6eyIkaWQiOiIyMyIsIkNvbG9yIjp7IiRpZCI6IjI0IiwiQSI6MjU1LCJSIjo2OCwiRyI6ODQsIkIiOjEwNn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CwiRyI6MCwiQiI6MH19LCJMaW5lV2VpZ2h0IjowLjAsIkxpbmVUeXBlIjowLCJQYXJlbnRTdHlsZSI6bnVsbH0sIlZlcnRpY2FsQ29ubmVjdG9yU3R5bGUiOnsiJGlkIjoiMjkiLCJMaW5lQ29sb3IiOnsiJGlkIjoiMzAiLCIkdHlwZSI6Ik5MUkUuQ29tbW9uLkRvbS5Tb2xpZENvbG9yQnJ1c2gsIE5MUkUuQ29tbW9uIiwiQ29sb3IiOnsiJGlkIjoiM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yIiwiU2hhcGVTdHlsZSI6eyIkaWQiOiIzMyIsIk1hcmdpbiI6eyIkaWQiOiIzNCIsIlRvcCI6MC4wLCJMZWZ0IjowLjAsIlJpZ2h0IjowLjAsIkJvdHRvbSI6MC4wfSwiUGFkZGluZyI6eyIkaWQiOiIzNSIsIlRvcCI6MC4wLCJMZWZ0IjowLjAsIlJpZ2h0IjowLjAsIkJvdHRvbSI6MC4wfSwiQmFja2dyb3VuZCI6eyIkaWQiOiIzNiIsIkNvbG9yIjp7IiRpZCI6IjM3IiwiQSI6MTUzLCJSIjowLCJHIjowLCJCIjowfX0sIklzVmlzaWJsZSI6dHJ1ZSwiV2lkdGgiOjAuMCwiSGVpZ2h0IjowLjAsIkJvcmRlclN0eWxlIjpudWxsLCJQYXJlbnRTdHlsZSI6bnVsbH0sIk1hcmdpbiI6eyIkaWQiOiIzOCIsIlRvcCI6MC4wLCJMZWZ0IjowLjAsIlJpZ2h0IjowLjAsIkJvdHRvbSI6MC4wfSwiUGFkZGluZyI6eyIkaWQiOiIzOSIsIlRvcCI6MC4wLCJMZWZ0IjowLjAsIlJpZ2h0IjowLjAsIkJvdHRvbSI6MC4wfSwiQmFja2dyb3VuZCI6bnVsbCwiSXNWaXNpYmxlIjp0cnVlLCJXaWR0aCI6MC4wLCJIZWlnaHQiOjAuMCwiQm9yZGVyU3R5bGUiOm51bGwsIlBhcmVudFN0eWxlIjpudWxsfSwiU2hhcGVTdHlsZSI6eyIkaWQiOiI0MCIsIk1hcmdpbiI6eyIkaWQiOiI0MSIsIlRvcCI6MC4wLCJMZWZ0Ijo0LjAsIlJpZ2h0Ijo0LjAsIkJvdHRvbSI6MC4wfSwiUGFkZGluZyI6eyIkaWQiOiI0MiIsIlRvcCI6MC4wLCJMZWZ0IjowLjAsIlJpZ2h0IjowLjAsIkJvdHRvbSI6MC4wfSwiQmFja2dyb3VuZCI6eyIkaWQiOiI0MyIsIkNvbG9yIjp7IiRpZCI6IjQ0IiwiQSI6MjU1LCJSIjo2OCwiRyI6MTE0LCJCIjoxOTZ9fSwiSXNWaXNpYmxlIjp0cnVlLCJXaWR0aCI6MC4wLCJIZWlnaHQiOjEwLjAsIkJvcmRlclN0eWxlIjp7IiRpZCI6IjQ1IiwiTGluZUNvbG9yIjp7IiRpZCI6IjQ2IiwiJHR5cGUiOiJOTFJFLkNvbW1vbi5Eb20uU29saWRDb2xvckJydXNoLCBOTFJFLkNvbW1vbiIsIkNvbG9yIjp7IiRpZCI6IjQ3IiwiQSI6MjU1LCJSIjoyMzQsIkciOjIyLCJCIjozMH19LCJMaW5lV2VpZ2h0IjowLjAsIkxpbmVUeXBlIjowLCJQYXJlbnRTdHlsZSI6bnVsbH0sIlBhcmVudFN0eWxlIjpudWxsfSwiVGl0bGVTdHlsZSI6eyIkaWQiOiI0OCIsIkZvbnRTZXR0aW5ncyI6eyIkaWQiOiI0OSIsIkZvbnRTaXplIjoxMSwiRm9udE5hbWUiOiJUaXRpbGxpdW0gV2ViIiwiSXNCb2xkIjpmYWxzZSwiSXNJdGFsaWMiOmZhbHNlLCJJc1VuZGVybGluZWQiOmZhbHNlLCJQYXJlbnRTdHlsZSI6bnVsbH0sIkF1dG9TaXplIjowLCJGb3JlZ3JvdW5kIjp7IiRpZCI6IjUwIiwiQ29sb3IiOnsiJGlkIjoiNTE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AsIlIiOjI1NSwiRyI6MjU1LCJCIjoyNTV9fSwiSXNWaXNpYmxlIjp0cnVlLCJXaWR0aCI6MC4wLCJIZWlnaHQiOjAuMCwiQm9yZGVyU3R5bGUiOnsiJGlkIjoiNTYiLCJMaW5lQ29sb3IiOm51bGwsIkxpbmVXZWlnaHQiOjAuMCwiTGluZVR5cGUiOjAsIlBhcmVudFN0eWxlIjpudWxsfSwiUGFyZW50U3R5bGUiOm51bGx9LCJEYXRlU3R5bGUiOnsiJGlkIjoiNTciLCJGb250U2V0dGluZ3MiOnsiJGlkIjoiNTgiLCJGb250U2l6ZSI6MTAsIkZvbnROYW1lIjoiVGl0aWxsaXVtIFdlYiIsIklzQm9sZCI6ZmFsc2UsIklzSXRhbGljIjpmYWxzZSwiSXNVbmRlcmxpbmVkIjpmYWxzZSwiUGFyZW50U3R5bGUiOm51bGx9LCJBdXRvU2l6ZSI6MCwiRm9yZWdyb3VuZCI6eyIkaWQiOiI1OSIsIkNvbG9yIjp7IiRpZCI6IjYw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pZCI6IjYxIiwiVG9wIjowLjAsIkxlZnQiOjAuMCwiUmlnaHQiOjAuMCwiQm90dG9tIjowLjB9LCJQYWRkaW5nIjp7IiRpZCI6IjYyIiwiVG9wIjowLjAsIkxlZnQiOjAuMCwiUmlnaHQiOjAuMCwiQm90dG9tIjowLjB9LCJCYWNrZ3JvdW5kIjp7IiRpZCI6IjYzIiwiQ29sb3IiOnsiJGlkIjoiNjQiLCJBIjowLCJSIjoyNTUsIkciOjI1NSwiQiI6MjU1fX0sIklzVmlzaWJsZSI6dHJ1ZSwiV2lkdGgiOjAuMCwiSGVpZ2h0IjowLjAsIkJvcmRlclN0eWxlIjp7IiRpZCI6IjY1IiwiTGluZUNvbG9yIjpudWxsLCJMaW5lV2VpZ2h0IjowLjAsIkxpbmVUeXBlIjowLCJQYXJlbnRTdHlsZSI6bnVsbH0sIlBhcmVudFN0eWxlIjpudWxsfSwiRGF0ZUZvcm1hdCI6eyIkaWQiOiI2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yIsIkZvcm1hdCI6MCwiSXNWaXNpYmxlIjpmYWxzZSwiTGFzdEtub3duVmlzaWJpbGl0eVN0YXRlIjpmYWxzZX0sIklzVmlzaWJsZSI6dHJ1ZSwiVmFyaWFuY2VTdHlsZSI6eyIkaWQiOiI2OCIsIlRleHRTdHlsZSI6eyIkaWQiOiI2OSIsIkZvbnRTZXR0aW5ncyI6eyIkaWQiOiI3MCIsIkZvbnRTaXplIjoxMCwiRm9udE5hbWUiOiJDYWxpYnJpIiwiSXNCb2xkIjpmYWxzZSwiSXNJdGFsaWMiOmZhbHNlLCJJc1VuZGVybGluZWQiOmZhbHNlLCJQYXJlbnRTdHlsZSI6bnVsbH0sIkF1dG9TaXplIjowLCJGb3JlZ3JvdW5kIjp7IiRpZCI6IjcxIiwiQ29sb3IiOnsiJGlkIjoiN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MiLCJUb3AiOjAuMCwiTGVmdCI6MC4wLCJSaWdodCI6MC4wLCJCb3R0b20iOjAuMH0sIlBhZGRpbmciOnsiJGlkIjoiNzQiLCJUb3AiOjAuMCwiTGVmdCI6MC4wLCJSaWdodCI6MC4wLCJCb3R0b20iOjAuMH0sIkJhY2tncm91bmQiOnsiJGlkIjoiNzUiLCJDb2xvciI6eyIkaWQiOiI3NiIsIkEiOjI1NSwiUiI6MCwiRyI6MCwiQiI6MH19LCJJc1Zpc2libGUiOnRydWUsIldpZHRoIjowLjAsIkhlaWdodCI6MC4wLCJCb3JkZXJTdHlsZSI6bnVsbCwiUGFyZW50U3R5bGUiOm51bGx9LCJQYXJlbnRTdHlsZSI6bnVsbH0sIlBhcmVudFN0eWxlIjpudWxsfSwiSW5kZXgiOjEsIlNtYXJ0RHVyYXRpb25BY3RpdmF0ZWQiOmZhbHNlLCJEYXRlRm9ybWF0Ijp7IiRyZWYiOiI2NiJ9LCJXZWVrTnVtYmVyaW5nIjp7IiRpZCI6Ijc3IiwiRm9ybWF0IjowLCJJc1Zpc2libGUiOmZhbHNlLCJMYXN0S25vd25WaXNpYmlsaXR5U3RhdGUiOmZhbHNlfSwiQmFzZWxpbmVEYXRhIjp7IiRpZCI6Ijc4IiwiU3RhcnREYXRlIjoiMjAyNi0wNC0wMVQwMDowMDowMCIsIkVuZERhdGUiOiIyMDI2LTA1LTE1VDIzOjU5OjAwIn0sIklkIjoiMWMyOGQyYmMtMTRjNS00YWRhLTk3YTAtMDVhMmFlY2Y0NjE4IiwiSW1wb3J0SWQiOm51bGwsIlRpdGxlIjoiVmlzacOzbiIsIk5vdGUiOm51bGwsIkh5cGVybGluayI6eyIkaWQiOiI3OSIsIkFkZHJlc3MiOiIiLCJTdWJBZGRyZXNzIjoiIn0sIklzQ2hhbmdlZCI6ZmFsc2UsIklzTmV3IjpmYWxzZX19XSwiX21pbGVzdG9uZXMiOltdLCJJZCI6IjAwMDAwMDAwLTAwMDAtMDAwMC0wMDAwLTAwMDAwMDAwMDAwMCIsIklzU2luZ2xlSXRlbVJvdyI6dHJ1ZX1dLCJJbmRleCI6MCwiSWQiOiI2NWRjMDcyMy0xZmUxLTRjMzQtYTNlNC02N2M3ODMyODZkNWQiLCJIZWFkZXJUZXh0IjpudWxsLCJJc0RlZmF1bHQiOnRydWUsIlN0eWxlIjp7IiRpZCI6IjgwIiwiSGVhZGVyU3R5bGUiOnsiJGlkIjoiODEiLCJUZXh0U3R5bGUiOnsiJGlkIjoiODIiLCJGb250U2V0dGluZ3MiOnsiJGlkIjoiODMiLCJGb250U2l6ZSI6MTEsIkZvbnROYW1lIjoiQ2FsaWJyaSIsIklzQm9sZCI6ZmFsc2UsIklzSXRhbGljIjpmYWxzZSwiSXNVbmRlcmxpbmVkIjpmYWxzZSwiUGFyZW50U3R5bGUiOm51bGx9LCJBdXRvU2l6ZSI6MCwiRm9yZWdyb3VuZCI6eyIkaWQiOiI4NCIsIkNvbG9yIjp7IiRpZCI6Ijg1IiwiQSI6MjU1LCJSIjo2NCwiRyI6NjQsIkIiOjY0fX0sIk1heFdpZHRoIjowLjAsIk1heEhlaWdodCI6MC4wLCJTbWFydEZvcmVncm91bmRJc0FjdGl2ZSI6ZmFsc2UsIkhvcml6b250YWxBbGlnbm1lbnQiOjA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pZCI6Ijg4IiwiQ29sb3IiOnsiJGlkIjoiODkiLCJBIjoyNTUsIlIiOjY0LCJHIjo2NCwiQiI6NjR9fSwiSXNWaXNpYmxlIjpmYWxzZSwiV2lkdGgiOjAuMCwiSGVpZ2h0IjowLjAsIkJvcmRlclN0eWxlIjpudWxsLCJQYXJlbnRTdHlsZSI6bnVsbH0sIlJlY3RhbmdsZVN0eWxlIjp7IiRpZCI6IjkwIiwiTWFyZ2luIjp7IiRpZCI6IjkxIiwiVG9wIjowLjAsIkxlZnQiOjAuMCwiUmlnaHQiOjAuMCwiQm90dG9tIjowLjB9LCJQYWRkaW5nIjp7IiRpZCI6IjkyIiwiVG9wIjowLjAsIkxlZnQiOjAuMCwiUmlnaHQiOjAuMCwiQm90dG9tIjowLjB9LCJCYWNrZ3JvdW5kIjp7IiRpZCI6IjkzIiwiQ29sb3IiOnsiJGlkIjoiOTQiLCJBIjoxMjcsIlIiOjY4LCJHIjoxMTQsIkIiOjE5Nn19LCJJc1Zpc2libGUiOmZhbHNlLCJXaWR0aCI6MC4wLCJIZWlnaHQiOjAuMCwiQm9yZGVyU3R5bGUiOnsiJGlkIjoiOTUiLCJMaW5lQ29sb3IiOnsiJGlkIjoiOTYiLCIkdHlwZSI6Ik5MUkUuQ29tbW9uLkRvbS5Tb2xpZENvbG9yQnJ1c2gsIE5MUkUuQ29tbW9uIiwiQ29sb3IiOnsiJGlkIjoiOTciLCJBIjoyNTUsIlIiOjI1NSwiRyI6MCwiQiI6MH19LCJMaW5lV2VpZ2h0IjowLjAsIkxpbmVUeXBlIjowLCJQYXJlbnRTdHlsZSI6bnVsbH0sIlBhcmVudFN0eWxlIjpudWxsfSwiTWFyZ2luIjp7IiRpZCI6Ijk4IiwiVG9wIjowLjAsIkxlZnQiOjAuMCwiUmlnaHQiOjAuMCwiQm90dG9tIjowLjB9LCJQYWRkaW5nIjp7IiRpZCI6Ijk5IiwiVG9wIjowLjAsIkxlZnQiOjAuMCwiUmlnaHQiOjAuMCwiQm90dG9tIjowLjB9LCJCYWNrZ3JvdW5kIjpudWxsLCJJc1Zpc2libGUiOnRydWUsIldpZHRoIjowLjAsIkhlaWdodCI6MC4wLCJCb3JkZXJTdHlsZSI6bnVsbCwiUGFyZW50U3R5bGUiOm51bGx9LCJCYWNrZ3JvdW5kU3R5bGUiOnsiJGlkIjoiMTAwIiwiTWFyZ2luIjp7IiRpZCI6IjEwMSIsIlRvcCI6MC4wLCJMZWZ0IjowLjAsIlJpZ2h0IjowLjAsIkJvdHRvbSI6MC4wfSwiUGFkZGluZyI6eyIkaWQiOiIxMDIiLCJUb3AiOjAuMCwiTGVmdCI6MC4wLCJSaWdodCI6MC4wLCJCb3R0b20iOjAuMH0sIkJhY2tncm91bmQiOnsiJGlkIjoiMTAzIiwiQ29sb3IiOnsiJGlkIjoiMTA0IiwiQSI6NTEsIlIiOjIwMCwiRyI6MjAwLCJCIjoyMDB9fSwiSXNWaXNpYmxlIjp0cnVlLCJXaWR0aCI6MC4wLCJIZWlnaHQiOjAuMCwiQm9yZGVyU3R5bGUiOnsiJGlkIjoiMTA1IiwiTGluZUNvbG9yIjp7IiRpZCI6IjEwNiIsIiR0eXBlIjoiTkxSRS5Db21tb24uRG9tLlNvbGlkQ29sb3JCcnVzaCwgTkxSRS5Db21tb24iLCJDb2xvciI6eyIkaWQiOiIxMDciLCJBIjoyNTUsIlIiOjIzNCwiRyI6MjIsIkIiOjMwfX0sIkxpbmVXZWlnaHQiOjAuMCwiTGluZVR5cGUiOjAsIlBhcmVudFN0eWxlIjpudWxsfSwiUGFyZW50U3R5bGUiOm51bGx9LCJNYXJnaW4iOnsiJGlkIjoiMTA4IiwiVG9wIjowLjAsIkxlZnQiOjAuMCwiUmlnaHQiOjAuMCwiQm90dG9tIjowLjB9LCJQYWRkaW5nIjp7IiRpZCI6IjEwOSIsIlRvcCI6MC4wLCJMZWZ0IjowLjAsIlJpZ2h0IjowLjAsIkJvdHRvbSI6MC4wfSwiSXNWaXNpYmxlIjp0cnVlLCJXaWR0aCI6MC4wLCJIZWlnaHQiOjAuMCwiQm9yZGVyU3R5bGUiOnsiJGlkIjoiMTEwIiwiTGluZUNvbG9yIjpudWxsLCJMaW5lV2VpZ2h0IjowLjAsIkxpbmVUeXBlIjowLCJQYXJlbnRTdHlsZSI6bnVsbH0sIlBhcmVudFN0eWxlIjpudWxsfX1dLCJJZCI6ImYzNWMyMjkxLWM1YjQtNDE4NC1iYmVmLWIzODE4ODhjZmZmNyIsIkluZGV4IjowLCJIZWFkZXJUZXh0IjoiUHJlLUlkZWFjacOzbiIsIlN0eWxlIjp7IiRpZCI6IjExMSIsIlN0eWxlSWQiOiIzMzJjZmIxMy1iNDAxLTRlYzMtYjY1NS03Mzk2OGQwNGQ3NDkiLCJIZWFkZXJTdHlsZSI6eyIkaWQiOiIxMTIiLCJUZXh0SXNWZXJ0aWNhbCI6ZmFsc2UsIlRleHRTdHlsZSI6eyIkaWQiOiIxMTMiLCJGb250U2V0dGluZ3MiOnsiJGlkIjoiMTE0IiwiRm9udFNpemUiOjExLCJGb250TmFtZSI6IkNhbGlicmkiLCJJc0JvbGQiOmZhbHNlLCJJc0l0YWxpYyI6ZmFsc2UsIklzVW5kZXJsaW5lZCI6ZmFsc2UsIlBhcmVudFN0eWxlIjpudWxsfSwiQXV0b1NpemUiOjIsIkZvcmVncm91bmQiOnsiJGlkIjoiMTE1IiwiQ29sb3IiOnsiJGlkIjoiMTE2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E3IiwiVG9wIjowLjAsIkxlZnQiOjAuMCwiUmlnaHQiOjAuMCwiQm90dG9tIjowLjB9LCJQYWRkaW5nIjp7IiRpZCI6IjExOCIsIlRvcCI6MC4wLCJMZWZ0IjowLjAsIlJpZ2h0IjowLjAsIkJvdHRvbSI6MC4wfSwiQmFja2dyb3VuZCI6eyIkaWQiOiIxMTkiLCJDb2xvciI6eyIkaWQiOiIxMjAiLCJBIjoyNTUsIlIiOjI1NSwiRyI6MjU1LCJCIjoyNTV9fSwiSXNWaXNpYmxlIjpmYWxzZSwiV2lkdGgiOjAuMCwiSGVpZ2h0IjowLjAsIkJvcmRlclN0eWxlIjpudWxsLCJQYXJlbnRTdHlsZSI6bnVsbH0sIlJlY3RhbmdsZVN0eWxlIjp7IiRpZCI6IjEyMSIsIk1hcmdpbiI6eyIkaWQiOiIxMjIiLCJUb3AiOjAuMCwiTGVmdCI6MC4wLCJSaWdodCI6MC4wLCJCb3R0b20iOjAuMH0sIlBhZGRpbmciOnsiJGlkIjoiMTIzIiwiVG9wIjowLjAsIkxlZnQiOjAuMCwiUmlnaHQiOjAuMCwiQm90dG9tIjowLjB9LCJCYWNrZ3JvdW5kIjp7IiRpZCI6IjEyNCIsIkNvbG9yIjp7IiRpZCI6IjEyNSIsIkEiOjI1NSwiUiI6NjgsIkciOjExNCwiQiI6MTk2fX0sIklzVmlzaWJsZSI6dHJ1ZSwiV2lkdGgiOjAuMCwiSGVpZ2h0IjowLjAsIkJvcmRlclN0eWxlIjp7IiRpZCI6IjEyNiIsIkxpbmVDb2xvciI6eyIkaWQiOiIxMjciLCIkdHlwZSI6Ik5MUkUuQ29tbW9uLkRvbS5Tb2xpZENvbG9yQnJ1c2gsIE5MUkUuQ29tbW9uIiwiQ29sb3IiOnsiJGlkIjoiMTI4IiwiQSI6MjU1LCJSIjoyNTUsIkciOjI1NSwiQiI6MjU1fX0sIkxpbmVXZWlnaHQiOjAuMCwiTGluZVR5cGUiOjAsIlBhcmVudFN0eWxlIjpudWxsfSwiUGFyZW50U3R5bGUiOm51bGx9LCJNYXJnaW4iOnsiJGlkIjoiMTI5IiwiVG9wIjowLjAsIkxlZnQiOjAuMCwiUmlnaHQiOjAuMCwiQm90dG9tIjowLjB9LCJQYWRkaW5nIjp7IiRpZCI6IjEzMCIsIlRvcCI6MC4wLCJMZWZ0IjowLjAsIlJpZ2h0IjowLjAsIkJvdHRvbSI6MC4wfSwiQmFja2dyb3VuZCI6bnVsbCwiSXNWaXNpYmxlIjp0cnVlLCJXaWR0aCI6MC4wLCJIZWlnaHQiOjAuMCwiQm9yZGVyU3R5bGUiOm51bGwsIlBhcmVudFN0eWxlIjpudWxsfSwiQmFja2dyb3VuZF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UxLCJSIjoyMDAsIkciOjIwMCwiQiI6MjAwfX0sIklzVmlzaWJsZSI6dHJ1ZSwiV2lkdGgiOjAuMCwiSGVpZ2h0IjowLjAsIkJvcmRlclN0eWxlIjp7IiRpZCI6IjEzNiIsIkxpbmVDb2xvciI6eyIkaWQiOiIxMzciLCIkdHlwZSI6Ik5MUkUuQ29tbW9uLkRvbS5Tb2xpZENvbG9yQnJ1c2gsIE5MUkUuQ29tbW9uIiwiQ29sb3IiOnsiJGlkIjoiMTM4IiwiQSI6MjU1LCJSIjoyMzQsIkciOjIyLCJCIjozMH19LCJMaW5lV2VpZ2h0IjowLjAsIkxpbmVUeXBlIjowLCJQYXJlbnRTdHlsZSI6bnVsbH0sIlBhcmVudFN0eWxlIjpudWxsfSwiSXNBYm92ZVRpbWViYW5kIjpmYWxzZSwiU3BhY2luZyI6MiwiRGVmYXVsdFN3aW1sYW5lVGFza1N0eWxlIjp7IiRpZCI6IjEzOSIsIiR0eXBlIjoiTkxSRS5Db21tb24uRG9tLlN0eWxlcy5FeHBsaWNpdFNldGFibGVUYXNrU3R5bGUsIE5MUkUuQ29tbW9uIiwiU2hhcGUiOjEsIlNoYXBlVGhpY2tuZXNzIjowLCJEdXJhdGlvbkZvcm1hdCI6MCwiSW5jbHVkZU5vbldvcmtpbmdEYXlzSW5EdXJhdGlvbiI6ZmFsc2UsIlBlcmNlbnRhZ2VDb21wbGV0ZVN0eWxlIjp7IiRpZCI6IjE0MCIsIkZvbnRTZXR0aW5ncyI6eyIkaWQiOiIxNDEiLCJGb250U2l6ZSI6MTAsIkZvbnROYW1lIjoiQ2FsaWJyaSIsIklzQm9sZCI6ZmFsc2UsIklzSXRhbGljIjpmYWxzZSwiSXNVbmRlcmxpbmVkIjpmYWxzZSwiUGFyZW50U3R5bGUiOm51bGx9LCJBdXRvU2l6ZSI6MCwiRm9yZWdyb3VuZCI6eyIkaWQiOiIxNDIiLCJDb2xvciI6eyIkaWQiOiIxNDM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0IiwiVG9wIjowLjAsIkxlZnQiOjAuMCwiUmlnaHQiOjAuMCwiQm90dG9tIjowLjB9LCJQYWRkaW5nIjp7IiRpZCI6IjE0NSIsIlRvcCI6MC4wLCJMZWZ0IjowLjAsIlJpZ2h0IjowLjAsIkJvdHRvbSI6MC4wfSwiQmFja2dyb3VuZCI6eyIkaWQiOiIxNDYiLCJDb2xvciI6eyIkaWQiOiIxNDciLCJBIjo4OSwiUiI6MCwiRyI6MCwiQiI6MH19LCJJc1Zpc2libGUiOnRydWUsIldpZHRoIjowLjAsIkhlaWdodCI6MC4wLCJCb3JkZXJTdHlsZSI6eyIkaWQiOiIxNDgiLCJMaW5lQ29sb3IiOm51bGwsIkxpbmVXZWlnaHQiOjAuMCwiTGluZVR5cGUiOjAsIlBhcmVudFN0eWxlIjpudWxsfSwiUGFyZW50U3R5bGUiOm51bGx9LCJEdXJhdGlvblN0eWxlIjp7IiRpZCI6IjE0OSIsIkZvbnRTZXR0aW5ncyI6eyIkaWQiOiIxNTAiLCJGb250U2l6ZSI6MTAsIkZvbnROYW1lIjoiQ2FsaWJyaSIsIklzQm9sZCI6ZmFsc2UsIklzSXRhbGljIjpmYWxzZSwiSXNVbmRlcmxpbmVkIjpmYWxzZSwiUGFyZW50U3R5bGUiOm51bGx9LCJBdXRvU2l6ZSI6MCwiRm9yZWdyb3VuZCI6eyIkaWQiOiIxNTEiLCJDb2xvciI6eyIkaWQiOiIxN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1MyIsIlRvcCI6MC4wLCJMZWZ0IjowLjAsIlJpZ2h0IjowLjAsIkJvdHRvbSI6MC4wfSwiUGFkZGluZyI6eyIkaWQiOiIxNTQiLCJUb3AiOjAuMCwiTGVmdCI6MC4wLCJSaWdodCI6MC4wLCJCb3R0b20iOjAuMH0sIkJhY2tncm91bmQiOnsiJGlkIjoiMTU1IiwiQ29sb3IiOnsiJGlkIjoiMTU2IiwiQSI6MjU1LCJSIjo2OCwiRyI6ODQsIkIiOjEwNn19LCJJc1Zpc2libGUiOnRydWUsIldpZHRoIjowLjAsIkhlaWdodCI6MC4wLCJCb3JkZXJTdHlsZSI6eyIkaWQiOiIxNTciLCJMaW5lQ29sb3IiOm51bGwsIkxpbmVXZWlnaHQiOjAuMCwiTGluZVR5cGUiOjAsIlBhcmVudFN0eWxlIjpudWxsfSwiUGFyZW50U3R5bGUiOm51bGx9LCJIb3Jpem9udGFsQ29ubmVjdG9yU3R5bGUiOnsiJGlkIjoiMTU4IiwiTGluZUNvbG9yIjp7IiRpZCI6IjE1OSIsIiR0eXBlIjoiTkxSRS5Db21tb24uRG9tLlNvbGlkQ29sb3JCcnVzaCwgTkxSRS5Db21tb24iLCJDb2xvciI6eyIkaWQiOiIxNjAiLCJBIjoyNTUsIlIiOjAsIkciOjAsIkIiOjB9fSwiTGluZVdlaWdodCI6MC4wLCJMaW5lVHlwZSI6MCwiUGFyZW50U3R5bGUiOm51bGx9LCJWZXJ0aWNhbENvbm5lY3RvclN0eWxlIjp7IiRpZCI6IjE2MSIsIkxpbmVDb2xvciI6eyIkaWQiOiIxNjIiLCIkdHlwZSI6Ik5MUkUuQ29tbW9uLkRvbS5Tb2xpZENvbG9yQnJ1c2gsIE5MUkUuQ29tbW9uIiwiQ29sb3IiOnsiJGlkIjoiMTY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QiLCJTaGFwZVN0eWxlIjp7IiRpZCI6IjE2NSIsIk1hcmdpbiI6eyIkaWQiOiIxNjYiLCJUb3AiOjAuMCwiTGVmdCI6MC4wLCJSaWdodCI6MC4wLCJCb3R0b20iOjAuMH0sIlBhZGRpbmciOnsiJGlkIjoiMTY3IiwiVG9wIjowLjAsIkxlZnQiOjAuMCwiUmlnaHQiOjAuMCwiQm90dG9tIjowLjB9LCJCYWNrZ3JvdW5kIjp7IiRpZCI6IjE2OCIsIkNvbG9yIjp7IiRpZCI6IjE2OSIsIkEiOjE1MywiUiI6MCwiRyI6MCwiQiI6MH19LCJJc1Zpc2libGUiOnRydWUsIldpZHRoIjowLjAsIkhlaWdodCI6MC4wLCJCb3JkZXJTdHlsZSI6eyIkaWQiOiIxNzAiLCJMaW5lQ29sb3IiOnsiJGlkIjoiMTcxIiwiJHR5cGUiOiJOTFJFLkNvbW1vbi5Eb20uU29saWRDb2xvckJydXNoLCBOTFJFLkNvbW1vbiIsIkNvbG9yIjp7IiRpZCI6IjE3MiIsIkEiOjI1NSwiUiI6MjU1LCJHIjowLCJCIjowfX0sIkxpbmVXZWlnaHQiOjAuMCwiTGluZVR5cGUiOjAsIlBhcmVudFN0eWxlIjpudWxsfSwiUGFyZW50U3R5bGUiOm51bGx9LCJNYXJnaW4iOnsiJGlkIjoiMTczIiwiVG9wIjowLjAsIkxlZnQiOjAuMCwiUmlnaHQiOjAuMCwiQm90dG9tIjowLjB9LCJQYWRkaW5nIjp7IiRpZCI6IjE3NCIsIlRvcCI6MC4wLCJMZWZ0IjowLjAsIlJpZ2h0IjowLjAsIkJvdHRvbSI6MC4wfSwiQmFja2dyb3VuZCI6bnVsbCwiSXNWaXNpYmxlIjp0cnVlLCJXaWR0aCI6MC4wLCJIZWlnaHQiOjAuMCwiQm9yZGVyU3R5bGUiOm51bGwsIlBhcmVudFN0eWxlIjpudWxsfSwiU2hhcGVTdHlsZSI6eyIkaWQiOiIxNzUiLCJNYXJnaW4iOnsiJGlkIjoiMTc2IiwiVG9wIjowLjAsIkxlZnQiOjQuMCwiUmlnaHQiOjQuMCwiQm90dG9tIjowLjB9LCJQYWRkaW5nIjp7IiRpZCI6IjE3NyIsIlRvcCI6MC4wLCJMZWZ0IjowLjAsIlJpZ2h0IjowLjAsIkJvdHRvbSI6MC4wfSwiQmFja2dyb3VuZCI6eyIkaWQiOiIxNzgiLCJDb2xvciI6eyIkaWQiOiIxNzkiLCJBIjoyNTUsIlIiOjY4LCJHIjoxMTQsIkIiOjE5Nn19LCJJc1Zpc2libGUiOnRydWUsIldpZHRoIjowLjAsIkhlaWdodCI6MTAuMCwiQm9yZGVyU3R5bGUiOnsiJGlkIjoiMTgwIiwiTGluZUNvbG9yIjp7IiRpZCI6IjE4MSIsIiR0eXBlIjoiTkxSRS5Db21tb24uRG9tLlNvbGlkQ29sb3JCcnVzaCwgTkxSRS5Db21tb24iLCJDb2xvciI6eyIkaWQiOiIxODIiLCJBIjoyNTUsIlIiOjIzNCwiRyI6MjIsIkIiOjMwfX0sIkxpbmVXZWlnaHQiOjAuMCwiTGluZVR5cGUiOjAsIlBhcmVudFN0eWxlIjpudWxsfSwiUGFyZW50U3R5bGUiOm51bGx9LCJUaXRsZVN0eWxlIjp7IiRpZCI6IjE4MyIsIkZvbnRTZXR0aW5ncyI6eyIkaWQiOiIxODQiLCJGb250U2l6ZSI6MTEsIkZvbnROYW1lIjoiQ2FsaWJyaSIsIklzQm9sZCI6ZmFsc2UsIklzSXRhbGljIjpmYWxzZSwiSXNVbmRlcmxpbmVkIjpmYWxzZSwiUGFyZW50U3R5bGUiOm51bGx9LCJBdXRvU2l6ZSI6MCwiRm9yZWdyb3VuZCI6eyIkaWQiOiIxODUiLCJDb2xvciI6eyIkaWQiOiIx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g3IiwiVG9wIjowLjAsIkxlZnQiOjAuMCwiUmlnaHQiOjAuMCwiQm90dG9tIjowLjB9LCJQYWRkaW5nIjp7IiRpZCI6IjE4OCIsIlRvcCI6MC4wLCJMZWZ0IjowLjAsIlJpZ2h0IjowLjAsIkJvdHRvbSI6MC4wfSwiQmFja2dyb3VuZCI6eyIkaWQiOiIxODkiLCJDb2xvciI6eyIkaWQiOiIxOTAiLCJBIjoyNTUsIlIiOjAsIkciOjAsIkIiOjB9fSwiSXNWaXNpYmxlIjp0cnVlLCJXaWR0aCI6MC4wLCJIZWlnaHQiOjAuMCwiQm9yZGVyU3R5bGUiOnsiJGlkIjoiMTkxIiwiTGluZUNvbG9yIjpudWxsLCJMaW5lV2VpZ2h0IjowLjAsIkxpbmVUeXBlIjowLCJQYXJlbnRTdHlsZSI6bnVsbH0sIlBhcmVudFN0eWxlIjpudWxsfSwiRGF0ZV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5NiIsIlRvcCI6MC4wLCJMZWZ0IjowLjAsIlJpZ2h0IjowLjAsIkJvdHRvbSI6MC4wfSwiUGFkZGluZyI6eyIkaWQiOiIxOTciLCJUb3AiOjAuMCwiTGVmdCI6MC4wLCJSaWdodCI6MC4wLCJCb3R0b20iOjAuMH0sIkJhY2tncm91bmQiOnsiJGlkIjoiMTk4IiwiQ29sb3IiOnsiJGlkIjoiMTk5IiwiQSI6MjU1LCJSIjo2OCwiRyI6ODQsIkIiOjEwNn19LCJJc1Zpc2libGUiOnRydWUsIldpZHRoIjowLjAsIkhlaWdodCI6MC4wLCJCb3JkZXJTdHlsZSI6eyIkaWQiOiIyMDAiLCJMaW5lQ29sb3IiOm51bGwsIkxpbmVXZWlnaHQiOjAuMCwiTGluZVR5cGUiOjAsIlBhcmVudFN0eWxlIjpudWxsfSwiUGFyZW50U3R5bGUiOm51bGx9LCJEYXRlRm9ybWF0Ijp7IiRpZCI6IjIw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IiLCJGb3JtYXQiOjAsIklzVmlzaWJsZSI6ZmFsc2UsIkxhc3RLbm93blZpc2liaWxpdHlTdGF0ZSI6ZmFsc2V9LCJJc1Zpc2libGUiOnRydWUsIlZhcmlhbmNlU3R5bGUiOnsiJGlkIjoiMjAzIiwiVGV4dFN0eWxlIjp7IiRpZCI6IjIwNCIsIkZvbnRTZXR0aW5ncyI6eyIkaWQiOiIyMDUiLCJGb250U2l6ZSI6MTAsIkZvbnROYW1lIjoiQ2FsaWJyaSIsIklzQm9sZCI6ZmFsc2UsIklzSXRhbGljIjpmYWxzZSwiSXNVbmRlcmxpbmVkIjpmYWxzZSwiUGFyZW50U3R5bGUiOm51bGx9LCJBdXRvU2l6ZSI6MCwiRm9yZWdyb3VuZCI6eyIkaWQiOiIyMDYiLCJDb2xvciI6eyIkaWQiOiIyM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A4IiwiVG9wIjowLjAsIkxlZnQiOjAuMCwiUmlnaHQiOjAuMCwiQm90dG9tIjowLjB9LCJQYWRkaW5nIjp7IiRpZCI6IjIwOSIsIlRvcCI6MC4wLCJMZWZ0IjowLjAsIlJpZ2h0IjowLjAsIkJvdHRvbSI6MC4wfSwiQmFja2dyb3VuZCI6eyIkaWQiOiIyMTAiLCJDb2xvciI6eyIkaWQiOiIyMTEiLCJBIjoyNTUsIlIiOjAsIkciOjAsIkIiOjB9fSwiSXNWaXNpYmxlIjp0cnVlLCJXaWR0aCI6MC4wLCJIZWlnaHQiOjAuMCwiQm9yZGVyU3R5bGUiOm51bGwsIlBhcmVudFN0eWxlIjpudWxsfSwiUGFyZW50U3R5bGUiOm51bGx9LCJQYXJlbnRTdHlsZSI6bnVsbCwiX2V4cGxpY2l0bHlTZXQiOnsiJGlkIjoiMjEy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jEzIiwiU2hhcGUiOjEsIkNvbm5lY3Rvck1hcmdpbiI6eyIkaWQiOiIyMTQiLCJUb3AiOjAuMCwiTGVmdCI6Mi4wLCJSaWdodCI6Mi4wLCJCb3R0b20iOjAuMH0sIkNvbm5lY3RvclN0eWxlIjp7IiRpZCI6IjIxNSIsIkxpbmVDb2xvciI6eyIkaWQiOiIyMTYiLCIkdHlwZSI6Ik5MUkUuQ29tbW9uLkRvbS5Tb2xpZENvbG9yQnJ1c2gsIE5MUkUuQ29tbW9uIiwiQ29sb3IiOnsiJGlkIjoiMjE3IiwiQSI6MTI3LCJSIjozNCwiRyI6NTcsIkIiOjk4fX0sIkxpbmVXZWlnaHQiOjEuMCwiTGluZVR5cGUiOjAsIlBhcmVudFN0eWxlIjpudWxsfSwiSXNCZWxvd1RpbWViYW5kIjpmYWxzZSwiUG9zaXRpb25PblRhc2siOjEsIkhpZGVEYXRlIjpmYWxzZSwiU2hhcGVTaXplIjowLCJTcGFjaW5nIjowLjAsIlBhZGRpbmciOnsiJGlkIjoiMjE4IiwiVG9wIjo1LjAsIkxlZnQiOjMuMCwiUmlnaHQiOjAuMCwiQm90dG9tIjoyLjB9LCJTaGFwZVN0eWxlIjp7IiRpZCI6IjIxOSIsIk1hcmdpbiI6eyIkaWQiOiIyMjAiLCJUb3AiOjAuMCwiTGVmdCI6MC4wLCJSaWdodCI6MC4wLCJCb3R0b20iOjAuMH0sIlBhZGRpbmciOnsiJGlkIjoiMjIxIiwiVG9wIjowLjAsIkxlZnQiOjAuMCwiUmlnaHQiOjAuMCwiQm90dG9tIjowLjB9LCJCYWNrZ3JvdW5kIjp7IiRpZCI6IjIyMiIsIkNvbG9yIjp7IiRpZCI6IjIyMyIsIkEiOjI1NSwiUiI6MzQsIkciOjU3LCJCIjo5OH19LCJJc1Zpc2libGUiOnRydWUsIldpZHRoIjoxMi4wLCJIZWlnaHQiOjE0LjAsIkJvcmRlclN0eWxlIjp7IiRpZCI6IjIyNCIsIkxpbmVDb2xvciI6eyIkaWQiOiIyMjUiLCIkdHlwZSI6Ik5MUkUuQ29tbW9uLkRvbS5Tb2xpZENvbG9yQnJ1c2gsIE5MUkUuQ29tbW9uIiwiQ29sb3IiOnsiJGlkIjoiMjI2IiwiQSI6MjU1LCJSIjoyNTUsIkciOjAsIkIiOjB9fSwiTGluZVdlaWdodCI6MC4wLCJMaW5lVHlwZSI6MCwiUGFyZW50U3R5bGUiOm51bGx9LCJQYXJlbnRTdHlsZSI6bnVsbH0sIlRpdGxlU3R5bGUiOnsiJGlkIjoiMjI3IiwiRm9udFNldHRpbmdzIjp7IiRpZCI6IjIyOCIsIkZvbnRTaXplIjoxMSwiRm9udE5hbWUiOiJDYWxpYnJpIiwiSXNCb2xkIjpmYWxzZSwiSXNJdGFsaWMiOmZhbHNlLCJJc1VuZGVybGluZWQiOmZhbHNlLCJQYXJlbnRTdHlsZSI6bnVsbH0sIkF1dG9TaXplIjowLCJGb3JlZ3JvdW5kIjp7IiRpZCI6IjIyOSIsIkNvbG9yIjp7IiRpZCI6IjIz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MzEiLCJUb3AiOjAuMCwiTGVmdCI6MC4wLCJSaWdodCI6MC4wLCJCb3R0b20iOjAuMH0sIlBhZGRpbmciOnsiJGlkIjoiMjMyIiwiVG9wIjowLjAsIkxlZnQiOjAuMCwiUmlnaHQiOjAuMCwiQm90dG9tIjowLjB9LCJCYWNrZ3JvdW5kIjp7IiRpZCI6IjIzMyIsIkNvbG9yIjp7IiRpZCI6IjIzNCIsIkEiOjI1NSwiUiI6MCwiRyI6MCwiQiI6MH19LCJJc1Zpc2libGUiOnRydWUsIldpZHRoIjowLjAsIkhlaWdodCI6MC4wLCJCb3JkZXJTdHlsZSI6eyIkaWQiOiIyMzUiLCJMaW5lQ29sb3IiOm51bGwsIkxpbmVXZWlnaHQiOjAuMCwiTGluZVR5cGUiOjAsIlBhcmVudFN0eWxlIjpudWxsfSwiUGFyZW50U3R5bGUiOm51bGx9LCJEYXRlU3R5bGUiOnsiJGlkIjoiMjM2IiwiRm9udFNldHRpbmdzIjp7IiRpZCI6IjIzNyIsIkZvbnRTaXplIjoxMCwiRm9udE5hbWUiOiJDYWxpYnJpIiwiSXNCb2xkIjpmYWxzZSwiSXNJdGFsaWMiOmZhbHNlLCJJc1VuZGVybGluZWQiOmZhbHNlLCJQYXJlbnRTdHlsZSI6bnVsbH0sIkF1dG9TaXplIjowLCJGb3JlZ3JvdW5kIjp7IiRpZCI6IjIzOCIsIkNvbG9yIjp7IiRpZCI6IjIzO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QwIiwiVG9wIjowLjAsIkxlZnQiOjAuMCwiUmlnaHQiOjAuMCwiQm90dG9tIjowLjB9LCJQYWRkaW5nIjp7IiRpZCI6IjI0MSIsIlRvcCI6MC4wLCJMZWZ0IjowLjAsIlJpZ2h0IjowLjAsIkJvdHRvbSI6MC4wfSwiQmFja2dyb3VuZCI6eyIkaWQiOiIyNDIiLCJDb2xvciI6eyIkaWQiOiIyNDMiLCJBIjoyNTUsIlIiOjY4LCJHIjo4NCwiQiI6MTA2fX0sIklzVmlzaWJsZSI6dHJ1ZSwiV2lkdGgiOjAuMCwiSGVpZ2h0IjowLjAsIkJvcmRlclN0eWxlIjp7IiRpZCI6IjI0NCIsIkxpbmVDb2xvciI6bnVsbCwiTGluZVdlaWdodCI6MC4wLCJMaW5lVHlwZSI6MCwiUGFyZW50U3R5bGUiOm51bGx9LCJQYXJlbnRTdHlsZSI6bnVsbH0sIkRhdGVGb3JtYXQiOnsiJGlkIjoiMj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NiIsIkZvcm1hdCI6MCwiSXNWaXNpYmxlIjpmYWxzZSwiTGFzdEtub3duVmlzaWJpbGl0eVN0YXRlIjpmYWxzZX0sIklzVmlzaWJsZSI6dHJ1ZSwiVmFyaWFuY2VTdHlsZSI6eyIkaWQiOiIyNDciLCJUZXh0U3R5bGUiOnsiJGlkIjoiMjQ4IiwiRm9udFNldHRpbmdzIjp7IiRpZCI6IjI0OSIsIkZvbnRTaXplIjoxMCwiRm9udE5hbWUiOiJDYWxpYnJpIiwiSXNCb2xkIjpmYWxzZSwiSXNJdGFsaWMiOmZhbHNlLCJJc1VuZGVybGluZWQiOmZhbHNlLCJQYXJlbnRTdHlsZSI6bnVsbH0sIkF1dG9TaXplIjowLCJGb3JlZ3JvdW5kIjp7IiRpZCI6IjI1MCIsIkNvbG9yIjp7IiRpZCI6IjI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I1NSwiUiI6MCwiRyI6MCwiQiI6MH19LCJJc1Zpc2libGUiOnRydWUsIldpZHRoIjowLjAsIkhlaWdodCI6MC4wLCJCb3JkZXJTdHlsZSI6bnVsbCwiUGFyZW50U3R5bGUiOm51bGx9LCJQYXJlbnRTdHlsZSI6bnVsbH0sIlBhcmVudFN0eWxlIjpudWxsfSwiRGVmYXVsdFN3aW1sYW5lTWlsZXN0b25lU3R5bGUiOnsiJGlkIjoiMjU2IiwiVGl0bGVQb3NpdGlvbiI6IkxlZnQiLCJEYXRlUG9zaXRpb24iOiJSaWdodCIsIlZhcmlhbmNlUG9zaXRpb24iOiJSaWdodCIsIlNoYXBlVHlwZSI6MSwiU2hhcGVTaXplIjowLCJTcGFjaW5nIjo1LCJTaGFwZVN0eWxlIjp7IiRpZCI6IjI1NyIsIk1hcmdpbiI6eyIkaWQiOiIyNTgiLCJUb3AiOjAuMCwiTGVmdCI6MC4wLCJSaWdodCI6MC4wLCJCb3R0b20iOjAuMH0sIlBhZGRpbmciOnsiJGlkIjoiMjU5IiwiVG9wIjowLjAsIkxlZnQiOjAuMCwiUmlnaHQiOjAuMCwiQm90dG9tIjowLjB9LCJCYWNrZ3JvdW5kIjp7IiRpZCI6IjI2MCIsIkNvbG9yIjp7IiRpZCI6IjI2MSIsIkEiOjI1NSwiUiI6NjgsIkciOjExNCwiQiI6MTk2fX0sIklzVmlzaWJsZSI6dHJ1ZSwiV2lkdGgiOjEyLjAsIkhlaWdodCI6MTQuMCwiQm9yZGVyU3R5bGUiOnsiJGlkIjoiMjYyIiwiTGluZUNvbG9yIjp7IiRpZCI6IjI2MyIsIiR0eXBlIjoiTkxSRS5Db21tb24uRG9tLlNvbGlkQ29sb3JCcnVzaCwgTkxSRS5Db21tb24iLCJDb2xvciI6eyIkaWQiOiIyNjQiLCJBIjoyNTUsIlIiOjIzNCwiRyI6MjIsIkIiOjMwfX0sIkxpbmVXZWlnaHQiOjAuMCwiTGluZVR5cGUiOjAsIlBhcmVudFN0eWxlIjpudWxsfSwiUGFyZW50U3R5bGUiOm51bGx9LCJUaXRsZVN0eWxlIjp7IiRpZCI6IjI2NSIsIkZvbnRTZXR0aW5ncyI6eyIkaWQiOiIyNjYiLCJGb250U2l6ZSI6MTEsIkZvbnROYW1lIjoiQ2FsaWJyaSIsIklzQm9sZCI6ZmFsc2UsIklzSXRhbGljIjpmYWxzZSwiSXNVbmRlcmxpbmVkIjpmYWxzZSwiUGFyZW50U3R5bGUiOm51bGx9LCJBdXRvU2l6ZSI6MCwiRm9yZWdyb3VuZCI6eyIkaWQiOiIyNjciLCJDb2xvciI6eyIkaWQiOiIyN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Y5IiwiVG9wIjowLjAsIkxlZnQiOjAuMCwiUmlnaHQiOjAuMCwiQm90dG9tIjowLjB9LCJQYWRkaW5nIjp7IiRpZCI6IjI3MCIsIlRvcCI6MC4wLCJMZWZ0IjowLjAsIlJpZ2h0IjowLjAsIkJvdHRvbSI6MC4wfSwiQmFja2dyb3VuZCI6eyIkaWQiOiIyNzEiLCJDb2xvciI6eyIkaWQiOiIyNzIiLCJBIjoyNTUsIlIiOjAsIkciOjAsIkIiOjB9fSwiSXNWaXNpYmxlIjp0cnVlLCJXaWR0aCI6MC4wLCJIZWlnaHQiOjAuMCwiQm9yZGVyU3R5bGUiOnsiJGlkIjoiMjczIiwiTGluZUNvbG9yIjpudWxsLCJMaW5lV2VpZ2h0IjowLjAsIkxpbmVUeXBlIjowLCJQYXJlbnRTdHlsZSI6bnVsbH0sIlBhcmVudFN0eWxlIjpudWxsfSwiRGF0ZVN0eWxlIjp7IiRpZCI6IjI3NCIsIkZvbnRTZXR0aW5ncyI6eyIkaWQiOiIyNzUiLCJGb250U2l6ZSI6MTAsIkZvbnROYW1lIjoiQ2FsaWJyaSIsIklzQm9sZCI6ZmFsc2UsIklzSXRhbGljIjpmYWxzZSwiSXNVbmRlcmxpbmVkIjpmYWxzZSwiUGFyZW50U3R5bGUiOm51bGx9LCJBdXRvU2l6ZSI6MCwiRm9yZWdyb3VuZCI6eyIkaWQiOiIyNzYiLCJDb2xvciI6eyIkaWQiOiIy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3OCIsIlRvcCI6MC4wLCJMZWZ0IjowLjAsIlJpZ2h0IjowLjAsIkJvdHRvbSI6MC4wfSwiUGFkZGluZyI6eyIkaWQiOiIyNzkiLCJUb3AiOjAuMCwiTGVmdCI6MC4wLCJSaWdodCI6MC4wLCJCb3R0b20iOjAuMH0sIkJhY2tncm91bmQiOnsiJGlkIjoiMjgwIiwiQ29sb3IiOnsiJGlkIjoiMjgxIiwiQSI6MjU1LCJSIjo2OCwiRyI6ODQsIkIiOjEwNn19LCJJc1Zpc2libGUiOnRydWUsIldpZHRoIjowLjAsIkhlaWdodCI6MC4wLCJCb3JkZXJTdHlsZSI6eyIkaWQiOiIyODIiLCJMaW5lQ29sb3IiOm51bGwsIkxpbmVXZWlnaHQiOjAuMCwiTGluZVR5cGUiOjAsIlBhcmVudFN0eWxlIjpudWxsfSwiUGFyZW50U3R5bGUiOm51bGx9LCJEYXRlRm9ybWF0Ijp7IiRpZCI6IjI4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QiLCJGb3JtYXQiOjAsIklzVmlzaWJsZSI6ZmFsc2UsIkxhc3RLbm93blZpc2liaWxpdHlTdGF0ZSI6ZmFsc2V9LCJJc1Zpc2libGUiOnRydWUsIlZhcmlhbmNlU3R5bGUiOnsiJGlkIjoiMjg1IiwiVGV4dFN0eWxlIjp7IiRpZCI6IjI4NiIsIkZvbnRTZXR0aW5ncyI6eyIkaWQiOiIyODciLCJGb250U2l6ZSI6MTAsIkZvbnROYW1lIjoiQ2FsaWJyaSIsIklzQm9sZCI6ZmFsc2UsIklzSXRhbGljIjpmYWxzZSwiSXNVbmRlcmxpbmVkIjpmYWxzZSwiUGFyZW50U3R5bGUiOm51bGx9LCJBdXRvU2l6ZSI6MCwiRm9yZWdyb3VuZCI6eyIkaWQiOiIyODgiLCJDb2xvciI6eyIkaWQiOiIyO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kwIiwiVG9wIjowLjAsIkxlZnQiOjAuMCwiUmlnaHQiOjAuMCwiQm90dG9tIjowLjB9LCJQYWRkaW5nIjp7IiRpZCI6IjI5MSIsIlRvcCI6MC4wLCJMZWZ0IjowLjAsIlJpZ2h0IjowLjAsIkJvdHRvbSI6MC4wfSwiQmFja2dyb3VuZCI6eyIkaWQiOiIyOTIiLCJDb2xvciI6eyIkaWQiOiIyOTMiLCJBIjoyNTUsIlIiOjAsIkciOjAsIkIiOjB9fSwiSXNWaXNpYmxlIjp0cnVlLCJXaWR0aCI6MC4wLCJIZWlnaHQiOjAuMCwiQm9yZGVyU3R5bGUiOm51bGwsIlBhcmVudFN0eWxlIjpudWxsfSwiUGFyZW50U3R5bGUiOm51bGx9LCJQYXJlbnRTdHlsZSI6bnVsbH0sIkRlZmF1bHRTd2ltbGFuZUFjdGl2aXR5U3R5bGUiOnsiJGlkIjoiMjk0IiwiSGVhZGVyU3R5bGUiOnsiJGlkIjoiMjk1IiwiVGV4dFN0eWxlIjp7IiRpZCI6IjI5NiIsIkZvbnRTZXR0aW5ncyI6eyIkaWQiOiIyOTciLCJGb250U2l6ZSI6MTEsIkZvbnROYW1lIjoiQ2FsaWJyaSIsIklzQm9sZCI6ZmFsc2UsIklzSXRhbGljIjpmYWxzZSwiSXNVbmRlcmxpbmVkIjpmYWxzZSwiUGFyZW50U3R5bGUiOm51bGx9LCJBdXRvU2l6ZSI6MCwiRm9yZWdyb3VuZCI6eyIkaWQiOiIyOTgiLCJDb2xvciI6eyIkaWQiOiIyOTkiLCJBIjoyNTUsIlIiOjY0LCJHIjo2NCwiQiI6NjR9fSwiTWF4V2lkdGgiOjAuMCwiTWF4SGVpZ2h0IjowLjAsIlNtYXJ0Rm9yZWdyb3VuZElzQWN0aXZlIjpmYWxzZSwiSG9yaXpvbnRhbEFsaWdubWVudCI6MCwiVmVydGljYWxBbGlnbm1lbnQiOjAsIlNtYXJ0Rm9yZWdyb3VuZCI6bnVsbCwiQmFja2dyb3VuZEZpbGxUeXBlIjowLCJNYXJnaW4iOnsiJGlkIjoiMzAwIiwiVG9wIjowLjAsIkxlZnQiOjAuMCwiUmlnaHQiOjAuMCwiQm90dG9tIjowLjB9LCJQYWRkaW5nIjp7IiRpZCI6IjMwMSIsIlRvcCI6MC4wLCJMZWZ0IjowLjAsIlJpZ2h0IjowLjAsIkJvdHRvbSI6MC4wfSwiQmFja2dyb3VuZCI6eyIkaWQiOiIzMDIiLCJDb2xvciI6eyIkaWQiOiIzMDMiLCJBIjoyNTUsIlIiOjY0LCJHIjo2NCwiQiI6NjR9fSwiSXNWaXNpYmxlIjpmYWxzZSwiV2lkdGgiOjAuMCwiSGVpZ2h0IjowLjAsIkJvcmRlclN0eWxlIjpudWxsLCJQYXJlbnRTdHlsZSI6bnVsbH0sIlJlY3RhbmdsZVN0eWxlIjp7IiRpZCI6IjMwNCIsIk1hcmdpbiI6eyIkaWQiOiIzMDUiLCJUb3AiOjAuMCwiTGVmdCI6MC4wLCJSaWdodCI6MC4wLCJCb3R0b20iOjAuMH0sIlBhZGRpbmciOnsiJGlkIjoiMzA2IiwiVG9wIjowLjAsIkxlZnQiOjAuMCwiUmlnaHQiOjAuMCwiQm90dG9tIjowLjB9LCJCYWNrZ3JvdW5kIjp7IiRpZCI6IjMwNyIsIkNvbG9yIjp7IiRpZCI6IjMwOCIsIkEiOjEyNywiUiI6NjgsIkciOjExNCwiQiI6MTk2fX0sIklzVmlzaWJsZSI6ZmFsc2UsIldpZHRoIjowLjAsIkhlaWdodCI6MC4wLCJCb3JkZXJTdHlsZSI6eyIkaWQiOiIzMDkiLCJMaW5lQ29sb3IiOnsiJGlkIjoiMzEwIiwiJHR5cGUiOiJOTFJFLkNvbW1vbi5Eb20uU29saWRDb2xvckJydXNoLCBOTFJFLkNvbW1vbiIsIkNvbG9yIjp7IiRpZCI6IjMxMSIsIkEiOjI1NSwiUiI6MjU1LCJHIjowLCJCIjowfX0sIkxpbmVXZWlnaHQiOjAuMCwiTGluZVR5cGUiOjAsIlBhcmVudFN0eWxlIjpudWxsfSwiUGFyZW50U3R5bGUiOm51bGx9LCJNYXJnaW4iOnsiJGlkIjoiMzEyIiwiVG9wIjowLjAsIkxlZnQiOjAuMCwiUmlnaHQiOjAuMCwiQm90dG9tIjowLjB9LCJQYWRkaW5nIjp7IiRpZCI6IjMxMyIsIlRvcCI6MC4wLCJMZWZ0IjowLjAsIlJpZ2h0IjowLjAsIkJvdHRvbSI6MC4wfSwiQmFja2dyb3VuZCI6bnVsbCwiSXNWaXNpYmxlIjp0cnVlLCJXaWR0aCI6MC4wLCJIZWlnaHQiOjAuMCwiQm9yZGVyU3R5bGUiOm51bGwsIlBhcmVudFN0eWxlIjpudWxsfSwiQmFja2dyb3VuZFN0eWxlIjp7IiRpZCI6IjMxNCIsIk1hcmdpbiI6eyIkaWQiOiIzMTUiLCJUb3AiOjAuMCwiTGVmdCI6MC4wLCJSaWdodCI6MC4wLCJCb3R0b20iOjAuMH0sIlBhZGRpbmciOnsiJGlkIjoiMzE2IiwiVG9wIjowLjAsIkxlZnQiOjAuMCwiUmlnaHQiOjAuMCwiQm90dG9tIjowLjB9LCJCYWNrZ3JvdW5kIjp7IiRpZCI6IjMxNyIsIkNvbG9yIjp7IiRpZCI6IjMxOCIsIkEiOjUxLCJSIjoyMDAsIkciOjIwMCwiQiI6MjAwfX0sIklzVmlzaWJsZSI6dHJ1ZSwiV2lkdGgiOjAuMCwiSGVpZ2h0IjowLjAsIkJvcmRlclN0eWxlIjp7IiRpZCI6IjMxOSIsIkxpbmVDb2xvciI6eyIkaWQiOiIzMjAiLCIkdHlwZSI6Ik5MUkUuQ29tbW9uLkRvbS5Tb2xpZENvbG9yQnJ1c2gsIE5MUkUuQ29tbW9uIiwiQ29sb3IiOnsiJGlkIjoiMzIxIiwiQSI6MjU1LCJSIjoyMzQsIkciOjIyLCJCIjozMH19LCJMaW5lV2VpZ2h0IjowLjAsIkxpbmVUeXBlIjowLCJQYXJlbnRTdHlsZSI6bnVsbH0sIlBhcmVudFN0eWxlIjpudWxsfSwiTWFyZ2luIjp7IiRpZCI6IjMyMiIsIlRvcCI6MC4wLCJMZWZ0IjowLjAsIlJpZ2h0IjowLjAsIkJvdHRvbSI6MC4wfSwiUGFkZGluZyI6eyIkaWQiOiIzMjMiLCJUb3AiOjAuMCwiTGVmdCI6MC4wLCJSaWdodCI6MC4wLCJCb3R0b20iOjAuMH0sIklzVmlzaWJsZSI6dHJ1ZSwiV2lkdGgiOjAuMCwiSGVpZ2h0IjowLjAsIkJvcmRlclN0eWxlIjp7IiRpZCI6IjMyNCIsIkxpbmVDb2xvciI6bnVsbCwiTGluZVdlaWdodCI6MC4wLCJMaW5lVHlwZSI6MCwiUGFyZW50U3R5bGUiOm51bGx9LCJQYXJlbnRTdHlsZSI6bnVsbH0sIk1hcmdpbiI6eyIkaWQiOiIzMjUiLCJUb3AiOjAuMCwiTGVmdCI6MC4wLCJSaWdodCI6MC4wLCJCb3R0b20iOjAuMH0sIlBhZGRpbmciOnsiJGlkIjoiMzI2IiwiVG9wIjowLjAsIkxlZnQiOjAuMCwiUmlnaHQiOjAuMCwiQm90dG9tIjowLjB9LCJJc1Zpc2libGUiOmZhbHNlLCJXaWR0aCI6MC4wLCJIZWlnaHQiOjAuMCwiQm9yZGVyU3R5bGUiOnsiJGlkIjoiMzI3IiwiTGluZUNvbG9yIjpudWxsLCJMaW5lV2VpZ2h0IjowLjAsIkxpbmVUeXBlIjowLCJQYXJlbnRTdHlsZSI6bnVsbH0sIlBhcmVudFN0eWxlIjpudWxsfX0seyIkaWQiOiIzMjgiLCJfYWN0aXZpdGllcyI6W3siJGlkIjoiMzI5IiwiX3Jvd3MiOlt7IiRpZCI6IjMzMCIsIl90YXNrcyI6W3siJGlkIjoiMzMxIiwiX2F0dGFjaGVkTWlsZXN0b25lcyI6W10sIlRhc2tEZWZpbml0aW9uIjp7IiRpZCI6IjMzMiIsIkdyb3VwTmFtZSI6bnVsbCwiU3RhcnREYXRlIjoiMjAyNi0wNS0wM1QwMDowMDowMFoiLCJFbmREYXRlIjoiMjAyNi0wNS0yOVQyMzo1OTowMFoiLCJQZXJjZW50YWdlQ29tcGxldGUiOm51bGwsIlN0eWxlIjp7IiRpZCI6IjMzMyIsIlNoYXBlIjoxLCJTaGFwZVRoaWNrbmVzcyI6MCwiRHVyYXRpb25Gb3JtYXQiOjAsIkluY2x1ZGVOb25Xb3JraW5nRGF5c0luRHVyYXRpb24iOmZhbHNlLCJQZXJjZW50YWdlQ29tcGxldGVTdHlsZSI6eyIkaWQiOiIzMzQiLCJGb250U2V0dGluZ3MiOnsiJGlkIjoiMzM1IiwiRm9udFNpemUiOjEwLCJGb250TmFtZSI6IkNhbGlicmkiLCJJc0JvbGQiOmZhbHNlLCJJc0l0YWxpYyI6ZmFsc2UsIklzVW5kZXJsaW5lZCI6ZmFsc2UsIlBhcmVudFN0eWxlIjpudWxsfSwiQXV0b1NpemUiOjAsIkZvcmVncm91bmQiOnsiJGlkIjoiMzM2IiwiQ29sb3IiOnsiJGlkIjoiMz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zOCIsIlRvcCI6MC4wLCJMZWZ0IjowLjAsIlJpZ2h0IjowLjAsIkJvdHRvbSI6MC4wfSwiUGFkZGluZyI6eyIkaWQiOiIzMzkiLCJUb3AiOjAuMCwiTGVmdCI6MC4wLCJSaWdodCI6MC4wLCJCb3R0b20iOjAuMH0sIkJhY2tncm91bmQiOnsiJGlkIjoiMzQwIiwiQ29sb3IiOnsiJGlkIjoiMzQxIiwiQSI6ODksIlIiOjAsIkciOjAsIkIiOjB9fSwiSXNWaXNpYmxlIjp0cnVlLCJXaWR0aCI6MC4wLCJIZWlnaHQiOjAuMCwiQm9yZGVyU3R5bGUiOnsiJGlkIjoiMzQyIiwiTGluZUNvbG9yIjpudWxsLCJMaW5lV2VpZ2h0IjowLjAsIkxpbmVUeXBlIjowLCJQYXJlbnRTdHlsZSI6bnVsbH0sIlBhcmVudFN0eWxlIjpudWxsfSwiRHVyYXRpb25TdHlsZSI6eyIkaWQiOiIzNDMiLCJGb250U2V0dGluZ3MiOnsiJGlkIjoiMzQ0IiwiRm9udFNpemUiOjEwLCJGb250TmFtZSI6IkNhbGlicmkiLCJJc0JvbGQiOmZhbHNlLCJJc0l0YWxpYyI6ZmFsc2UsIklzVW5kZXJsaW5lZCI6ZmFsc2UsIlBhcmVudFN0eWxlIjpudWxsfSwiQXV0b1NpemUiOjAsIkZvcmVncm91bmQiOnsiJGlkIjoiMzQ1IiwiQ29sb3IiOnsiJGlkIjoiMz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NDciLCJUb3AiOjAuMCwiTGVmdCI6MC4wLCJSaWdodCI6MC4wLCJCb3R0b20iOjAuMH0sIlBhZGRpbmciOnsiJGlkIjoiMzQ4IiwiVG9wIjowLjAsIkxlZnQiOjAuMCwiUmlnaHQiOjAuMCwiQm90dG9tIjowLjB9LCJCYWNrZ3JvdW5kIjp7IiRpZCI6IjM0OSIsIkNvbG9yIjp7IiRpZCI6IjM1MCIsIkEiOjI1NSwiUiI6NjgsIkciOjg0LCJCIjoxMDZ9fSwiSXNWaXNpYmxlIjp0cnVlLCJXaWR0aCI6MC4wLCJIZWlnaHQiOjAuMCwiQm9yZGVyU3R5bGUiOnsiJGlkIjoiMzUxIiwiTGluZUNvbG9yIjpudWxsLCJMaW5lV2VpZ2h0IjowLjAsIkxpbmVUeXBlIjowLCJQYXJlbnRTdHlsZSI6bnVsbH0sIlBhcmVudFN0eWxlIjpudWxsfSwiSG9yaXpvbnRhbENvbm5lY3RvclN0eWxlIjp7IiRpZCI6IjM1MiIsIkxpbmVDb2xvciI6eyIkaWQiOiIzNTMiLCIkdHlwZSI6Ik5MUkUuQ29tbW9uLkRvbS5Tb2xpZENvbG9yQnJ1c2gsIE5MUkUuQ29tbW9uIiwiQ29sb3IiOnsiJGlkIjoiMzU0IiwiQSI6MjU1LCJSIjowLCJHIjowLCJCIjowfX0sIkxpbmVXZWlnaHQiOjAuMCwiTGluZVR5cGUiOjAsIlBhcmVudFN0eWxlIjpudWxsfSwiVmVydGljYWxDb25uZWN0b3JTdHlsZSI6eyIkaWQiOiIzNTUiLCJMaW5lQ29sb3IiOnsiJGlkIjoiMzU2IiwiJHR5cGUiOiJOTFJFLkNvbW1vbi5Eb20uU29saWRDb2xvckJydXNoLCBOTFJFLkNvbW1vbiIsIkNvbG9yIjp7IiRpZCI6IjM1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zU4IiwiU2hhcGVTdHlsZSI6eyIkaWQiOiIzNTkiLCJNYXJnaW4iOnsiJGlkIjoiMzYwIiwiVG9wIjowLjAsIkxlZnQiOjAuMCwiUmlnaHQiOjAuMCwiQm90dG9tIjowLjB9LCJQYWRkaW5nIjp7IiRpZCI6IjM2MSIsIlRvcCI6MC4wLCJMZWZ0IjowLjAsIlJpZ2h0IjowLjAsIkJvdHRvbSI6MC4wfSwiQmFja2dyb3VuZCI6eyIkaWQiOiIzNjIiLCJDb2xvciI6eyIkaWQiOiIzNjMiLCJBIjoxNTMsIlIiOjAsIkciOjAsIkIiOjB9fSwiSXNWaXNpYmxlIjp0cnVlLCJXaWR0aCI6MC4wLCJIZWlnaHQiOjAuMCwiQm9yZGVyU3R5bGUiOm51bGwsIlBhcmVudFN0eWxlIjpudWxsfSwiTWFyZ2luIjp7IiRpZCI6IjM2NCIsIlRvcCI6MC4wLCJMZWZ0IjowLjAsIlJpZ2h0IjowLjAsIkJvdHRvbSI6MC4wfSwiUGFkZGluZyI6eyIkaWQiOiIzNjUiLCJUb3AiOjAuMCwiTGVmdCI6MC4wLCJSaWdodCI6MC4wLCJCb3R0b20iOjAuMH0sIkJhY2tncm91bmQiOm51bGwsIklzVmlzaWJsZSI6dHJ1ZSwiV2lkdGgiOjAuMCwiSGVpZ2h0IjowLjAsIkJvcmRlclN0eWxlIjpudWxsLCJQYXJlbnRTdHlsZSI6bnVsbH0sIlNoYXBlU3R5bGUiOnsiJGlkIjoiMzY2IiwiTWFyZ2luIjp7IiRpZCI6IjM2NyIsIlRvcCI6MC4wLCJMZWZ0Ijo0LjAsIlJpZ2h0Ijo0LjAsIkJvdHRvbSI6MC4wfSwiUGFkZGluZyI6eyIkaWQiOiIzNjgiLCJUb3AiOjAuMCwiTGVmdCI6MC4wLCJSaWdodCI6MC4wLCJCb3R0b20iOjAuMH0sIkJhY2tncm91bmQiOnsiJGlkIjoiMzY5IiwiQ29sb3IiOnsiJGlkIjoiMzcwIiwiQSI6MjU1LCJSIjoyNTUsIkciOjE5MiwiQiI6MH19LCJJc1Zpc2libGUiOnRydWUsIldpZHRoIjowLjAsIkhlaWdodCI6MTAuMCwiQm9yZGVyU3R5bGUiOnsiJGlkIjoiMzcxIiwiTGluZUNvbG9yIjp7IiRpZCI6IjM3MiIsIiR0eXBlIjoiTkxSRS5Db21tb24uRG9tLlNvbGlkQ29sb3JCcnVzaCwgTkxSRS5Db21tb24iLCJDb2xvciI6eyIkaWQiOiIzNzMiLCJBIjoyNTUsIlIiOjIzNCwiRyI6MjIsIkIiOjMwfX0sIkxpbmVXZWlnaHQiOjAuMCwiTGluZVR5cGUiOjAsIlBhcmVudFN0eWxlIjpudWxsfSwiUGFyZW50U3R5bGUiOm51bGx9LCJUaXRsZVN0eWxlIjp7IiRpZCI6IjM3NCIsIkZvbnRTZXR0aW5ncyI6eyIkaWQiOiIzNzUiLCJGb250U2l6ZSI6MTEsIkZvbnROYW1lIjoiVGl0aWxsaXVtIFdlYiIsIklzQm9sZCI6ZmFsc2UsIklzSXRhbGljIjpmYWxzZSwiSXNVbmRlcmxpbmVkIjpmYWxzZSwiUGFyZW50U3R5bGUiOm51bGx9LCJBdXRvU2l6ZSI6MCwiRm9yZWdyb3VuZCI6eyIkaWQiOiIzNzYiLCJDb2xvciI6eyIkaWQiOiIzNz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Mzc4IiwiVG9wIjowLjAsIkxlZnQiOjAuMCwiUmlnaHQiOjAuMCwiQm90dG9tIjowLjB9LCJQYWRkaW5nIjp7IiRpZCI6IjM3OSIsIlRvcCI6MC4wLCJMZWZ0IjowLjAsIlJpZ2h0IjowLjAsIkJvdHRvbSI6MC4wfSwiQmFja2dyb3VuZCI6eyIkaWQiOiIzODAiLCJDb2xvciI6eyIkaWQiOiIzODEiLCJBIjowLCJSIjoyNTUsIkciOjI1NSwiQiI6MjU1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lRpdGlsbGl1bSBXZWIiLCJJc0JvbGQiOmZhbHNlLCJJc0l0YWxpYyI6ZmFsc2UsIklzVW5kZXJsaW5lZCI6ZmFsc2UsIlBhcmVudFN0eWxlIjpudWxsfSwiQXV0b1NpemUiOjAsIkZvcmVncm91bmQiOnsiJGlkIjoiMzg1IiwiQ29sb3IiOnsiJGlkIjoiMzg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CwiUiI6MjU1LCJHIjoyNTUsIkIiOjI1NX19LCJJc1Zpc2libGUiOnRydWUsIldpZHRoIjowLjAsIkhlaWdodCI6MC4wLCJCb3JkZXJTdHlsZSI6eyIkaWQiOiIzOTEiLCJMaW5lQ29sb3IiOm51bGwsIkxpbmVXZWlnaHQiOjAuMCwiTGluZVR5cGUiOjAsIlBhcmVudFN0eWxlIjpudWxsfSwiUGFyZW50U3R5bGUiOm51bGx9LCJEYXRlRm9ybWF0Ijp7IiRpZCI6IjM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MiLCJGb3JtYXQiOjAsIklzVmlzaWJsZSI6ZmFsc2UsIkxhc3RLbm93blZpc2liaWxpdHlTdGF0ZSI6ZmFsc2V9LCJJc1Zpc2libGUiOnRydWUsIlZhcmlhbmNlU3R5bGUiOnsiJGlkIjoiMzk0IiwiVGV4dFN0eWxlIjp7IiRpZCI6IjM5NSIsIkZvbnRTZXR0aW5ncyI6eyIkaWQiOiIzOTYiLCJGb250U2l6ZSI6MTAsIkZvbnROYW1lIjoiQ2FsaWJyaSIsIklzQm9sZCI6ZmFsc2UsIklzSXRhbGljIjpmYWxzZSwiSXNVbmRlcmxpbmVkIjpmYWxzZSwiUGFyZW50U3R5bGUiOm51bGx9LCJBdXRvU2l6ZSI6MCwiRm9yZWdyb3VuZCI6eyIkaWQiOiIzOTciLCJDb2xvciI6eyIkaWQiOiIzOT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5IiwiVG9wIjowLjAsIkxlZnQiOjAuMCwiUmlnaHQiOjAuMCwiQm90dG9tIjowLjB9LCJQYWRkaW5nIjp7IiRpZCI6IjQwMCIsIlRvcCI6MC4wLCJMZWZ0IjowLjAsIlJpZ2h0IjowLjAsIkJvdHRvbSI6MC4wfSwiQmFja2dyb3VuZCI6eyIkaWQiOiI0MDEiLCJDb2xvciI6eyIkaWQiOiI0MDIiLCJBIjoyNTUsIlIiOjAsIkciOjAsIkIiOjB9fSwiSXNWaXNpYmxlIjp0cnVlLCJXaWR0aCI6MC4wLCJIZWlnaHQiOjAuMCwiQm9yZGVyU3R5bGUiOnsiJGlkIjoiNDAzIiwiTGluZUNvbG9yIjpudWxsLCJMaW5lV2VpZ2h0IjowLjAsIkxpbmVUeXBlIjowLCJQYXJlbnRTdHlsZSI6bnVsbH0sIlBhcmVudFN0eWxlIjpudWxsfSwiUGFyZW50U3R5bGUiOm51bGx9LCJQYXJlbnRTdHlsZSI6bnVsbH0sIkluZGV4IjozLCJTbWFydER1cmF0aW9uQWN0aXZhdGVkIjpmYWxzZSwiRGF0ZUZvcm1hdCI6eyIkcmVmIjoiMzkyIn0sIldlZWtOdW1iZXJpbmciOnsiJGlkIjoiNDA0IiwiRm9ybWF0IjowLCJJc1Zpc2libGUiOmZhbHNlLCJMYXN0S25vd25WaXNpYmlsaXR5U3RhdGUiOmZhbHNlfSwiQmFzZWxpbmVEYXRhIjp7IiRpZCI6IjQwNSIsIlN0YXJ0RGF0ZSI6IjIwMjYtMDUtMDNUMDA6MDA6MDAiLCJFbmREYXRlIjoiMjAyNi0wNS0yOVQyMzo1OTowMCJ9LCJJZCI6IjViYzJmZjZkLWY5MDktNDJlYy05OGQwLWM3MTE1MjRkNjZjYSIsIkltcG9ydElkIjpudWxsLCJUaXRsZSI6IkNhc29zIGRlIHVzbyB5IGFycXVpdGVjdHVyYSBjb25jZXB0dWFsIChTcHJpbnQgMSB5IDIpIiwiTm90ZSI6bnVsbCwiSHlwZXJsaW5rIjp7IiRpZCI6IjQwNiIsIkFkZHJlc3MiOiIiLCJTdWJBZGRyZXNzIjoiIn0sIklzQ2hhbmdlZCI6ZmFsc2UsIklzTmV3IjpmYWxzZX19XSwiX21pbGVzdG9uZXMiOltdLCJJZCI6IjAwMDAwMDAwLTAwMDAtMDAwMC0wMDAwLTAwMDAwMDAwMDAwMCIsIklzU2luZ2xlSXRlbVJvdyI6dHJ1ZX1dLCJJbmRleCI6MiwiSWQiOiI0YzNjZjgzYy1lMzZjLTRkOGMtYjQ4ZS1hZmM1MzY4ZmVlY2EiLCJIZWFkZXJUZXh0IjpudWxsLCJJc0RlZmF1bHQiOnRydWUsIlN0eWxlIjp7IiRpZCI6IjQwNyIsIkhlYWRlclN0eWxlIjp7IiRpZCI6IjQwOCIsIlRleHRTdHlsZSI6eyIkaWQiOiI0MDkiLCJGb250U2V0dGluZ3MiOnsiJGlkIjoiNDEwIiwiRm9udFNpemUiOjExLCJGb250TmFtZSI6IkNhbGlicmkiLCJJc0JvbGQiOmZhbHNlLCJJc0l0YWxpYyI6ZmFsc2UsIklzVW5kZXJsaW5lZCI6ZmFsc2UsIlBhcmVudFN0eWxlIjpudWxsfSwiQXV0b1NpemUiOjIsIkZvcmVncm91bmQiOnsiJGlkIjoiNDExIiwiQ29sb3IiOnsiJGlkIjoiNDE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EzIiwiVG9wIjowLjAsIkxlZnQiOjAuMCwiUmlnaHQiOjAuMCwiQm90dG9tIjowLjB9LCJQYWRkaW5nIjp7IiRpZCI6IjQxNCIsIlRvcCI6MC4wLCJMZWZ0IjowLjAsIlJpZ2h0IjowLjAsIkJvdHRvbSI6MC4wfSwiQmFja2dyb3VuZCI6eyIkaWQiOiI0MTUiLCJDb2xvciI6eyIkaWQiOiI0MTYiLCJBIjoyNTUsIlIiOjY0LCJHIjo2NCwiQiI6NjR9fSwiSXNWaXNpYmxlIjp0cnVlLCJXaWR0aCI6MC4wLCJIZWlnaHQiOjAuMCwiQm9yZGVyU3R5bGUiOm51bGwsIlBhcmVudFN0eWxlIjpudWxsfSwiUmVjdGFuZ2xlU3R5bGUiOnsiJGlkIjoiNDE3IiwiTWFyZ2luIjp7IiRpZCI6IjQxOCIsIlRvcCI6MC4wLCJMZWZ0IjowLjAsIlJpZ2h0IjowLjAsIkJvdHRvbSI6MC4wfSwiUGFkZGluZyI6eyIkaWQiOiI0MTkiLCJUb3AiOjAuMCwiTGVmdCI6MC4wLCJSaWdodCI6MC4wLCJCb3R0b20iOjAuMH0sIkJhY2tncm91bmQiOnsiJGlkIjoiNDIwIiwiQ29sb3IiOnsiJGlkIjoiNDIxIiwiQSI6MTI3LCJSIjoyNTUsIkciOjE5MiwiQiI6MH19LCJJc1Zpc2libGUiOnRydWUsIldpZHRoIjowLjAsIkhlaWdodCI6MC4wLCJCb3JkZXJTdHlsZSI6eyIkaWQiOiI0MjIiLCJMaW5lQ29sb3IiOnsiJGlkIjoiNDIzIiwiJHR5cGUiOiJOTFJFLkNvbW1vbi5Eb20uU29saWRDb2xvckJydXNoLCBOTFJFLkNvbW1vbiIsIkNvbG9yIjp7IiRpZCI6IjQyNCIsIkEiOjI1NSwiUiI6MjU1LCJHIjoyNTUsIkIiOjI1NX19LCJMaW5lV2VpZ2h0IjowLjAsIkxpbmVUeXBlIjowLCJQYXJlbnRTdHlsZSI6bnVsbH0sIlBhcmVudFN0eWxlIjpudWxsfSwiTWFyZ2luIjp7IiRpZCI6IjQyNSIsIlRvcCI6MC4wLCJMZWZ0IjowLjAsIlJpZ2h0IjowLjAsIkJvdHRvbSI6MC4wfSwiUGFkZGluZyI6eyIkaWQiOiI0MjYiLCJUb3AiOjAuMCwiTGVmdCI6MC4wLCJSaWdodCI6MC4wLCJCb3R0b20iOjAuMH0sIkJhY2tncm91bmQiOm51bGwsIklzVmlzaWJsZSI6dHJ1ZSwiV2lkdGgiOjAuMCwiSGVpZ2h0IjowLjAsIkJvcmRlclN0eWxlIjpudWxsLCJQYXJlbnRTdHlsZSI6bnVsbH0sIkJhY2tncm91bmRTdHlsZSI6eyIkaWQiOiI0MjciLCJNYXJnaW4iOnsiJGlkIjoiNDI4IiwiVG9wIjowLjAsIkxlZnQiOjAuMCwiUmlnaHQiOjAuMCwiQm90dG9tIjowLjB9LCJQYWRkaW5nIjp7IiRpZCI6IjQyOSIsIlRvcCI6MC4wLCJMZWZ0IjowLjAsIlJpZ2h0IjowLjAsIkJvdHRvbSI6MC4wfSwiQmFja2dyb3VuZCI6eyIkaWQiOiI0MzAiLCJDb2xvciI6eyIkaWQiOiI0MzEiLCJBIjo1MSwiUiI6MjAwLCJHIjoyMDAsIkIiOjIwMH19LCJJc1Zpc2libGUiOnRydWUsIldpZHRoIjowLjAsIkhlaWdodCI6MC4wLCJCb3JkZXJTdHlsZSI6eyIkaWQiOiI0MzIiLCJMaW5lQ29sb3IiOnsiJGlkIjoiNDMzIiwiJHR5cGUiOiJOTFJFLkNvbW1vbi5Eb20uU29saWRDb2xvckJydXNoLCBOTFJFLkNvbW1vbiIsIkNvbG9yIjp7IiRpZCI6IjQzNCIsIkEiOjI1NSwiUiI6MjM0LCJHIjoyMiwiQiI6MzB9fSwiTGluZVdlaWdodCI6MC4wLCJMaW5lVHlwZSI6MCwiUGFyZW50U3R5bGUiOm51bGx9LCJQYXJlbnRTdHlsZSI6bnVsbH0sIk1hcmdpbiI6eyIkaWQiOiI0MzUiLCJUb3AiOjAuMCwiTGVmdCI6MC4wLCJSaWdodCI6MC4wLCJCb3R0b20iOjAuMH0sIlBhZGRpbmciOnsiJGlkIjoiNDM2IiwiVG9wIjowLjAsIkxlZnQiOjAuMCwiUmlnaHQiOjAuMCwiQm90dG9tIjowLjB9LCJJc1Zpc2libGUiOnRydWUsIldpZHRoIjowLjAsIkhlaWdodCI6MC4wLCJCb3JkZXJTdHlsZSI6eyIkaWQiOiI0MzciLCJMaW5lQ29sb3IiOm51bGwsIkxpbmVXZWlnaHQiOjAuMCwiTGluZVR5cGUiOjAsIlBhcmVudFN0eWxlIjpudWxsfSwiUGFyZW50U3R5bGUiOm51bGx9fV0sIklkIjoiNmI1Nzc0OGMtZGYyMS00ZDE1LWI3YWMtMTFiZjg4OTUxYzY5IiwiSW5kZXgiOjIsIkhlYWRlclRleHQiOiJJZGVhY2nDs25cclxuIiwiU3R5bGUiOnsiJGlkIjoiNDM4IiwiU3R5bGVJZCI6Ijk4NTEzZTEwLTU1MWMtNGYzMC1hYzExLWEwNjkwZTkwMzEzNCIsIkhlYWRlclN0eWxlIjp7IiRpZCI6IjQzOSIsIlRleHRJc1ZlcnRpY2FsIjpmYWxzZSwiVGV4dFN0eWxlIjp7IiRpZCI6IjQ0MCIsIkZvbnRTZXR0aW5ncyI6eyIkaWQiOiI0NDEiLCJGb250U2l6ZSI6MTEsIkZvbnROYW1lIjoiVGl0aWxsaXVtIFdlYiIsIklzQm9sZCI6ZmFsc2UsIklzSXRhbGljIjpmYWxzZSwiSXNVbmRlcmxpbmVkIjpmYWxzZSwiUGFyZW50U3R5bGUiOm51bGx9LCJBdXRvU2l6ZSI6MiwiRm9yZWdyb3VuZCI6eyIkaWQiOiI0NDIiLCJDb2xvciI6eyIkaWQiOiI0ND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zgsIkciOjM4LCJCIjozOH19LCJJc1Zpc2libGUiOnRydWUsIldpZHRoIjowLjAsIkhlaWdodCI6MC4wLCJCb3JkZXJTdHlsZSI6bnVsbCwiUGFyZW50U3R5bGUiOm51bGx9LCJSZWN0YW5nbGVTdHlsZSI6eyIkaWQiOiI0NDgiLCJNYXJnaW4iOnsiJGlkIjoiNDQ5IiwiVG9wIjowLjAsIkxlZnQiOjAuMCwiUmlnaHQiOjAuMCwiQm90dG9tIjowLjB9LCJQYWRkaW5nIjp7IiRpZCI6IjQ1MCIsIlRvcCI6MC4wLCJMZWZ0IjowLjAsIlJpZ2h0IjowLjAsIkJvdHRvbSI6MC4wfSwiQmFja2dyb3VuZCI6eyIkaWQiOiI0NTEiLCJDb2xvciI6eyIkaWQiOiI0NTIiLCJBIjoyNTUsIlIiOjI1NSwiRyI6MTkyLCJCIjowfX0sIklzVmlzaWJsZSI6dHJ1ZSwiV2lkdGgiOjAuMCwiSGVpZ2h0IjowLjAsIkJvcmRlclN0eWxlIjp7IiRpZCI6IjQ1MyIsIkxpbmVDb2xvciI6eyIkaWQiOiI0NTQiLCIkdHlwZSI6Ik5MUkUuQ29tbW9uLkRvbS5Tb2xpZENvbG9yQnJ1c2gsIE5MUkUuQ29tbW9uIiwiQ29sb3IiOnsiJGlkIjoiNDU1IiwiQSI6MjU1LCJSIjoyNTUsIkciOjI1NSwiQiI6MjU1fX0sIkxpbmVXZWlnaHQiOjAuMCwiTGluZVR5cGUiOjAsIlBhcmVudFN0eWxlIjpudWxsfSwiUGFyZW50U3R5bGUiOm51bGx9LCJNYXJnaW4iOnsiJGlkIjoiNDU2IiwiVG9wIjowLjAsIkxlZnQiOjAuMCwiUmlnaHQiOjAuMCwiQm90dG9tIjowLjB9LCJQYWRkaW5nIjp7IiRpZCI6IjQ1NyIsIlRvcCI6MC4wLCJMZWZ0IjowLjAsIlJpZ2h0IjowLjAsIkJvdHRvbSI6MC4wfSwiQmFja2dyb3VuZCI6bnVsbCwiSXNWaXNpYmxlIjp0cnVlLCJXaWR0aCI6MC4wLCJIZWlnaHQiOjAuMCwiQm9yZGVyU3R5bGUiOm51bGwsIlBhcmVudFN0eWxlIjpudWxsfSwiQmFja2dyb3VuZFN0eWxlIjp7IiRpZCI6IjQ1OCIsIk1hcmdpbiI6eyIkaWQiOiI0NTkiLCJUb3AiOjAuMCwiTGVmdCI6MC4wLCJSaWdodCI6MC4wLCJCb3R0b20iOjAuMH0sIlBhZGRpbmciOnsiJGlkIjoiNDYwIiwiVG9wIjowLjAsIkxlZnQiOjAuMCwiUmlnaHQiOjAuMCwiQm90dG9tIjowLjB9LCJCYWNrZ3JvdW5kIjp7IiRpZCI6IjQ2MSIsIkNvbG9yIjp7IiRpZCI6IjQ2MiIsIkEiOjUxLCJSIjoyMDAsIkciOjIwMCwiQiI6MjAwfX0sIklzVmlzaWJsZSI6dHJ1ZSwiV2lkdGgiOjAuMCwiSGVpZ2h0IjowLjAsIkJvcmRlclN0eWxlIjp7IiRpZCI6IjQ2MyIsIkxpbmVDb2xvciI6eyIkaWQiOiI0NjQiLCIkdHlwZSI6Ik5MUkUuQ29tbW9uLkRvbS5Tb2xpZENvbG9yQnJ1c2gsIE5MUkUuQ29tbW9uIiwiQ29sb3IiOnsiJGlkIjoiNDY1IiwiQSI6MjU1LCJSIjoyMzQsIkciOjIyLCJCIjozMH19LCJMaW5lV2VpZ2h0IjowLjAsIkxpbmVUeXBlIjowLCJQYXJlbnRTdHlsZSI6bnVsbH0sIlBhcmVudFN0eWxlIjpudWxsfSwiSXNBYm92ZVRpbWViYW5kIjpmYWxzZSwiU3BhY2luZyI6MiwiRGVmYXVsdFN3aW1sYW5lVGFza1N0eWxlIjp7IiRpZCI6IjQ2NiIsIiR0eXBlIjoiTkxSRS5Db21tb24uRG9tLlN0eWxlcy5FeHBsaWNpdFNldGFibGVUYXNrU3R5bGUsIE5MUkUuQ29tbW9uIiwiU2hhcGUiOjEsIlNoYXBlVGhpY2tuZXNzIjowLCJEdXJhdGlvbkZvcm1hdCI6MCwiSW5jbHVkZU5vbldvcmtpbmdEYXlzSW5EdXJhdGlvbiI6ZmFsc2UsIlBlcmNlbnRhZ2VDb21wbGV0ZVN0eWxlIjp7IiRpZCI6IjQ2NyIsIkZvbnRTZXR0aW5ncyI6eyIkaWQiOiI0NjgiLCJGb250U2l6ZSI6MTAsIkZvbnROYW1lIjoiQ2FsaWJyaSIsIklzQm9sZCI6ZmFsc2UsIklzSXRhbGljIjpmYWxzZSwiSXNVbmRlcmxpbmVkIjpmYWxzZSwiUGFyZW50U3R5bGUiOm51bGx9LCJBdXRvU2l6ZSI6MCwiRm9yZWdyb3VuZCI6eyIkaWQiOiI0NjkiLCJDb2xvciI6eyIkaWQiOiI0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cxIiwiVG9wIjowLjAsIkxlZnQiOjAuMCwiUmlnaHQiOjAuMCwiQm90dG9tIjowLjB9LCJQYWRkaW5nIjp7IiRpZCI6IjQ3MiIsIlRvcCI6MC4wLCJMZWZ0IjowLjAsIlJpZ2h0IjowLjAsIkJvdHRvbSI6MC4wfSwiQmFja2dyb3VuZCI6eyIkaWQiOiI0NzMiLCJDb2xvciI6eyIkaWQiOiI0NzQiLCJBIjo4OSwiUiI6MCwiRyI6MCwiQiI6MH19LCJJc1Zpc2libGUiOnRydWUsIldpZHRoIjowLjAsIkhlaWdodCI6MC4wLCJCb3JkZXJTdHlsZSI6eyIkaWQiOiI0NzUiLCJMaW5lQ29sb3IiOm51bGwsIkxpbmVXZWlnaHQiOjAuMCwiTGluZVR5cGUiOjAsIlBhcmVudFN0eWxlIjpudWxsfSwiUGFyZW50U3R5bGUiOm51bGx9LCJEdXJhdGlvblN0eWxlIjp7IiRpZCI6IjQ3NiIsIkZvbnRTZXR0aW5ncyI6eyIkaWQiOiI0NzciLCJGb250U2l6ZSI6MTAsIkZvbnROYW1lIjoiQ2FsaWJyaSIsIklzQm9sZCI6ZmFsc2UsIklzSXRhbGljIjpmYWxzZSwiSXNVbmRlcmxpbmVkIjpmYWxzZSwiUGFyZW50U3R5bGUiOm51bGx9LCJBdXRvU2l6ZSI6MCwiRm9yZWdyb3VuZCI6eyIkaWQiOiI0NzgiLCJDb2xvciI6eyIkaWQiOiI0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4MCIsIlRvcCI6MC4wLCJMZWZ0IjowLjAsIlJpZ2h0IjowLjAsIkJvdHRvbSI6MC4wfSwiUGFkZGluZyI6eyIkaWQiOiI0ODEiLCJUb3AiOjAuMCwiTGVmdCI6MC4wLCJSaWdodCI6MC4wLCJCb3R0b20iOjAuMH0sIkJhY2tncm91bmQiOnsiJGlkIjoiNDgyIiwiQ29sb3IiOnsiJGlkIjoiNDgzIiwiQSI6MjU1LCJSIjo2OCwiRyI6ODQsIkIiOjEwNn19LCJJc1Zpc2libGUiOnRydWUsIldpZHRoIjowLjAsIkhlaWdodCI6MC4wLCJCb3JkZXJTdHlsZSI6eyIkaWQiOiI0ODQiLCJMaW5lQ29sb3IiOm51bGwsIkxpbmVXZWlnaHQiOjAuMCwiTGluZVR5cGUiOjAsIlBhcmVudFN0eWxlIjpudWxsfSwiUGFyZW50U3R5bGUiOm51bGx9LCJIb3Jpem9udGFsQ29ubmVjdG9yU3R5bGUiOnsiJGlkIjoiNDg1IiwiTGluZUNvbG9yIjp7IiRpZCI6IjQ4NiIsIiR0eXBlIjoiTkxSRS5Db21tb24uRG9tLlNvbGlkQ29sb3JCcnVzaCwgTkxSRS5Db21tb24iLCJDb2xvciI6eyIkaWQiOiI0ODciLCJBIjoyNTUsIlIiOjAsIkciOjAsIkIiOjB9fSwiTGluZVdlaWdodCI6MC4wLCJMaW5lVHlwZSI6MCwiUGFyZW50U3R5bGUiOm51bGx9LCJWZXJ0aWNhbENvbm5lY3RvclN0eWxlIjp7IiRpZCI6IjQ4OCIsIkxpbmVDb2xvciI6eyIkaWQiOiI0ODkiLCIkdHlwZSI6Ik5MUkUuQ29tbW9uLkRvbS5Tb2xpZENvbG9yQnJ1c2gsIE5MUkUuQ29tbW9uIiwiQ29sb3IiOnsiJGlkIjoiNDk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DkxIiwiU2hhcGVTdHlsZSI6eyIkaWQiOiI0OTIiLCJNYXJnaW4iOnsiJGlkIjoiNDkzIiwiVG9wIjowLjAsIkxlZnQiOjAuMCwiUmlnaHQiOjAuMCwiQm90dG9tIjowLjB9LCJQYWRkaW5nIjp7IiRpZCI6IjQ5NCIsIlRvcCI6MC4wLCJMZWZ0IjowLjAsIlJpZ2h0IjowLjAsIkJvdHRvbSI6MC4wfSwiQmFja2dyb3VuZCI6eyIkaWQiOiI0OTUiLCJDb2xvciI6eyIkaWQiOiI0OTYiLCJBIjoxNTMsIlIiOjAsIkciOjAsIkIiOjB9fSwiSXNWaXNpYmxlIjp0cnVlLCJXaWR0aCI6MC4wLCJIZWlnaHQiOjAuMCwiQm9yZGVyU3R5bGUiOnsiJGlkIjoiNDk3IiwiTGluZUNvbG9yIjp7IiRpZCI6IjQ5OCIsIiR0eXBlIjoiTkxSRS5Db21tb24uRG9tLlNvbGlkQ29sb3JCcnVzaCwgTkxSRS5Db21tb24iLCJDb2xvciI6eyIkaWQiOiI0OTkiLCJBIjoyNTUsIlIiOjI1NSwiRyI6MCwiQiI6MH19LCJMaW5lV2VpZ2h0IjowLjAsIkxpbmVUeXBlIjowLCJQYXJlbnRTdHlsZSI6bnVsbH0sIlBhcmVudFN0eWxlIjpudWxsfSwiTWFyZ2luIjp7IiRpZCI6IjUwMCIsIlRvcCI6MC4wLCJMZWZ0IjowLjAsIlJpZ2h0IjowLjAsIkJvdHRvbSI6MC4wfSwiUGFkZGluZyI6eyIkaWQiOiI1MDEiLCJUb3AiOjAuMCwiTGVmdCI6MC4wLCJSaWdodCI6MC4wLCJCb3R0b20iOjAuMH0sIkJhY2tncm91bmQiOm51bGwsIklzVmlzaWJsZSI6dHJ1ZSwiV2lkdGgiOjAuMCwiSGVpZ2h0IjowLjAsIkJvcmRlclN0eWxlIjpudWxsLCJQYXJlbnRTdHlsZSI6bnVsbH0sIlNoYXBlU3R5bGUiOnsiJGlkIjoiNTAyIiwiTWFyZ2luIjp7IiRpZCI6IjUwMyIsIlRvcCI6MC4wLCJMZWZ0Ijo0LjAsIlJpZ2h0Ijo0LjAsIkJvdHRvbSI6MC4wfSwiUGFkZGluZyI6eyIkaWQiOiI1MDQiLCJUb3AiOjAuMCwiTGVmdCI6MC4wLCJSaWdodCI6MC4wLCJCb3R0b20iOjAuMH0sIkJhY2tncm91bmQiOnsiJGlkIjoiNTA1IiwiQ29sb3IiOnsiJGlkIjoiNTA2IiwiQSI6MjU1LCJSIjoyNTUsIkciOjE5MiwiQiI6MH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TEsIkZvbnROYW1lIjoiQ2FsaWJyaSIsIklzQm9sZCI6ZmFsc2UsIklzSXRhbGljIjpmYWxzZSwiSXNVbmRlcmxpbmVkIjpmYWxzZSwiUGFyZW50U3R5bGUiOm51bGx9LCJBdXRvU2l6ZSI6MCwiRm9yZWdyb3VuZCI6eyIkaWQiOiI1MTIiLCJDb2xvciI6eyIkaWQiOiI1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yNTUsIlIiOjAsIkciOjAsIkIiOjB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AsIkZvbnROYW1lIjoiQ2FsaWJyaSIsIklzQm9sZCI6ZmFsc2UsIklzSXRhbGljIjpmYWxzZSwiSXNVbmRlcmxpbmVkIjpmYWxzZSwiUGFyZW50U3R5bGUiOm51bGx9LCJBdXRvU2l6ZSI6MCwiRm9yZWdyb3VuZCI6eyIkaWQiOiI1MjEiLCJDb2xvciI6eyIkaWQiOiI1MjI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UyMyIsIlRvcCI6MC4wLCJMZWZ0IjowLjAsIlJpZ2h0IjowLjAsIkJvdHRvbSI6MC4wfSwiUGFkZGluZyI6eyIkaWQiOiI1MjQiLCJUb3AiOjAuMCwiTGVmdCI6MC4wLCJSaWdodCI6MC4wLCJCb3R0b20iOjAuMH0sIkJhY2tncm91bmQiOnsiJGlkIjoiNTI1IiwiQ29sb3IiOnsiJGlkIjoiNTI2IiwiQSI6MjU1LCJSIjo2OCwiRyI6ODQsIkIiOjEwNn19LCJJc1Zpc2libGUiOnRydWUsIldpZHRoIjowLjAsIkhlaWdodCI6MC4wLCJCb3JkZXJTdHlsZSI6eyIkaWQiOiI1MjciLCJMaW5lQ29sb3IiOm51bGwsIkxpbmVXZWlnaHQiOjAuMCwiTGluZVR5cGUiOjAsIlBhcmVudFN0eWxlIjpudWxsfSwiUGFyZW50U3R5bGUiOm51bGx9LCJEYXRlRm9ybWF0Ijp7IiRpZCI6IjU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kiLCJGb3JtYXQiOjAsIklzVmlzaWJsZSI6ZmFsc2UsIkxhc3RLbm93blZpc2liaWxpdHlTdGF0ZSI6ZmFsc2V9LCJJc1Zpc2libGUiOnRydWUsIlZhcmlhbmNlU3R5bGUiOnsiJGlkIjoiNTMwIiwiVGV4dFN0eWxlIjp7IiRpZCI6IjUzMSIsIkZvbnRTZXR0aW5ncyI6eyIkaWQiOiI1MzIiLCJGb250U2l6ZSI6MTAsIkZvbnROYW1lIjoiQ2FsaWJyaSIsIklzQm9sZCI6ZmFsc2UsIklzSXRhbGljIjpmYWxzZSwiSXNVbmRlcmxpbmVkIjpmYWxzZSwiUGFyZW50U3R5bGUiOm51bGx9LCJBdXRvU2l6ZSI6MCwiRm9yZWdyb3VuZCI6eyIkaWQiOiI1MzMiLCJDb2xvciI6eyIkaWQiOiI1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1IiwiVG9wIjowLjAsIkxlZnQiOjAuMCwiUmlnaHQiOjAuMCwiQm90dG9tIjowLjB9LCJQYWRkaW5nIjp7IiRpZCI6IjUzNiIsIlRvcCI6MC4wLCJMZWZ0IjowLjAsIlJpZ2h0IjowLjAsIkJvdHRvbSI6MC4wfSwiQmFja2dyb3VuZCI6eyIkaWQiOiI1MzciLCJDb2xvciI6eyIkaWQiOiI1MzgiLCJBIjoyNTUsIlIiOjAsIkciOjAsIkIiOjB9fSwiSXNWaXNpYmxlIjp0cnVlLCJXaWR0aCI6MC4wLCJIZWlnaHQiOjAuMCwiQm9yZGVyU3R5bGUiOnsiJGlkIjoiNTM5IiwiTGluZUNvbG9yIjpudWxsLCJMaW5lV2VpZ2h0IjowLjAsIkxpbmVUeXBlIjowLCJQYXJlbnRTdHlsZSI6bnVsbH0sIlBhcmVudFN0eWxlIjpudWxsfSwiUGFyZW50U3R5bGUiOm51bGx9LCJQYXJlbnRTdHlsZSI6bnVsbCwiX2V4cGxpY2l0bHlTZXQiOnsiJGlkIjoiNTQ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NTQxIiwiU2hhcGUiOjEsIkNvbm5lY3Rvck1hcmdpbiI6eyIkaWQiOiI1NDIiLCJUb3AiOjAuMCwiTGVmdCI6Mi4wLCJSaWdodCI6Mi4wLCJCb3R0b20iOjAuMH0sIkNvbm5lY3RvclN0eWxlIjp7IiRpZCI6IjU0MyIsIkxpbmVDb2xvciI6eyIkaWQiOiI1NDQiLCIkdHlwZSI6Ik5MUkUuQ29tbW9uLkRvbS5Tb2xpZENvbG9yQnJ1c2gsIE5MUkUuQ29tbW9uIiwiQ29sb3IiOnsiJGlkIjoiNTQ1IiwiQSI6MTI3LCJSIjoxMjcsIkciOjk2LCJCIjowfX0sIkxpbmVXZWlnaHQiOjEuMCwiTGluZVR5cGUiOjAsIlBhcmVudFN0eWxlIjpudWxsfSwiSXNCZWxvd1RpbWViYW5kIjpmYWxzZSwiUG9zaXRpb25PblRhc2siOjEsIkhpZGVEYXRlIjpmYWxzZSwiU2hhcGVTaXplIjowLCJTcGFjaW5nIjowLjAsIlBhZGRpbmciOnsiJGlkIjoiNTQ2IiwiVG9wIjo1LjAsIkxlZnQiOjMuMCwiUmlnaHQiOjAuMCwiQm90dG9tIjoyLjB9LCJTaGFwZVN0eWxlIjp7IiRpZCI6IjU0NyIsIk1hcmdpbiI6eyIkaWQiOiI1NDgiLCJUb3AiOjAuMCwiTGVmdCI6MC4wLCJSaWdodCI6MC4wLCJCb3R0b20iOjAuMH0sIlBhZGRpbmciOnsiJGlkIjoiNTQ5IiwiVG9wIjowLjAsIkxlZnQiOjAuMCwiUmlnaHQiOjAuMCwiQm90dG9tIjowLjB9LCJCYWNrZ3JvdW5kIjp7IiRpZCI6IjU1MCIsIkNvbG9yIjp7IiRpZCI6IjU1MSIsIkEiOjI1NSwiUiI6MTI3LCJHIjo5NiwiQiI6MH19LCJJc1Zpc2libGUiOnRydWUsIldpZHRoIjoxMi4wLCJIZWlnaHQiOjE0LjAsIkJvcmRlclN0eWxlIjp7IiRpZCI6IjU1MiIsIkxpbmVDb2xvciI6eyIkaWQiOiI1NTMiLCIkdHlwZSI6Ik5MUkUuQ29tbW9uLkRvbS5Tb2xpZENvbG9yQnJ1c2gsIE5MUkUuQ29tbW9uIiwiQ29sb3IiOnsiJGlkIjoiNTU0IiwiQSI6MjU1LCJSIjoyNTUsIkciOjI1NSwiQiI6MjU1fX0sIkxpbmVXZWlnaHQiOjAuMCwiTGluZVR5cGUiOjAsIlBhcmVudFN0eWxlIjpudWxsfSwiUGFyZW50U3R5bGUiOm51bGx9LCJUaXRsZVN0eWxlIjp7IiRpZCI6IjU1NSIsIkZvbnRTZXR0aW5ncyI6eyIkaWQiOiI1NTYiLCJGb250U2l6ZSI6MTEsIkZvbnROYW1lIjoiQ2FsaWJyaSIsIklzQm9sZCI6ZmFsc2UsIklzSXRhbGljIjpmYWxzZSwiSXNVbmRlcmxpbmVkIjpmYWxzZSwiUGFyZW50U3R5bGUiOm51bGx9LCJBdXRvU2l6ZSI6MCwiRm9yZWdyb3VuZCI6eyIkaWQiOiI1NTciLCJDb2xvciI6eyIkaWQiOiI1NT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TU5IiwiVG9wIjowLjAsIkxlZnQiOjAuMCwiUmlnaHQiOjAuMCwiQm90dG9tIjowLjB9LCJQYWRkaW5nIjp7IiRpZCI6IjU2MCIsIlRvcCI6MC4wLCJMZWZ0IjowLjAsIlJpZ2h0IjowLjAsIkJvdHRvbSI6MC4wfSwiQmFja2dyb3VuZCI6eyIkaWQiOiI1NjEiLCJDb2xvciI6eyIkaWQiOiI1NjIiLCJBIjoyNTUsIlIiOjAsIkciOjAsIkIiOjB9fSwiSXNWaXNpYmxlIjp0cnVlLCJXaWR0aCI6MC4wLCJIZWlnaHQiOjAuMCwiQm9yZGVyU3R5bGUiOnsiJGlkIjoiNTYzIiwiTGluZUNvbG9yIjpudWxsLCJMaW5lV2VpZ2h0IjowLjAsIkxpbmVUeXBlIjowLCJQYXJlbnRTdHlsZSI6bnVsbH0sIlBhcmVudFN0eWxlIjpudWxsfSwiRGF0ZVN0eWxlIjp7IiRpZCI6IjU2NCIsIkZvbnRTZXR0aW5ncyI6eyIkaWQiOiI1NjUiLCJGb250U2l6ZSI6MTAsIkZvbnROYW1lIjoiQ2FsaWJyaSIsIklzQm9sZCI6ZmFsc2UsIklzSXRhbGljIjpmYWxzZSwiSXNVbmRlcmxpbmVkIjpmYWxzZSwiUGFyZW50U3R5bGUiOm51bGx9LCJBdXRvU2l6ZSI6MCwiRm9yZWdyb3VuZCI6eyIkaWQiOiI1NjYiLCJDb2xvciI6eyIkaWQiOiI1Nj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U2OCIsIlRvcCI6MC4wLCJMZWZ0IjowLjAsIlJpZ2h0IjowLjAsIkJvdHRvbSI6MC4wfSwiUGFkZGluZyI6eyIkaWQiOiI1NjkiLCJUb3AiOjAuMCwiTGVmdCI6MC4wLCJSaWdodCI6MC4wLCJCb3R0b20iOjAuMH0sIkJhY2tncm91bmQiOnsiJGlkIjoiNTcwIiwiQ29sb3IiOnsiJGlkIjoiNTcxIiwiQSI6MjU1LCJSIjo2OCwiRyI6ODQsIkIiOjEwNn19LCJJc1Zpc2libGUiOnRydWUsIldpZHRoIjowLjAsIkhlaWdodCI6MC4wLCJCb3JkZXJTdHlsZSI6eyIkaWQiOiI1NzIiLCJMaW5lQ29sb3IiOm51bGwsIkxpbmVXZWlnaHQiOjAuMCwiTGluZVR5cGUiOjAsIlBhcmVudFN0eWxlIjpudWxsfSwiUGFyZW50U3R5bGUiOm51bGx9LCJEYXRlRm9ybWF0Ijp7IiRpZCI6IjU3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zQiLCJGb3JtYXQiOjAsIklzVmlzaWJsZSI6ZmFsc2UsIkxhc3RLbm93blZpc2liaWxpdHlTdGF0ZSI6ZmFsc2V9LCJJc1Zpc2libGUiOmZhbHNlLCJWYXJpYW5jZVN0eWxlIjp7IiRpZCI6IjU3NSIsIlRleHRTdHlsZSI6eyIkaWQiOiI1NzYiLCJGb250U2V0dGluZ3MiOnsiJGlkIjoiNTc3IiwiRm9udFNpemUiOjEwLCJGb250TmFtZSI6IkNhbGlicmkiLCJJc0JvbGQiOmZhbHNlLCJJc0l0YWxpYyI6ZmFsc2UsIklzVW5kZXJsaW5lZCI6ZmFsc2UsIlBhcmVudFN0eWxlIjpudWxsfSwiQXV0b1NpemUiOjAsIkZvcmVncm91bmQiOnsiJGlkIjoiNTc4IiwiQ29sb3IiOnsiJGlkIjoiNT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4MCIsIlRvcCI6MC4wLCJMZWZ0IjowLjAsIlJpZ2h0IjowLjAsIkJvdHRvbSI6MC4wfSwiUGFkZGluZyI6eyIkaWQiOiI1ODEiLCJUb3AiOjAuMCwiTGVmdCI6MC4wLCJSaWdodCI6MC4wLCJCb3R0b20iOjAuMH0sIkJhY2tncm91bmQiOnsiJGlkIjoiNTgyIiwiQ29sb3IiOnsiJGlkIjoiNTgzIiwiQSI6MjU1LCJSIjowLCJHIjowLCJCIjowfX0sIklzVmlzaWJsZSI6dHJ1ZSwiV2lkdGgiOjAuMCwiSGVpZ2h0IjowLjAsIkJvcmRlclN0eWxlIjp7IiRpZCI6IjU4NCIsIkxpbmVDb2xvciI6bnVsbCwiTGluZVdlaWdodCI6MC4wLCJMaW5lVHlwZSI6MCwiUGFyZW50U3R5bGUiOm51bGx9LCJQYXJlbnRTdHlsZSI6bnVsbH0sIlBhcmVudFN0eWxlIjpudWxsfSwiUGFyZW50U3R5bGUiOm51bGx9LCJEZWZhdWx0U3dpbWxhbmVNaWxlc3RvbmVTdHlsZSI6eyIkaWQiOiI1ODUiLCJUaXRsZVBvc2l0aW9uIjoiTGVmdCIsIkRhdGVQb3NpdGlvbiI6IlJpZ2h0IiwiVmFyaWFuY2VQb3NpdGlvbiI6IlJpZ2h0IiwiU2hhcGVUeXBlIjoxLCJTaGFwZVNpemUiOjAsIlNwYWNpbmciOjUsIlNoYXBlU3R5bGUiOnsiJGlkIjoiNTg2IiwiTWFyZ2luIjp7IiRpZCI6IjU4NyIsIlRvcCI6MC4wLCJMZWZ0IjowLjAsIlJpZ2h0IjowLjAsIkJvdHRvbSI6MC4wfSwiUGFkZGluZyI6eyIkaWQiOiI1ODgiLCJUb3AiOjAuMCwiTGVmdCI6MC4wLCJSaWdodCI6MC4wLCJCb3R0b20iOjAuMH0sIkJhY2tncm91bmQiOnsiJGlkIjoiNTg5IiwiQ29sb3IiOnsiJGlkIjoiNTkwIiwiQSI6MjU1LCJSIjoyNTUsIkciOjE5MiwiQiI6MH19LCJJc1Zpc2libGUiOnRydWUsIldpZHRoIjoxMi4wLCJIZWlnaHQiOjE0LjAsIkJvcmRlclN0eWxlIjp7IiRpZCI6IjU5MSIsIkxpbmVDb2xvciI6eyIkaWQiOiI1OTIiLCIkdHlwZSI6Ik5MUkUuQ29tbW9uLkRvbS5Tb2xpZENvbG9yQnJ1c2gsIE5MUkUuQ29tbW9uIiwiQ29sb3IiOnsiJGlkIjoiNTkzIiwiQSI6MjU1LCJSIjoyMzQsIkciOjIyLCJCIjozMH19LCJMaW5lV2VpZ2h0IjowLjAsIkxpbmVUeXBlIjowLCJQYXJlbnRTdHlsZSI6bnVsbH0sIlBhcmVudFN0eWxlIjpudWxsfSwiVGl0bGVTdHlsZSI6eyIkaWQiOiI1OTQiLCJGb250U2V0dGluZ3MiOnsiJGlkIjoiNTk1IiwiRm9udFNpemUiOjExLCJGb250TmFtZSI6IkNhbGlicmkiLCJJc0JvbGQiOmZhbHNlLCJJc0l0YWxpYyI6ZmFsc2UsIklzVW5kZXJsaW5lZCI6ZmFsc2UsIlBhcmVudFN0eWxlIjpudWxsfSwiQXV0b1NpemUiOjAsIkZvcmVncm91bmQiOnsiJGlkIjoiNTk2IiwiQ29sb3IiOnsiJGlkIjoiNTk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U5OCIsIlRvcCI6MC4wLCJMZWZ0IjowLjAsIlJpZ2h0IjowLjAsIkJvdHRvbSI6MC4wfSwiUGFkZGluZyI6eyIkaWQiOiI1OTkiLCJUb3AiOjAuMCwiTGVmdCI6MC4wLCJSaWdodCI6MC4wLCJCb3R0b20iOjAuMH0sIkJhY2tncm91bmQiOnsiJGlkIjoiNjAwIiwiQ29sb3IiOnsiJGlkIjoiNjAxIiwiQSI6MjU1LCJSIjowLCJHIjowLCJCIjowfX0sIklzVmlzaWJsZSI6dHJ1ZSwiV2lkdGgiOjAuMCwiSGVpZ2h0IjowLjAsIkJvcmRlclN0eWxlIjp7IiRpZCI6IjYwMiIsIkxpbmVDb2xvciI6bnVsbCwiTGluZVdlaWdodCI6MC4wLCJMaW5lVHlwZSI6MCwiUGFyZW50U3R5bGUiOm51bGx9LCJQYXJlbnRTdHlsZSI6bnVsbH0sIkRhdGVTdHlsZSI6eyIkaWQiOiI2MDMiLCJGb250U2V0dGluZ3MiOnsiJGlkIjoiNjA0IiwiRm9udFNpemUiOjEwLCJGb250TmFtZSI6IkNhbGlicmkiLCJJc0JvbGQiOmZhbHNlLCJJc0l0YWxpYyI6ZmFsc2UsIklzVW5kZXJsaW5lZCI6ZmFsc2UsIlBhcmVudFN0eWxlIjpudWxsfSwiQXV0b1NpemUiOjAsIkZvcmVncm91bmQiOnsiJGlkIjoiNjA1IiwiQ29sb3IiOnsiJGlkIjoiNjA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I1NSwiUiI6NjgsIkciOjg0LCJCIjoxMDZ9fSwiSXNWaXNpYmxlIjp0cnVlLCJXaWR0aCI6MC4wLCJIZWlnaHQiOjAuMCwiQm9yZGVyU3R5bGUiOnsiJGlkIjoiNjExIiwiTGluZUNvbG9yIjpudWxsLCJMaW5lV2VpZ2h0IjowLjAsIkxpbmVUeXBlIjowLCJQYXJlbnRTdHlsZSI6bnVsbH0sIlBhcmVudFN0eWxlIjpudWxsfSwiRGF0ZUZvcm1hdCI6eyIkaWQiOiI2MT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x9LCJEZWZhdWx0U3dpbWxhbmVBY3Rpdml0eVN0eWxlIjp7IiRpZCI6IjYyNCIsIkhlYWRlclN0eWxlIjp7IiRpZCI6IjYyNSIsIlRleHRTdHlsZSI6eyIkaWQiOiI2MjYiLCJGb250U2V0dGluZ3MiOnsiJGlkIjoiNjI3IiwiRm9udFNpemUiOjExLCJGb250TmFtZSI6IkNhbGlicmkiLCJJc0JvbGQiOmZhbHNlLCJJc0l0YWxpYyI6ZmFsc2UsIklzVW5kZXJsaW5lZCI6ZmFsc2UsIlBhcmVudFN0eWxlIjpudWxsfSwiQXV0b1NpemUiOjIsIkZvcmVncm91bmQiOnsiJGlkIjoiNjI4IiwiQ29sb3IiOnsiJGlkIjoiNj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jMwIiwiVG9wIjowLjAsIkxlZnQiOjAuMCwiUmlnaHQiOjAuMCwiQm90dG9tIjowLjB9LCJQYWRkaW5nIjp7IiRpZCI6IjYzMSIsIlRvcCI6MC4wLCJMZWZ0IjowLjAsIlJpZ2h0IjowLjAsIkJvdHRvbSI6MC4wfSwiQmFja2dyb3VuZCI6eyIkaWQiOiI2MzIiLCJDb2xvciI6eyIkaWQiOiI2MzMiLCJBIjoyNTUsIlIiOjY0LCJHIjo2NCwiQiI6NjR9fSwiSXNWaXNpYmxlIjp0cnVlLCJXaWR0aCI6MC4wLCJIZWlnaHQiOjAuMCwiQm9yZGVyU3R5bGUiOm51bGwsIlBhcmVudFN0eWxlIjpudWxsfSwiUmVjdGFuZ2xlU3R5bGUiOnsiJGlkIjoiNjM0IiwiTWFyZ2luIjp7IiRpZCI6IjYzNSIsIlRvcCI6MC4wLCJMZWZ0IjowLjAsIlJpZ2h0IjowLjAsIkJvdHRvbSI6MC4wfSwiUGFkZGluZyI6eyIkaWQiOiI2MzYiLCJUb3AiOjAuMCwiTGVmdCI6MC4wLCJSaWdodCI6MC4wLCJCb3R0b20iOjAuMH0sIkJhY2tncm91bmQiOnsiJGlkIjoiNjM3IiwiQ29sb3IiOnsiJGlkIjoiNjM4IiwiQSI6MTI3LCJSIjoyNTUsIkciOjE5MiwiQiI6MH19LCJJc1Zpc2libGUiOnRydWUsIldpZHRoIjowLjAsIkhlaWdodCI6MC4wLCJCb3JkZXJTdHlsZSI6eyIkaWQiOiI2MzkiLCJMaW5lQ29sb3IiOnsiJGlkIjoiNjQwIiwiJHR5cGUiOiJOTFJFLkNvbW1vbi5Eb20uU29saWRDb2xvckJydXNoLCBOTFJFLkNvbW1vbiIsIkNvbG9yIjp7IiRpZCI6IjY0MSIsIkEiOjI1NSwiUiI6MjU1LCJHIjoyNTUsIkIiOjI1NX19LCJMaW5lV2VpZ2h0IjowLjAsIkxpbmVUeXBlIjowLCJQYXJlbnRTdHlsZSI6bnVsbH0sIlBhcmVudFN0eWxlIjpudWxsfSwiTWFyZ2luIjp7IiRpZCI6IjY0MiIsIlRvcCI6MC4wLCJMZWZ0IjowLjAsIlJpZ2h0IjowLjAsIkJvdHRvbSI6MC4wfSwiUGFkZGluZyI6eyIkaWQiOiI2NDMiLCJUb3AiOjAuMCwiTGVmdCI6MC4wLCJSaWdodCI6MC4wLCJCb3R0b20iOjAuMH0sIkJhY2tncm91bmQiOm51bGwsIklzVmlzaWJsZSI6dHJ1ZSwiV2lkdGgiOjAuMCwiSGVpZ2h0IjowLjAsIkJvcmRlclN0eWxlIjpudWxsLCJQYXJlbnRTdHlsZSI6bnVsbH0sIkJhY2tncm91bmRTdHlsZSI6eyIkaWQiOiI2NDQiLCJNYXJnaW4iOnsiJGlkIjoiNjQ1IiwiVG9wIjowLjAsIkxlZnQiOjAuMCwiUmlnaHQiOjAuMCwiQm90dG9tIjowLjB9LCJQYWRkaW5nIjp7IiRpZCI6IjY0NiIsIlRvcCI6MC4wLCJMZWZ0IjowLjAsIlJpZ2h0IjowLjAsIkJvdHRvbSI6MC4wfSwiQmFja2dyb3VuZCI6eyIkaWQiOiI2NDciLCJDb2xvciI6eyIkaWQiOiI2NDgiLCJBIjo1MSwiUiI6MjAwLCJHIjoyMDAsIkIiOjIwMH19LCJJc1Zpc2libGUiOnRydWUsIldpZHRoIjowLjAsIkhlaWdodCI6MC4wLCJCb3JkZXJTdHlsZSI6eyIkaWQiOiI2NDkiLCJMaW5lQ29sb3IiOnsiJGlkIjoiNjUwIiwiJHR5cGUiOiJOTFJFLkNvbW1vbi5Eb20uU29saWRDb2xvckJydXNoLCBOTFJFLkNvbW1vbiIsIkNvbG9yIjp7IiRpZCI6IjY1MSIsIkEiOjI1NSwiUiI6MjM0LCJHIjoyMiwiQiI6MzB9fSwiTGluZVdlaWdodCI6MC4wLCJMaW5lVHlwZSI6MCwiUGFyZW50U3R5bGUiOm51bGx9LCJQYXJlbnRTdHlsZSI6bnVsbH0sIk1hcmdpbiI6eyIkaWQiOiI2NTIiLCJUb3AiOjAuMCwiTGVmdCI6MC4wLCJSaWdodCI6MC4wLCJCb3R0b20iOjAuMH0sIlBhZGRpbmciOnsiJGlkIjoiNjUzIiwiVG9wIjowLjAsIkxlZnQiOjAuMCwiUmlnaHQiOjAuMCwiQm90dG9tIjowLjB9LCJJc1Zpc2libGUiOnRydWUsIldpZHRoIjowLjAsIkhlaWdodCI6MC4wLCJCb3JkZXJTdHlsZSI6eyIkaWQiOiI2NTQiLCJMaW5lQ29sb3IiOm51bGwsIkxpbmVXZWlnaHQiOjAuMCwiTGluZVR5cGUiOjAsIlBhcmVudFN0eWxlIjpudWxsfSwiUGFyZW50U3R5bGUiOm51bGx9LCJNYXJnaW4iOnsiJGlkIjoiNjU1IiwiVG9wIjowLjAsIkxlZnQiOjAuMCwiUmlnaHQiOjAuMCwiQm90dG9tIjowLjB9LCJQYWRkaW5nIjp7IiRpZCI6IjY1NiIsIlRvcCI6MC4wLCJMZWZ0IjowLjAsIlJpZ2h0IjowLjAsIkJvdHRvbSI6MC4wfSwiSXNWaXNpYmxlIjpmYWxzZSwiV2lkdGgiOjAuMCwiSGVpZ2h0IjowLjAsIkJvcmRlclN0eWxlIjp7IiRpZCI6IjY1NyIsIkxpbmVDb2xvciI6bnVsbCwiTGluZVdlaWdodCI6MC4wLCJMaW5lVHlwZSI6MCwiUGFyZW50U3R5bGUiOm51bGx9LCJQYXJlbnRTdHlsZSI6bnVsbH19LHsiJGlkIjoiNjU4IiwiX2FjdGl2aXRpZXMiOlt7IiRpZCI6IjY1OSIsIl9yb3dzIjpbeyIkaWQiOiI2NjAiLCJfdGFza3MiOlt7IiRpZCI6IjY2MSIsIl9hdHRhY2hlZE1pbGVzdG9uZXMiOltdLCJUYXNrRGVmaW5pdGlvbiI6eyIkaWQiOiI2NjIiLCJHcm91cE5hbWUiOm51bGwsIlN0YXJ0RGF0ZSI6IjIwMjYtMDUtMDNUMDA6MDA6MDAiLCJFbmREYXRlIjoiMjAyNi0wNS0yMlQyMzo1OTowMCIsIlBlcmNlbnRhZ2VDb21wbGV0ZSI6bnVsbCwiU3R5bGUiOnsiJGlkIjoiNjYzIiwiU2hhcGUiOjEsIlNoYXBlVGhpY2tuZXNzIjowLCJEdXJhdGlvbkZvcm1hdCI6MCwiSW5jbHVkZU5vbldvcmtpbmdEYXlzSW5EdXJhdGlvbiI6ZmFsc2UsIlBlcmNlbnRhZ2VDb21wbGV0ZVN0eWxlIjp7IiRpZCI6IjY2NCIsIkZvbnRTZXR0aW5ncyI6eyIkaWQiOiI2NjUiLCJGb250U2l6ZSI6MTAsIkZvbnROYW1lIjoiQ2FsaWJyaSIsIklzQm9sZCI6ZmFsc2UsIklzSXRhbGljIjpmYWxzZSwiSXNVbmRlcmxpbmVkIjpmYWxzZSwiUGFyZW50U3R5bGUiOm51bGx9LCJBdXRvU2l6ZSI6MCwiRm9yZWdyb3VuZCI6eyIkaWQiOiI2NjYiLCJDb2xvciI6eyIkaWQiOiI2Njc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jY4IiwiVG9wIjowLjAsIkxlZnQiOjAuMCwiUmlnaHQiOjAuMCwiQm90dG9tIjowLjB9LCJQYWRkaW5nIjp7IiRpZCI6IjY2OSIsIlRvcCI6MC4wLCJMZWZ0IjowLjAsIlJpZ2h0IjowLjAsIkJvdHRvbSI6MC4wfSwiQmFja2dyb3VuZCI6eyIkaWQiOiI2NzAiLCJDb2xvciI6eyIkaWQiOiI2NzEiLCJBIjo4OSwiUiI6MCwiRyI6MCwiQiI6MH19LCJJc1Zpc2libGUiOnRydWUsIldpZHRoIjowLjAsIkhlaWdodCI6MC4wLCJCb3JkZXJTdHlsZSI6eyIkaWQiOiI2NzIiLCJMaW5lQ29sb3IiOm51bGwsIkxpbmVXZWlnaHQiOjAuMCwiTGluZVR5cGUiOjAsIlBhcmVudFN0eWxlIjpudWxsfSwiUGFyZW50U3R5bGUiOm51bGx9LCJEdXJhdGlvblN0eWxlIjp7IiRpZCI6IjY3MyIsIkZvbnRTZXR0aW5ncyI6eyIkaWQiOiI2NzQiLCJGb250U2l6ZSI6MTAsIkZvbnROYW1lIjoiQ2FsaWJyaSIsIklzQm9sZCI6ZmFsc2UsIklzSXRhbGljIjpmYWxzZSwiSXNVbmRlcmxpbmVkIjpmYWxzZSwiUGFyZW50U3R5bGUiOm51bGx9LCJBdXRvU2l6ZSI6MCwiRm9yZWdyb3VuZCI6eyIkaWQiOiI2NzUiLCJDb2xvciI6eyIkaWQiOiI2NzY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Y3NyIsIlRvcCI6MC4wLCJMZWZ0IjowLjAsIlJpZ2h0IjowLjAsIkJvdHRvbSI6MC4wfSwiUGFkZGluZyI6eyIkaWQiOiI2NzgiLCJUb3AiOjAuMCwiTGVmdCI6MC4wLCJSaWdodCI6MC4wLCJCb3R0b20iOjAuMH0sIkJhY2tncm91bmQiOnsiJGlkIjoiNjc5IiwiQ29sb3IiOnsiJGlkIjoiNjgwIiwiQSI6MjU1LCJSIjo2OCwiRyI6ODQsIkIiOjEwNn19LCJJc1Zpc2libGUiOnRydWUsIldpZHRoIjowLjAsIkhlaWdodCI6MC4wLCJCb3JkZXJTdHlsZSI6eyIkaWQiOiI2ODEiLCJMaW5lQ29sb3IiOm51bGwsIkxpbmVXZWlnaHQiOjAuMCwiTGluZVR5cGUiOjAsIlBhcmVudFN0eWxlIjpudWxsfSwiUGFyZW50U3R5bGUiOm51bGx9LCJIb3Jpem9udGFsQ29ubmVjdG9yU3R5bGUiOnsiJGlkIjoiNjgyIiwiTGluZUNvbG9yIjp7IiRpZCI6IjY4MyIsIiR0eXBlIjoiTkxSRS5Db21tb24uRG9tLlNvbGlkQ29sb3JCcnVzaCwgTkxSRS5Db21tb24iLCJDb2xvciI6eyIkaWQiOiI2ODQiLCJBIjoyNTUsIlIiOjAsIkciOjAsIkIiOjB9fSwiTGluZVdlaWdodCI6MC4wLCJMaW5lVHlwZSI6MCwiUGFyZW50U3R5bGUiOm51bGx9LCJWZXJ0aWNhbENvbm5lY3RvclN0eWxlIjp7IiRpZCI6IjY4NSIsIkxpbmVDb2xvciI6eyIkaWQiOiI2ODYiLCIkdHlwZSI6Ik5MUkUuQ29tbW9uLkRvbS5Tb2xpZENvbG9yQnJ1c2gsIE5MUkUuQ29tbW9uIiwiQ29sb3IiOnsiJGlkIjoiNjg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2ODgiLCJTaGFwZVN0eWxlIjp7IiRpZCI6IjY4OSIsIk1hcmdpbiI6eyIkaWQiOiI2OTAiLCJUb3AiOjAuMCwiTGVmdCI6MC4wLCJSaWdodCI6MC4wLCJCb3R0b20iOjAuMH0sIlBhZGRpbmciOnsiJGlkIjoiNjkxIiwiVG9wIjowLjAsIkxlZnQiOjAuMCwiUmlnaHQiOjAuMCwiQm90dG9tIjowLjB9LCJCYWNrZ3JvdW5kIjp7IiRpZCI6IjY5MiIsIkNvbG9yIjp7IiRpZCI6IjY5MyIsIkEiOjE1MywiUiI6MCwiRyI6MCwiQiI6MH19LCJJc1Zpc2libGUiOnRydWUsIldpZHRoIjowLjAsIkhlaWdodCI6MC4wLCJCb3JkZXJTdHlsZSI6bnVsbCwiUGFyZW50U3R5bGUiOm51bGx9LCJNYXJnaW4iOnsiJGlkIjoiNjk0IiwiVG9wIjowLjAsIkxlZnQiOjAuMCwiUmlnaHQiOjAuMCwiQm90dG9tIjowLjB9LCJQYWRkaW5nIjp7IiRpZCI6IjY5NSIsIlRvcCI6MC4wLCJMZWZ0IjowLjAsIlJpZ2h0IjowLjAsIkJvdHRvbSI6MC4wfSwiQmFja2dyb3VuZCI6bnVsbCwiSXNWaXNpYmxlIjp0cnVlLCJXaWR0aCI6MC4wLCJIZWlnaHQiOjAuMCwiQm9yZGVyU3R5bGUiOm51bGwsIlBhcmVudFN0eWxlIjpudWxsfSwiU2hhcGVTdHlsZSI6eyIkaWQiOiI2OTYiLCJNYXJnaW4iOnsiJGlkIjoiNjk3IiwiVG9wIjowLjAsIkxlZnQiOjQuMCwiUmlnaHQiOjQuMCwiQm90dG9tIjowLjB9LCJQYWRkaW5nIjp7IiRpZCI6IjY5OCIsIlRvcCI6MC4wLCJMZWZ0IjowLjAsIlJpZ2h0IjowLjAsIkJvdHRvbSI6MC4wfSwiQmFja2dyb3VuZCI6eyIkaWQiOiI2OTkiLCJDb2xvciI6eyIkaWQiOiI3MDAiLCJBIjoyNTUsIlIiOjExMiwiRyI6MTczLCJCIjo3MX19LCJJc1Zpc2libGUiOnRydWUsIldpZHRoIjowLjAsIkhlaWdodCI6MTAuMCwiQm9yZGVyU3R5bGUiOnsiJGlkIjoiNzAxIiwiTGluZUNvbG9yIjp7IiRpZCI6IjcwMiIsIiR0eXBlIjoiTkxSRS5Db21tb24uRG9tLlNvbGlkQ29sb3JCcnVzaCwgTkxSRS5Db21tb24iLCJDb2xvciI6eyIkaWQiOiI3MDMiLCJBIjoyNTUsIlIiOjIzNCwiRyI6MjIsIkIiOjMwfX0sIkxpbmVXZWlnaHQiOjAuMCwiTGluZVR5cGUiOjAsIlBhcmVudFN0eWxlIjpudWxsfSwiUGFyZW50U3R5bGUiOm51bGx9LCJUaXRsZVN0eWxlIjp7IiRpZCI6IjcwNCIsIkZvbnRTZXR0aW5ncyI6eyIkaWQiOiI3MDUiLCJGb250U2l6ZSI6MTEsIkZvbnROYW1lIjoiVGl0aWxsaXVtIFdlYiIsIklzQm9sZCI6ZmFsc2UsIklzSXRhbGljIjpmYWxzZSwiSXNVbmRlcmxpbmVkIjpmYWxzZSwiUGFyZW50U3R5bGUiOm51bGx9LCJBdXRvU2l6ZSI6MCwiRm9yZWdyb3VuZCI6eyIkaWQiOiI3MDYiLCJDb2xvciI6eyIkaWQiOiI3MD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A4IiwiVG9wIjowLjAsIkxlZnQiOjAuMCwiUmlnaHQiOjAuMCwiQm90dG9tIjowLjB9LCJQYWRkaW5nIjp7IiRpZCI6IjcwOSIsIlRvcCI6MC4wLCJMZWZ0IjowLjAsIlJpZ2h0IjowLjAsIkJvdHRvbSI6MC4wfSwiQmFja2dyb3VuZCI6eyIkaWQiOiI3MTAiLCJDb2xvciI6eyIkaWQiOiI3MTEiLCJBIjowLCJSIjoyNTUsIkciOjI1NSwiQiI6MjU1fX0sIklzVmlzaWJsZSI6dHJ1ZSwiV2lkdGgiOjAuMCwiSGVpZ2h0IjowLjAsIkJvcmRlclN0eWxlIjp7IiRpZCI6IjcxMiIsIkxpbmVDb2xvciI6bnVsbCwiTGluZVdlaWdodCI6MC4wLCJMaW5lVHlwZSI6MCwiUGFyZW50U3R5bGUiOm51bGx9LCJQYXJlbnRTdHlsZSI6bnVsbH0sIkRhdGVTdHlsZSI6eyIkaWQiOiI3MTMiLCJGb250U2V0dGluZ3MiOnsiJGlkIjoiNzE0IiwiRm9udFNpemUiOjEwLCJGb250TmFtZSI6IlRpdGlsbGl1bSBXZWIiLCJJc0JvbGQiOmZhbHNlLCJJc0l0YWxpYyI6ZmFsc2UsIklzVW5kZXJsaW5lZCI6ZmFsc2UsIlBhcmVudFN0eWxlIjpudWxsfSwiQXV0b1NpemUiOjAsIkZvcmVncm91bmQiOnsiJGlkIjoiNzE1IiwiQ29sb3IiOnsiJGlkIjoiNzE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xNyIsIlRvcCI6MC4wLCJMZWZ0IjowLjAsIlJpZ2h0IjowLjAsIkJvdHRvbSI6MC4wfSwiUGFkZGluZyI6eyIkaWQiOiI3MTgiLCJUb3AiOjAuMCwiTGVmdCI6MC4wLCJSaWdodCI6MC4wLCJCb3R0b20iOjAuMH0sIkJhY2tncm91bmQiOnsiJGlkIjoiNzE5IiwiQ29sb3IiOnsiJGlkIjoiNzIwIiwiQSI6MCwiUiI6MjU1LCJHIjoyNTUsIkIiOjI1NX19LCJJc1Zpc2libGUiOnRydWUsIldpZHRoIjowLjAsIkhlaWdodCI6MC4wLCJCb3JkZXJTdHlsZSI6eyIkaWQiOiI3MjEiLCJMaW5lQ29sb3IiOm51bGwsIkxpbmVXZWlnaHQiOjAuMCwiTGluZVR5cGUiOjAsIlBhcmVudFN0eWxlIjpudWxsfSwiUGFyZW50U3R5bGUiOm51bGx9LCJEYXRlRm9ybWF0Ijp7IiRpZCI6Ijcy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jMiLCJGb3JtYXQiOjAsIklzVmlzaWJsZSI6ZmFsc2UsIkxhc3RLbm93blZpc2liaWxpdHlTdGF0ZSI6ZmFsc2V9LCJJc1Zpc2libGUiOnRydWUsIlZhcmlhbmNlU3R5bGUiOnsiJGlkIjoiNzI0IiwiVGV4dFN0eWxlIjp7IiRpZCI6IjcyNSIsIkZvbnRTZXR0aW5ncyI6eyIkaWQiOiI3MjYiLCJGb250U2l6ZSI6MTAsIkZvbnROYW1lIjoiQ2FsaWJyaSIsIklzQm9sZCI6ZmFsc2UsIklzSXRhbGljIjpmYWxzZSwiSXNVbmRlcmxpbmVkIjpmYWxzZSwiUGFyZW50U3R5bGUiOm51bGx9LCJBdXRvU2l6ZSI6MCwiRm9yZWdyb3VuZCI6eyIkaWQiOiI3MjciLCJDb2xvciI6eyIkaWQiOiI3Mj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I5IiwiVG9wIjowLjAsIkxlZnQiOjAuMCwiUmlnaHQiOjAuMCwiQm90dG9tIjowLjB9LCJQYWRkaW5nIjp7IiRpZCI6IjczMCIsIlRvcCI6MC4wLCJMZWZ0IjowLjAsIlJpZ2h0IjowLjAsIkJvdHRvbSI6MC4wfSwiQmFja2dyb3VuZCI6eyIkaWQiOiI3MzEiLCJDb2xvciI6eyIkaWQiOiI3MzIiLCJBIjoyNTUsIlIiOjAsIkciOjAsIkIiOjB9fSwiSXNWaXNpYmxlIjp0cnVlLCJXaWR0aCI6MC4wLCJIZWlnaHQiOjAuMCwiQm9yZGVyU3R5bGUiOnsiJGlkIjoiNzMzIiwiTGluZUNvbG9yIjpudWxsLCJMaW5lV2VpZ2h0IjowLjAsIkxpbmVUeXBlIjowLCJQYXJlbnRTdHlsZSI6bnVsbH0sIlBhcmVudFN0eWxlIjpudWxsfSwiUGFyZW50U3R5bGUiOm51bGx9LCJQYXJlbnRTdHlsZSI6bnVsbH0sIkluZGV4Ijo1LCJTbWFydER1cmF0aW9uQWN0aXZhdGVkIjpmYWxzZSwiRGF0ZUZvcm1hdCI6eyIkcmVmIjoiNzIyIn0sIldlZWtOdW1iZXJpbmciOnsiJGlkIjoiNzM0IiwiRm9ybWF0IjowLCJJc1Zpc2libGUiOmZhbHNlLCJMYXN0S25vd25WaXNpYmlsaXR5U3RhdGUiOmZhbHNlfSwiQmFzZWxpbmVEYXRhIjp7IiRpZCI6IjczNSIsIlN0YXJ0RGF0ZSI6IjIwMjYtMDUtMDNUMDA6MDA6MDAiLCJFbmREYXRlIjoiMjAyNi0wNS0yMlQyMzo1OTowMCJ9LCJJZCI6ImYzZjZiNjY5LTM2YTMtNDA0Yi1iMTg3LTlmMTM2MDVmNGQ4MyIsIkltcG9ydElkIjpudWxsLCJUaXRsZSI6IkRldlNlY09wcyBMZWFkIiwiTm90ZSI6bnVsbCwiSHlwZXJsaW5rIjp7IiRpZCI6IjczNiIsIkFkZHJlc3MiOiIiLCJTdWJBZGRyZXNzIjoiIn0sIklzQ2hhbmdlZCI6ZmFsc2UsIklzTmV3IjpmYWxzZX19XSwiX21pbGVzdG9uZXMiOltdLCJJZCI6IjAwMDAwMDAwLTAwMDAtMDAwMC0wMDAwLTAwMDAwMDAwMDAwMCIsIklzU2luZ2xlSXRlbVJvdyI6dHJ1ZX0seyIkaWQiOiI3MzciLCJfdGFza3MiOlt7IiRpZCI6IjczOCIsIl9hdHRhY2hlZE1pbGVzdG9uZXMiOltdLCJUYXNrRGVmaW5pdGlvbiI6eyIkaWQiOiI3MzkiLCJHcm91cE5hbWUiOm51bGwsIlN0YXJ0RGF0ZSI6IjIwMjYtMDUtMDNUMDA6MDA6MDAiLCJFbmREYXRlIjoiMjAyNi0wNS0yOVQyMzo1OTowMCIsIlBlcmNlbnRhZ2VDb21wbGV0ZSI6bnVsbCwiU3R5bGUiOnsiJGlkIjoiNzQwIiwiU2hhcGUiOjEsIlNoYXBlVGhpY2tuZXNzIjowLCJEdXJhdGlvbkZvcm1hdCI6MCwiSW5jbHVkZU5vbldvcmtpbmdEYXlzSW5EdXJhdGlvbiI6ZmFsc2UsIlBlcmNlbnRhZ2VDb21wbGV0ZVN0eWxlIjp7IiRpZCI6Ijc0MSIsIkZvbnRTZXR0aW5ncyI6eyIkaWQiOiI3NDIiLCJGb250U2l6ZSI6MTAsIkZvbnROYW1lIjoiQ2FsaWJyaSIsIklzQm9sZCI6ZmFsc2UsIklzSXRhbGljIjpmYWxzZSwiSXNVbmRlcmxpbmVkIjpmYWxzZSwiUGFyZW50U3R5bGUiOm51bGx9LCJBdXRvU2l6ZSI6MCwiRm9yZWdyb3VuZCI6eyIkaWQiOiI3NDMiLCJDb2xvciI6eyIkaWQiOiI3N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zQ1IiwiVG9wIjowLjAsIkxlZnQiOjAuMCwiUmlnaHQiOjAuMCwiQm90dG9tIjowLjB9LCJQYWRkaW5nIjp7IiRpZCI6Ijc0NiIsIlRvcCI6MC4wLCJMZWZ0IjowLjAsIlJpZ2h0IjowLjAsIkJvdHRvbSI6MC4wfSwiQmFja2dyb3VuZCI6eyIkaWQiOiI3NDciLCJDb2xvciI6eyIkaWQiOiI3NDgiLCJBIjo4OSwiUiI6MCwiRyI6MCwiQiI6MH19LCJJc1Zpc2libGUiOnRydWUsIldpZHRoIjowLjAsIkhlaWdodCI6MC4wLCJCb3JkZXJTdHlsZSI6eyIkaWQiOiI3NDkiLCJMaW5lQ29sb3IiOm51bGwsIkxpbmVXZWlnaHQiOjAuMCwiTGluZVR5cGUiOjAsIlBhcmVudFN0eWxlIjpudWxsfSwiUGFyZW50U3R5bGUiOm51bGx9LCJEdXJhdGlvblN0eWxlIjp7IiRpZCI6Ijc1MCIsIkZvbnRTZXR0aW5ncyI6eyIkaWQiOiI3NTEiLCJGb250U2l6ZSI6MTAsIkZvbnROYW1lIjoiQ2FsaWJyaSIsIklzQm9sZCI6ZmFsc2UsIklzSXRhbGljIjpmYWxzZSwiSXNVbmRlcmxpbmVkIjpmYWxzZSwiUGFyZW50U3R5bGUiOm51bGx9LCJBdXRvU2l6ZSI6MCwiRm9yZWdyb3VuZCI6eyIkaWQiOiI3NTIiLCJDb2xvciI6eyIkaWQiOiI3N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c1NCIsIlRvcCI6MC4wLCJMZWZ0IjowLjAsIlJpZ2h0IjowLjAsIkJvdHRvbSI6MC4wfSwiUGFkZGluZyI6eyIkaWQiOiI3NTUiLCJUb3AiOjAuMCwiTGVmdCI6MC4wLCJSaWdodCI6MC4wLCJCb3R0b20iOjAuMH0sIkJhY2tncm91bmQiOnsiJGlkIjoiNzU2IiwiQ29sb3IiOnsiJGlkIjoiNzU3IiwiQSI6MjU1LCJSIjo2OCwiRyI6ODQsIkIiOjEwNn19LCJJc1Zpc2libGUiOnRydWUsIldpZHRoIjowLjAsIkhlaWdodCI6MC4wLCJCb3JkZXJTdHlsZSI6eyIkaWQiOiI3NTgiLCJMaW5lQ29sb3IiOm51bGwsIkxpbmVXZWlnaHQiOjAuMCwiTGluZVR5cGUiOjAsIlBhcmVudFN0eWxlIjpudWxsfSwiUGFyZW50U3R5bGUiOm51bGx9LCJIb3Jpem9udGFsQ29ubmVjdG9yU3R5bGUiOnsiJGlkIjoiNzU5IiwiTGluZUNvbG9yIjp7IiRpZCI6Ijc2MCIsIiR0eXBlIjoiTkxSRS5Db21tb24uRG9tLlNvbGlkQ29sb3JCcnVzaCwgTkxSRS5Db21tb24iLCJDb2xvciI6eyIkaWQiOiI3NjEiLCJBIjoyNTUsIlIiOjAsIkciOjAsIkIiOjB9fSwiTGluZVdlaWdodCI6MC4wLCJMaW5lVHlwZSI6MCwiUGFyZW50U3R5bGUiOm51bGx9LCJWZXJ0aWNhbENvbm5lY3RvclN0eWxlIjp7IiRpZCI6Ijc2MiIsIkxpbmVDb2xvciI6eyIkaWQiOiI3NjMiLCIkdHlwZSI6Ik5MUkUuQ29tbW9uLkRvbS5Tb2xpZENvbG9yQnJ1c2gsIE5MUkUuQ29tbW9uIiwiQ29sb3IiOnsiJGlkIjoiNzY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3NjUiLCJTaGFwZVN0eWxlIjp7IiRpZCI6Ijc2NiIsIk1hcmdpbiI6eyIkaWQiOiI3NjciLCJUb3AiOjAuMCwiTGVmdCI6MC4wLCJSaWdodCI6MC4wLCJCb3R0b20iOjAuMH0sIlBhZGRpbmciOnsiJGlkIjoiNzY4IiwiVG9wIjowLjAsIkxlZnQiOjAuMCwiUmlnaHQiOjAuMCwiQm90dG9tIjowLjB9LCJCYWNrZ3JvdW5kIjp7IiRpZCI6Ijc2OSIsIkNvbG9yIjp7IiRpZCI6Ijc3MCIsIkEiOjE1MywiUiI6MCwiRyI6MCwiQiI6MH19LCJJc1Zpc2libGUiOnRydWUsIldpZHRoIjowLjAsIkhlaWdodCI6MC4wLCJCb3JkZXJTdHlsZSI6bnVsbCwiUGFyZW50U3R5bGUiOm51bGx9LCJNYXJnaW4iOnsiJGlkIjoiNzcxIiwiVG9wIjowLjAsIkxlZnQiOjAuMCwiUmlnaHQiOjAuMCwiQm90dG9tIjowLjB9LCJQYWRkaW5nIjp7IiRpZCI6Ijc3MiIsIlRvcCI6MC4wLCJMZWZ0IjowLjAsIlJpZ2h0IjowLjAsIkJvdHRvbSI6MC4wfSwiQmFja2dyb3VuZCI6bnVsbCwiSXNWaXNpYmxlIjp0cnVlLCJXaWR0aCI6MC4wLCJIZWlnaHQiOjAuMCwiQm9yZGVyU3R5bGUiOm51bGwsIlBhcmVudFN0eWxlIjpudWxsfSwiU2hhcGVTdHlsZSI6eyIkaWQiOiI3NzMiLCJNYXJnaW4iOnsiJGlkIjoiNzc0IiwiVG9wIjowLjAsIkxlZnQiOjQuMCwiUmlnaHQiOjQuMCwiQm90dG9tIjowLjB9LCJQYWRkaW5nIjp7IiRpZCI6Ijc3NSIsIlRvcCI6MC4wLCJMZWZ0IjowLjAsIlJpZ2h0IjowLjAsIkJvdHRvbSI6MC4wfSwiQmFja2dyb3VuZCI6eyIkaWQiOiI3NzYiLCJDb2xvciI6eyIkaWQiOiI3NzciLCJBIjoyNTUsIlIiOjExMiwiRyI6MTczLCJCIjo3MX19LCJJc1Zpc2libGUiOnRydWUsIldpZHRoIjowLjAsIkhlaWdodCI6MTAuMCwiQm9yZGVyU3R5bGUiOnsiJGlkIjoiNzc4IiwiTGluZUNvbG9yIjp7IiRpZCI6Ijc3OSIsIiR0eXBlIjoiTkxSRS5Db21tb24uRG9tLlNvbGlkQ29sb3JCcnVzaCwgTkxSRS5Db21tb24iLCJDb2xvciI6eyIkaWQiOiI3ODAiLCJBIjoyNTUsIlIiOjIzNCwiRyI6MjIsIkIiOjMwfX0sIkxpbmVXZWlnaHQiOjAuMCwiTGluZVR5cGUiOjAsIlBhcmVudFN0eWxlIjpudWxsfSwiUGFyZW50U3R5bGUiOm51bGx9LCJUaXRsZVN0eWxlIjp7IiRpZCI6Ijc4MSIsIkZvbnRTZXR0aW5ncyI6eyIkaWQiOiI3ODIiLCJGb250U2l6ZSI6MTEsIkZvbnROYW1lIjoiVGl0aWxsaXVtIFdlYiIsIklzQm9sZCI6ZmFsc2UsIklzSXRhbGljIjpmYWxzZSwiSXNVbmRlcmxpbmVkIjpmYWxzZSwiUGFyZW50U3R5bGUiOm51bGx9LCJBdXRvU2l6ZSI6MCwiRm9yZWdyb3VuZCI6eyIkaWQiOiI3ODMiLCJDb2xvciI6eyIkaWQiOiI3ODQ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g1IiwiVG9wIjowLjAsIkxlZnQiOjAuMCwiUmlnaHQiOjAuMCwiQm90dG9tIjowLjB9LCJQYWRkaW5nIjp7IiRpZCI6Ijc4NiIsIlRvcCI6MC4wLCJMZWZ0IjowLjAsIlJpZ2h0IjowLjAsIkJvdHRvbSI6MC4wfSwiQmFja2dyb3VuZCI6eyIkaWQiOiI3ODciLCJDb2xvciI6eyIkaWQiOiI3ODgiLCJBIjowLCJSIjoyNTUsIkciOjI1NSwiQiI6MjU1fX0sIklzVmlzaWJsZSI6dHJ1ZSwiV2lkdGgiOjAuMCwiSGVpZ2h0IjowLjAsIkJvcmRlclN0eWxlIjp7IiRpZCI6Ijc4OSIsIkxpbmVDb2xvciI6bnVsbCwiTGluZVdlaWdodCI6MC4wLCJMaW5lVHlwZSI6MCwiUGFyZW50U3R5bGUiOm51bGx9LCJQYXJlbnRTdHlsZSI6bnVsbH0sIkRhdGVTdHlsZSI6eyIkaWQiOiI3OTAiLCJGb250U2V0dGluZ3MiOnsiJGlkIjoiNzkxIiwiRm9udFNpemUiOjEwLCJGb250TmFtZSI6IlRpdGlsbGl1bSBXZWIiLCJJc0JvbGQiOmZhbHNlLCJJc0l0YWxpYyI6ZmFsc2UsIklzVW5kZXJsaW5lZCI6ZmFsc2UsIlBhcmVudFN0eWxlIjpudWxsfSwiQXV0b1NpemUiOjAsIkZvcmVncm91bmQiOnsiJGlkIjoiNzkyIiwiQ29sb3IiOnsiJGlkIjoiNzkz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5NCIsIlRvcCI6MC4wLCJMZWZ0IjowLjAsIlJpZ2h0IjowLjAsIkJvdHRvbSI6MC4wfSwiUGFkZGluZyI6eyIkaWQiOiI3OTUiLCJUb3AiOjAuMCwiTGVmdCI6MC4wLCJSaWdodCI6MC4wLCJCb3R0b20iOjAuMH0sIkJhY2tncm91bmQiOnsiJGlkIjoiNzk2IiwiQ29sb3IiOnsiJGlkIjoiNzk3IiwiQSI6MCwiUiI6MjU1LCJHIjoyNTUsIkIiOjI1NX19LCJJc1Zpc2libGUiOnRydWUsIldpZHRoIjowLjAsIkhlaWdodCI6MC4wLCJCb3JkZXJTdHlsZSI6eyIkaWQiOiI3OTgiLCJMaW5lQ29sb3IiOm51bGwsIkxpbmVXZWlnaHQiOjAuMCwiTGluZVR5cGUiOjAsIlBhcmVudFN0eWxlIjpudWxsfSwiUGFyZW50U3R5bGUiOm51bGx9LCJEYXRlRm9ybWF0Ijp7IiRpZCI6Ijc5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DAiLCJGb3JtYXQiOjAsIklzVmlzaWJsZSI6ZmFsc2UsIkxhc3RLbm93blZpc2liaWxpdHlTdGF0ZSI6ZmFsc2V9LCJJc1Zpc2libGUiOnRydWUsIlZhcmlhbmNlU3R5bGUiOnsiJGlkIjoiODAxIiwiVGV4dFN0eWxlIjp7IiRpZCI6IjgwMiIsIkZvbnRTZXR0aW5ncyI6eyIkaWQiOiI4MDMiLCJGb250U2l6ZSI6MTAsIkZvbnROYW1lIjoiQ2FsaWJyaSIsIklzQm9sZCI6ZmFsc2UsIklzSXRhbGljIjpmYWxzZSwiSXNVbmRlcmxpbmVkIjpmYWxzZSwiUGFyZW50U3R5bGUiOm51bGx9LCJBdXRvU2l6ZSI6MCwiRm9yZWdyb3VuZCI6eyIkaWQiOiI4MDQiLCJDb2xvciI6eyIkaWQiOiI4M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A2IiwiVG9wIjowLjAsIkxlZnQiOjAuMCwiUmlnaHQiOjAuMCwiQm90dG9tIjowLjB9LCJQYWRkaW5nIjp7IiRpZCI6IjgwNyIsIlRvcCI6MC4wLCJMZWZ0IjowLjAsIlJpZ2h0IjowLjAsIkJvdHRvbSI6MC4wfSwiQmFja2dyb3VuZCI6eyIkaWQiOiI4MDgiLCJDb2xvciI6eyIkaWQiOiI4MDkiLCJBIjoyNTUsIlIiOjAsIkciOjAsIkIiOjB9fSwiSXNWaXNpYmxlIjp0cnVlLCJXaWR0aCI6MC4wLCJIZWlnaHQiOjAuMCwiQm9yZGVyU3R5bGUiOnsiJGlkIjoiODEwIiwiTGluZUNvbG9yIjpudWxsLCJMaW5lV2VpZ2h0IjowLjAsIkxpbmVUeXBlIjowLCJQYXJlbnRTdHlsZSI6bnVsbH0sIlBhcmVudFN0eWxlIjpudWxsfSwiUGFyZW50U3R5bGUiOm51bGx9LCJQYXJlbnRTdHlsZSI6bnVsbH0sIkluZGV4Ijo2LCJTbWFydER1cmF0aW9uQWN0aXZhdGVkIjpmYWxzZSwiRGF0ZUZvcm1hdCI6eyIkcmVmIjoiNzk5In0sIldlZWtOdW1iZXJpbmciOnsiJGlkIjoiODExIiwiRm9ybWF0IjowLCJJc1Zpc2libGUiOmZhbHNlLCJMYXN0S25vd25WaXNpYmlsaXR5U3RhdGUiOmZhbHNlfSwiQmFzZWxpbmVEYXRhIjp7IiRpZCI6IjgxMiIsIlN0YXJ0RGF0ZSI6IjIwMjYtMDUtMDNUMDA6MDA6MDAiLCJFbmREYXRlIjoiMjAyNi0wNS0yOVQyMzo1OTowMCJ9LCJJZCI6IjI5ZjMxNWRiLTFhZDYtNDBiNC1iMTA2LWY2OWY4ZmEwZGRmNSIsIkltcG9ydElkIjpudWxsLCJUaXRsZSI6IkluZnJhc3RydWN0dXJlIExlYWQiLCJOb3RlIjpudWxsLCJIeXBlcmxpbmsiOnsiJGlkIjoiODEzIiwiQWRkcmVzcyI6IiIsIlN1YkFkZHJlc3MiOiIifSwiSXNDaGFuZ2VkIjpmYWxzZSwiSXNOZXciOmZhbHNlfX1dLCJfbWlsZXN0b25lcyI6W10sIklkIjoiMDAwMDAwMDAtMDAwMC0wMDAwLTAwMDAtMDAwMDAwMDAwMDAwIiwiSXNTaW5nbGVJdGVtUm93Ijp0cnVlfSx7IiRpZCI6IjgxNCIsIl90YXNrcyI6W3siJGlkIjoiODE1IiwiX2F0dGFjaGVkTWlsZXN0b25lcyI6W10sIlRhc2tEZWZpbml0aW9uIjp7IiRpZCI6IjgxNiIsIkdyb3VwTmFtZSI6bnVsbCwiU3RhcnREYXRlIjoiMjAyNi0wNS0wM1QwMDowMDowMCIsIkVuZERhdGUiOiIyMDI2LTA2LTA1VDIzOjU5OjAwIiwiUGVyY2VudGFnZUNvbXBsZXRlIjpudWxsLCJTdHlsZSI6eyIkaWQiOiI4MTciLCJTaGFwZSI6MSwiU2hhcGVUaGlja25lc3MiOjAsIkR1cmF0aW9uRm9ybWF0IjowLCJJbmNsdWRlTm9uV29ya2luZ0RheXNJbkR1cmF0aW9uIjpmYWxzZSwiUGVyY2VudGFnZUNvbXBsZXRlU3R5bGUiOnsiJGlkIjoiODE4IiwiRm9udFNldHRpbmdzIjp7IiRpZCI6IjgxOSIsIkZvbnRTaXplIjoxMCwiRm9udE5hbWUiOiJDYWxpYnJpIiwiSXNCb2xkIjpmYWxzZSwiSXNJdGFsaWMiOmZhbHNlLCJJc1VuZGVybGluZWQiOmZhbHNlLCJQYXJlbnRTdHlsZSI6bnVsbH0sIkF1dG9TaXplIjowLCJGb3JlZ3JvdW5kIjp7IiRpZCI6IjgyMCIsIkNvbG9yIjp7IiRpZCI6IjgyM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4MjIiLCJUb3AiOjAuMCwiTGVmdCI6MC4wLCJSaWdodCI6MC4wLCJCb3R0b20iOjAuMH0sIlBhZGRpbmciOnsiJGlkIjoiODIzIiwiVG9wIjowLjAsIkxlZnQiOjAuMCwiUmlnaHQiOjAuMCwiQm90dG9tIjowLjB9LCJCYWNrZ3JvdW5kIjp7IiRpZCI6IjgyNCIsIkNvbG9yIjp7IiRpZCI6IjgyNSIsIkEiOjg5LCJSIjowLCJHIjowLCJCIjowfX0sIklzVmlzaWJsZSI6dHJ1ZSwiV2lkdGgiOjAuMCwiSGVpZ2h0IjowLjAsIkJvcmRlclN0eWxlIjp7IiRpZCI6IjgyNiIsIkxpbmVDb2xvciI6bnVsbCwiTGluZVdlaWdodCI6MC4wLCJMaW5lVHlwZSI6MCwiUGFyZW50U3R5bGUiOm51bGx9LCJQYXJlbnRTdHlsZSI6bnVsbH0sIkR1cmF0aW9uU3R5bGUiOnsiJGlkIjoiODI3IiwiRm9udFNldHRpbmdzIjp7IiRpZCI6IjgyOCIsIkZvbnRTaXplIjoxMCwiRm9udE5hbWUiOiJDYWxpYnJpIiwiSXNCb2xkIjpmYWxzZSwiSXNJdGFsaWMiOmZhbHNlLCJJc1VuZGVybGluZWQiOmZhbHNlLCJQYXJlbnRTdHlsZSI6bnVsbH0sIkF1dG9TaXplIjowLCJGb3JlZ3JvdW5kIjp7IiRpZCI6IjgyOSIsIkNvbG9yIjp7IiRpZCI6Ijgz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ODMxIiwiVG9wIjowLjAsIkxlZnQiOjAuMCwiUmlnaHQiOjAuMCwiQm90dG9tIjowLjB9LCJQYWRkaW5nIjp7IiRpZCI6IjgzMiIsIlRvcCI6MC4wLCJMZWZ0IjowLjAsIlJpZ2h0IjowLjAsIkJvdHRvbSI6MC4wfSwiQmFja2dyb3VuZCI6eyIkaWQiOiI4MzMiLCJDb2xvciI6eyIkaWQiOiI4MzQiLCJBIjoyNTUsIlIiOjY4LCJHIjo4NCwiQiI6MTA2fX0sIklzVmlzaWJsZSI6dHJ1ZSwiV2lkdGgiOjAuMCwiSGVpZ2h0IjowLjAsIkJvcmRlclN0eWxlIjp7IiRpZCI6IjgzNSIsIkxpbmVDb2xvciI6bnVsbCwiTGluZVdlaWdodCI6MC4wLCJMaW5lVHlwZSI6MCwiUGFyZW50U3R5bGUiOm51bGx9LCJQYXJlbnRTdHlsZSI6bnVsbH0sIkhvcml6b250YWxDb25uZWN0b3JTdHlsZSI6eyIkaWQiOiI4MzYiLCJMaW5lQ29sb3IiOnsiJGlkIjoiODM3IiwiJHR5cGUiOiJOTFJFLkNvbW1vbi5Eb20uU29saWRDb2xvckJydXNoLCBOTFJFLkNvbW1vbiIsIkNvbG9yIjp7IiRpZCI6IjgzOCIsIkEiOjI1NSwiUiI6MCwiRyI6MCwiQiI6MH19LCJMaW5lV2VpZ2h0IjowLjAsIkxpbmVUeXBlIjowLCJQYXJlbnRTdHlsZSI6bnVsbH0sIlZlcnRpY2FsQ29ubmVjdG9yU3R5bGUiOnsiJGlkIjoiODM5IiwiTGluZUNvbG9yIjp7IiRpZCI6Ijg0MCIsIiR0eXBlIjoiTkxSRS5Db21tb24uRG9tLlNvbGlkQ29sb3JCcnVzaCwgTkxSRS5Db21tb24iLCJDb2xvciI6eyIkaWQiOiI4N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g0MiIsIlNoYXBlU3R5bGUiOnsiJGlkIjoiODQzIiwiTWFyZ2luIjp7IiRpZCI6Ijg0NCIsIlRvcCI6MC4wLCJMZWZ0IjowLjAsIlJpZ2h0IjowLjAsIkJvdHRvbSI6MC4wfSwiUGFkZGluZyI6eyIkaWQiOiI4NDUiLCJUb3AiOjAuMCwiTGVmdCI6MC4wLCJSaWdodCI6MC4wLCJCb3R0b20iOjAuMH0sIkJhY2tncm91bmQiOnsiJGlkIjoiODQ2IiwiQ29sb3IiOnsiJGlkIjoiODQ3IiwiQSI6MTUzLCJSIjowLCJHIjowLCJCIjowfX0sIklzVmlzaWJsZSI6dHJ1ZSwiV2lkdGgiOjAuMCwiSGVpZ2h0IjowLjAsIkJvcmRlclN0eWxlIjpudWxsLCJQYXJlbnRTdHlsZSI6bnVsbH0sIk1hcmdpbiI6eyIkaWQiOiI4NDgiLCJUb3AiOjAuMCwiTGVmdCI6MC4wLCJSaWdodCI6MC4wLCJCb3R0b20iOjAuMH0sIlBhZGRpbmciOnsiJGlkIjoiODQ5IiwiVG9wIjowLjAsIkxlZnQiOjAuMCwiUmlnaHQiOjAuMCwiQm90dG9tIjowLjB9LCJCYWNrZ3JvdW5kIjpudWxsLCJJc1Zpc2libGUiOnRydWUsIldpZHRoIjowLjAsIkhlaWdodCI6MC4wLCJCb3JkZXJTdHlsZSI6bnVsbCwiUGFyZW50U3R5bGUiOm51bGx9LCJTaGFwZVN0eWxlIjp7IiRpZCI6Ijg1MCIsIk1hcmdpbiI6eyIkaWQiOiI4NTEiLCJUb3AiOjAuMCwiTGVmdCI6NC4wLCJSaWdodCI6NC4wLCJCb3R0b20iOjAuMH0sIlBhZGRpbmciOnsiJGlkIjoiODUyIiwiVG9wIjowLjAsIkxlZnQiOjAuMCwiUmlnaHQiOjAuMCwiQm90dG9tIjowLjB9LCJCYWNrZ3JvdW5kIjp7IiRpZCI6Ijg1MyIsIkNvbG9yIjp7IiRpZCI6Ijg1NCIsIkEiOjI1NSwiUiI6MTEyLCJHIjoxNzMsIkIiOjcxfX0sIklzVmlzaWJsZSI6dHJ1ZSwiV2lkdGgiOjAuMCwiSGVpZ2h0IjoxMC4wLCJCb3JkZXJTdHlsZSI6eyIkaWQiOiI4NTUiLCJMaW5lQ29sb3IiOnsiJGlkIjoiODU2IiwiJHR5cGUiOiJOTFJFLkNvbW1vbi5Eb20uU29saWRDb2xvckJydXNoLCBOTFJFLkNvbW1vbiIsIkNvbG9yIjp7IiRpZCI6Ijg1NyIsIkEiOjI1NSwiUiI6MjM0LCJHIjoyMiwiQiI6MzB9fSwiTGluZVdlaWdodCI6MC4wLCJMaW5lVHlwZSI6MCwiUGFyZW50U3R5bGUiOm51bGx9LCJQYXJlbnRTdHlsZSI6bnVsbH0sIlRpdGxlU3R5bGUiOnsiJGlkIjoiODU4IiwiRm9udFNldHRpbmdzIjp7IiRpZCI6Ijg1OSIsIkZvbnRTaXplIjoxMSwiRm9udE5hbWUiOiJUaXRpbGxpdW0gV2ViIiwiSXNCb2xkIjpmYWxzZSwiSXNJdGFsaWMiOmZhbHNlLCJJc1VuZGVybGluZWQiOmZhbHNlLCJQYXJlbnRTdHlsZSI6bnVsbH0sIkF1dG9TaXplIjowLCJGb3JlZ3JvdW5kIjp7IiRpZCI6Ijg2MCIsIkNvbG9yIjp7IiRpZCI6Ijg2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AsIlIiOjI1NSwiRyI6MjU1LCJCIjoyNTV9fSwiSXNWaXNpYmxlIjp0cnVlLCJXaWR0aCI6MC4wLCJIZWlnaHQiOjAuMCwiQm9yZGVyU3R5bGUiOnsiJGlkIjoiODY2IiwiTGluZUNvbG9yIjpudWxsLCJMaW5lV2VpZ2h0IjowLjAsIkxpbmVUeXBlIjowLCJQYXJlbnRTdHlsZSI6bnVsbH0sIlBhcmVudFN0eWxlIjpudWxsfSwiRGF0ZVN0eWxlIjp7IiRpZCI6Ijg2NyIsIkZvbnRTZXR0aW5ncyI6eyIkaWQiOiI4NjgiLCJGb250U2l6ZSI6MTAsIkZvbnROYW1lIjoiVGl0aWxsaXVtIFdlYiIsIklzQm9sZCI6ZmFsc2UsIklzSXRhbGljIjpmYWxzZSwiSXNVbmRlcmxpbmVkIjpmYWxzZSwiUGFyZW50U3R5bGUiOm51bGx9LCJBdXRvU2l6ZSI6MCwiRm9yZWdyb3VuZCI6eyIkaWQiOiI4NjkiLCJDb2xvciI6eyIkaWQiOiI4Nz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ODcxIiwiVG9wIjowLjAsIkxlZnQiOjAuMCwiUmlnaHQiOjAuMCwiQm90dG9tIjowLjB9LCJQYWRkaW5nIjp7IiRpZCI6Ijg3MiIsIlRvcCI6MC4wLCJMZWZ0IjowLjAsIlJpZ2h0IjowLjAsIkJvdHRvbSI6MC4wfSwiQmFja2dyb3VuZCI6eyIkaWQiOiI4NzMiLCJDb2xvciI6eyIkaWQiOiI4NzQiLCJBIjowLCJSIjoyNTUsIkciOjI1NSwiQiI6MjU1fX0sIklzVmlzaWJsZSI6dHJ1ZSwiV2lkdGgiOjAuMCwiSGVpZ2h0IjowLjAsIkJvcmRlclN0eWxlIjp7IiRpZCI6Ijg3NSIsIkxpbmVDb2xvciI6bnVsbCwiTGluZVdlaWdodCI6MC4wLCJMaW5lVHlwZSI6MCwiUGFyZW50U3R5bGUiOm51bGx9LCJQYXJlbnRTdHlsZSI6bnVsbH0sIkRhdGVGb3JtYXQiOnsiJGlkIjoiODc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NyIsIkZvcm1hdCI6MCwiSXNWaXNpYmxlIjpmYWxzZSwiTGFzdEtub3duVmlzaWJpbGl0eVN0YXRlIjpmYWxzZX0sIklzVmlzaWJsZSI6dHJ1ZSwiVmFyaWFuY2VTdHlsZSI6eyIkaWQiOiI4NzgiLCJUZXh0U3R5bGUiOnsiJGlkIjoiODc5IiwiRm9udFNldHRpbmdzIjp7IiRpZCI6Ijg4MCIsIkZvbnRTaXplIjoxMCwiRm9udE5hbWUiOiJDYWxpYnJpIiwiSXNCb2xkIjpmYWxzZSwiSXNJdGFsaWMiOmZhbHNlLCJJc1VuZGVybGluZWQiOmZhbHNlLCJQYXJlbnRTdHlsZSI6bnVsbH0sIkF1dG9TaXplIjowLCJGb3JlZ3JvdW5kIjp7IiRpZCI6Ijg4MSIsIkNvbG9yIjp7IiRpZCI6Ijg4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ODMiLCJUb3AiOjAuMCwiTGVmdCI6MC4wLCJSaWdodCI6MC4wLCJCb3R0b20iOjAuMH0sIlBhZGRpbmciOnsiJGlkIjoiODg0IiwiVG9wIjowLjAsIkxlZnQiOjAuMCwiUmlnaHQiOjAuMCwiQm90dG9tIjowLjB9LCJCYWNrZ3JvdW5kIjp7IiRpZCI6Ijg4NSIsIkNvbG9yIjp7IiRpZCI6Ijg4NiIsIkEiOjI1NSwiUiI6MCwiRyI6MCwiQiI6MH19LCJJc1Zpc2libGUiOnRydWUsIldpZHRoIjowLjAsIkhlaWdodCI6MC4wLCJCb3JkZXJTdHlsZSI6eyIkaWQiOiI4ODciLCJMaW5lQ29sb3IiOm51bGwsIkxpbmVXZWlnaHQiOjAuMCwiTGluZVR5cGUiOjAsIlBhcmVudFN0eWxlIjpudWxsfSwiUGFyZW50U3R5bGUiOm51bGx9LCJQYXJlbnRTdHlsZSI6bnVsbH0sIlBhcmVudFN0eWxlIjpudWxsfSwiSW5kZXgiOjcsIlNtYXJ0RHVyYXRpb25BY3RpdmF0ZWQiOmZhbHNlLCJEYXRlRm9ybWF0Ijp7IiRyZWYiOiI4NzYifSwiV2Vla051bWJlcmluZyI6eyIkaWQiOiI4ODgiLCJGb3JtYXQiOjAsIklzVmlzaWJsZSI6ZmFsc2UsIkxhc3RLbm93blZpc2liaWxpdHlTdGF0ZSI6ZmFsc2V9LCJCYXNlbGluZURhdGEiOnsiJGlkIjoiODg5IiwiU3RhcnREYXRlIjoiMjAyNi0wNS0wM1QwMDowMDowMCIsIkVuZERhdGUiOiIyMDI2LTA2LTA1VDIzOjU5OjAwIn0sIklkIjoiNmRmNTM5NjktZGJiYi00MDdjLThjOWQtNjdhMTMyMTVjMWM1IiwiSW1wb3J0SWQiOm51bGwsIlRpdGxlIjoiRGV2cyIsIk5vdGUiOm51bGwsIkh5cGVybGluayI6eyIkaWQiOiI4OTAiLCJBZGRyZXNzIjoiIiwiU3ViQWRkcmVzcyI6IiJ9LCJJc0NoYW5nZWQiOmZhbHNlLCJJc05ldyI6ZmFsc2V9fV0sIl9taWxlc3RvbmVzIjpbXSwiSWQiOiIwMDAwMDAwMC0wMDAwLTAwMDAtMDAwMC0wMDAwMDAwMDAwMDAiLCJJc1NpbmdsZUl0ZW1Sb3ciOnRydWV9XSwiSW5kZXgiOjQsIklkIjoiMjc2Y2U1NTEtY2E1ZC00ODRhLThlMTQtNjIzNDc5YTNiMGJkIiwiSGVhZGVyVGV4dCI6bnVsbCwiSXNEZWZhdWx0Ijp0cnVlLCJTdHlsZSI6eyIkaWQiOiI4OTEiLCJIZWFkZXJTdHlsZSI6eyIkaWQiOiI4OTIiLCJUZXh0U3R5bGUiOnsiJGlkIjoiODkzIiwiRm9udFNldHRpbmdzIjp7IiRpZCI6Ijg5NCIsIkZvbnRTaXplIjoxMSwiRm9udE5hbWUiOiJDYWxpYnJpIiwiSXNCb2xkIjpmYWxzZSwiSXNJdGFsaWMiOmZhbHNlLCJJc1VuZGVybGluZWQiOmZhbHNlLCJQYXJlbnRTdHlsZSI6bnVsbH0sIkF1dG9TaXplIjoyLCJGb3JlZ3JvdW5kIjp7IiRpZCI6Ijg5NSIsIkNvbG9yIjp7IiRpZCI6Ijg5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g5NyIsIlRvcCI6MC4wLCJMZWZ0IjowLjAsIlJpZ2h0IjowLjAsIkJvdHRvbSI6MC4wfSwiUGFkZGluZyI6eyIkaWQiOiI4OTgiLCJUb3AiOjAuMCwiTGVmdCI6MC4wLCJSaWdodCI6MC4wLCJCb3R0b20iOjAuMH0sIkJhY2tncm91bmQiOnsiJGlkIjoiODk5IiwiQ29sb3IiOnsiJGlkIjoiOTAwIiwiQSI6MjU1LCJSIjo2NCwiRyI6NjQsIkIiOjY0fX0sIklzVmlzaWJsZSI6dHJ1ZSwiV2lkdGgiOjAuMCwiSGVpZ2h0IjowLjAsIkJvcmRlclN0eWxlIjpudWxsLCJQYXJlbnRTdHlsZSI6bnVsbH0sIlJlY3RhbmdsZVN0eWxlIjp7IiRpZCI6IjkwMSIsIk1hcmdpbiI6eyIkaWQiOiI5MDIiLCJUb3AiOjAuMCwiTGVmdCI6MC4wLCJSaWdodCI6MC4wLCJCb3R0b20iOjAuMH0sIlBhZGRpbmciOnsiJGlkIjoiOTAzIiwiVG9wIjowLjAsIkxlZnQiOjAuMCwiUmlnaHQiOjAuMCwiQm90dG9tIjowLjB9LCJCYWNrZ3JvdW5kIjp7IiRpZCI6IjkwNCIsIkNvbG9yIjp7IiRpZCI6IjkwNSIsIkEiOjEyNywiUiI6MTEyLCJHIjoxNzMsIkIiOjcxfX0sIklzVmlzaWJsZSI6dHJ1ZSwiV2lkdGgiOjAuMCwiSGVpZ2h0IjowLjAsIkJvcmRlclN0eWxlIjp7IiRpZCI6IjkwNiIsIkxpbmVDb2xvciI6eyIkaWQiOiI5MDciLCIkdHlwZSI6Ik5MUkUuQ29tbW9uLkRvbS5Tb2xpZENvbG9yQnJ1c2gsIE5MUkUuQ29tbW9uIiwiQ29sb3IiOnsiJGlkIjoiOTA4IiwiQSI6MjU1LCJSIjoyNTUsIkciOjI1NSwiQiI6MjU1fX0sIkxpbmVXZWlnaHQiOjAuMCwiTGluZVR5cGUiOjAsIlBhcmVudFN0eWxlIjpudWxsfSwiUGFyZW50U3R5bGUiOm51bGx9LCJNYXJnaW4iOnsiJGlkIjoiOTA5IiwiVG9wIjowLjAsIkxlZnQiOjAuMCwiUmlnaHQiOjAuMCwiQm90dG9tIjowLjB9LCJQYWRkaW5nIjp7IiRpZCI6IjkxMCIsIlRvcCI6MC4wLCJMZWZ0IjowLjAsIlJpZ2h0IjowLjAsIkJvdHRvbSI6MC4wfSwiQmFja2dyb3VuZCI6bnVsbCwiSXNWaXNpYmxlIjp0cnVlLCJXaWR0aCI6MC4wLCJIZWlnaHQiOjAuMCwiQm9yZGVyU3R5bGUiOm51bGwsIlBhcmVudFN0eWxlIjpudWxsfSwiQmFja2dyb3VuZFN0eWxlIjp7IiRpZCI6IjkxMSIsIk1hcmdpbiI6eyIkaWQiOiI5MTIiLCJUb3AiOjAuMCwiTGVmdCI6MC4wLCJSaWdodCI6MC4wLCJCb3R0b20iOjAuMH0sIlBhZGRpbmciOnsiJGlkIjoiOTEzIiwiVG9wIjowLjAsIkxlZnQiOjAuMCwiUmlnaHQiOjAuMCwiQm90dG9tIjowLjB9LCJCYWNrZ3JvdW5kIjp7IiRpZCI6IjkxNCIsIkNvbG9yIjp7IiRpZCI6IjkxNSIsIkEiOjUxLCJSIjoyMDAsIkciOjIwMCwiQiI6MjAwfX0sIklzVmlzaWJsZSI6dHJ1ZSwiV2lkdGgiOjAuMCwiSGVpZ2h0IjowLjAsIkJvcmRlclN0eWxlIjp7IiRpZCI6IjkxNiIsIkxpbmVDb2xvciI6eyIkaWQiOiI5MTciLCIkdHlwZSI6Ik5MUkUuQ29tbW9uLkRvbS5Tb2xpZENvbG9yQnJ1c2gsIE5MUkUuQ29tbW9uIiwiQ29sb3IiOnsiJGlkIjoiOTE4IiwiQSI6MjU1LCJSIjoyMzQsIkciOjIyLCJCIjozMH19LCJMaW5lV2VpZ2h0IjowLjAsIkxpbmVUeXBlIjowLCJQYXJlbnRTdHlsZSI6bnVsbH0sIlBhcmVudFN0eWxlIjpudWxsfSwiTWFyZ2luIjp7IiRpZCI6IjkxOSIsIlRvcCI6MC4wLCJMZWZ0IjowLjAsIlJpZ2h0IjowLjAsIkJvdHRvbSI6MC4wfSwiUGFkZGluZyI6eyIkaWQiOiI5MjAiLCJUb3AiOjAuMCwiTGVmdCI6MC4wLCJSaWdodCI6MC4wLCJCb3R0b20iOjAuMH0sIklzVmlzaWJsZSI6dHJ1ZSwiV2lkdGgiOjAuMCwiSGVpZ2h0IjowLjAsIkJvcmRlclN0eWxlIjp7IiRpZCI6IjkyMSIsIkxpbmVDb2xvciI6bnVsbCwiTGluZVdlaWdodCI6MC4wLCJMaW5lVHlwZSI6MCwiUGFyZW50U3R5bGUiOm51bGx9LCJQYXJlbnRTdHlsZSI6bnVsbH19XSwiSWQiOiJlMTllMDhjOC1lZThjLTQzZmItYjc3YS02MzJiZjAzOTY2NjMiLCJJbmRleCI6NCwiSGVhZGVyVGV4dCI6IlJlc291cmNpbmciLCJTdHlsZSI6eyIkaWQiOiI5MjIiLCJTdHlsZUlkIjoiYjI0ZjgwNDUtZjY5Yi00YTQzLTgyOWYtYTU2NTAzZmRjZDY5IiwiSGVhZGVyU3R5bGUiOnsiJGlkIjoiOTIzIiwiVGV4dElzVmVydGljYWwiOmZhbHNlLCJUZXh0U3R5bGUiOnsiJGlkIjoiOTI0IiwiRm9udFNldHRpbmdzIjp7IiRpZCI6IjkyNSIsIkZvbnRTaXplIjoxMSwiRm9udE5hbWUiOiJUaXRpbGxpdW0gV2ViIiwiSXNCb2xkIjpmYWxzZSwiSXNJdGFsaWMiOmZhbHNlLCJJc1VuZGVybGluZWQiOmZhbHNlLCJQYXJlbnRTdHlsZSI6bnVsbH0sIkF1dG9TaXplIjoyLCJGb3JlZ3JvdW5kIjp7IiRpZCI6IjkyNiIsIkNvbG9yIjp7IiRpZCI6Ijky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kyOCIsIlRvcCI6MC4wLCJMZWZ0IjowLjAsIlJpZ2h0IjowLjAsIkJvdHRvbSI6MC4wfSwiUGFkZGluZyI6eyIkaWQiOiI5MjkiLCJUb3AiOjAuMCwiTGVmdCI6MC4wLCJSaWdodCI6MC4wLCJCb3R0b20iOjAuMH0sIkJhY2tncm91bmQiOnsiJGlkIjoiOTMwIiwiQ29sb3IiOnsiJGlkIjoiOTMxIiwiQSI6MjU1LCJSIjoyNTUsIkciOjI1NSwiQiI6MjU1fX0sIklzVmlzaWJsZSI6dHJ1ZSwiV2lkdGgiOjAuMCwiSGVpZ2h0IjowLjAsIkJvcmRlclN0eWxlIjpudWxsLCJQYXJlbnRTdHlsZSI6bnVsbH0sIlJlY3RhbmdsZVN0eWxlIjp7IiRpZCI6IjkzMiIsIk1hcmdpbiI6eyIkaWQiOiI5MzMiLCJUb3AiOjAuMCwiTGVmdCI6MC4wLCJSaWdodCI6MC4wLCJCb3R0b20iOjAuMH0sIlBhZGRpbmciOnsiJGlkIjoiOTM0IiwiVG9wIjowLjAsIkxlZnQiOjAuMCwiUmlnaHQiOjAuMCwiQm90dG9tIjowLjB9LCJCYWNrZ3JvdW5kIjp7IiRpZCI6IjkzNSIsIkNvbG9yIjp7IiRpZCI6IjkzNiIsIkEiOjI1NSwiUiI6MTEyLCJHIjoxNzMsIkIiOjcxfX0sIklzVmlzaWJsZSI6dHJ1ZSwiV2lkdGgiOjAuMCwiSGVpZ2h0IjowLjAsIkJvcmRlclN0eWxlIjp7IiRpZCI6IjkzNyIsIkxpbmVDb2xvciI6eyIkaWQiOiI5MzgiLCIkdHlwZSI6Ik5MUkUuQ29tbW9uLkRvbS5Tb2xpZENvbG9yQnJ1c2gsIE5MUkUuQ29tbW9uIiwiQ29sb3IiOnsiJGlkIjoiOTM5IiwiQSI6MjU1LCJSIjoyNTUsIkciOjI1NSwiQiI6MjU1fX0sIkxpbmVXZWlnaHQiOjAuMCwiTGluZVR5cGUiOjAsIlBhcmVudFN0eWxlIjpudWxsfSwiUGFyZW50U3R5bGUiOm51bGx9LCJNYXJnaW4iOnsiJGlkIjoiOTQwIiwiVG9wIjowLjAsIkxlZnQiOjAuMCwiUmlnaHQiOjAuMCwiQm90dG9tIjowLjB9LCJQYWRkaW5nIjp7IiRpZCI6Ijk0MSIsIlRvcCI6MC4wLCJMZWZ0IjowLjAsIlJpZ2h0IjowLjAsIkJvdHRvbSI6MC4wfSwiQmFja2dyb3VuZCI6bnVsbCwiSXNWaXNpYmxlIjp0cnVlLCJXaWR0aCI6MC4wLCJIZWlnaHQiOjAuMCwiQm9yZGVyU3R5bGUiOm51bGwsIlBhcmVudFN0eWxlIjpudWxsfSwiQmFja2dyb3VuZFN0eWxlIjp7IiRpZCI6Ijk0MiIsIk1hcmdpbiI6eyIkaWQiOiI5NDMiLCJUb3AiOjAuMCwiTGVmdCI6MC4wLCJSaWdodCI6MC4wLCJCb3R0b20iOjAuMH0sIlBhZGRpbmciOnsiJGlkIjoiOTQ0IiwiVG9wIjowLjAsIkxlZnQiOjAuMCwiUmlnaHQiOjAuMCwiQm90dG9tIjowLjB9LCJCYWNrZ3JvdW5kIjp7IiRpZCI6Ijk0NSIsIkNvbG9yIjp7IiRpZCI6Ijk0NiIsIkEiOjUxLCJSIjoyMDAsIkciOjIwMCwiQiI6MjAwfX0sIklzVmlzaWJsZSI6dHJ1ZSwiV2lkdGgiOjAuMCwiSGVpZ2h0IjowLjAsIkJvcmRlclN0eWxlIjp7IiRpZCI6Ijk0NyIsIkxpbmVDb2xvciI6eyIkaWQiOiI5NDgiLCIkdHlwZSI6Ik5MUkUuQ29tbW9uLkRvbS5Tb2xpZENvbG9yQnJ1c2gsIE5MUkUuQ29tbW9uIiwiQ29sb3IiOnsiJGlkIjoiOTQ5IiwiQSI6MjU1LCJSIjoyMzQsIkciOjIyLCJCIjozMH19LCJMaW5lV2VpZ2h0IjowLjAsIkxpbmVUeXBlIjowLCJQYXJlbnRTdHlsZSI6bnVsbH0sIlBhcmVudFN0eWxlIjpudWxsfSwiSXNBYm92ZVRpbWViYW5kIjpmYWxzZSwiU3BhY2luZyI6MiwiRGVmYXVsdFN3aW1sYW5lVGFza1N0eWxlIjp7IiRpZCI6Ijk1MCIsIiR0eXBlIjoiTkxSRS5Db21tb24uRG9tLlN0eWxlcy5FeHBsaWNpdFNldGFibGVUYXNrU3R5bGUsIE5MUkUuQ29tbW9uIiwiU2hhcGUiOjEsIlNoYXBlVGhpY2tuZXNzIjowLCJEdXJhdGlvbkZvcm1hdCI6MCwiSW5jbHVkZU5vbldvcmtpbmdEYXlzSW5EdXJhdGlvbiI6ZmFsc2UsIlBlcmNlbnRhZ2VDb21wbGV0ZVN0eWxlIjp7IiRpZCI6Ijk1MSIsIkZvbnRTZXR0aW5ncyI6eyIkaWQiOiI5NTIiLCJGb250U2l6ZSI6MTAsIkZvbnROYW1lIjoiQ2FsaWJyaSIsIklzQm9sZCI6ZmFsc2UsIklzSXRhbGljIjpmYWxzZSwiSXNVbmRlcmxpbmVkIjpmYWxzZSwiUGFyZW50U3R5bGUiOm51bGx9LCJBdXRvU2l6ZSI6MCwiRm9yZWdyb3VuZCI6eyIkaWQiOiI5NTMiLCJDb2xvciI6eyIkaWQiOiI5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OTU1IiwiVG9wIjowLjAsIkxlZnQiOjAuMCwiUmlnaHQiOjAuMCwiQm90dG9tIjowLjB9LCJQYWRkaW5nIjp7IiRpZCI6Ijk1NiIsIlRvcCI6MC4wLCJMZWZ0IjowLjAsIlJpZ2h0IjowLjAsIkJvdHRvbSI6MC4wfSwiQmFja2dyb3VuZCI6eyIkaWQiOiI5NTciLCJDb2xvciI6eyIkaWQiOiI5NTgiLCJBIjo4OSwiUiI6MCwiRyI6MCwiQiI6MH19LCJJc1Zpc2libGUiOnRydWUsIldpZHRoIjowLjAsIkhlaWdodCI6MC4wLCJCb3JkZXJTdHlsZSI6eyIkaWQiOiI5NTkiLCJMaW5lQ29sb3IiOm51bGwsIkxpbmVXZWlnaHQiOjAuMCwiTGluZVR5cGUiOjAsIlBhcmVudFN0eWxlIjpudWxsfSwiUGFyZW50U3R5bGUiOm51bGx9LCJEdXJhdGlvblN0eWxlIjp7IiRpZCI6Ijk2MCIsIkZvbnRTZXR0aW5ncyI6eyIkaWQiOiI5NjEiLCJGb250U2l6ZSI6MTAsIkZvbnROYW1lIjoiQ2FsaWJyaSIsIklzQm9sZCI6ZmFsc2UsIklzSXRhbGljIjpmYWxzZSwiSXNVbmRlcmxpbmVkIjpmYWxzZSwiUGFyZW50U3R5bGUiOm51bGx9LCJBdXRvU2l6ZSI6MCwiRm9yZWdyb3VuZCI6eyIkaWQiOiI5NjIiLCJDb2xvciI6eyIkaWQiOiI5Nj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k2NCIsIlRvcCI6MC4wLCJMZWZ0IjowLjAsIlJpZ2h0IjowLjAsIkJvdHRvbSI6MC4wfSwiUGFkZGluZyI6eyIkaWQiOiI5NjUiLCJUb3AiOjAuMCwiTGVmdCI6MC4wLCJSaWdodCI6MC4wLCJCb3R0b20iOjAuMH0sIkJhY2tncm91bmQiOnsiJGlkIjoiOTY2IiwiQ29sb3IiOnsiJGlkIjoiOTY3IiwiQSI6MjU1LCJSIjo2OCwiRyI6ODQsIkIiOjEwNn19LCJJc1Zpc2libGUiOnRydWUsIldpZHRoIjowLjAsIkhlaWdodCI6MC4wLCJCb3JkZXJTdHlsZSI6eyIkaWQiOiI5NjgiLCJMaW5lQ29sb3IiOm51bGwsIkxpbmVXZWlnaHQiOjAuMCwiTGluZVR5cGUiOjAsIlBhcmVudFN0eWxlIjpudWxsfSwiUGFyZW50U3R5bGUiOm51bGx9LCJIb3Jpem9udGFsQ29ubmVjdG9yU3R5bGUiOnsiJGlkIjoiOTY5IiwiTGluZUNvbG9yIjp7IiRpZCI6Ijk3MCIsIiR0eXBlIjoiTkxSRS5Db21tb24uRG9tLlNvbGlkQ29sb3JCcnVzaCwgTkxSRS5Db21tb24iLCJDb2xvciI6eyIkaWQiOiI5NzEiLCJBIjoyNTUsIlIiOjAsIkciOjAsIkIiOjB9fSwiTGluZVdlaWdodCI6MC4wLCJMaW5lVHlwZSI6MCwiUGFyZW50U3R5bGUiOm51bGx9LCJWZXJ0aWNhbENvbm5lY3RvclN0eWxlIjp7IiRpZCI6Ijk3MiIsIkxpbmVDb2xvciI6eyIkaWQiOiI5NzMiLCIkdHlwZSI6Ik5MUkUuQ29tbW9uLkRvbS5Tb2xpZENvbG9yQnJ1c2gsIE5MUkUuQ29tbW9uIiwiQ29sb3IiOnsiJGlkIjoiOTc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OTc1IiwiU2hhcGVTdHlsZSI6eyIkaWQiOiI5NzYiLCJNYXJnaW4iOnsiJGlkIjoiOTc3IiwiVG9wIjowLjAsIkxlZnQiOjAuMCwiUmlnaHQiOjAuMCwiQm90dG9tIjowLjB9LCJQYWRkaW5nIjp7IiRpZCI6Ijk3OCIsIlRvcCI6MC4wLCJMZWZ0IjowLjAsIlJpZ2h0IjowLjAsIkJvdHRvbSI6MC4wfSwiQmFja2dyb3VuZCI6eyIkaWQiOiI5NzkiLCJDb2xvciI6eyIkaWQiOiI5ODAiLCJBIjoxNTMsIlIiOjAsIkciOjAsIkIiOjB9fSwiSXNWaXNpYmxlIjp0cnVlLCJXaWR0aCI6MC4wLCJIZWlnaHQiOjAuMCwiQm9yZGVyU3R5bGUiOnsiJGlkIjoiOTgxIiwiTGluZUNvbG9yIjp7IiRpZCI6Ijk4MiIsIiR0eXBlIjoiTkxSRS5Db21tb24uRG9tLlNvbGlkQ29sb3JCcnVzaCwgTkxSRS5Db21tb24iLCJDb2xvciI6eyIkaWQiOiI5ODMiLCJBIjoyNTUsIlIiOjI1NSwiRyI6MCwiQiI6MH19LCJMaW5lV2VpZ2h0IjowLjAsIkxpbmVUeXBlIjowLCJQYXJlbnRTdHlsZSI6bnVsbH0sIlBhcmVudFN0eWxlIjpudWxsfSwiTWFyZ2luIjp7IiRpZCI6Ijk4NCIsIlRvcCI6MC4wLCJMZWZ0IjowLjAsIlJpZ2h0IjowLjAsIkJvdHRvbSI6MC4wfSwiUGFkZGluZyI6eyIkaWQiOiI5ODUiLCJUb3AiOjAuMCwiTGVmdCI6MC4wLCJSaWdodCI6MC4wLCJCb3R0b20iOjAuMH0sIkJhY2tncm91bmQiOm51bGwsIklzVmlzaWJsZSI6dHJ1ZSwiV2lkdGgiOjAuMCwiSGVpZ2h0IjowLjAsIkJvcmRlclN0eWxlIjpudWxsLCJQYXJlbnRTdHlsZSI6bnVsbH0sIlNoYXBlU3R5bGUiOnsiJGlkIjoiOTg2IiwiTWFyZ2luIjp7IiRpZCI6Ijk4NyIsIlRvcCI6MC4wLCJMZWZ0Ijo0LjAsIlJpZ2h0Ijo0LjAsIkJvdHRvbSI6MC4wfSwiUGFkZGluZyI6eyIkaWQiOiI5ODgiLCJUb3AiOjAuMCwiTGVmdCI6MC4wLCJSaWdodCI6MC4wLCJCb3R0b20iOjAuMH0sIkJhY2tncm91bmQiOnsiJGlkIjoiOTg5IiwiQ29sb3IiOnsiJGlkIjoiOTkwIiwiQSI6MjU1LCJSIjoxMTIsIkciOjE3MywiQiI6NzF9fSwiSXNWaXNpYmxlIjp0cnVlLCJXaWR0aCI6MC4wLCJIZWlnaHQiOjEwLjAsIkJvcmRlclN0eWxlIjp7IiRpZCI6Ijk5MSIsIkxpbmVDb2xvciI6eyIkaWQiOiI5OTIiLCIkdHlwZSI6Ik5MUkUuQ29tbW9uLkRvbS5Tb2xpZENvbG9yQnJ1c2gsIE5MUkUuQ29tbW9uIiwiQ29sb3IiOnsiJGlkIjoiOTkzIiwiQSI6MjU1LCJSIjoyMzQsIkciOjIyLCJCIjozMH19LCJMaW5lV2VpZ2h0IjowLjAsIkxpbmVUeXBlIjowLCJQYXJlbnRTdHlsZSI6bnVsbH0sIlBhcmVudFN0eWxlIjpudWxsfSwiVGl0bGVTdHlsZSI6eyIkaWQiOiI5OTQiLCJGb250U2V0dGluZ3MiOnsiJGlkIjoiOTk1IiwiRm9udFNpemUiOjExLCJGb250TmFtZSI6IkNhbGlicmkiLCJJc0JvbGQiOmZhbHNlLCJJc0l0YWxpYyI6ZmFsc2UsIklzVW5kZXJsaW5lZCI6ZmFsc2UsIlBhcmVudFN0eWxlIjpudWxsfSwiQXV0b1NpemUiOjAsIkZvcmVncm91bmQiOnsiJGlkIjoiOTk2IiwiQ29sb3IiOnsiJGlkIjoiOTk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5OCIsIlRvcCI6MC4wLCJMZWZ0IjowLjAsIlJpZ2h0IjowLjAsIkJvdHRvbSI6MC4wfSwiUGFkZGluZyI6eyIkaWQiOiI5OTkiLCJUb3AiOjAuMCwiTGVmdCI6MC4wLCJSaWdodCI6MC4wLCJCb3R0b20iOjAuMH0sIkJhY2tncm91bmQiOnsiJGlkIjoiMTAwMCIsIkNvbG9yIjp7IiRpZCI6IjEwMDEiLCJBIjoyNTUsIlIiOjAsIkciOjAsIkIiOjB9fSwiSXNWaXNpYmxlIjp0cnVlLCJXaWR0aCI6MC4wLCJIZWlnaHQiOjAuMCwiQm9yZGVyU3R5bGUiOnsiJGlkIjoiMTAwMiIsIkxpbmVDb2xvciI6bnVsbCwiTGluZVdlaWdodCI6MC4wLCJMaW5lVHlwZSI6MCwiUGFyZW50U3R5bGUiOm51bGx9LCJQYXJlbnRTdHlsZSI6bnVsbH0sIkRhdGVTdHlsZSI6eyIkaWQiOiIxMDAzIiwiRm9udFNldHRpbmdzIjp7IiRpZCI6IjEwMDQiLCJGb250U2l6ZSI6MTAsIkZvbnROYW1lIjoiQ2FsaWJyaSIsIklzQm9sZCI6ZmFsc2UsIklzSXRhbGljIjpmYWxzZSwiSXNVbmRlcmxpbmVkIjpmYWxzZSwiUGFyZW50U3R5bGUiOm51bGx9LCJBdXRvU2l6ZSI6MCwiRm9yZWdyb3VuZCI6eyIkaWQiOiIxMDA1IiwiQ29sb3IiOnsiJGlkIjoiMTAwN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TAwNyIsIlRvcCI6MC4wLCJMZWZ0IjowLjAsIlJpZ2h0IjowLjAsIkJvdHRvbSI6MC4wfSwiUGFkZGluZyI6eyIkaWQiOiIxMDA4IiwiVG9wIjowLjAsIkxlZnQiOjAuMCwiUmlnaHQiOjAuMCwiQm90dG9tIjowLjB9LCJCYWNrZ3JvdW5kIjp7IiRpZCI6IjEwMDkiLCJDb2xvciI6eyIkaWQiOiIxMDEwIiwiQSI6MjU1LCJSIjo2OCwiRyI6ODQsIkIiOjEwNn19LCJJc1Zpc2libGUiOnRydWUsIldpZHRoIjowLjAsIkhlaWdodCI6MC4wLCJCb3JkZXJTdHlsZSI6eyIkaWQiOiIxMDExIiwiTGluZUNvbG9yIjpudWxsLCJMaW5lV2VpZ2h0IjowLjAsIkxpbmVUeXBlIjowLCJQYXJlbnRTdHlsZSI6bnVsbH0sIlBhcmVudFN0eWxlIjpudWxsfSwiRGF0ZUZvcm1hdCI6eyIkaWQiOiIxMDE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TMiLCJGb3JtYXQiOjAsIklzVmlzaWJsZSI6ZmFsc2UsIkxhc3RLbm93blZpc2liaWxpdHlTdGF0ZSI6ZmFsc2V9LCJJc1Zpc2libGUiOnRydWUsIlZhcmlhbmNlU3R5bGUiOnsiJGlkIjoiMTAxNCIsIlRleHRTdHlsZSI6eyIkaWQiOiIxMDE1IiwiRm9udFNldHRpbmdzIjp7IiRpZCI6IjEwMTYiLCJGb250U2l6ZSI6MTAsIkZvbnROYW1lIjoiQ2FsaWJyaSIsIklzQm9sZCI6ZmFsc2UsIklzSXRhbGljIjpmYWxzZSwiSXNVbmRlcmxpbmVkIjpmYWxzZSwiUGFyZW50U3R5bGUiOm51bGx9LCJBdXRvU2l6ZSI6MCwiRm9yZWdyb3VuZCI6eyIkaWQiOiIxMDE3IiwiQ29sb3IiOnsiJGlkIjoiMTA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E5IiwiVG9wIjowLjAsIkxlZnQiOjAuMCwiUmlnaHQiOjAuMCwiQm90dG9tIjowLjB9LCJQYWRkaW5nIjp7IiRpZCI6IjEwMjAiLCJUb3AiOjAuMCwiTGVmdCI6MC4wLCJSaWdodCI6MC4wLCJCb3R0b20iOjAuMH0sIkJhY2tncm91bmQiOnsiJGlkIjoiMTAyMSIsIkNvbG9yIjp7IiRpZCI6IjEwMjIiLCJBIjoyNTUsIlIiOjAsIkciOjAsIkIiOjB9fSwiSXNWaXNpYmxlIjp0cnVlLCJXaWR0aCI6MC4wLCJIZWlnaHQiOjAuMCwiQm9yZGVyU3R5bGUiOnsiJGlkIjoiMTAyMyIsIkxpbmVDb2xvciI6bnVsbCwiTGluZVdlaWdodCI6MC4wLCJMaW5lVHlwZSI6MCwiUGFyZW50U3R5bGUiOm51bGx9LCJQYXJlbnRTdHlsZSI6bnVsbH0sIlBhcmVudFN0eWxlIjpudWxsfSwiUGFyZW50U3R5bGUiOm51bGwsIl9leHBsaWNpdGx5U2V0Ijp7IiRpZCI6IjEwMj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MDI1IiwiU2hhcGUiOjEsIkNvbm5lY3Rvck1hcmdpbiI6eyIkaWQiOiIxMDI2IiwiVG9wIjowLjAsIkxlZnQiOjIuMCwiUmlnaHQiOjIuMCwiQm90dG9tIjowLjB9LCJDb25uZWN0b3JTdHlsZSI6eyIkaWQiOiIxMDI3IiwiTGluZUNvbG9yIjp7IiRpZCI6IjEwMjgiLCIkdHlwZSI6Ik5MUkUuQ29tbW9uLkRvbS5Tb2xpZENvbG9yQnJ1c2gsIE5MUkUuQ29tbW9uIiwiQ29sb3IiOnsiJGlkIjoiMTAyOSIsIkEiOjEyNywiUiI6NTYsIkciOjg2LCJCIjozNX19LCJMaW5lV2VpZ2h0IjoxLjAsIkxpbmVUeXBlIjowLCJQYXJlbnRTdHlsZSI6bnVsbH0sIklzQmVsb3dUaW1lYmFuZCI6ZmFsc2UsIlBvc2l0aW9uT25UYXNrIjoxLCJIaWRlRGF0ZSI6ZmFsc2UsIlNoYXBlU2l6ZSI6MCwiU3BhY2luZyI6MC4wLCJQYWRkaW5nIjp7IiRpZCI6IjEwMzAiLCJUb3AiOjUuMCwiTGVmdCI6My4wLCJSaWdodCI6MC4wLCJCb3R0b20iOjIuMH0sIlNoYXBlU3R5bGUiOnsiJGlkIjoiMTAzMSIsIk1hcmdpbiI6eyIkaWQiOiIxMDMyIiwiVG9wIjowLjAsIkxlZnQiOjAuMCwiUmlnaHQiOjAuMCwiQm90dG9tIjowLjB9LCJQYWRkaW5nIjp7IiRpZCI6IjEwMzMiLCJUb3AiOjAuMCwiTGVmdCI6MC4wLCJSaWdodCI6MC4wLCJCb3R0b20iOjAuMH0sIkJhY2tncm91bmQiOnsiJGlkIjoiMTAzNCIsIkNvbG9yIjp7IiRpZCI6IjEwMzUiLCJBIjoyNTUsIlIiOjU2LCJHIjo4NiwiQiI6MzV9fSwiSXNWaXNpYmxlIjp0cnVlLCJXaWR0aCI6MTIuMCwiSGVpZ2h0IjoxNC4wLCJCb3JkZXJTdHlsZSI6eyIkaWQiOiIxMDM2IiwiTGluZUNvbG9yIjp7IiRpZCI6IjEwMzciLCIkdHlwZSI6Ik5MUkUuQ29tbW9uLkRvbS5Tb2xpZENvbG9yQnJ1c2gsIE5MUkUuQ29tbW9uIiwiQ29sb3IiOnsiJGlkIjoiMTAzOCIsIkEiOjI1NSwiUiI6MjU1LCJHIjoyNTUsIkIiOjI1NX19LCJMaW5lV2VpZ2h0IjowLjAsIkxpbmVUeXBlIjowLCJQYXJlbnRTdHlsZSI6bnVsbH0sIlBhcmVudFN0eWxlIjpudWxsfSwiVGl0bGVTdHlsZSI6eyIkaWQiOiIxMDM5IiwiRm9udFNldHRpbmdzIjp7IiRpZCI6IjEwNDAiLCJGb250U2l6ZSI6MTEsIkZvbnROYW1lIjoiQ2FsaWJyaSIsIklzQm9sZCI6ZmFsc2UsIklzSXRhbGljIjpmYWxzZSwiSXNVbmRlcmxpbmVkIjpmYWxzZSwiUGFyZW50U3R5bGUiOm51bGx9LCJBdXRvU2l6ZSI6MCwiRm9yZWdyb3VuZCI6eyIkaWQiOiIxMDQxIiwiQ29sb3IiOnsiJGlkIjoiMTA0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DQzIiwiVG9wIjowLjAsIkxlZnQiOjAuMCwiUmlnaHQiOjAuMCwiQm90dG9tIjowLjB9LCJQYWRkaW5nIjp7IiRpZCI6IjEwNDQiLCJUb3AiOjAuMCwiTGVmdCI6MC4wLCJSaWdodCI6MC4wLCJCb3R0b20iOjAuMH0sIkJhY2tncm91bmQiOnsiJGlkIjoiMTA0NSIsIkNvbG9yIjp7IiRpZCI6IjEwNDYiLCJBIjoyNTUsIlIiOjAsIkciOjAsIkIiOjB9fSwiSXNWaXNpYmxlIjp0cnVlLCJXaWR0aCI6MC4wLCJIZWlnaHQiOjAuMCwiQm9yZGVyU3R5bGUiOnsiJGlkIjoiMTA0NyIsIkxpbmVDb2xvciI6bnVsbCwiTGluZVdlaWdodCI6MC4wLCJMaW5lVHlwZSI6MCwiUGFyZW50U3R5bGUiOm51bGx9LCJQYXJlbnRTdHlsZSI6bnVsbH0sIkRhdGVTdHlsZSI6eyIkaWQiOiIxMDQ4IiwiRm9udFNldHRpbmdzIjp7IiRpZCI6IjEwNDkiLCJGb250U2l6ZSI6MTAsIkZvbnROYW1lIjoiQ2FsaWJyaSIsIklzQm9sZCI6ZmFsc2UsIklzSXRhbGljIjpmYWxzZSwiSXNVbmRlcmxpbmVkIjpmYWxzZSwiUGFyZW50U3R5bGUiOm51bGx9LCJBdXRvU2l6ZSI6MCwiRm9yZWdyb3VuZCI6eyIkaWQiOiIxMDUwIiwiQ29sb3IiOnsiJGlkIjoiMTA1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A1MiIsIlRvcCI6MC4wLCJMZWZ0IjowLjAsIlJpZ2h0IjowLjAsIkJvdHRvbSI6MC4wfSwiUGFkZGluZyI6eyIkaWQiOiIxMDUzIiwiVG9wIjowLjAsIkxlZnQiOjAuMCwiUmlnaHQiOjAuMCwiQm90dG9tIjowLjB9LCJCYWNrZ3JvdW5kIjp7IiRpZCI6IjEwNTQiLCJDb2xvciI6eyIkaWQiOiIxMDU1IiwiQSI6MjU1LCJSIjo2OCwiRyI6ODQsIkIiOjEwNn19LCJJc1Zpc2libGUiOnRydWUsIldpZHRoIjowLjAsIkhlaWdodCI6MC4wLCJCb3JkZXJTdHlsZSI6eyIkaWQiOiIxMDU2IiwiTGluZUNvbG9yIjpudWxsLCJMaW5lV2VpZ2h0IjowLjAsIkxpbmVUeXBlIjowLCJQYXJlbnRTdHlsZSI6bnVsbH0sIlBhcmVudFN0eWxlIjpudWxsfSwiRGF0ZUZvcm1hdCI6eyIkaWQiOiIxMDU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4IiwiRm9ybWF0IjowLCJJc1Zpc2libGUiOmZhbHNlLCJMYXN0S25vd25WaXNpYmlsaXR5U3RhdGUiOmZhbHNlfSwiSXNWaXNpYmxlIjpmYWxzZSwiVmFyaWFuY2VTdHlsZSI6eyIkaWQiOiIxMDU5IiwiVGV4dFN0eWxlIjp7IiRpZCI6IjEwNjAiLCJGb250U2V0dGluZ3MiOnsiJGlkIjoiMTA2MSIsIkZvbnRTaXplIjoxMCwiRm9udE5hbWUiOiJDYWxpYnJpIiwiSXNCb2xkIjpmYWxzZSwiSXNJdGFsaWMiOmZhbHNlLCJJc1VuZGVybGluZWQiOmZhbHNlLCJQYXJlbnRTdHlsZSI6bnVsbH0sIkF1dG9TaXplIjowLCJGb3JlZ3JvdW5kIjp7IiRpZCI6IjEwNjIiLCJDb2xvciI6eyIkaWQiOiIxMD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jQiLCJUb3AiOjAuMCwiTGVmdCI6MC4wLCJSaWdodCI6MC4wLCJCb3R0b20iOjAuMH0sIlBhZGRpbmciOnsiJGlkIjoiMTA2NSIsIlRvcCI6MC4wLCJMZWZ0IjowLjAsIlJpZ2h0IjowLjAsIkJvdHRvbSI6MC4wfSwiQmFja2dyb3VuZCI6eyIkaWQiOiIxMDY2IiwiQ29sb3IiOnsiJGlkIjoiMTA2NyIsIkEiOjI1NSwiUiI6MCwiRyI6MCwiQiI6MH19LCJJc1Zpc2libGUiOnRydWUsIldpZHRoIjowLjAsIkhlaWdodCI6MC4wLCJCb3JkZXJTdHlsZSI6eyIkaWQiOiIxMDY4IiwiTGluZUNvbG9yIjpudWxsLCJMaW5lV2VpZ2h0IjowLjAsIkxpbmVUeXBlIjowLCJQYXJlbnRTdHlsZSI6bnVsbH0sIlBhcmVudFN0eWxlIjpudWxsfSwiUGFyZW50U3R5bGUiOm51bGx9LCJQYXJlbnRTdHlsZSI6bnVsbH0sIkRlZmF1bHRTd2ltbGFuZU1pbGVzdG9uZVN0eWxlIjp7IiRpZCI6IjEwNjkiLCJUaXRsZVBvc2l0aW9uIjoiTGVmdCIsIkRhdGVQb3NpdGlvbiI6IlJpZ2h0IiwiVmFyaWFuY2VQb3NpdGlvbiI6IlJpZ2h0IiwiU2hhcGVUeXBlIjoxLCJTaGFwZVNpemUiOjAsIlNwYWNpbmciOjUsIlNoYXBlU3R5bGUiOnsiJGlkIjoiMTA3MCIsIk1hcmdpbiI6eyIkaWQiOiIxMDcxIiwiVG9wIjowLjAsIkxlZnQiOjAuMCwiUmlnaHQiOjAuMCwiQm90dG9tIjowLjB9LCJQYWRkaW5nIjp7IiRpZCI6IjEwNzIiLCJUb3AiOjAuMCwiTGVmdCI6MC4wLCJSaWdodCI6MC4wLCJCb3R0b20iOjAuMH0sIkJhY2tncm91bmQiOnsiJGlkIjoiMTA3MyIsIkNvbG9yIjp7IiRpZCI6IjEwNzQiLCJBIjoyNTUsIlIiOjExMiwiRyI6MTczLCJCIjo3MX19LCJJc1Zpc2libGUiOnRydWUsIldpZHRoIjoxMi4wLCJIZWlnaHQiOjE0LjAsIkJvcmRlclN0eWxlIjp7IiRpZCI6IjEwNzUiLCJMaW5lQ29sb3IiOnsiJGlkIjoiMTA3NiIsIiR0eXBlIjoiTkxSRS5Db21tb24uRG9tLlNvbGlkQ29sb3JCcnVzaCwgTkxSRS5Db21tb24iLCJDb2xvciI6eyIkaWQiOiIxMDc3IiwiQSI6MjU1LCJSIjoyMzQsIkciOjIyLCJCIjozMH19LCJMaW5lV2VpZ2h0IjowLjAsIkxpbmVUeXBlIjowLCJQYXJlbnRTdHlsZSI6bnVsbH0sIlBhcmVudFN0eWxlIjpudWxsfSwiVGl0bGVTdHlsZSI6eyIkaWQiOiIxMDc4IiwiRm9udFNldHRpbmdzIjp7IiRpZCI6IjEwNzkiLCJGb250U2l6ZSI6MTEsIkZvbnROYW1lIjoiQ2FsaWJyaSIsIklzQm9sZCI6ZmFsc2UsIklzSXRhbGljIjpmYWxzZSwiSXNVbmRlcmxpbmVkIjpmYWxzZSwiUGFyZW50U3R5bGUiOm51bGx9LCJBdXRvU2l6ZSI6MCwiRm9yZWdyb3VuZCI6eyIkaWQiOiIxMDgwIiwiQ29sb3IiOnsiJGlkIjoiMTA4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MDgyIiwiVG9wIjowLjAsIkxlZnQiOjAuMCwiUmlnaHQiOjAuMCwiQm90dG9tIjowLjB9LCJQYWRkaW5nIjp7IiRpZCI6IjEwODMiLCJUb3AiOjAuMCwiTGVmdCI6MC4wLCJSaWdodCI6MC4wLCJCb3R0b20iOjAuMH0sIkJhY2tncm91bmQiOnsiJGlkIjoiMTA4NCIsIkNvbG9yIjp7IiRpZCI6IjEwODUiLCJBIjoyNTUsIlIiOjAsIkciOjAsIkIiOjB9fSwiSXNWaXNpYmxlIjp0cnVlLCJXaWR0aCI6MC4wLCJIZWlnaHQiOjAuMCwiQm9yZGVyU3R5bGUiOnsiJGlkIjoiMTA4NiIsIkxpbmVDb2xvciI6bnVsbCwiTGluZVdlaWdodCI6MC4wLCJMaW5lVHlwZSI6MCwiUGFyZW50U3R5bGUiOm51bGx9LCJQYXJlbnRTdHlsZSI6bnVsbH0sIkRhdGVTdHlsZSI6eyIkaWQiOiIxMDg3IiwiRm9udFNldHRpbmdzIjp7IiRpZCI6IjEwODgiLCJGb250U2l6ZSI6MTAsIkZvbnROYW1lIjoiQ2FsaWJyaSIsIklzQm9sZCI6ZmFsc2UsIklzSXRhbGljIjpmYWxzZSwiSXNVbmRlcmxpbmVkIjpmYWxzZSwiUGFyZW50U3R5bGUiOm51bGx9LCJBdXRvU2l6ZSI6MCwiRm9yZWdyb3VuZCI6eyIkaWQiOiIxMDg5IiwiQ29sb3IiOnsiJGlkIjoiMTA5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TA5MSIsIlRvcCI6MC4wLCJMZWZ0IjowLjAsIlJpZ2h0IjowLjAsIkJvdHRvbSI6MC4wfSwiUGFkZGluZyI6eyIkaWQiOiIxMDkyIiwiVG9wIjowLjAsIkxlZnQiOjAuMCwiUmlnaHQiOjAuMCwiQm90dG9tIjowLjB9LCJCYWNrZ3JvdW5kIjp7IiRpZCI6IjEwOTMiLCJDb2xvciI6eyIkaWQiOiIxMDk0IiwiQSI6MjU1LCJSIjo2OCwiRyI6ODQsIkIiOjEwNn19LCJJc1Zpc2libGUiOnRydWUsIldpZHRoIjowLjAsIkhlaWdodCI6MC4wLCJCb3JkZXJTdHlsZSI6eyIkaWQiOiIxMDk1IiwiTGluZUNvbG9yIjpudWxsLCJMaW5lV2VpZ2h0IjowLjAsIkxpbmVUeXBlIjowLCJQYXJlbnRTdHlsZSI6bnVsbH0sIlBhcmVudFN0eWxlIjpudWxsfSwiRGF0ZUZvcm1hdCI6eyIkaWQiOiIxMDk2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ciLCJGb3JtYXQiOjAsIklzVmlzaWJsZSI6ZmFsc2UsIkxhc3RLbm93blZpc2liaWxpdHlTdGF0ZSI6ZmFsc2V9LCJJc1Zpc2libGUiOnRydWUsIlZhcmlhbmNlU3R5bGUiOnsiJGlkIjoiMTA5OCIsIlRleHRTdHlsZSI6eyIkaWQiOiIxMDk5IiwiRm9udFNldHRpbmdzIjp7IiRpZCI6IjExMDAiLCJGb250U2l6ZSI6MTAsIkZvbnROYW1lIjoiQ2FsaWJyaSIsIklzQm9sZCI6ZmFsc2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yNTUsIlIiOjAsIkciOjAsIkIiOjB9fSwiSXNWaXNpYmxlIjp0cnVlLCJXaWR0aCI6MC4wLCJIZWlnaHQiOjAuMCwiQm9yZGVyU3R5bGUiOnsiJGlkIjoiMTEwNyIsIkxpbmVDb2xvciI6bnVsbCwiTGluZVdlaWdodCI6MC4wLCJMaW5lVHlwZSI6MCwiUGFyZW50U3R5bGUiOm51bGx9LCJQYXJlbnRTdHlsZSI6bnVsbH0sIlBhcmVudFN0eWxlIjpudWxsfSwiUGFyZW50U3R5bGUiOm51bGx9LCJEZWZhdWx0U3dpbWxhbmVBY3Rpdml0eVN0eWxlIjp7IiRpZCI6IjExMDgiLCJIZWFkZXJTdHlsZSI6eyIkaWQiOiIxMTA5IiwiVGV4dFN0eWxlIjp7IiRpZCI6IjExMTAiLCJGb250U2V0dGluZ3MiOnsiJGlkIjoiMTExMSIsIkZvbnRTaXplIjoxMSwiRm9udE5hbWUiOiJDYWxpYnJpIiwiSXNCb2xkIjpmYWxzZSwiSXNJdGFsaWMiOmZhbHNlLCJJc1VuZGVybGluZWQiOmZhbHNlLCJQYXJlbnRTdHlsZSI6bnVsbH0sIkF1dG9TaXplIjoyLCJGb3JlZ3JvdW5kIjp7IiRpZCI6IjExMTIiLCJDb2xvciI6eyIkaWQiOiIxMTEz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ExNCIsIlRvcCI6MC4wLCJMZWZ0IjowLjAsIlJpZ2h0IjowLjAsIkJvdHRvbSI6MC4wfSwiUGFkZGluZyI6eyIkaWQiOiIxMTE1IiwiVG9wIjowLjAsIkxlZnQiOjAuMCwiUmlnaHQiOjAuMCwiQm90dG9tIjowLjB9LCJCYWNrZ3JvdW5kIjp7IiRpZCI6IjExMTYiLCJDb2xvciI6eyIkaWQiOiIxMTE3IiwiQSI6MjU1LCJSIjo2NCwiRyI6NjQsIkIiOjY0fX0sIklzVmlzaWJsZSI6dHJ1ZSwiV2lkdGgiOjAuMCwiSGVpZ2h0IjowLjAsIkJvcmRlclN0eWxlIjpudWxsLCJQYXJlbnRTdHlsZSI6bnVsbH0sIlJlY3RhbmdsZVN0eWxlIjp7IiRpZCI6IjExMTgiLCJNYXJnaW4iOnsiJGlkIjoiMTExOSIsIlRvcCI6MC4wLCJMZWZ0IjowLjAsIlJpZ2h0IjowLjAsIkJvdHRvbSI6MC4wfSwiUGFkZGluZyI6eyIkaWQiOiIxMTIwIiwiVG9wIjowLjAsIkxlZnQiOjAuMCwiUmlnaHQiOjAuMCwiQm90dG9tIjowLjB9LCJCYWNrZ3JvdW5kIjp7IiRpZCI6IjExMjEiLCJDb2xvciI6eyIkaWQiOiIxMTIyIiwiQSI6MTI3LCJSIjoxMTIsIkciOjE3MywiQiI6NzF9fSwiSXNWaXNpYmxlIjp0cnVlLCJXaWR0aCI6MC4wLCJIZWlnaHQiOjAuMCwiQm9yZGVyU3R5bGUiOnsiJGlkIjoiMTEyMyIsIkxpbmVDb2xvciI6eyIkaWQiOiIxMTI0IiwiJHR5cGUiOiJOTFJFLkNvbW1vbi5Eb20uU29saWRDb2xvckJydXNoLCBOTFJFLkNvbW1vbiIsIkNvbG9yIjp7IiRpZCI6IjExMjUiLCJBIjoyNTUsIlIiOjI1NSwiRyI6MjU1LCJCIjoyNTV9fSwiTGluZVdlaWdodCI6MC4wLCJMaW5lVHlwZSI6MCwiUGFyZW50U3R5bGUiOm51bGx9LCJQYXJlbnRTdHlsZSI6bnVsbH0sIk1hcmdpbiI6eyIkaWQiOiIxMTI2IiwiVG9wIjowLjAsIkxlZnQiOjAuMCwiUmlnaHQiOjAuMCwiQm90dG9tIjowLjB9LCJQYWRkaW5nIjp7IiRpZCI6IjExMjciLCJUb3AiOjAuMCwiTGVmdCI6MC4wLCJSaWdodCI6MC4wLCJCb3R0b20iOjAuMH0sIkJhY2tncm91bmQiOm51bGwsIklzVmlzaWJsZSI6dHJ1ZSwiV2lkdGgiOjAuMCwiSGVpZ2h0IjowLjAsIkJvcmRlclN0eWxlIjpudWxsLCJQYXJlbnRTdHlsZSI6bnVsbH0sIkJhY2tncm91bmRTdHlsZSI6eyIkaWQiOiIxMTI4IiwiTWFyZ2luIjp7IiRpZCI6IjExMjkiLCJUb3AiOjAuMCwiTGVmdCI6MC4wLCJSaWdodCI6MC4wLCJCb3R0b20iOjAuMH0sIlBhZGRpbmciOnsiJGlkIjoiMTEzMCIsIlRvcCI6MC4wLCJMZWZ0IjowLjAsIlJpZ2h0IjowLjAsIkJvdHRvbSI6MC4wfSwiQmFja2dyb3VuZCI6eyIkaWQiOiIxMTMxIiwiQ29sb3IiOnsiJGlkIjoiMTEzMiIsIkEiOjUxLCJSIjoyMDAsIkciOjIwMCwiQiI6MjAwfX0sIklzVmlzaWJsZSI6dHJ1ZSwiV2lkdGgiOjAuMCwiSGVpZ2h0IjowLjAsIkJvcmRlclN0eWxlIjp7IiRpZCI6IjExMzMiLCJMaW5lQ29sb3IiOnsiJGlkIjoiMTEzNCIsIiR0eXBlIjoiTkxSRS5Db21tb24uRG9tLlNvbGlkQ29sb3JCcnVzaCwgTkxSRS5Db21tb24iLCJDb2xvciI6eyIkaWQiOiIxMTM1IiwiQSI6MjU1LCJSIjoyMzQsIkciOjIyLCJCIjozMH19LCJMaW5lV2VpZ2h0IjowLjAsIkxpbmVUeXBlIjowLCJQYXJlbnRTdHlsZSI6bnVsbH0sIlBhcmVudFN0eWxlIjpudWxsfSwiTWFyZ2luIjp7IiRpZCI6IjExMzYiLCJUb3AiOjAuMCwiTGVmdCI6MC4wLCJSaWdodCI6MC4wLCJCb3R0b20iOjAuMH0sIlBhZGRpbmciOnsiJGlkIjoiMTEzNyIsIlRvcCI6MC4wLCJMZWZ0IjowLjAsIlJpZ2h0IjowLjAsIkJvdHRvbSI6MC4wfSwiSXNWaXNpYmxlIjp0cnVlLCJXaWR0aCI6MC4wLCJIZWlnaHQiOjAuMCwiQm9yZGVyU3R5bGUiOnsiJGlkIjoiMTEzOCIsIkxpbmVDb2xvciI6bnVsbCwiTGluZVdlaWdodCI6MC4wLCJMaW5lVHlwZSI6MCwiUGFyZW50U3R5bGUiOm51bGx9LCJQYXJlbnRTdHlsZSI6bnVsbH0sIk1hcmdpbiI6eyIkaWQiOiIxMTM5IiwiVG9wIjowLjAsIkxlZnQiOjAuMCwiUmlnaHQiOjAuMCwiQm90dG9tIjowLjB9LCJQYWRkaW5nIjp7IiRpZCI6IjExNDAiLCJUb3AiOjAuMCwiTGVmdCI6MC4wLCJSaWdodCI6MC4wLCJCb3R0b20iOjAuMH0sIklzVmlzaWJsZSI6ZmFsc2UsIldpZHRoIjowLjAsIkhlaWdodCI6MC4wLCJCb3JkZXJTdHlsZSI6eyIkaWQiOiIxMTQxIiwiTGluZUNvbG9yIjpudWxsLCJMaW5lV2VpZ2h0IjowLjAsIkxpbmVUeXBlIjowLCJQYXJlbnRTdHlsZSI6bnVsbH0sIlBhcmVudFN0eWxlIjpudWxsfX0seyIkaWQiOiIxMTQyIiwiX2FjdGl2aXRpZXMiOlt7IiRpZCI6IjExNDMiLCJfcm93cyI6W3siJGlkIjoiMTE0NCIsIl90YXNrcyI6W3siJGlkIjoiMTE0NSIsIl9hdHRhY2hlZE1pbGVzdG9uZXMiOltdLCJUYXNrRGVmaW5pdGlvbiI6eyIkaWQiOiIxMTQ2IiwiR3JvdXBOYW1lIjpudWxsLCJTdGFydERhdGUiOiIyMDI2LTA1LTEwVDAwOjAwOjAwIiwiRW5kRGF0ZSI6IjIwMjYtMDYtMTRUMjM6NTk6MDAiLCJQZXJjZW50YWdlQ29tcGxldGUiOm51bGwsIlN0eWxlIjp7IiRpZCI6IjExNDciLCJTaGFwZSI6MSwiU2hhcGVUaGlja25lc3MiOjAsIkR1cmF0aW9uRm9ybWF0IjowLCJJbmNsdWRlTm9uV29ya2luZ0RheXNJbkR1cmF0aW9uIjpmYWxzZSwiUGVyY2VudGFnZUNvbXBsZXRlU3R5bGUiOnsiJGlkIjoiMTE0OCIsIkZvbnRTZXR0aW5ncyI6eyIkaWQiOiIxMTQ5IiwiRm9udFNpemUiOjEwLCJGb250TmFtZSI6IkNhbGlicmkiLCJJc0JvbGQiOmZhbHNlLCJJc0l0YWxpYyI6ZmFsc2UsIklzVW5kZXJsaW5lZCI6ZmFsc2UsIlBhcmVudFN0eWxlIjpudWxsfSwiQXV0b1NpemUiOjAsIkZvcmVncm91bmQiOnsiJGlkIjoiMTE1MCIsIkNvbG9yIjp7IiRpZCI6IjExNTE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E1MiIsIlRvcCI6MC4wLCJMZWZ0IjowLjAsIlJpZ2h0IjowLjAsIkJvdHRvbSI6MC4wfSwiUGFkZGluZyI6eyIkaWQiOiIxMTUzIiwiVG9wIjowLjAsIkxlZnQiOjAuMCwiUmlnaHQiOjAuMCwiQm90dG9tIjowLjB9LCJCYWNrZ3JvdW5kIjp7IiRpZCI6IjExNTQiLCJDb2xvciI6eyIkaWQiOiIxMTU1IiwiQSI6ODksIlIiOjAsIkciOjAsIkIiOjB9fSwiSXNWaXNpYmxlIjp0cnVlLCJXaWR0aCI6MC4wLCJIZWlnaHQiOjAuMCwiQm9yZGVyU3R5bGUiOnsiJGlkIjoiMTE1NiIsIkxpbmVDb2xvciI6bnVsbCwiTGluZVdlaWdodCI6MC4wLCJMaW5lVHlwZSI6MCwiUGFyZW50U3R5bGUiOm51bGx9LCJQYXJlbnRTdHlsZSI6bnVsbH0sIkR1cmF0aW9uU3R5bGUiOnsiJGlkIjoiMTE1NyIsIkZvbnRTZXR0aW5ncyI6eyIkaWQiOiIxMTU4IiwiRm9udFNpemUiOjEwLCJGb250TmFtZSI6IkNhbGlicmkiLCJJc0JvbGQiOmZhbHNlLCJJc0l0YWxpYyI6ZmFsc2UsIklzVW5kZXJsaW5lZCI6ZmFsc2UsIlBhcmVudFN0eWxlIjpudWxsfSwiQXV0b1NpemUiOjAsIkZvcmVncm91bmQiOnsiJGlkIjoiMTE1OSIsIkNvbG9yIjp7IiRpZCI6IjExN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xNjEiLCJUb3AiOjAuMCwiTGVmdCI6MC4wLCJSaWdodCI6MC4wLCJCb3R0b20iOjAuMH0sIlBhZGRpbmciOnsiJGlkIjoiMTE2MiIsIlRvcCI6MC4wLCJMZWZ0IjowLjAsIlJpZ2h0IjowLjAsIkJvdHRvbSI6MC4wfSwiQmFja2dyb3VuZCI6eyIkaWQiOiIxMTYzIiwiQ29sb3IiOnsiJGlkIjoiMTE2NCIsIkEiOjI1NSwiUiI6NjgsIkciOjg0LCJCIjoxMDZ9fSwiSXNWaXNpYmxlIjp0cnVlLCJXaWR0aCI6MC4wLCJIZWlnaHQiOjAuMCwiQm9yZGVyU3R5bGUiOnsiJGlkIjoiMTE2NSIsIkxpbmVDb2xvciI6bnVsbCwiTGluZVdlaWdodCI6MC4wLCJMaW5lVHlwZSI6MCwiUGFyZW50U3R5bGUiOm51bGx9LCJQYXJlbnRTdHlsZSI6bnVsbH0sIkhvcml6b250YWxDb25uZWN0b3JTdHlsZSI6eyIkaWQiOiIxMTY2IiwiTGluZUNvbG9yIjp7IiRpZCI6IjExNjciLCIkdHlwZSI6Ik5MUkUuQ29tbW9uLkRvbS5Tb2xpZENvbG9yQnJ1c2gsIE5MUkUuQ29tbW9uIiwiQ29sb3IiOnsiJGlkIjoiMTE2OCIsIkEiOjI1NSwiUiI6MCwiRyI6MCwiQiI6MH19LCJMaW5lV2VpZ2h0IjowLjAsIkxpbmVUeXBlIjowLCJQYXJlbnRTdHlsZSI6bnVsbH0sIlZlcnRpY2FsQ29ubmVjdG9yU3R5bGUiOnsiJGlkIjoiMTE2OSIsIkxpbmVDb2xvciI6eyIkaWQiOiIxMTcwIiwiJHR5cGUiOiJOTFJFLkNvbW1vbi5Eb20uU29saWRDb2xvckJydXNoLCBOTFJFLkNvbW1vbiIsIkNvbG9yIjp7IiRpZCI6IjExN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xNzIiLCJTaGFwZVN0eWxlIjp7IiRpZCI6IjExNzMiLCJNYXJnaW4iOnsiJGlkIjoiMTE3NCIsIlRvcCI6MC4wLCJMZWZ0IjowLjAsIlJpZ2h0IjowLjAsIkJvdHRvbSI6MC4wfSwiUGFkZGluZyI6eyIkaWQiOiIxMTc1IiwiVG9wIjowLjAsIkxlZnQiOjAuMCwiUmlnaHQiOjAuMCwiQm90dG9tIjowLjB9LCJCYWNrZ3JvdW5kIjp7IiRpZCI6IjExNzYiLCJDb2xvciI6eyIkaWQiOiIxMTc3IiwiQSI6MTUzLCJSIjowLCJHIjowLCJCIjowfX0sIklzVmlzaWJsZSI6dHJ1ZSwiV2lkdGgiOjAuMCwiSGVpZ2h0IjowLjAsIkJvcmRlclN0eWxlIjpudWxsLCJQYXJlbnRTdHlsZSI6bnVsbH0sIk1hcmdpbiI6eyIkaWQiOiIxMTc4IiwiVG9wIjowLjAsIkxlZnQiOjAuMCwiUmlnaHQiOjAuMCwiQm90dG9tIjowLjB9LCJQYWRkaW5nIjp7IiRpZCI6IjExNzkiLCJUb3AiOjAuMCwiTGVmdCI6MC4wLCJSaWdodCI6MC4wLCJCb3R0b20iOjAuMH0sIkJhY2tncm91bmQiOm51bGwsIklzVmlzaWJsZSI6dHJ1ZSwiV2lkdGgiOjAuMCwiSGVpZ2h0IjowLjAsIkJvcmRlclN0eWxlIjpudWxsLCJQYXJlbnRTdHlsZSI6bnVsbH0sIlNoYXBlU3R5bGUiOnsiJGlkIjoiMTE4MCIsIk1hcmdpbiI6eyIkaWQiOiIxMTgxIiwiVG9wIjowLjAsIkxlZnQiOjQuMCwiUmlnaHQiOjQuMCwiQm90dG9tIjowLjB9LCJQYWRkaW5nIjp7IiRpZCI6IjExODIiLCJUb3AiOjAuMCwiTGVmdCI6MC4wLCJSaWdodCI6MC4wLCJCb3R0b20iOjAuMH0sIkJhY2tncm91bmQiOnsiJGlkIjoiMTE4MyIsIkNvbG9yIjp7IiRpZCI6IjExODQiLCJBIjoyNTUsIlIiOjE2NSwiRyI6MTY1LCJCIjoxNjV9fSwiSXNWaXNpYmxlIjp0cnVlLCJXaWR0aCI6MC4wLCJIZWlnaHQiOjEwLjAsIkJvcmRlclN0eWxlIjp7IiRpZCI6IjExODUiLCJMaW5lQ29sb3IiOnsiJGlkIjoiMTE4NiIsIiR0eXBlIjoiTkxSRS5Db21tb24uRG9tLlNvbGlkQ29sb3JCcnVzaCwgTkxSRS5Db21tb24iLCJDb2xvciI6eyIkaWQiOiIxMTg3IiwiQSI6MjU1LCJSIjoyMzQsIkciOjIyLCJCIjozMH19LCJMaW5lV2VpZ2h0IjowLjAsIkxpbmVUeXBlIjowLCJQYXJlbnRTdHlsZSI6bnVsbH0sIlBhcmVudFN0eWxlIjpudWxsfSwiVGl0bGVTdHlsZSI6eyIkaWQiOiIxMTg4IiwiRm9udFNldHRpbmdzIjp7IiRpZCI6IjExODkiLCJGb250U2l6ZSI6MTEsIkZvbnROYW1lIjoiVGl0aWxsaXVtIFdlYiIsIklzQm9sZCI6ZmFsc2UsIklzSXRhbGljIjpmYWxzZSwiSXNVbmRlcmxpbmVkIjpmYWxzZSwiUGFyZW50U3R5bGUiOm51bGx9LCJBdXRvU2l6ZSI6MCwiRm9yZWdyb3VuZCI6eyIkaWQiOiIxMTkwIiwiQ29sb3IiOnsiJGlkIjoiMTE5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xMTkyIiwiVG9wIjowLjAsIkxlZnQiOjAuMCwiUmlnaHQiOjAuMCwiQm90dG9tIjowLjB9LCJQYWRkaW5nIjp7IiRpZCI6IjExOTMiLCJUb3AiOjAuMCwiTGVmdCI6MC4wLCJSaWdodCI6MC4wLCJCb3R0b20iOjAuMH0sIkJhY2tncm91bmQiOnsiJGlkIjoiMTE5NCIsIkNvbG9yIjp7IiRpZCI6IjExOTUiLCJBIjowLCJSIjoyNTUsIkciOjI1NSwiQiI6MjU1fX0sIklzVmlzaWJsZSI6dHJ1ZSwiV2lkdGgiOjAuMCwiSGVpZ2h0IjowLjAsIkJvcmRlclN0eWxlIjp7IiRpZCI6IjExOTYiLCJMaW5lQ29sb3IiOm51bGwsIkxpbmVXZWlnaHQiOjAuMCwiTGluZVR5cGUiOjAsIlBhcmVudFN0eWxlIjpudWxsfSwiUGFyZW50U3R5bGUiOm51bGx9LCJEYXRlU3R5bGUiOnsiJGlkIjoiMTE5NyIsIkZvbnRTZXR0aW5ncyI6eyIkaWQiOiIxMTk4IiwiRm9udFNpemUiOjEwLCJGb250TmFtZSI6IlRpdGlsbGl1bSBXZWIiLCJJc0JvbGQiOmZhbHNlLCJJc0l0YWxpYyI6ZmFsc2UsIklzVW5kZXJsaW5lZCI6ZmFsc2UsIlBhcmVudFN0eWxlIjpudWxsfSwiQXV0b1NpemUiOjAsIkZvcmVncm91bmQiOnsiJGlkIjoiMTE5OSIsIkNvbG9yIjp7IiRpZCI6IjEyMD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TIwMSIsIlRvcCI6MC4wLCJMZWZ0IjowLjAsIlJpZ2h0IjowLjAsIkJvdHRvbSI6MC4wfSwiUGFkZGluZyI6eyIkaWQiOiIxMjAyIiwiVG9wIjowLjAsIkxlZnQiOjAuMCwiUmlnaHQiOjAuMCwiQm90dG9tIjowLjB9LCJCYWNrZ3JvdW5kIjp7IiRpZCI6IjEyMDMiLCJDb2xvciI6eyIkaWQiOiIxMjA0IiwiQSI6MCwiUiI6MjU1LCJHIjoyNTUsIkIiOjI1NX19LCJJc1Zpc2libGUiOnRydWUsIldpZHRoIjowLjAsIkhlaWdodCI6MC4wLCJCb3JkZXJTdHlsZSI6eyIkaWQiOiIxMjA1IiwiTGluZUNvbG9yIjpudWxsLCJMaW5lV2VpZ2h0IjowLjAsIkxpbmVUeXBlIjowLCJQYXJlbnRTdHlsZSI6bnVsbH0sIlBhcmVudFN0eWxlIjpudWxsfSwiRGF0ZUZvcm1hdCI6eyIkaWQiOiIx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DciLCJGb3JtYXQiOjAsIklzVmlzaWJsZSI6ZmFsc2UsIkxhc3RLbm93blZpc2liaWxpdHlTdGF0ZSI6ZmFsc2V9LCJJc1Zpc2libGUiOnRydWUsIlZhcmlhbmNlU3R5bGUiOnsiJGlkIjoiMTIwOCIsIlRleHRTdHlsZSI6eyIkaWQiOiIxMjA5IiwiRm9udFNldHRpbmdzIjp7IiRpZCI6IjEyMTAiLCJGb250U2l6ZSI6MTAsIkZvbnROYW1lIjoiQ2FsaWJyaSIsIklzQm9sZCI6ZmFsc2UsIklzSXRhbGljIjpmYWxzZSwiSXNVbmRlcmxpbmVkIjpmYWxzZSwiUGFyZW50U3R5bGUiOm51bGx9LCJBdXRvU2l6ZSI6MCwiRm9yZWdyb3VuZCI6eyIkaWQiOiIxMjExIiwiQ29sb3IiOnsiJGlkIjoiMTIx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EzIiwiVG9wIjowLjAsIkxlZnQiOjAuMCwiUmlnaHQiOjAuMCwiQm90dG9tIjowLjB9LCJQYWRkaW5nIjp7IiRpZCI6IjEyMTQiLCJUb3AiOjAuMCwiTGVmdCI6MC4wLCJSaWdodCI6MC4wLCJCb3R0b20iOjAuMH0sIkJhY2tncm91bmQiOnsiJGlkIjoiMTIxNSIsIkNvbG9yIjp7IiRpZCI6IjEyMTYiLCJBIjoyNTUsIlIiOjAsIkciOjAsIkIiOjB9fSwiSXNWaXNpYmxlIjp0cnVlLCJXaWR0aCI6MC4wLCJIZWlnaHQiOjAuMCwiQm9yZGVyU3R5bGUiOnsiJGlkIjoiMTIxNyIsIkxpbmVDb2xvciI6bnVsbCwiTGluZVdlaWdodCI6MC4wLCJMaW5lVHlwZSI6MCwiUGFyZW50U3R5bGUiOm51bGx9LCJQYXJlbnRTdHlsZSI6bnVsbH0sIlBhcmVudFN0eWxlIjpudWxsfSwiUGFyZW50U3R5bGUiOm51bGx9LCJJbmRleCI6OSwiU21hcnREdXJhdGlvbkFjdGl2YXRlZCI6ZmFsc2UsIkRhdGVGb3JtYXQiOnsiJHJlZiI6IjEyMDYifSwiV2Vla051bWJlcmluZyI6eyIkaWQiOiIxMjE4IiwiRm9ybWF0IjowLCJJc1Zpc2libGUiOmZhbHNlLCJMYXN0S25vd25WaXNpYmlsaXR5U3RhdGUiOmZhbHNlfSwiQmFzZWxpbmVEYXRhIjp7IiRpZCI6IjEyMTkiLCJTdGFydERhdGUiOiIyMDI2LTA1LTEwVDAwOjAwOjAwIiwiRW5kRGF0ZSI6IjIwMjYtMDYtMTRUMjM6NTk6MDAifSwiSWQiOiJiYTA4MGIzNi1jYzUxLTQxNTEtODU4YS1kNDQ5NGVmNWFiMjMiLCJJbXBvcnRJZCI6bnVsbCwiVGl0bGUiOiJQcm90b3RpcG8gbmF2ZWdhYmxlIChTcHJpbnQgMyB5IDQpIiwiTm90ZSI6bnVsbCwiSHlwZXJsaW5rIjp7IiRpZCI6IjEyMjAiLCJBZGRyZXNzIjoiIiwiU3ViQWRkcmVzcyI6IiJ9LCJJc0NoYW5nZWQiOmZhbHNlLCJJc05ldyI6ZmFsc2V9fV0sIl9taWxlc3RvbmVzIjpbXSwiSWQiOiIwMDAwMDAwMC0wMDAwLTAwMDAtMDAwMC0wMDAwMDAwMDAwMDAiLCJJc1NpbmdsZUl0ZW1Sb3ciOnRydWV9XSwiSW5kZXgiOjgsIklkIjoiMzBhZWZhYTUtODhhOS00ZmU3LWE2OTktODk1M2JlY2MyYjEwIiwiSGVhZGVyVGV4dCI6bnVsbCwiSXNEZWZhdWx0Ijp0cnVlLCJTdHlsZSI6eyIkaWQiOiIxMjIxIiwiSGVhZGVyU3R5bGUiOnsiJGlkIjoiMTIyMiIsIlRleHRTdHlsZSI6eyIkaWQiOiIxMjIzIiwiRm9udFNldHRpbmdzIjp7IiRpZCI6IjEyMjQiLCJGb250U2l6ZSI6MTEsIkZvbnROYW1lIjoiQ2FsaWJyaSIsIklzQm9sZCI6ZmFsc2UsIklzSXRhbGljIjpmYWxzZSwiSXNVbmRlcmxpbmVkIjpmYWxzZSwiUGFyZW50U3R5bGUiOm51bGx9LCJBdXRvU2l6ZSI6MiwiRm9yZWdyb3VuZCI6eyIkaWQiOiIxMjI1IiwiQ29sb3IiOnsiJGlkIjoiMTIy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yMjciLCJUb3AiOjAuMCwiTGVmdCI6MC4wLCJSaWdodCI6MC4wLCJCb3R0b20iOjAuMH0sIlBhZGRpbmciOnsiJGlkIjoiMTIyOCIsIlRvcCI6MC4wLCJMZWZ0IjowLjAsIlJpZ2h0IjowLjAsIkJvdHRvbSI6MC4wfSwiQmFja2dyb3VuZCI6eyIkaWQiOiIxMjI5IiwiQ29sb3IiOnsiJGlkIjoiMTIzMCIsIkEiOjI1NSwiUiI6NjQsIkciOjY0LCJCIjo2NH19LCJJc1Zpc2libGUiOnRydWUsIldpZHRoIjowLjAsIkhlaWdodCI6MC4wLCJCb3JkZXJTdHlsZSI6bnVsbCwiUGFyZW50U3R5bGUiOm51bGx9LCJSZWN0YW5nbGVTdHlsZSI6eyIkaWQiOiIxMjMxIiwiTWFyZ2luIjp7IiRpZCI6IjEyMzIiLCJUb3AiOjAuMCwiTGVmdCI6MC4wLCJSaWdodCI6MC4wLCJCb3R0b20iOjAuMH0sIlBhZGRpbmciOnsiJGlkIjoiMTIzMyIsIlRvcCI6MC4wLCJMZWZ0IjowLjAsIlJpZ2h0IjowLjAsIkJvdHRvbSI6MC4wfSwiQmFja2dyb3VuZCI6eyIkaWQiOiIxMjM0IiwiQ29sb3IiOnsiJGlkIjoiMTIzNSIsIkEiOjEyNywiUiI6MTY1LCJHIjoxNjUsIkIiOjE2NX19LCJJc1Zpc2libGUiOnRydWUsIldpZHRoIjowLjAsIkhlaWdodCI6MC4wLCJCb3JkZXJTdHlsZSI6eyIkaWQiOiIxMjM2IiwiTGluZUNvbG9yIjp7IiRpZCI6IjEyMzciLCIkdHlwZSI6Ik5MUkUuQ29tbW9uLkRvbS5Tb2xpZENvbG9yQnJ1c2gsIE5MUkUuQ29tbW9uIiwiQ29sb3IiOnsiJGlkIjoiMTIzOCIsIkEiOjI1NSwiUiI6MjU1LCJHIjowLCJCIjowfX0sIkxpbmVXZWlnaHQiOjAuMCwiTGluZVR5cGUiOjAsIlBhcmVudFN0eWxlIjpudWxsfSwiUGFyZW50U3R5bGUiOm51bGx9LCJNYXJnaW4iOnsiJGlkIjoiMTIzOSIsIlRvcCI6MC4wLCJMZWZ0IjowLjAsIlJpZ2h0IjowLjAsIkJvdHRvbSI6MC4wfSwiUGFkZGluZyI6eyIkaWQiOiIxMjQwIiwiVG9wIjowLjAsIkxlZnQiOjAuMCwiUmlnaHQiOjAuMCwiQm90dG9tIjowLjB9LCJCYWNrZ3JvdW5kIjpudWxsLCJJc1Zpc2libGUiOnRydWUsIldpZHRoIjowLjAsIkhlaWdodCI6MC4wLCJCb3JkZXJTdHlsZSI6bnVsbCwiUGFyZW50U3R5bGUiOm51bGx9LCJCYWNrZ3JvdW5kU3R5bGUiOnsiJGlkIjoiMTI0MSIsIk1hcmdpbiI6eyIkaWQiOiIxMjQyIiwiVG9wIjowLjAsIkxlZnQiOjAuMCwiUmlnaHQiOjAuMCwiQm90dG9tIjowLjB9LCJQYWRkaW5nIjp7IiRpZCI6IjEyNDMiLCJUb3AiOjAuMCwiTGVmdCI6MC4wLCJSaWdodCI6MC4wLCJCb3R0b20iOjAuMH0sIkJhY2tncm91bmQiOnsiJGlkIjoiMTI0NCIsIkNvbG9yIjp7IiRpZCI6IjEyNDUiLCJBIjo1MSwiUiI6MjAwLCJHIjoyMDAsIkIiOjIwMH19LCJJc1Zpc2libGUiOnRydWUsIldpZHRoIjowLjAsIkhlaWdodCI6MC4wLCJCb3JkZXJTdHlsZSI6eyIkaWQiOiIxMjQ2IiwiTGluZUNvbG9yIjp7IiRpZCI6IjEyNDciLCIkdHlwZSI6Ik5MUkUuQ29tbW9uLkRvbS5Tb2xpZENvbG9yQnJ1c2gsIE5MUkUuQ29tbW9uIiwiQ29sb3IiOnsiJGlkIjoiMTI0OCIsIkEiOjI1NSwiUiI6MjM0LCJHIjoyMiwiQiI6MzB9fSwiTGluZVdlaWdodCI6MC4wLCJMaW5lVHlwZSI6MCwiUGFyZW50U3R5bGUiOm51bGx9LCJQYXJlbnRTdHlsZSI6bnVsbH0sIk1hcmdpbiI6eyIkaWQiOiIxMjQ5IiwiVG9wIjowLjAsIkxlZnQiOjAuMCwiUmlnaHQiOjAuMCwiQm90dG9tIjowLjB9LCJQYWRkaW5nIjp7IiRpZCI6IjEyNTAiLCJUb3AiOjAuMCwiTGVmdCI6MC4wLCJSaWdodCI6MC4wLCJCb3R0b20iOjAuMH0sIklzVmlzaWJsZSI6dHJ1ZSwiV2lkdGgiOjAuMCwiSGVpZ2h0IjowLjAsIkJvcmRlclN0eWxlIjp7IiRpZCI6IjEyNTEiLCJMaW5lQ29sb3IiOm51bGwsIkxpbmVXZWlnaHQiOjAuMCwiTGluZVR5cGUiOjAsIlBhcmVudFN0eWxlIjpudWxsfSwiUGFyZW50U3R5bGUiOm51bGx9fV0sIklkIjoiMWZkMzVkMGQtOGQ4MC00MGI3LWE5OWQtNWY2OTc1NjZhNmY5IiwiSW5kZXgiOjgsIkhlYWRlclRleHQiOiJVWC9VSSBEcmFmdCIsIlN0eWxlIjp7IiRpZCI6IjEyNTIiLCJTdHlsZUlkIjoiMDcwMmRlYTgtYzExNC00ZDcxLWJlNDAtY2QzMDYyYzQ2OTcwIiwiSGVhZGVyU3R5bGUiOnsiJGlkIjoiMTI1MyIsIlRleHRJc1ZlcnRpY2FsIjpmYWxzZSwiVGV4dFN0eWxlIjp7IiRpZCI6IjEyNTQiLCJGb250U2V0dGluZ3MiOnsiJGlkIjoiMTI1NSIsIkZvbnRTaXplIjoxMSwiRm9udE5hbWUiOiJUaXRpbGxpdW0gV2ViIiwiSXNCb2xkIjpmYWxzZSwiSXNJdGFsaWMiOmZhbHNlLCJJc1VuZGVybGluZWQiOmZhbHNlLCJQYXJlbnRTdHlsZSI6bnVsbH0sIkF1dG9TaXplIjoyLCJGb3JlZ3JvdW5kIjp7IiRpZCI6IjEyNTYiLCJDb2xvciI6eyIkaWQiOiIxMjU3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I1OCIsIlRvcCI6MC4wLCJMZWZ0IjowLjAsIlJpZ2h0IjowLjAsIkJvdHRvbSI6MC4wfSwiUGFkZGluZyI6eyIkaWQiOiIxMjU5IiwiVG9wIjowLjAsIkxlZnQiOjAuMCwiUmlnaHQiOjAuMCwiQm90dG9tIjowLjB9LCJCYWNrZ3JvdW5kIjp7IiRpZCI6IjEyNjAiLCJDb2xvciI6eyIkaWQiOiIxMjYxIiwiQSI6MjU1LCJSIjoyNTUsIkciOjI1NSwiQiI6MjU1fX0sIklzVmlzaWJsZSI6dHJ1ZSwiV2lkdGgiOjAuMCwiSGVpZ2h0IjowLjAsIkJvcmRlclN0eWxlIjpudWxsLCJQYXJlbnRTdHlsZSI6bnVsbH0sIlJlY3RhbmdsZVN0eWxlIjp7IiRpZCI6IjEyNjIiLCJNYXJnaW4iOnsiJGlkIjoiMTI2MyIsIlRvcCI6MC4wLCJMZWZ0IjowLjAsIlJpZ2h0IjowLjAsIkJvdHRvbSI6MC4wfSwiUGFkZGluZyI6eyIkaWQiOiIxMjY0IiwiVG9wIjowLjAsIkxlZnQiOjAuMCwiUmlnaHQiOjAuMCwiQm90dG9tIjowLjB9LCJCYWNrZ3JvdW5kIjp7IiRpZCI6IjEyNjUiLCJDb2xvciI6eyIkaWQiOiIxMjY2IiwiQSI6MjU1LCJSIjoxNjUsIkciOjE2NSwiQiI6MTY1fX0sIklzVmlzaWJsZSI6dHJ1ZSwiV2lkdGgiOjAuMCwiSGVpZ2h0IjowLjAsIkJvcmRlclN0eWxlIjp7IiRpZCI6IjEyNjciLCJMaW5lQ29sb3IiOnsiJGlkIjoiMTI2OCIsIiR0eXBlIjoiTkxSRS5Db21tb24uRG9tLlNvbGlkQ29sb3JCcnVzaCwgTkxSRS5Db21tb24iLCJDb2xvciI6eyIkaWQiOiIxMjY5IiwiQSI6MjU1LCJSIjoyNTUsIkciOjI1NSwiQiI6MjU1fX0sIkxpbmVXZWlnaHQiOjAuMCwiTGluZVR5cGUiOjAsIlBhcmVudFN0eWxlIjpudWxsfSwiUGFyZW50U3R5bGUiOm51bGx9LCJNYXJnaW4iOnsiJGlkIjoiMTI3MCIsIlRvcCI6MC4wLCJMZWZ0IjowLjAsIlJpZ2h0IjowLjAsIkJvdHRvbSI6MC4wfSwiUGFkZGluZyI6eyIkaWQiOiIxMjcxIiwiVG9wIjowLjAsIkxlZnQiOjAuMCwiUmlnaHQiOjAuMCwiQm90dG9tIjowLjB9LCJCYWNrZ3JvdW5kIjpudWxsLCJJc1Zpc2libGUiOnRydWUsIldpZHRoIjowLjAsIkhlaWdodCI6MC4wLCJCb3JkZXJTdHlsZSI6bnVsbCwiUGFyZW50U3R5bGUiOm51bGx9LCJCYWNrZ3JvdW5kU3R5bGUiOnsiJGlkIjoiMTI3MiIsIk1hcmdpbiI6eyIkaWQiOiIxMjczIiwiVG9wIjowLjAsIkxlZnQiOjAuMCwiUmlnaHQiOjAuMCwiQm90dG9tIjowLjB9LCJQYWRkaW5nIjp7IiRpZCI6IjEyNzQiLCJUb3AiOjAuMCwiTGVmdCI6MC4wLCJSaWdodCI6MC4wLCJCb3R0b20iOjAuMH0sIkJhY2tncm91bmQiOnsiJGlkIjoiMTI3NSIsIkNvbG9yIjp7IiRpZCI6IjEyNzYiLCJBIjo1MSwiUiI6MjAwLCJHIjoyMDAsIkIiOjIwMH19LCJJc1Zpc2libGUiOnRydWUsIldpZHRoIjowLjAsIkhlaWdodCI6MC4wLCJCb3JkZXJTdHlsZSI6eyIkaWQiOiIxMjc3IiwiTGluZUNvbG9yIjp7IiRpZCI6IjEyNzgiLCIkdHlwZSI6Ik5MUkUuQ29tbW9uLkRvbS5Tb2xpZENvbG9yQnJ1c2gsIE5MUkUuQ29tbW9uIiwiQ29sb3IiOnsiJGlkIjoiMTI3OSIsIkEiOjI1NSwiUiI6MjM0LCJHIjoyMiwiQiI6MzB9fSwiTGluZVdlaWdodCI6MC4wLCJMaW5lVHlwZSI6MCwiUGFyZW50U3R5bGUiOm51bGx9LCJQYXJlbnRTdHlsZSI6bnVsbH0sIklzQWJvdmVUaW1lYmFuZCI6ZmFsc2UsIlNwYWNpbmciOjIsIkRlZmF1bHRTd2ltbGFuZVRhc2tTdHlsZSI6eyIkaWQiOiIxMjgwIiwiJHR5cGUiOiJOTFJFLkNvbW1vbi5Eb20uU3R5bGVzLkV4cGxpY2l0U2V0YWJsZVRhc2tTdHlsZSwgTkxSRS5Db21tb24iLCJTaGFwZSI6MSwiU2hhcGVUaGlja25lc3MiOjAsIkR1cmF0aW9uRm9ybWF0IjowLCJJbmNsdWRlTm9uV29ya2luZ0RheXNJbkR1cmF0aW9uIjpmYWxzZSwiUGVyY2VudGFnZUNvbXBsZXRlU3R5bGUiOnsiJGlkIjoiMTI4MSIsIkZvbnRTZXR0aW5ncyI6eyIkaWQiOiIxMjgyIiwiRm9udFNpemUiOjEwLCJGb250TmFtZSI6IkNhbGlicmkiLCJJc0JvbGQiOmZhbHNlLCJJc0l0YWxpYyI6ZmFsc2UsIklzVW5kZXJsaW5lZCI6ZmFsc2UsIlBhcmVudFN0eWxlIjpudWxsfSwiQXV0b1NpemUiOjAsIkZvcmVncm91bmQiOnsiJGlkIjoiMTI4MyIsIkNvbG9yIjp7IiRpZCI6IjEyO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4NSIsIlRvcCI6MC4wLCJMZWZ0IjowLjAsIlJpZ2h0IjowLjAsIkJvdHRvbSI6MC4wfSwiUGFkZGluZyI6eyIkaWQiOiIxMjg2IiwiVG9wIjowLjAsIkxlZnQiOjAuMCwiUmlnaHQiOjAuMCwiQm90dG9tIjowLjB9LCJCYWNrZ3JvdW5kIjp7IiRpZCI6IjEyODciLCJDb2xvciI6eyIkaWQiOiIxMjg4IiwiQSI6ODksIlIiOjAsIkciOjAsIkIiOjB9fSwiSXNWaXNpYmxlIjp0cnVlLCJXaWR0aCI6MC4wLCJIZWlnaHQiOjAuMCwiQm9yZGVyU3R5bGUiOnsiJGlkIjoiMTI4OSIsIkxpbmVDb2xvciI6bnVsbCwiTGluZVdlaWdodCI6MC4wLCJMaW5lVHlwZSI6MCwiUGFyZW50U3R5bGUiOm51bGx9LCJQYXJlbnRTdHlsZSI6bnVsbH0sIkR1cmF0aW9uU3R5bGUiOnsiJGlkIjoiMTI5MCIsIkZvbnRTZXR0aW5ncyI6eyIkaWQiOiIxMjkxIiwiRm9udFNpemUiOjEwLCJGb250TmFtZSI6IkNhbGlicmkiLCJJc0JvbGQiOmZhbHNlLCJJc0l0YWxpYyI6ZmFsc2UsIklzVW5kZXJsaW5lZCI6ZmFsc2UsIlBhcmVudFN0eWxlIjpudWxsfSwiQXV0b1NpemUiOjAsIkZvcmVncm91bmQiOnsiJGlkIjoiMTI5MiIsIkNvbG9yIjp7IiRpZCI6IjEyO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yOTQiLCJUb3AiOjAuMCwiTGVmdCI6MC4wLCJSaWdodCI6MC4wLCJCb3R0b20iOjAuMH0sIlBhZGRpbmciOnsiJGlkIjoiMTI5NSIsIlRvcCI6MC4wLCJMZWZ0IjowLjAsIlJpZ2h0IjowLjAsIkJvdHRvbSI6MC4wfSwiQmFja2dyb3VuZCI6eyIkaWQiOiIxMjk2IiwiQ29sb3IiOnsiJGlkIjoiMTI5NyIsIkEiOjI1NSwiUiI6NjgsIkciOjg0LCJCIjoxMDZ9fSwiSXNWaXNpYmxlIjp0cnVlLCJXaWR0aCI6MC4wLCJIZWlnaHQiOjAuMCwiQm9yZGVyU3R5bGUiOnsiJGlkIjoiMTI5OCIsIkxpbmVDb2xvciI6bnVsbCwiTGluZVdlaWdodCI6MC4wLCJMaW5lVHlwZSI6MCwiUGFyZW50U3R5bGUiOm51bGx9LCJQYXJlbnRTdHlsZSI6bnVsbH0sIkhvcml6b250YWxDb25uZWN0b3JTdHlsZSI6eyIkaWQiOiIxMjk5IiwiTGluZUNvbG9yIjp7IiRpZCI6IjEzMDAiLCIkdHlwZSI6Ik5MUkUuQ29tbW9uLkRvbS5Tb2xpZENvbG9yQnJ1c2gsIE5MUkUuQ29tbW9uIiwiQ29sb3IiOnsiJGlkIjoiMTMwMSIsIkEiOjI1NSwiUiI6MCwiRyI6MCwiQiI6MH19LCJMaW5lV2VpZ2h0IjowLjAsIkxpbmVUeXBlIjowLCJQYXJlbnRTdHlsZSI6bnVsbH0sIlZlcnRpY2FsQ29ubmVjdG9yU3R5bGUiOnsiJGlkIjoiMTMwMiIsIkxpbmVDb2xvciI6eyIkaWQiOiIxMzAzIiwiJHR5cGUiOiJOTFJFLkNvbW1vbi5Eb20uU29saWRDb2xvckJydXNoLCBOTFJFLkNvbW1vbiIsIkNvbG9yIjp7IiRpZCI6IjEzMD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MzA1IiwiU2hhcGVTdHlsZSI6eyIkaWQiOiIxMzA2IiwiTWFyZ2luIjp7IiRpZCI6IjEzMDciLCJUb3AiOjAuMCwiTGVmdCI6MC4wLCJSaWdodCI6MC4wLCJCb3R0b20iOjAuMH0sIlBhZGRpbmciOnsiJGlkIjoiMTMwOCIsIlRvcCI6MC4wLCJMZWZ0IjowLjAsIlJpZ2h0IjowLjAsIkJvdHRvbSI6MC4wfSwiQmFja2dyb3VuZCI6eyIkaWQiOiIxMzA5IiwiQ29sb3IiOnsiJGlkIjoiMTMxMCIsIkEiOjE1MywiUiI6MCwiRyI6MCwiQiI6MH19LCJJc1Zpc2libGUiOnRydWUsIldpZHRoIjowLjAsIkhlaWdodCI6MC4wLCJCb3JkZXJTdHlsZSI6eyIkaWQiOiIxMzExIiwiTGluZUNvbG9yIjp7IiRpZCI6IjEzMTIiLCIkdHlwZSI6Ik5MUkUuQ29tbW9uLkRvbS5Tb2xpZENvbG9yQnJ1c2gsIE5MUkUuQ29tbW9uIiwiQ29sb3IiOnsiJGlkIjoiMTMxMyIsIkEiOjI1NSwiUiI6MjU1LCJHIjowLCJCIjowfX0sIkxpbmVXZWlnaHQiOjAuMCwiTGluZVR5cGUiOjAsIlBhcmVudFN0eWxlIjpudWxsfSwiUGFyZW50U3R5bGUiOm51bGx9LCJNYXJnaW4iOnsiJGlkIjoiMTMxNCIsIlRvcCI6MC4wLCJMZWZ0IjowLjAsIlJpZ2h0IjowLjAsIkJvdHRvbSI6MC4wfSwiUGFkZGluZyI6eyIkaWQiOiIxMzE1IiwiVG9wIjowLjAsIkxlZnQiOjAuMCwiUmlnaHQiOjAuMCwiQm90dG9tIjowLjB9LCJCYWNrZ3JvdW5kIjpudWxsLCJJc1Zpc2libGUiOnRydWUsIldpZHRoIjowLjAsIkhlaWdodCI6MC4wLCJCb3JkZXJTdHlsZSI6bnVsbCwiUGFyZW50U3R5bGUiOm51bGx9LCJTaGFwZVN0eWxlIjp7IiRpZCI6IjEzMTYiLCJNYXJnaW4iOnsiJGlkIjoiMTMxNyIsIlRvcCI6MC4wLCJMZWZ0Ijo0LjAsIlJpZ2h0Ijo0LjAsIkJvdHRvbSI6MC4wfSwiUGFkZGluZyI6eyIkaWQiOiIxMzE4IiwiVG9wIjowLjAsIkxlZnQiOjAuMCwiUmlnaHQiOjAuMCwiQm90dG9tIjowLjB9LCJCYWNrZ3JvdW5kIjp7IiRpZCI6IjEzMTkiLCJDb2xvciI6eyIkaWQiOiIxMzIwIiwiQSI6MjU1LCJSIjoxNjUsIkciOjE2NSwiQiI6MTY1fX0sIklzVmlzaWJsZSI6dHJ1ZSwiV2lkdGgiOjAuMCwiSGVpZ2h0IjoxMC4wLCJCb3JkZXJTdHlsZSI6eyIkaWQiOiIxMzIxIiwiTGluZUNvbG9yIjp7IiRpZCI6IjEzMjIiLCIkdHlwZSI6Ik5MUkUuQ29tbW9uLkRvbS5Tb2xpZENvbG9yQnJ1c2gsIE5MUkUuQ29tbW9uIiwiQ29sb3IiOnsiJGlkIjoiMTMyMyIsIkEiOjI1NSwiUiI6MjM0LCJHIjoyMiwiQiI6MzB9fSwiTGluZVdlaWdodCI6MC4wLCJMaW5lVHlwZSI6MCwiUGFyZW50U3R5bGUiOm51bGx9LCJQYXJlbnRTdHlsZSI6bnVsbH0sIlRpdGxlU3R5bGUiOnsiJGlkIjoiMTMyNCIsIkZvbnRTZXR0aW5ncyI6eyIkaWQiOiIxMzI1IiwiRm9udFNpemUiOjExLCJGb250TmFtZSI6IkNhbGlicmkiLCJJc0JvbGQiOmZhbHNlLCJJc0l0YWxpYyI6ZmFsc2UsIklzVW5kZXJsaW5lZCI6ZmFsc2UsIlBhcmVudFN0eWxlIjpudWxsfSwiQXV0b1NpemUiOjAsIkZvcmVncm91bmQiOnsiJGlkIjoiMTMyNiIsIkNvbG9yIjp7IiRpZCI6IjEzMj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yOCIsIlRvcCI6MC4wLCJMZWZ0IjowLjAsIlJpZ2h0IjowLjAsIkJvdHRvbSI6MC4wfSwiUGFkZGluZyI6eyIkaWQiOiIxMzI5IiwiVG9wIjowLjAsIkxlZnQiOjAuMCwiUmlnaHQiOjAuMCwiQm90dG9tIjowLjB9LCJCYWNrZ3JvdW5kIjp7IiRpZCI6IjEzMzAiLCJDb2xvciI6eyIkaWQiOiIxMzMxIiwiQSI6MjU1LCJSIjowLCJHIjowLCJCIjowfX0sIklzVmlzaWJsZSI6dHJ1ZSwiV2lkdGgiOjAuMCwiSGVpZ2h0IjowLjAsIkJvcmRlclN0eWxlIjp7IiRpZCI6IjEzMzIiLCJMaW5lQ29sb3IiOm51bGwsIkxpbmVXZWlnaHQiOjAuMCwiTGluZVR5cGUiOjAsIlBhcmVudFN0eWxlIjpudWxsfSwiUGFyZW50U3R5bGUiOm51bGx9LCJEYXRlU3R5bGUiOnsiJGlkIjoiMTMzMyIsIkZvbnRTZXR0aW5ncyI6eyIkaWQiOiIxMzM0IiwiRm9udFNpemUiOjEwLCJGb250TmFtZSI6IkNhbGlicmkiLCJJc0JvbGQiOmZhbHNlLCJJc0l0YWxpYyI6ZmFsc2UsIklzVW5kZXJsaW5lZCI6ZmFsc2UsIlBhcmVudFN0eWxlIjpudWxsfSwiQXV0b1NpemUiOjAsIkZvcmVncm91bmQiOnsiJGlkIjoiMTMzNSIsIkNvbG9yIjp7IiRpZCI6IjEzMzY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EzMzciLCJUb3AiOjAuMCwiTGVmdCI6MC4wLCJSaWdodCI6MC4wLCJCb3R0b20iOjAuMH0sIlBhZGRpbmciOnsiJGlkIjoiMTMzOCIsIlRvcCI6MC4wLCJMZWZ0IjowLjAsIlJpZ2h0IjowLjAsIkJvdHRvbSI6MC4wfSwiQmFja2dyb3VuZCI6eyIkaWQiOiIxMzM5IiwiQ29sb3IiOnsiJGlkIjoiMTM0MCIsIkEiOjI1NSwiUiI6NjgsIkciOjg0LCJCIjoxMDZ9fSwiSXNWaXNpYmxlIjp0cnVlLCJXaWR0aCI6MC4wLCJIZWlnaHQiOjAuMCwiQm9yZGVyU3R5bGUiOnsiJGlkIjoiMTM0MSIsIkxpbmVDb2xvciI6bnVsbCwiTGluZVdlaWdodCI6MC4wLCJMaW5lVHlwZSI6MCwiUGFyZW50U3R5bGUiOm51bGx9LCJQYXJlbnRTdHlsZSI6bnVsbH0sIkRhdGVGb3JtYXQiOnsiJGlkIjoiMTM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QzIiwiRm9ybWF0IjowLCJJc1Zpc2libGUiOmZhbHNlLCJMYXN0S25vd25WaXNpYmlsaXR5U3RhdGUiOmZhbHNlfSwiSXNWaXNpYmxlIjp0cnVlLCJWYXJpYW5jZVN0eWxlIjp7IiRpZCI6IjEzNDQiLCJUZXh0U3R5bGUiOnsiJGlkIjoiMTM0NSIsIkZvbnRTZXR0aW5ncyI6eyIkaWQiOiIxMzQ2IiwiRm9udFNpemUiOjEwLCJGb250TmFtZSI6IkNhbGlicmkiLCJJc0JvbGQiOmZhbHNlLCJJc0l0YWxpYyI6ZmFsc2UsIklzVW5kZXJsaW5lZCI6ZmFsc2UsIlBhcmVudFN0eWxlIjpudWxsfSwiQXV0b1NpemUiOjAsIkZvcmVncm91bmQiOnsiJGlkIjoiMTM0NyIsIkNvbG9yIjp7IiRpZCI6IjEzN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0OSIsIlRvcCI6MC4wLCJMZWZ0IjowLjAsIlJpZ2h0IjowLjAsIkJvdHRvbSI6MC4wfSwiUGFkZGluZyI6eyIkaWQiOiIxMzUwIiwiVG9wIjowLjAsIkxlZnQiOjAuMCwiUmlnaHQiOjAuMCwiQm90dG9tIjowLjB9LCJCYWNrZ3JvdW5kIjp7IiRpZCI6IjEzNTEiLCJDb2xvciI6eyIkaWQiOiIxMzUyIiwiQSI6MjU1LCJSIjowLCJHIjowLCJCIjowfX0sIklzVmlzaWJsZSI6dHJ1ZSwiV2lkdGgiOjAuMCwiSGVpZ2h0IjowLjAsIkJvcmRlclN0eWxlIjp7IiRpZCI6IjEzNTMiLCJMaW5lQ29sb3IiOm51bGwsIkxpbmVXZWlnaHQiOjAuMCwiTGluZVR5cGUiOjAsIlBhcmVudFN0eWxlIjpudWxsfSwiUGFyZW50U3R5bGUiOm51bGx9LCJQYXJlbnRTdHlsZSI6bnVsbH0sIlBhcmVudFN0eWxlIjpudWxsLCJfZXhwbGljaXRseVNldCI6eyIkaWQiOiIxMzU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M1NSIsIlNoYXBlIjoxLCJDb25uZWN0b3JNYXJnaW4iOnsiJGlkIjoiMTM1NiIsIlRvcCI6MC4wLCJMZWZ0IjoyLjAsIlJpZ2h0IjoyLjAsIkJvdHRvbSI6MC4wfSwiQ29ubmVjdG9yU3R5bGUiOnsiJGlkIjoiMTM1NyIsIkxpbmVDb2xvciI6eyIkaWQiOiIxMzU4IiwiJHR5cGUiOiJOTFJFLkNvbW1vbi5Eb20uU29saWRDb2xvckJydXNoLCBOTFJFLkNvbW1vbiIsIkNvbG9yIjp7IiRpZCI6IjEzNTkiLCJBIjoxMjcsIlIiOjU3LCJHIjo1NywiQiI6NTd9fSwiTGluZVdlaWdodCI6MS4wLCJMaW5lVHlwZSI6MCwiUGFyZW50U3R5bGUiOm51bGx9LCJJc0JlbG93VGltZWJhbmQiOmZhbHNlLCJQb3NpdGlvbk9uVGFzayI6MSwiSGlkZURhdGUiOmZhbHNlLCJTaGFwZVNpemUiOjAsIlNwYWNpbmciOjAuMCwiUGFkZGluZyI6eyIkaWQiOiIxMzYwIiwiVG9wIjo1LjAsIkxlZnQiOjMuMCwiUmlnaHQiOjAuMCwiQm90dG9tIjoyLjB9LCJTaGFwZVN0eWxlIjp7IiRpZCI6IjEzNjEiLCJNYXJnaW4iOnsiJGlkIjoiMTM2MiIsIlRvcCI6MC4wLCJMZWZ0IjowLjAsIlJpZ2h0IjowLjAsIkJvdHRvbSI6MC4wfSwiUGFkZGluZyI6eyIkaWQiOiIxMzYzIiwiVG9wIjowLjAsIkxlZnQiOjAuMCwiUmlnaHQiOjAuMCwiQm90dG9tIjowLjB9LCJCYWNrZ3JvdW5kIjp7IiRpZCI6IjEzNjQiLCJDb2xvciI6eyIkaWQiOiIxMzY1IiwiQSI6MjU1LCJSIjo1NywiRyI6NTcsIkIiOjU3fX0sIklzVmlzaWJsZSI6dHJ1ZSwiV2lkdGgiOjEyLjAsIkhlaWdodCI6MTQuMCwiQm9yZGVyU3R5bGUiOnsiJGlkIjoiMTM2NiIsIkxpbmVDb2xvciI6eyIkaWQiOiIxMzY3IiwiJHR5cGUiOiJOTFJFLkNvbW1vbi5Eb20uU29saWRDb2xvckJydXNoLCBOTFJFLkNvbW1vbiIsIkNvbG9yIjp7IiRpZCI6IjEzNjgiLCJBIjoyNTUsIlIiOjI1NSwiRyI6MCwiQiI6MH19LCJMaW5lV2VpZ2h0IjowLjAsIkxpbmVUeXBlIjowLCJQYXJlbnRTdHlsZSI6bnVsbH0sIlBhcmVudFN0eWxlIjpudWxsfSwiVGl0bGVTdHlsZSI6eyIkaWQiOiIxMzY5IiwiRm9udFNldHRpbmdzIjp7IiRpZCI6IjEzNzAiLCJGb250U2l6ZSI6MTEsIkZvbnROYW1lIjoiQ2FsaWJyaSIsIklzQm9sZCI6ZmFsc2UsIklzSXRhbGljIjpmYWxzZSwiSXNVbmRlcmxpbmVkIjpmYWxzZSwiUGFyZW50U3R5bGUiOm51bGx9LCJBdXRvU2l6ZSI6MCwiRm9yZWdyb3VuZCI6eyIkaWQiOiIxMzcxIiwiQ29sb3IiOnsiJGlkIjoiMTM3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zczIiwiVG9wIjowLjAsIkxlZnQiOjAuMCwiUmlnaHQiOjAuMCwiQm90dG9tIjowLjB9LCJQYWRkaW5nIjp7IiRpZCI6IjEzNzQiLCJUb3AiOjAuMCwiTGVmdCI6MC4wLCJSaWdodCI6MC4wLCJCb3R0b20iOjAuMH0sIkJhY2tncm91bmQiOnsiJGlkIjoiMTM3NSIsIkNvbG9yIjp7IiRpZCI6IjEzNzYiLCJBIjoyNTUsIlIiOjAsIkciOjAsIkIiOjB9fSwiSXNWaXNpYmxlIjp0cnVlLCJXaWR0aCI6MC4wLCJIZWlnaHQiOjAuMCwiQm9yZGVyU3R5bGUiOnsiJGlkIjoiMTM3NyIsIkxpbmVDb2xvciI6bnVsbCwiTGluZVdlaWdodCI6MC4wLCJMaW5lVHlwZSI6MCwiUGFyZW50U3R5bGUiOm51bGx9LCJQYXJlbnRTdHlsZSI6bnVsbH0sIkRhdGVTdHlsZSI6eyIkaWQiOiIxMzc4IiwiRm9udFNldHRpbmdzIjp7IiRpZCI6IjEzNzkiLCJGb250U2l6ZSI6MTAsIkZvbnROYW1lIjoiQ2FsaWJyaSIsIklzQm9sZCI6ZmFsc2UsIklzSXRhbGljIjpmYWxzZSwiSXNVbmRlcmxpbmVkIjpmYWxzZSwiUGFyZW50U3R5bGUiOm51bGx9LCJBdXRvU2l6ZSI6MCwiRm9yZWdyb3VuZCI6eyIkaWQiOiIxMzgwIiwiQ29sb3IiOnsiJGlkIjoiMTM4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M4MiIsIlRvcCI6MC4wLCJMZWZ0IjowLjAsIlJpZ2h0IjowLjAsIkJvdHRvbSI6MC4wfSwiUGFkZGluZyI6eyIkaWQiOiIxMzgzIiwiVG9wIjowLjAsIkxlZnQiOjAuMCwiUmlnaHQiOjAuMCwiQm90dG9tIjowLjB9LCJCYWNrZ3JvdW5kIjp7IiRpZCI6IjEzODQiLCJDb2xvciI6eyIkaWQiOiIxMzg1IiwiQSI6MjU1LCJSIjo2OCwiRyI6ODQsIkIiOjEwNn19LCJJc1Zpc2libGUiOnRydWUsIldpZHRoIjowLjAsIkhlaWdodCI6MC4wLCJCb3JkZXJTdHlsZSI6eyIkaWQiOiIxMzg2IiwiTGluZUNvbG9yIjpudWxsLCJMaW5lV2VpZ2h0IjowLjAsIkxpbmVUeXBlIjowLCJQYXJlbnRTdHlsZSI6bnVsbH0sIlBhcmVudFN0eWxlIjpudWxsfSwiRGF0ZUZvcm1hdCI6eyIkaWQiOiIxMzg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g4IiwiRm9ybWF0IjowLCJJc1Zpc2libGUiOmZhbHNlLCJMYXN0S25vd25WaXNpYmlsaXR5U3RhdGUiOmZhbHNlfSwiSXNWaXNpYmxlIjpmYWxzZSwiVmFyaWFuY2VTdHlsZSI6eyIkaWQiOiIxMzg5IiwiVGV4dFN0eWxlIjp7IiRpZCI6IjEzOTAiLCJGb250U2V0dGluZ3MiOnsiJGlkIjoiMTM5MSIsIkZvbnRTaXplIjoxMCwiRm9udE5hbWUiOiJDYWxpYnJpIiwiSXNCb2xkIjpmYWxzZSwiSXNJdGFsaWMiOmZhbHNlLCJJc1VuZGVybGluZWQiOmZhbHNlLCJQYXJlbnRTdHlsZSI6bnVsbH0sIkF1dG9TaXplIjowLCJGb3JlZ3JvdW5kIjp7IiRpZCI6IjEzOTIiLCJDb2xvciI6eyIkaWQiOiIxMzk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OTQiLCJUb3AiOjAuMCwiTGVmdCI6MC4wLCJSaWdodCI6MC4wLCJCb3R0b20iOjAuMH0sIlBhZGRpbmciOnsiJGlkIjoiMTM5NSIsIlRvcCI6MC4wLCJMZWZ0IjowLjAsIlJpZ2h0IjowLjAsIkJvdHRvbSI6MC4wfSwiQmFja2dyb3VuZCI6eyIkaWQiOiIxMzk2IiwiQ29sb3IiOnsiJGlkIjoiMTM5NyIsIkEiOjI1NSwiUiI6MCwiRyI6MCwiQiI6MH19LCJJc1Zpc2libGUiOnRydWUsIldpZHRoIjowLjAsIkhlaWdodCI6MC4wLCJCb3JkZXJTdHlsZSI6eyIkaWQiOiIxMzk4IiwiTGluZUNvbG9yIjpudWxsLCJMaW5lV2VpZ2h0IjowLjAsIkxpbmVUeXBlIjowLCJQYXJlbnRTdHlsZSI6bnVsbH0sIlBhcmVudFN0eWxlIjpudWxsfSwiUGFyZW50U3R5bGUiOm51bGx9LCJQYXJlbnRTdHlsZSI6bnVsbH0sIkRlZmF1bHRTd2ltbGFuZU1pbGVzdG9uZVN0eWxlIjp7IiRpZCI6IjEzOTkiLCJUaXRsZVBvc2l0aW9uIjoiTGVmdCIsIkRhdGVQb3NpdGlvbiI6IlJpZ2h0IiwiVmFyaWFuY2VQb3NpdGlvbiI6IlJpZ2h0IiwiU2hhcGVUeXBlIjoxLCJTaGFwZVNpemUiOjAsIlNwYWNpbmciOjUsIlNoYXBlU3R5bGUiOnsiJGlkIjoiMTQwMCIsIk1hcmdpbiI6eyIkaWQiOiIxNDAxIiwiVG9wIjowLjAsIkxlZnQiOjAuMCwiUmlnaHQiOjAuMCwiQm90dG9tIjowLjB9LCJQYWRkaW5nIjp7IiRpZCI6IjE0MDIiLCJUb3AiOjAuMCwiTGVmdCI6MC4wLCJSaWdodCI6MC4wLCJCb3R0b20iOjAuMH0sIkJhY2tncm91bmQiOnsiJGlkIjoiMTQwMyIsIkNvbG9yIjp7IiRpZCI6IjE0MDQiLCJBIjoyNTUsIlIiOjE2NSwiRyI6MTY1LCJCIjoxNjV9fSwiSXNWaXNpYmxlIjp0cnVlLCJXaWR0aCI6MTIuMCwiSGVpZ2h0IjoxNC4wLCJCb3JkZXJTdHlsZSI6eyIkaWQiOiIxNDA1IiwiTGluZUNvbG9yIjp7IiRpZCI6IjE0MDYiLCIkdHlwZSI6Ik5MUkUuQ29tbW9uLkRvbS5Tb2xpZENvbG9yQnJ1c2gsIE5MUkUuQ29tbW9uIiwiQ29sb3IiOnsiJGlkIjoiMTQwNyIsIkEiOjI1NSwiUiI6MjM0LCJHIjoyMiwiQiI6MzB9fSwiTGluZVdlaWdodCI6MC4wLCJMaW5lVHlwZSI6MCwiUGFyZW50U3R5bGUiOm51bGx9LCJQYXJlbnRTdHlsZSI6bnVsbH0sIlRpdGxlU3R5bGUiOnsiJGlkIjoiMTQwOCIsIkZvbnRTZXR0aW5ncyI6eyIkaWQiOiIxNDA5IiwiRm9udFNpemUiOjExLCJGb250TmFtZSI6IkNhbGlicmkiLCJJc0JvbGQiOmZhbHNlLCJJc0l0YWxpYyI6ZmFsc2UsIklzVW5kZXJsaW5lZCI6ZmFsc2UsIlBhcmVudFN0eWxlIjpudWxsfSwiQXV0b1NpemUiOjAsIkZvcmVncm91bmQiOnsiJGlkIjoiMTQxMCIsIkNvbG9yIjp7IiRpZCI6IjE0MT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xMiIsIlRvcCI6MC4wLCJMZWZ0IjowLjAsIlJpZ2h0IjowLjAsIkJvdHRvbSI6MC4wfSwiUGFkZGluZyI6eyIkaWQiOiIxNDEzIiwiVG9wIjowLjAsIkxlZnQiOjAuMCwiUmlnaHQiOjAuMCwiQm90dG9tIjowLjB9LCJCYWNrZ3JvdW5kIjp7IiRpZCI6IjE0MTQiLCJDb2xvciI6eyIkaWQiOiIxNDE1IiwiQSI6MjU1LCJSIjowLCJHIjowLCJCIjowfX0sIklzVmlzaWJsZSI6dHJ1ZSwiV2lkdGgiOjAuMCwiSGVpZ2h0IjowLjAsIkJvcmRlclN0eWxlIjp7IiRpZCI6IjE0MTYiLCJMaW5lQ29sb3IiOm51bGwsIkxpbmVXZWlnaHQiOjAuMCwiTGluZVR5cGUiOjAsIlBhcmVudFN0eWxlIjpudWxsfSwiUGFyZW50U3R5bGUiOm51bGx9LCJEYXRlU3R5bGUiOnsiJGlkIjoiMTQxNyIsIkZvbnRTZXR0aW5ncyI6eyIkaWQiOiIxNDE4IiwiRm9udFNpemUiOjEwLCJGb250TmFtZSI6IkNhbGlicmkiLCJJc0JvbGQiOmZhbHNlLCJJc0l0YWxpYyI6ZmFsc2UsIklzVW5kZXJsaW5lZCI6ZmFsc2UsIlBhcmVudFN0eWxlIjpudWxsfSwiQXV0b1NpemUiOjAsIkZvcmVncm91bmQiOnsiJGlkIjoiMTQxOSIsIkNvbG9yIjp7IiRpZCI6IjE0M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0MjEiLCJUb3AiOjAuMCwiTGVmdCI6MC4wLCJSaWdodCI6MC4wLCJCb3R0b20iOjAuMH0sIlBhZGRpbmciOnsiJGlkIjoiMTQyMiIsIlRvcCI6MC4wLCJMZWZ0IjowLjAsIlJpZ2h0IjowLjAsIkJvdHRvbSI6MC4wfSwiQmFja2dyb3VuZCI6eyIkaWQiOiIxNDIzIiwiQ29sb3IiOnsiJGlkIjoiMTQyNCIsIkEiOjI1NSwiUiI6NjgsIkciOjg0LCJCIjoxMDZ9fSwiSXNWaXNpYmxlIjp0cnVlLCJXaWR0aCI6MC4wLCJIZWlnaHQiOjAuMCwiQm9yZGVyU3R5bGUiOnsiJGlkIjoiMTQyNSIsIkxpbmVDb2xvciI6bnVsbCwiTGluZVdlaWdodCI6MC4wLCJMaW5lVHlwZSI6MCwiUGFyZW50U3R5bGUiOm51bGx9LCJQYXJlbnRTdHlsZSI6bnVsbH0sIkRhdGVGb3JtYXQiOnsiJGlkIjoiMTQyNi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I3IiwiRm9ybWF0IjowLCJJc1Zpc2libGUiOmZhbHNlLCJMYXN0S25vd25WaXNpYmlsaXR5U3RhdGUiOmZhbHNlfSwiSXNWaXNpYmxlIjp0cnVlLCJWYXJpYW5jZVN0eWxlIjp7IiRpZCI6IjE0MjgiLCJUZXh0U3R5bGUiOnsiJGlkIjoiMTQyOSIsIkZvbnRTZXR0aW5ncyI6eyIkaWQiOiIxNDMwIiwiRm9udFNpemUiOjEwLCJGb250TmFtZSI6IkNhbGlicmkiLCJJc0JvbGQiOmZhbHNlLCJJc0l0YWxpYyI6ZmFsc2UsIklzVW5kZXJsaW5lZCI6ZmFsc2UsIlBhcmVudFN0eWxlIjpudWxsfSwiQXV0b1NpemUiOjAsIkZvcmVncm91bmQiOnsiJGlkIjoiMTQzMSIsIkNvbG9yIjp7IiRpZCI6IjE0M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zMyIsIlRvcCI6MC4wLCJMZWZ0IjowLjAsIlJpZ2h0IjowLjAsIkJvdHRvbSI6MC4wfSwiUGFkZGluZyI6eyIkaWQiOiIxNDM0IiwiVG9wIjowLjAsIkxlZnQiOjAuMCwiUmlnaHQiOjAuMCwiQm90dG9tIjowLjB9LCJCYWNrZ3JvdW5kIjp7IiRpZCI6IjE0MzUiLCJDb2xvciI6eyIkaWQiOiIxNDM2IiwiQSI6MjU1LCJSIjowLCJHIjowLCJCIjowfX0sIklzVmlzaWJsZSI6dHJ1ZSwiV2lkdGgiOjAuMCwiSGVpZ2h0IjowLjAsIkJvcmRlclN0eWxlIjp7IiRpZCI6IjE0MzciLCJMaW5lQ29sb3IiOm51bGwsIkxpbmVXZWlnaHQiOjAuMCwiTGluZVR5cGUiOjAsIlBhcmVudFN0eWxlIjpudWxsfSwiUGFyZW50U3R5bGUiOm51bGx9LCJQYXJlbnRTdHlsZSI6bnVsbH0sIlBhcmVudFN0eWxlIjpudWxsfSwiRGVmYXVsdFN3aW1sYW5lQWN0aXZpdHlTdHlsZSI6eyIkaWQiOiIxNDM4IiwiSGVhZGVyU3R5bGUiOnsiJGlkIjoiMTQzOSIsIlRleHRTdHlsZSI6eyIkaWQiOiIxNDQwIiwiRm9udFNldHRpbmdzIjp7IiRpZCI6IjE0NDEiLCJGb250U2l6ZSI6MTEsIkZvbnROYW1lIjoiQ2FsaWJyaSIsIklzQm9sZCI6ZmFsc2UsIklzSXRhbGljIjpmYWxzZSwiSXNVbmRlcmxpbmVkIjpmYWxzZSwiUGFyZW50U3R5bGUiOm51bGx9LCJBdXRvU2l6ZSI6MiwiRm9yZWdyb3VuZCI6eyIkaWQiOiIxNDQyIiwiQ29sb3IiOnsiJGlkIjoiMTQ0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0NDQiLCJUb3AiOjAuMCwiTGVmdCI6MC4wLCJSaWdodCI6MC4wLCJCb3R0b20iOjAuMH0sIlBhZGRpbmciOnsiJGlkIjoiMTQ0NSIsIlRvcCI6MC4wLCJMZWZ0IjowLjAsIlJpZ2h0IjowLjAsIkJvdHRvbSI6MC4wfSwiQmFja2dyb3VuZCI6eyIkaWQiOiIxNDQ2IiwiQ29sb3IiOnsiJGlkIjoiMTQ0NyIsIkEiOjI1NSwiUiI6NjQsIkciOjY0LCJCIjo2NH19LCJJc1Zpc2libGUiOnRydWUsIldpZHRoIjowLjAsIkhlaWdodCI6MC4wLCJCb3JkZXJTdHlsZSI6bnVsbCwiUGFyZW50U3R5bGUiOm51bGx9LCJSZWN0YW5nbGVTdHlsZSI6eyIkaWQiOiIxNDQ4IiwiTWFyZ2luIjp7IiRpZCI6IjE0NDkiLCJUb3AiOjAuMCwiTGVmdCI6MC4wLCJSaWdodCI6MC4wLCJCb3R0b20iOjAuMH0sIlBhZGRpbmciOnsiJGlkIjoiMTQ1MCIsIlRvcCI6MC4wLCJMZWZ0IjowLjAsIlJpZ2h0IjowLjAsIkJvdHRvbSI6MC4wfSwiQmFja2dyb3VuZCI6eyIkaWQiOiIxNDUxIiwiQ29sb3IiOnsiJGlkIjoiMTQ1MiIsIkEiOjEyNywiUiI6MTY1LCJHIjoxNjUsIkIiOjE2NX19LCJJc1Zpc2libGUiOnRydWUsIldpZHRoIjowLjAsIkhlaWdodCI6MC4wLCJCb3JkZXJTdHlsZSI6eyIkaWQiOiIxNDUzIiwiTGluZUNvbG9yIjp7IiRpZCI6IjE0NTQiLCIkdHlwZSI6Ik5MUkUuQ29tbW9uLkRvbS5Tb2xpZENvbG9yQnJ1c2gsIE5MUkUuQ29tbW9uIiwiQ29sb3IiOnsiJGlkIjoiMTQ1NSIsIkEiOjI1NSwiUiI6MjU1LCJHIjowLCJCIjowfX0sIkxpbmVXZWlnaHQiOjAuMCwiTGluZVR5cGUiOjAsIlBhcmVudFN0eWxlIjpudWxsfSwiUGFyZW50U3R5bGUiOm51bGx9LCJNYXJnaW4iOnsiJGlkIjoiMTQ1NiIsIlRvcCI6MC4wLCJMZWZ0IjowLjAsIlJpZ2h0IjowLjAsIkJvdHRvbSI6MC4wfSwiUGFkZGluZyI6eyIkaWQiOiIxNDU3IiwiVG9wIjowLjAsIkxlZnQiOjAuMCwiUmlnaHQiOjAuMCwiQm90dG9tIjowLjB9LCJCYWNrZ3JvdW5kIjpudWxsLCJJc1Zpc2libGUiOnRydWUsIldpZHRoIjowLjAsIkhlaWdodCI6MC4wLCJCb3JkZXJTdHlsZSI6bnVsbCwiUGFyZW50U3R5bGUiOm51bGx9LCJCYWNrZ3JvdW5kU3R5bGUiOnsiJGlkIjoiMTQ1OCIsIk1hcmdpbiI6eyIkaWQiOiIxNDU5IiwiVG9wIjowLjAsIkxlZnQiOjAuMCwiUmlnaHQiOjAuMCwiQm90dG9tIjowLjB9LCJQYWRkaW5nIjp7IiRpZCI6IjE0NjAiLCJUb3AiOjAuMCwiTGVmdCI6MC4wLCJSaWdodCI6MC4wLCJCb3R0b20iOjAuMH0sIkJhY2tncm91bmQiOnsiJGlkIjoiMTQ2MSIsIkNvbG9yIjp7IiRpZCI6IjE0NjIiLCJBIjo1MSwiUiI6MjAwLCJHIjoyMDAsIkIiOjIwMH19LCJJc1Zpc2libGUiOnRydWUsIldpZHRoIjowLjAsIkhlaWdodCI6MC4wLCJCb3JkZXJTdHlsZSI6eyIkaWQiOiIxNDYzIiwiTGluZUNvbG9yIjp7IiRpZCI6IjE0NjQiLCIkdHlwZSI6Ik5MUkUuQ29tbW9uLkRvbS5Tb2xpZENvbG9yQnJ1c2gsIE5MUkUuQ29tbW9uIiwiQ29sb3IiOnsiJGlkIjoiMTQ2NSIsIkEiOjI1NSwiUiI6MjM0LCJHIjoyMiwiQiI6MzB9fSwiTGluZVdlaWdodCI6MC4wLCJMaW5lVHlwZSI6MCwiUGFyZW50U3R5bGUiOm51bGx9LCJQYXJlbnRTdHlsZSI6bnVsbH0sIk1hcmdpbiI6eyIkaWQiOiIxNDY2IiwiVG9wIjowLjAsIkxlZnQiOjAuMCwiUmlnaHQiOjAuMCwiQm90dG9tIjowLjB9LCJQYWRkaW5nIjp7IiRpZCI6IjE0NjciLCJUb3AiOjAuMCwiTGVmdCI6MC4wLCJSaWdodCI6MC4wLCJCb3R0b20iOjAuMH0sIklzVmlzaWJsZSI6dHJ1ZSwiV2lkdGgiOjAuMCwiSGVpZ2h0IjowLjAsIkJvcmRlclN0eWxlIjp7IiRpZCI6IjE0NjgiLCJMaW5lQ29sb3IiOm51bGwsIkxpbmVXZWlnaHQiOjAuMCwiTGluZVR5cGUiOjAsIlBhcmVudFN0eWxlIjpudWxsfSwiUGFyZW50U3R5bGUiOm51bGx9LCJNYXJnaW4iOnsiJGlkIjoiMTQ2OSIsIlRvcCI6MC4wLCJMZWZ0IjowLjAsIlJpZ2h0IjowLjAsIkJvdHRvbSI6MC4wfSwiUGFkZGluZyI6eyIkaWQiOiIxNDcwIiwiVG9wIjowLjAsIkxlZnQiOjAuMCwiUmlnaHQiOjAuMCwiQm90dG9tIjowLjB9LCJJc1Zpc2libGUiOmZhbHNlLCJXaWR0aCI6MC4wLCJIZWlnaHQiOjAuMCwiQm9yZGVyU3R5bGUiOnsiJGlkIjoiMTQ3MSIsIkxpbmVDb2xvciI6bnVsbCwiTGluZVdlaWdodCI6MC4wLCJMaW5lVHlwZSI6MCwiUGFyZW50U3R5bGUiOm51bGx9LCJQYXJlbnRTdHlsZSI6bnVsbH19LHsiJGlkIjoiMTQ3MiIsIl9hY3Rpdml0aWVzIjpbeyIkaWQiOiIxNDczIiwiX3Jvd3MiOlt7IiRpZCI6IjE0NzQiLCJfdGFza3MiOlt7IiRpZCI6IjE0NzUiLCJfYXR0YWNoZWRNaWxlc3RvbmVzIjpbXSwiVGFza0RlZmluaXRpb24iOnsiJGlkIjoiMTQ3NiIsIkdyb3VwTmFtZSI6bnVsbCwiU3RhcnREYXRlIjoiMjAyNi0wNy0wMVQwMDowMDowMFoiLCJFbmREYXRlIjoiMjAyNi0wOS0zMFQyMzo1OTowMFoiLCJQZXJjZW50YWdlQ29tcGxldGUiOm51bGwsIlN0eWxlIjp7IiRpZCI6IjE0NzciLCJTaGFwZSI6MSwiU2hhcGVUaGlja25lc3MiOjAsIkR1cmF0aW9uRm9ybWF0IjowLCJJbmNsdWRlTm9uV29ya2luZ0RheXNJbkR1cmF0aW9uIjpmYWxzZSwiUGVyY2VudGFnZUNvbXBsZXRlU3R5bGUiOnsiJGlkIjoiMTQ3OCIsIkZvbnRTZXR0aW5ncyI6eyIkaWQiOiIxNDc5IiwiRm9udFNpemUiOjEwLCJGb250TmFtZSI6IkNhbGlicmkiLCJJc0JvbGQiOmZhbHNlLCJJc0l0YWxpYyI6ZmFsc2UsIklzVW5kZXJsaW5lZCI6ZmFsc2UsIlBhcmVudFN0eWxlIjpudWxsfSwiQXV0b1NpemUiOjAsIkZvcmVncm91bmQiOnsiJGlkIjoiMTQ4MCIsIkNvbG9yIjp7IiRpZCI6IjE0ODE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4MiIsIlRvcCI6MC4wLCJMZWZ0IjowLjAsIlJpZ2h0IjowLjAsIkJvdHRvbSI6MC4wfSwiUGFkZGluZyI6eyIkaWQiOiIxNDgzIiwiVG9wIjowLjAsIkxlZnQiOjAuMCwiUmlnaHQiOjAuMCwiQm90dG9tIjowLjB9LCJCYWNrZ3JvdW5kIjp7IiRpZCI6IjE0ODQiLCJDb2xvciI6eyIkaWQiOiIxNDg1IiwiQSI6ODksIlIiOjAsIkciOjAsIkIiOjB9fSwiSXNWaXNpYmxlIjp0cnVlLCJXaWR0aCI6MC4wLCJIZWlnaHQiOjAuMCwiQm9yZGVyU3R5bGUiOnsiJGlkIjoiMTQ4NiIsIkxpbmVDb2xvciI6bnVsbCwiTGluZVdlaWdodCI6MC4wLCJMaW5lVHlwZSI6MCwiUGFyZW50U3R5bGUiOm51bGx9LCJQYXJlbnRTdHlsZSI6bnVsbH0sIkR1cmF0aW9uU3R5bGUiOnsiJGlkIjoiMTQ4NyIsIkZvbnRTZXR0aW5ncyI6eyIkaWQiOiIxNDg4IiwiRm9udFNpemUiOjEwLCJGb250TmFtZSI6IkNhbGlicmkiLCJJc0JvbGQiOmZhbHNlLCJJc0l0YWxpYyI6ZmFsc2UsIklzVW5kZXJsaW5lZCI6ZmFsc2UsIlBhcmVudFN0eWxlIjpudWxsfSwiQXV0b1NpemUiOjAsIkZvcmVncm91bmQiOnsiJGlkIjoiMTQ4OSIsIkNvbG9yIjp7IiRpZCI6IjE0OT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0OTEiLCJUb3AiOjAuMCwiTGVmdCI6MC4wLCJSaWdodCI6MC4wLCJCb3R0b20iOjAuMH0sIlBhZGRpbmciOnsiJGlkIjoiMTQ5MiIsIlRvcCI6MC4wLCJMZWZ0IjowLjAsIlJpZ2h0IjowLjAsIkJvdHRvbSI6MC4wfSwiQmFja2dyb3VuZCI6eyIkaWQiOiIxNDkzIiwiQ29sb3IiOnsiJGlkIjoiMTQ5NCIsIkEiOjI1NSwiUiI6NjgsIkciOjg0LCJCIjoxMDZ9fSwiSXNWaXNpYmxlIjp0cnVlLCJXaWR0aCI6MC4wLCJIZWlnaHQiOjAuMCwiQm9yZGVyU3R5bGUiOnsiJGlkIjoiMTQ5NSIsIkxpbmVDb2xvciI6bnVsbCwiTGluZVdlaWdodCI6MC4wLCJMaW5lVHlwZSI6MCwiUGFyZW50U3R5bGUiOm51bGx9LCJQYXJlbnRTdHlsZSI6bnVsbH0sIkhvcml6b250YWxDb25uZWN0b3JTdHlsZSI6eyIkaWQiOiIxNDk2IiwiTGluZUNvbG9yIjp7IiRpZCI6IjE0OTciLCIkdHlwZSI6Ik5MUkUuQ29tbW9uLkRvbS5Tb2xpZENvbG9yQnJ1c2gsIE5MUkUuQ29tbW9uIiwiQ29sb3IiOnsiJGlkIjoiMTQ5OCIsIkEiOjI1NSwiUiI6MCwiRyI6MCwiQiI6MH19LCJMaW5lV2VpZ2h0IjowLjAsIkxpbmVUeXBlIjowLCJQYXJlbnRTdHlsZSI6bnVsbH0sIlZlcnRpY2FsQ29ubmVjdG9yU3R5bGUiOnsiJGlkIjoiMTQ5OSIsIkxpbmVDb2xvciI6eyIkaWQiOiIxNTAwIiwiJHR5cGUiOiJOTFJFLkNvbW1vbi5Eb20uU29saWRDb2xvckJydXNoLCBOTFJFLkNvbW1vbiIsIkNvbG9yIjp7IiRpZCI6IjE1M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1MDIiLCJTaGFwZVN0eWxlIjp7IiRpZCI6IjE1MDMiLCJNYXJnaW4iOnsiJGlkIjoiMTUwNCIsIlRvcCI6MC4wLCJMZWZ0IjowLjAsIlJpZ2h0IjowLjAsIkJvdHRvbSI6MC4wfSwiUGFkZGluZyI6eyIkaWQiOiIxNTA1IiwiVG9wIjowLjAsIkxlZnQiOjAuMCwiUmlnaHQiOjAuMCwiQm90dG9tIjowLjB9LCJCYWNrZ3JvdW5kIjp7IiRpZCI6IjE1MDYiLCJDb2xvciI6eyIkaWQiOiIxNTA3IiwiQSI6MTUzLCJSIjowLCJHIjowLCJCIjowfX0sIklzVmlzaWJsZSI6dHJ1ZSwiV2lkdGgiOjAuMCwiSGVpZ2h0IjowLjAsIkJvcmRlclN0eWxlIjpudWxsLCJQYXJlbnRTdHlsZSI6bnVsbH0sIk1hcmdpbiI6eyIkaWQiOiIxNTA4IiwiVG9wIjowLjAsIkxlZnQiOjAuMCwiUmlnaHQiOjAuMCwiQm90dG9tIjowLjB9LCJQYWRkaW5nIjp7IiRpZCI6IjE1MDkiLCJUb3AiOjAuMCwiTGVmdCI6MC4wLCJSaWdodCI6MC4wLCJCb3R0b20iOjAuMH0sIkJhY2tncm91bmQiOm51bGwsIklzVmlzaWJsZSI6dHJ1ZSwiV2lkdGgiOjAuMCwiSGVpZ2h0IjowLjAsIkJvcmRlclN0eWxlIjpudWxsLCJQYXJlbnRTdHlsZSI6bnVsbH0sIlNoYXBlU3R5bGUiOnsiJGlkIjoiMTUxMCIsIk1hcmdpbiI6eyIkaWQiOiIxNTExIiwiVG9wIjowLjAsIkxlZnQiOjQuMCwiUmlnaHQiOjQuMCwiQm90dG9tIjowLjB9LCJQYWRkaW5nIjp7IiRpZCI6IjE1MTIiLCJUb3AiOjAuMCwiTGVmdCI6MC4wLCJSaWdodCI6MC4wLCJCb3R0b20iOjAuMH0sIkJhY2tncm91bmQiOnsiJGlkIjoiMTUxMyIsIkNvbG9yIjp7IiRpZCI6IjE1MTQiLCJBIjoyNTUsIlIiOjY4LCJHIjoxMTQsIkIiOjE5Nn19LCJJc1Zpc2libGUiOnRydWUsIldpZHRoIjowLjAsIkhlaWdodCI6MTAuMCwiQm9yZGVyU3R5bGUiOnsiJGlkIjoiMTUxNSIsIkxpbmVDb2xvciI6eyIkaWQiOiIxNTE2IiwiJHR5cGUiOiJOTFJFLkNvbW1vbi5Eb20uU29saWRDb2xvckJydXNoLCBOTFJFLkNvbW1vbiIsIkNvbG9yIjp7IiRpZCI6IjE1MTciLCJBIjoyNTUsIlIiOjIzNCwiRyI6MjIsIkIiOjMwfX0sIkxpbmVXZWlnaHQiOjAuMCwiTGluZVR5cGUiOjAsIlBhcmVudFN0eWxlIjpudWxsfSwiUGFyZW50U3R5bGUiOm51bGx9LCJUaXRsZVN0eWxlIjp7IiRpZCI6IjE1MTgiLCJGb250U2V0dGluZ3MiOnsiJGlkIjoiMTUxOSIsIkZvbnRTaXplIjoxMSwiRm9udE5hbWUiOiJUaXRpbGxpdW0gV2ViIiwiSXNCb2xkIjpmYWxzZSwiSXNJdGFsaWMiOmZhbHNlLCJJc1VuZGVybGluZWQiOmZhbHNlLCJQYXJlbnRTdHlsZSI6bnVsbH0sIkF1dG9TaXplIjowLCJGb3JlZ3JvdW5kIjp7IiRpZCI6IjE1MjAiLCJDb2xvciI6eyIkaWQiOiIxNTIxIiwiQSI6MjU1LCJSIjoyNTUsIkciOjI1NSwiQiI6MjU1fX0sIk1heFdpZHRoIjo3MjAuMCwiTWF4SGVpZ2h0IjoiSW5maW5pdHkiLCJTbWFydEZvcmVncm91bmRJc0FjdGl2ZSI6ZmFsc2UsIkhvcml6b250YWxBbGlnbm1lbnQiOjAsIlZlcnRpY2FsQWxpZ25tZW50IjowLCJTbWFydEZvcmVncm91bmQiOm51bGwsIkJhY2tncm91bmRGaWxsVHlwZSI6MCwiTWFyZ2luIjp7IiRpZCI6IjE1MjIiLCJUb3AiOjAuMCwiTGVmdCI6MC4wLCJSaWdodCI6MC4wLCJCb3R0b20iOjAuMH0sIlBhZGRpbmciOnsiJGlkIjoiMTUyMyIsIlRvcCI6MC4wLCJMZWZ0IjowLjAsIlJpZ2h0IjowLjAsIkJvdHRvbSI6MC4wfSwiQmFja2dyb3VuZCI6eyIkaWQiOiIxNTI0IiwiQ29sb3IiOnsiJGlkIjoiMTUyNSIsIkEiOjAsIlIiOjI1NSwiRyI6MjU1LCJCIjoyNTV9fSwiSXNWaXNpYmxlIjp0cnVlLCJXaWR0aCI6MC4wLCJIZWlnaHQiOjAuMCwiQm9yZGVyU3R5bGUiOnsiJGlkIjoiMTUyNiIsIkxpbmVDb2xvciI6bnVsbCwiTGluZVdlaWdodCI6MC4wLCJMaW5lVHlwZSI6MCwiUGFyZW50U3R5bGUiOm51bGx9LCJQYXJlbnRTdHlsZSI6bnVsbH0sIkRhdGVTdHlsZSI6eyIkaWQiOiIxNTI3IiwiRm9udFNldHRpbmdzIjp7IiRpZCI6IjE1MjgiLCJGb250U2l6ZSI6MTAsIkZvbnROYW1lIjoiVGl0aWxsaXVtIFdlYiIsIklzQm9sZCI6ZmFsc2UsIklzSXRhbGljIjpmYWxzZSwiSXNVbmRlcmxpbmVkIjpmYWxzZSwiUGFyZW50U3R5bGUiOm51bGx9LCJBdXRvU2l6ZSI6MCwiRm9yZWdyb3VuZCI6eyIkaWQiOiIxNTI5IiwiQ29sb3IiOnsiJGlkIjoiMTUzMC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aWQiOiIxNTMxIiwiVG9wIjowLjAsIkxlZnQiOjAuMCwiUmlnaHQiOjAuMCwiQm90dG9tIjowLjB9LCJQYWRkaW5nIjp7IiRpZCI6IjE1MzIiLCJUb3AiOjAuMCwiTGVmdCI6MC4wLCJSaWdodCI6MC4wLCJCb3R0b20iOjAuMH0sIkJhY2tncm91bmQiOnsiJGlkIjoiMTUzMyIsIkNvbG9yIjp7IiRpZCI6IjE1MzQiLCJBIjowLCJSIjoyNTUsIkciOjI1NSwiQiI6MjU1fX0sIklzVmlzaWJsZSI6dHJ1ZSwiV2lkdGgiOjAuMCwiSGVpZ2h0IjowLjAsIkJvcmRlclN0eWxlIjp7IiRpZCI6IjE1MzUiLCJMaW5lQ29sb3IiOm51bGwsIkxpbmVXZWlnaHQiOjAuMCwiTGluZVR5cGUiOjAsIlBhcmVudFN0eWxlIjpudWxsfSwiUGFyZW50U3R5bGUiOm51bGx9LCJEYXRlRm9ybWF0Ijp7IiRpZCI6IjE1M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yIsIkZvcm1hdCI6MCwiSXNWaXNpYmxlIjpmYWxzZSwiTGFzdEtub3duVmlzaWJpbGl0eVN0YXRlIjpmYWxzZX0sIklzVmlzaWJsZSI6dHJ1ZSwiVmFyaWFuY2VTdHlsZSI6eyIkaWQiOiIxNTM4IiwiVGV4dFN0eWxlIjp7IiRpZCI6IjE1MzkiLCJGb250U2V0dGluZ3MiOnsiJGlkIjoiMTU0MCIsIkZvbnRTaXplIjoxMCwiRm9udE5hbWUiOiJDYWxpYnJpIiwiSXNCb2xkIjpmYWxzZSwiSXNJdGFsaWMiOmZhbHNlLCJJc1VuZGVybGluZWQiOmZhbHNlLCJQYXJlbnRTdHlsZSI6bnVsbH0sIkF1dG9TaXplIjowLCJGb3JlZ3JvdW5kIjp7IiRpZCI6IjE1NDEiLCJDb2xvciI6eyIkaWQiOiIxNTQ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1NDMiLCJUb3AiOjAuMCwiTGVmdCI6MC4wLCJSaWdodCI6MC4wLCJCb3R0b20iOjAuMH0sIlBhZGRpbmciOnsiJGlkIjoiMTU0NCIsIlRvcCI6MC4wLCJMZWZ0IjowLjAsIlJpZ2h0IjowLjAsIkJvdHRvbSI6MC4wfSwiQmFja2dyb3VuZCI6eyIkaWQiOiIxNTQ1IiwiQ29sb3IiOnsiJGlkIjoiMTU0NiIsIkEiOjI1NSwiUiI6MCwiRyI6MCwiQiI6MH19LCJJc1Zpc2libGUiOnRydWUsIldpZHRoIjowLjAsIkhlaWdodCI6MC4wLCJCb3JkZXJTdHlsZSI6bnVsbCwiUGFyZW50U3R5bGUiOm51bGx9LCJQYXJlbnRTdHlsZSI6bnVsbH0sIlBhcmVudFN0eWxlIjpudWxsfSwiSW5kZXgiOjExLCJTbWFydER1cmF0aW9uQWN0aXZhdGVkIjpmYWxzZSwiRGF0ZUZvcm1hdCI6eyIkcmVmIjoiMTUzNiJ9LCJXZWVrTnVtYmVyaW5nIjp7IiRpZCI6IjE1NDciLCJGb3JtYXQiOjAsIklzVmlzaWJsZSI6ZmFsc2UsIkxhc3RLbm93blZpc2liaWxpdHlTdGF0ZSI6ZmFsc2V9LCJCYXNlbGluZURhdGEiOnsiJGlkIjoiMTU0OCIsIlN0YXJ0RGF0ZSI6IjIwMjYtMDctMDFUMDA6MDA6MDAiLCJFbmREYXRlIjoiMjAyNi0wOS0zMFQyMzo1OTowMCJ9LCJJZCI6ImQyM2QyZDY4LWRjNmYtNDAwNC05NGYxLWE4YTAzMzNiZDM1MCIsIkltcG9ydElkIjpudWxsLCJUaXRsZSI6IlByaW1lcmFzIGZ1bmNpb25lcyBpbnRlZ3JhZGFzIChTcHJpbnQgNSAtIDEwKSIsIk5vdGUiOm51bGwsIkh5cGVybGluayI6eyIkaWQiOiIxNTQ5IiwiQWRkcmVzcyI6IiIsIlN1YkFkZHJlc3MiOiIifSwiSXNDaGFuZ2VkIjpmYWxzZSwiSXNOZXciOmZhbHNlfX1dLCJfbWlsZXN0b25lcyI6W10sIklkIjoiMDAwMDAwMDAtMDAwMC0wMDAwLTAwMDAtMDAwMDAwMDAwMDAwIiwiSXNTaW5nbGVJdGVtUm93Ijp0cnVlfV0sIkluZGV4IjoxMCwiSWQiOiJiNjkxZTllYy00ODhjLTQ4NmItOGQ1YS1jOTRmNTlmNzg1MDEiLCJIZWFkZXJUZXh0IjpudWxsLCJJc0RlZmF1bHQiOnRydWUsIlN0eWxlIjp7IiRpZCI6IjE1NTAiLCJIZWFkZXJTdHlsZSI6eyIkaWQiOiIxNTUxIiwiVGV4dFN0eWxlIjp7IiRpZCI6IjE1NTIiLCJGb250U2V0dGluZ3MiOnsiJGlkIjoiMTU1MyIsIkZvbnRTaXplIjoxMSwiRm9udE5hbWUiOiJDYWxpYnJpIiwiSXNCb2xkIjpmYWxzZSwiSXNJdGFsaWMiOmZhbHNlLCJJc1VuZGVybGluZWQiOmZhbHNlLCJQYXJlbnRTdHlsZSI6bnVsbH0sIkF1dG9TaXplIjowLCJGb3JlZ3JvdW5kIjp7IiRpZCI6IjE1NTQiLCJDb2xvciI6eyIkaWQiOiIxNTU1IiwiQSI6MjU1LCJSIjo2NCwiRyI6NjQsIkIiOjY0fX0sIk1heFdpZHRoIjowLjAsIk1heEhlaWdodCI6MC4wLCJTbWFydEZvcmVncm91bmRJc0FjdGl2ZSI6ZmFsc2UsIkhvcml6b250YWxBbGlnbm1lbnQiOjAsIlZlcnRpY2FsQWxpZ25tZW50IjowLCJTbWFydEZvcmVncm91bmQiOm51bGwsIkJhY2tncm91bmRGaWxsVHlwZSI6MCwiTWFyZ2luIjp7IiRpZCI6IjE1NTYiLCJUb3AiOjAuMCwiTGVmdCI6MC4wLCJSaWdodCI6MC4wLCJCb3R0b20iOjAuMH0sIlBhZGRpbmciOnsiJGlkIjoiMTU1NyIsIlRvcCI6MC4wLCJMZWZ0IjowLjAsIlJpZ2h0IjowLjAsIkJvdHRvbSI6MC4wfSwiQmFja2dyb3VuZCI6eyIkaWQiOiIxNTU4IiwiQ29sb3IiOnsiJGlkIjoiMTU1OSIsIkEiOjI1NSwiUiI6NjQsIkciOjY0LCJCIjo2NH19LCJJc1Zpc2libGUiOmZhbHNlLCJXaWR0aCI6MC4wLCJIZWlnaHQiOjAuMCwiQm9yZGVyU3R5bGUiOm51bGwsIlBhcmVudFN0eWxlIjpudWxsfSwiUmVjdGFuZ2xlU3R5bGUiOnsiJGlkIjoiMTU2MCIsIk1hcmdpbiI6eyIkaWQiOiIxNTYxIiwiVG9wIjowLjAsIkxlZnQiOjAuMCwiUmlnaHQiOjAuMCwiQm90dG9tIjowLjB9LCJQYWRkaW5nIjp7IiRpZCI6IjE1NjIiLCJUb3AiOjAuMCwiTGVmdCI6MC4wLCJSaWdodCI6MC4wLCJCb3R0b20iOjAuMH0sIkJhY2tncm91bmQiOnsiJGlkIjoiMTU2MyIsIkNvbG9yIjp7IiRpZCI6IjE1NjQiLCJBIjoxMjcsIlIiOjY4LCJHIjoxMTQsIkIiOjE5Nn19LCJJc1Zpc2libGUiOmZhbHNlLCJXaWR0aCI6MC4wLCJIZWlnaHQiOjAuMCwiQm9yZGVyU3R5bGUiOnsiJGlkIjoiMTU2NSIsIkxpbmVDb2xvciI6eyIkaWQiOiIxNTY2IiwiJHR5cGUiOiJOTFJFLkNvbW1vbi5Eb20uU29saWRDb2xvckJydXNoLCBOTFJFLkNvbW1vbiIsIkNvbG9yIjp7IiRpZCI6IjE1NjciLCJBIjoyNTUsIlIiOjI1NSwiRyI6MCwiQiI6MH19LCJMaW5lV2VpZ2h0IjowLjAsIkxpbmVUeXBlIjowLCJQYXJlbnRTdHlsZSI6bnVsbH0sIlBhcmVudFN0eWxlIjpudWxsfSwiTWFyZ2luIjp7IiRpZCI6IjE1NjgiLCJUb3AiOjAuMCwiTGVmdCI6MC4wLCJSaWdodCI6MC4wLCJCb3R0b20iOjAuMH0sIlBhZGRpbmciOnsiJGlkIjoiMTU2OSIsIlRvcCI6MC4wLCJMZWZ0IjowLjAsIlJpZ2h0IjowLjAsIkJvdHRvbSI6MC4wfSwiQmFja2dyb3VuZCI6bnVsbCwiSXNWaXNpYmxlIjp0cnVlLCJXaWR0aCI6MC4wLCJIZWlnaHQiOjAuMCwiQm9yZGVyU3R5bGUiOm51bGwsIlBhcmVudFN0eWxlIjpudWxsfSwiQmFja2dyb3VuZFN0eWxlIjp7IiRpZCI6IjE1NzAiLCJNYXJnaW4iOnsiJGlkIjoiMTU3MSIsIlRvcCI6MC4wLCJMZWZ0IjowLjAsIlJpZ2h0IjowLjAsIkJvdHRvbSI6MC4wfSwiUGFkZGluZyI6eyIkaWQiOiIxNTcyIiwiVG9wIjowLjAsIkxlZnQiOjAuMCwiUmlnaHQiOjAuMCwiQm90dG9tIjowLjB9LCJCYWNrZ3JvdW5kIjp7IiRpZCI6IjE1NzMiLCJDb2xvciI6eyIkaWQiOiIxNTc0IiwiQSI6NTEsIlIiOjIwMCwiRyI6MjAwLCJCIjoyMDB9fSwiSXNWaXNpYmxlIjp0cnVlLCJXaWR0aCI6MC4wLCJIZWlnaHQiOjAuMCwiQm9yZGVyU3R5bGUiOnsiJGlkIjoiMTU3NSIsIkxpbmVDb2xvciI6eyIkaWQiOiIxNTc2IiwiJHR5cGUiOiJOTFJFLkNvbW1vbi5Eb20uU29saWRDb2xvckJydXNoLCBOTFJFLkNvbW1vbiIsIkNvbG9yIjp7IiRpZCI6IjE1NzciLCJBIjoyNTUsIlIiOjIzNCwiRyI6MjIsIkIiOjMwfX0sIkxpbmVXZWlnaHQiOjAuMCwiTGluZVR5cGUiOjAsIlBhcmVudFN0eWxlIjpudWxsfSwiUGFyZW50U3R5bGUiOm51bGx9LCJNYXJnaW4iOnsiJGlkIjoiMTU3OCIsIlRvcCI6MC4wLCJMZWZ0IjowLjAsIlJpZ2h0IjowLjAsIkJvdHRvbSI6MC4wfSwiUGFkZGluZyI6eyIkaWQiOiIxNTc5IiwiVG9wIjowLjAsIkxlZnQiOjAuMCwiUmlnaHQiOjAuMCwiQm90dG9tIjowLjB9LCJJc1Zpc2libGUiOnRydWUsIldpZHRoIjowLjAsIkhlaWdodCI6MC4wLCJCb3JkZXJTdHlsZSI6eyIkaWQiOiIxNTgwIiwiTGluZUNvbG9yIjpudWxsLCJMaW5lV2VpZ2h0IjowLjAsIkxpbmVUeXBlIjowLCJQYXJlbnRTdHlsZSI6bnVsbH0sIlBhcmVudFN0eWxlIjpudWxsfX1dLCJJZCI6ImRlNTJjYjk0LWQwNmMtNDhmOS05NWRlLTEzZGZjN2Q5NzEwNSIsIkluZGV4IjoxMCwiSGVhZGVyVGV4dCI6IlByZS1BbHBoYVxyXG4iLCJTdHlsZSI6eyIkaWQiOiIxNTgxIiwiU3R5bGVJZCI6IjMzMmNmYjEzLWI0MDEtNGVjMy1iNjU1LTczOTY4ZDA0ZDc0OSIsIkhlYWRlclN0eWxlIjp7IiRpZCI6IjE1ODIiLCJUZXh0SXNWZXJ0aWNhbCI6ZmFsc2UsIlRleHRTdHlsZSI6eyIkaWQiOiIxNTgzIiwiRm9udFNldHRpbmdzIjp7IiRpZCI6IjE1ODQiLCJGb250U2l6ZSI6MTEsIkZvbnROYW1lIjoiQ2FsaWJyaSIsIklzQm9sZCI6ZmFsc2UsIklzSXRhbGljIjpmYWxzZSwiSXNVbmRlcmxpbmVkIjpmYWxzZSwiUGFyZW50U3R5bGUiOm51bGx9LCJBdXRvU2l6ZSI6MiwiRm9yZWdyb3VuZCI6eyIkaWQiOiIxNTg1IiwiQ29sb3IiOnsiJGlkIjoiMTU4N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1ODciLCJUb3AiOjAuMCwiTGVmdCI6MC4wLCJSaWdodCI6MC4wLCJCb3R0b20iOjAuMH0sIlBhZGRpbmciOnsiJGlkIjoiMTU4OCIsIlRvcCI6MC4wLCJMZWZ0IjowLjAsIlJpZ2h0IjowLjAsIkJvdHRvbSI6MC4wfSwiQmFja2dyb3VuZCI6eyIkaWQiOiIxNTg5IiwiQ29sb3IiOnsiJGlkIjoiMTU5MCIsIkEiOjI1NSwiUiI6MjU1LCJHIjoyNTUsIkIiOjI1NX19LCJJc1Zpc2libGUiOmZhbHNlLCJXaWR0aCI6MC4wLCJIZWlnaHQiOjAuMCwiQm9yZGVyU3R5bGUiOm51bGwsIlBhcmVudFN0eWxlIjpudWxsfSwiUmVjdGFuZ2xlU3R5bGUiOnsiJGlkIjoiMTU5MSIsIk1hcmdpbiI6eyIkaWQiOiIxNTkyIiwiVG9wIjowLjAsIkxlZnQiOjAuMCwiUmlnaHQiOjAuMCwiQm90dG9tIjowLjB9LCJQYWRkaW5nIjp7IiRpZCI6IjE1OTMiLCJUb3AiOjAuMCwiTGVmdCI6MC4wLCJSaWdodCI6MC4wLCJCb3R0b20iOjAuMH0sIkJhY2tncm91bmQiOnsiJGlkIjoiMTU5NCIsIkNvbG9yIjp7IiRpZCI6IjE1OTUiLCJBIjoyNTUsIlIiOjY4LCJHIjoxMTQsIkIiOjE5Nn19LCJJc1Zpc2libGUiOnRydWUsIldpZHRoIjowLjAsIkhlaWdodCI6MC4wLCJCb3JkZXJTdHlsZSI6eyIkaWQiOiIxNTk2IiwiTGluZUNvbG9yIjp7IiRpZCI6IjE1OTciLCIkdHlwZSI6Ik5MUkUuQ29tbW9uLkRvbS5Tb2xpZENvbG9yQnJ1c2gsIE5MUkUuQ29tbW9uIiwiQ29sb3IiOnsiJGlkIjoiMTU5OCIsIkEiOjI1NSwiUiI6MjU1LCJHIjoyNTUsIkIiOjI1NX19LCJMaW5lV2VpZ2h0IjowLjAsIkxpbmVUeXBlIjowLCJQYXJlbnRTdHlsZSI6bnVsbH0sIlBhcmVudFN0eWxlIjpudWxsfSwiTWFyZ2luIjp7IiRpZCI6IjE1OTkiLCJUb3AiOjAuMCwiTGVmdCI6MC4wLCJSaWdodCI6MC4wLCJCb3R0b20iOjAuMH0sIlBhZGRpbmciOnsiJGlkIjoiMTYwMCIsIlRvcCI6MC4wLCJMZWZ0IjowLjAsIlJpZ2h0IjowLjAsIkJvdHRvbSI6MC4wfSwiQmFja2dyb3VuZCI6bnVsbCwiSXNWaXNpYmxlIjp0cnVlLCJXaWR0aCI6MC4wLCJIZWlnaHQiOjAuMCwiQm9yZGVyU3R5bGUiOm51bGwsIlBhcmVudFN0eWxlIjpudWxsfSwiQmFja2dyb3VuZFN0eWxlIjp7IiRpZCI6IjE2MDEiLCJNYXJnaW4iOnsiJGlkIjoiMTYwMiIsIlRvcCI6MC4wLCJMZWZ0IjowLjAsIlJpZ2h0IjowLjAsIkJvdHRvbSI6MC4wfSwiUGFkZGluZyI6eyIkaWQiOiIxNjAzIiwiVG9wIjowLjAsIkxlZnQiOjAuMCwiUmlnaHQiOjAuMCwiQm90dG9tIjowLjB9LCJCYWNrZ3JvdW5kIjp7IiRpZCI6IjE2MDQiLCJDb2xvciI6eyIkaWQiOiIxNjA1IiwiQSI6NTEsIlIiOjIwMCwiRyI6MjAwLCJCIjoyMDB9fSwiSXNWaXNpYmxlIjp0cnVlLCJXaWR0aCI6MC4wLCJIZWlnaHQiOjAuMCwiQm9yZGVyU3R5bGUiOnsiJGlkIjoiMTYwNiIsIkxpbmVDb2xvciI6eyIkaWQiOiIxNjA3IiwiJHR5cGUiOiJOTFJFLkNvbW1vbi5Eb20uU29saWRDb2xvckJydXNoLCBOTFJFLkNvbW1vbiIsIkNvbG9yIjp7IiRpZCI6IjE2MDgiLCJBIjoyNTUsIlIiOjIzNCwiRyI6MjIsIkIiOjMwfX0sIkxpbmVXZWlnaHQiOjAuMCwiTGluZVR5cGUiOjAsIlBhcmVudFN0eWxlIjpudWxsfSwiUGFyZW50U3R5bGUiOm51bGx9LCJJc0Fib3ZlVGltZWJhbmQiOmZhbHNlLCJTcGFjaW5nIjoyLCJEZWZhdWx0U3dpbWxhbmVUYXNrU3R5bGUiOnsiJGlkIjoiMTYwOSIsIiR0eXBlIjoiTkxSRS5Db21tb24uRG9tLlN0eWxlcy5FeHBsaWNpdFNldGFibGVUYXNrU3R5bGUsIE5MUkUuQ29tbW9uIiwiU2hhcGUiOjEsIlNoYXBlVGhpY2tuZXNzIjowLCJEdXJhdGlvbkZvcm1hdCI6MCwiSW5jbHVkZU5vbldvcmtpbmdEYXlzSW5EdXJhdGlvbiI6ZmFsc2UsIlBlcmNlbnRhZ2VDb21wbGV0ZVN0eWxlIjp7IiRpZCI6IjE2MTAiLCJGb250U2V0dGluZ3MiOnsiJGlkIjoiMTYxMSIsIkZvbnRTaXplIjoxMCwiRm9udE5hbWUiOiJDYWxpYnJpIiwiSXNCb2xkIjpmYWxzZSwiSXNJdGFsaWMiOmZhbHNlLCJJc1VuZGVybGluZWQiOmZhbHNlLCJQYXJlbnRTdHlsZSI6bnVsbH0sIkF1dG9TaXplIjowLCJGb3JlZ3JvdW5kIjp7IiRpZCI6IjE2MTIiLCJDb2xvciI6eyIkaWQiOiIxNjE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2MTQiLCJUb3AiOjAuMCwiTGVmdCI6MC4wLCJSaWdodCI6MC4wLCJCb3R0b20iOjAuMH0sIlBhZGRpbmciOnsiJGlkIjoiMTYxNSIsIlRvcCI6MC4wLCJMZWZ0IjowLjAsIlJpZ2h0IjowLjAsIkJvdHRvbSI6MC4wfSwiQmFja2dyb3VuZCI6eyIkaWQiOiIxNjE2IiwiQ29sb3IiOnsiJGlkIjoiMTYxNyIsIkEiOjg5LCJSIjowLCJHIjowLCJCIjowfX0sIklzVmlzaWJsZSI6dHJ1ZSwiV2lkdGgiOjAuMCwiSGVpZ2h0IjowLjAsIkJvcmRlclN0eWxlIjp7IiRpZCI6IjE2MTgiLCJMaW5lQ29sb3IiOm51bGwsIkxpbmVXZWlnaHQiOjAuMCwiTGluZVR5cGUiOjAsIlBhcmVudFN0eWxlIjpudWxsfSwiUGFyZW50U3R5bGUiOm51bGx9LCJEdXJhdGlvblN0eWxlIjp7IiRpZCI6IjE2MTkiLCJGb250U2V0dGluZ3MiOnsiJGlkIjoiMTYyMCIsIkZvbnRTaXplIjoxMCwiRm9udE5hbWUiOiJDYWxpYnJpIiwiSXNCb2xkIjpmYWxzZSwiSXNJdGFsaWMiOmZhbHNlLCJJc1VuZGVybGluZWQiOmZhbHNlLCJQYXJlbnRTdHlsZSI6bnVsbH0sIkF1dG9TaXplIjowLCJGb3JlZ3JvdW5kIjp7IiRpZCI6IjE2MjEiLCJDb2xvciI6eyIkaWQiOiIxNjI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jIzIiwiVG9wIjowLjAsIkxlZnQiOjAuMCwiUmlnaHQiOjAuMCwiQm90dG9tIjowLjB9LCJQYWRkaW5nIjp7IiRpZCI6IjE2MjQiLCJUb3AiOjAuMCwiTGVmdCI6MC4wLCJSaWdodCI6MC4wLCJCb3R0b20iOjAuMH0sIkJhY2tncm91bmQiOnsiJGlkIjoiMTYyNSIsIkNvbG9yIjp7IiRpZCI6IjE2MjYiLCJBIjoyNTUsIlIiOjY4LCJHIjo4NCwiQiI6MTA2fX0sIklzVmlzaWJsZSI6dHJ1ZSwiV2lkdGgiOjAuMCwiSGVpZ2h0IjowLjAsIkJvcmRlclN0eWxlIjp7IiRpZCI6IjE2MjciLCJMaW5lQ29sb3IiOm51bGwsIkxpbmVXZWlnaHQiOjAuMCwiTGluZVR5cGUiOjAsIlBhcmVudFN0eWxlIjpudWxsfSwiUGFyZW50U3R5bGUiOm51bGx9LCJIb3Jpem9udGFsQ29ubmVjdG9yU3R5bGUiOnsiJGlkIjoiMTYyOCIsIkxpbmVDb2xvciI6eyIkaWQiOiIxNjI5IiwiJHR5cGUiOiJOTFJFLkNvbW1vbi5Eb20uU29saWRDb2xvckJydXNoLCBOTFJFLkNvbW1vbiIsIkNvbG9yIjp7IiRpZCI6IjE2MzAiLCJBIjoyNTUsIlIiOjAsIkciOjAsIkIiOjB9fSwiTGluZVdlaWdodCI6MC4wLCJMaW5lVHlwZSI6MCwiUGFyZW50U3R5bGUiOm51bGx9LCJWZXJ0aWNhbENvbm5lY3RvclN0eWxlIjp7IiRpZCI6IjE2MzEiLCJMaW5lQ29sb3IiOnsiJGlkIjoiMTYzMiIsIiR0eXBlIjoiTkxSRS5Db21tb24uRG9tLlNvbGlkQ29sb3JCcnVzaCwgTkxSRS5Db21tb24iLCJDb2xvciI6eyIkaWQiOiIxNjM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M0IiwiU2hhcGVTdHlsZSI6eyIkaWQiOiIxNjM1IiwiTWFyZ2luIjp7IiRpZCI6IjE2MzYiLCJUb3AiOjAuMCwiTGVmdCI6MC4wLCJSaWdodCI6MC4wLCJCb3R0b20iOjAuMH0sIlBhZGRpbmciOnsiJGlkIjoiMTYzNyIsIlRvcCI6MC4wLCJMZWZ0IjowLjAsIlJpZ2h0IjowLjAsIkJvdHRvbSI6MC4wfSwiQmFja2dyb3VuZCI6eyIkaWQiOiIxNjM4IiwiQ29sb3IiOnsiJGlkIjoiMTYzOSIsIkEiOjE1MywiUiI6MCwiRyI6MCwiQiI6MH19LCJJc1Zpc2libGUiOnRydWUsIldpZHRoIjowLjAsIkhlaWdodCI6MC4wLCJCb3JkZXJTdHlsZSI6eyIkaWQiOiIxNjQwIiwiTGluZUNvbG9yIjp7IiRpZCI6IjE2NDEiLCIkdHlwZSI6Ik5MUkUuQ29tbW9uLkRvbS5Tb2xpZENvbG9yQnJ1c2gsIE5MUkUuQ29tbW9uIiwiQ29sb3IiOnsiJGlkIjoiMTY0MiIsIkEiOjI1NSwiUiI6MjU1LCJHIjowLCJCIjowfX0sIkxpbmVXZWlnaHQiOjAuMCwiTGluZVR5cGUiOjAsIlBhcmVudFN0eWxlIjpudWxsfSwiUGFyZW50U3R5bGUiOm51bGx9LCJNYXJnaW4iOnsiJGlkIjoiMTY0MyIsIlRvcCI6MC4wLCJMZWZ0IjowLjAsIlJpZ2h0IjowLjAsIkJvdHRvbSI6MC4wfSwiUGFkZGluZyI6eyIkaWQiOiIxNjQ0IiwiVG9wIjowLjAsIkxlZnQiOjAuMCwiUmlnaHQiOjAuMCwiQm90dG9tIjowLjB9LCJCYWNrZ3JvdW5kIjpudWxsLCJJc1Zpc2libGUiOnRydWUsIldpZHRoIjowLjAsIkhlaWdodCI6MC4wLCJCb3JkZXJTdHlsZSI6bnVsbCwiUGFyZW50U3R5bGUiOm51bGx9LCJTaGFwZVN0eWxlIjp7IiRpZCI6IjE2NDUiLCJNYXJnaW4iOnsiJGlkIjoiMTY0NiIsIlRvcCI6MC4wLCJMZWZ0Ijo0LjAsIlJpZ2h0Ijo0LjAsIkJvdHRvbSI6MC4wfSwiUGFkZGluZyI6eyIkaWQiOiIxNjQ3IiwiVG9wIjowLjAsIkxlZnQiOjAuMCwiUmlnaHQiOjAuMCwiQm90dG9tIjowLjB9LCJCYWNrZ3JvdW5kIjp7IiRpZCI6IjE2NDgiLCJDb2xvciI6eyIkaWQiOiIxNjQ5IiwiQSI6MjU1LCJSIjo2OCwiRyI6MTE0LCJCIjoxOTZ9fSwiSXNWaXNpYmxlIjp0cnVlLCJXaWR0aCI6MC4wLCJIZWlnaHQiOjEwLjAsIkJvcmRlclN0eWxlIjp7IiRpZCI6IjE2NTAiLCJMaW5lQ29sb3IiOnsiJGlkIjoiMTY1MSIsIiR0eXBlIjoiTkxSRS5Db21tb24uRG9tLlNvbGlkQ29sb3JCcnVzaCwgTkxSRS5Db21tb24iLCJDb2xvciI6eyIkaWQiOiIxNjUyIiwiQSI6MjU1LCJSIjoyMzQsIkciOjIyLCJCIjozMH19LCJMaW5lV2VpZ2h0IjowLjAsIkxpbmVUeXBlIjowLCJQYXJlbnRTdHlsZSI6bnVsbH0sIlBhcmVudFN0eWxlIjpudWxsfSwiVGl0bGVTdHlsZSI6eyIkaWQiOiIxNjUzIiwiRm9udFNldHRpbmdzIjp7IiRpZCI6IjE2NTQiLCJGb250U2l6ZSI6MTEsIkZvbnROYW1lIjoiQ2FsaWJyaSIsIklzQm9sZCI6ZmFsc2UsIklzSXRhbGljIjpmYWxzZSwiSXNVbmRlcmxpbmVkIjpmYWxzZSwiUGFyZW50U3R5bGUiOm51bGx9LCJBdXRvU2l6ZSI6MCwiRm9yZWdyb3VuZCI6eyIkaWQiOiIxNjU1IiwiQ29sb3IiOnsiJGlkIjoiMTY1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jU3IiwiVG9wIjowLjAsIkxlZnQiOjAuMCwiUmlnaHQiOjAuMCwiQm90dG9tIjowLjB9LCJQYWRkaW5nIjp7IiRpZCI6IjE2NTgiLCJUb3AiOjAuMCwiTGVmdCI6MC4wLCJSaWdodCI6MC4wLCJCb3R0b20iOjAuMH0sIkJhY2tncm91bmQiOnsiJGlkIjoiMTY1OSIsIkNvbG9yIjp7IiRpZCI6IjE2NjAiLCJBIjoyNTUsIlIiOjAsIkciOjAsIkIiOjB9fSwiSXNWaXNpYmxlIjp0cnVlLCJXaWR0aCI6MC4wLCJIZWlnaHQiOjAuMCwiQm9yZGVyU3R5bGUiOnsiJGlkIjoiMTY2MSIsIkxpbmVDb2xvciI6bnVsbCwiTGluZVdlaWdodCI6MC4wLCJMaW5lVHlwZSI6MCwiUGFyZW50U3R5bGUiOm51bGx9LCJQYXJlbnRTdHlsZSI6bnVsbH0sIkRhdGVTdHlsZSI6eyIkaWQiOiIxNjYyIiwiRm9udFNldHRpbmdzIjp7IiRpZCI6IjE2NjMiLCJGb250U2l6ZSI6MTAsIkZvbnROYW1lIjoiQ2FsaWJyaSIsIklzQm9sZCI6ZmFsc2UsIklzSXRhbGljIjpmYWxzZSwiSXNVbmRlcmxpbmVkIjpmYWxzZSwiUGFyZW50U3R5bGUiOm51bGx9LCJBdXRvU2l6ZSI6MCwiRm9yZWdyb3VuZCI6eyIkaWQiOiIxNjY0IiwiQ29sb3IiOnsiJGlkIjoiMTY2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Y2NiIsIlRvcCI6MC4wLCJMZWZ0IjowLjAsIlJpZ2h0IjowLjAsIkJvdHRvbSI6MC4wfSwiUGFkZGluZyI6eyIkaWQiOiIxNjY3IiwiVG9wIjowLjAsIkxlZnQiOjAuMCwiUmlnaHQiOjAuMCwiQm90dG9tIjowLjB9LCJCYWNrZ3JvdW5kIjp7IiRpZCI6IjE2NjgiLCJDb2xvciI6eyIkaWQiOiIxNjY5IiwiQSI6MjU1LCJSIjo2OCwiRyI6ODQsIkIiOjEwNn19LCJJc1Zpc2libGUiOnRydWUsIldpZHRoIjowLjAsIkhlaWdodCI6MC4wLCJCb3JkZXJTdHlsZSI6eyIkaWQiOiIxNjcwIiwiTGluZUNvbG9yIjpudWxsLCJMaW5lV2VpZ2h0IjowLjAsIkxpbmVUeXBlIjowLCJQYXJlbnRTdHlsZSI6bnVsbH0sIlBhcmVudFN0eWxlIjpudWxsfSwiRGF0ZUZvcm1hdCI6eyIkaWQiOiIxN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NzIiLCJGb3JtYXQiOjAsIklzVmlzaWJsZSI6ZmFsc2UsIkxhc3RLbm93blZpc2liaWxpdHlTdGF0ZSI6ZmFsc2V9LCJJc1Zpc2libGUiOnRydWUsIlZhcmlhbmNlU3R5bGUiOnsiJGlkIjoiMTY3MyIsIlRleHRTdHlsZSI6eyIkaWQiOiIxNjc0IiwiRm9udFNldHRpbmdzIjp7IiRpZCI6IjE2NzUiLCJGb250U2l6ZSI6MTAsIkZvbnROYW1lIjoiQ2FsaWJyaSIsIklzQm9sZCI6ZmFsc2UsIklzSXRhbGljIjpmYWxzZSwiSXNVbmRlcmxpbmVkIjpmYWxzZSwiUGFyZW50U3R5bGUiOm51bGx9LCJBdXRvU2l6ZSI6MCwiRm9yZWdyb3VuZCI6eyIkaWQiOiIxNjc2IiwiQ29sb3IiOnsiJGlkIjoiMTY3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c4IiwiVG9wIjowLjAsIkxlZnQiOjAuMCwiUmlnaHQiOjAuMCwiQm90dG9tIjowLjB9LCJQYWRkaW5nIjp7IiRpZCI6IjE2NzkiLCJUb3AiOjAuMCwiTGVmdCI6MC4wLCJSaWdodCI6MC4wLCJCb3R0b20iOjAuMH0sIkJhY2tncm91bmQiOnsiJGlkIjoiMTY4MCIsIkNvbG9yIjp7IiRpZCI6IjE2ODEiLCJBIjoyNTUsIlIiOjAsIkciOjAsIkIiOjB9fSwiSXNWaXNpYmxlIjp0cnVlLCJXaWR0aCI6MC4wLCJIZWlnaHQiOjAuMCwiQm9yZGVyU3R5bGUiOm51bGwsIlBhcmVudFN0eWxlIjpudWxsfSwiUGFyZW50U3R5bGUiOm51bGx9LCJQYXJlbnRTdHlsZSI6bnVsbCwiX2V4cGxpY2l0bHlTZXQiOnsiJGlkIjoiMTY4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2ODMiLCJTaGFwZSI6MSwiQ29ubmVjdG9yTWFyZ2luIjp7IiRpZCI6IjE2ODQiLCJUb3AiOjAuMCwiTGVmdCI6Mi4wLCJSaWdodCI6Mi4wLCJCb3R0b20iOjAuMH0sIkNvbm5lY3RvclN0eWxlIjp7IiRpZCI6IjE2ODUiLCJMaW5lQ29sb3IiOnsiJGlkIjoiMTY4NiIsIiR0eXBlIjoiTkxSRS5Db21tb24uRG9tLlNvbGlkQ29sb3JCcnVzaCwgTkxSRS5Db21tb24iLCJDb2xvciI6eyIkaWQiOiIxNjg3IiwiQSI6MTI3LCJSIjozNCwiRyI6NTcsIkIiOjk4fX0sIkxpbmVXZWlnaHQiOjEuMCwiTGluZVR5cGUiOjAsIlBhcmVudFN0eWxlIjpudWxsfSwiSXNCZWxvd1RpbWViYW5kIjpmYWxzZSwiUG9zaXRpb25PblRhc2siOjEsIkhpZGVEYXRlIjpmYWxzZSwiU2hhcGVTaXplIjowLCJTcGFjaW5nIjowLjAsIlBhZGRpbmciOnsiJGlkIjoiMTY4OCIsIlRvcCI6NS4wLCJMZWZ0IjozLjAsIlJpZ2h0IjowLjAsIkJvdHRvbSI6Mi4wfSwiU2hhcGVTdHlsZSI6eyIkaWQiOiIxNjg5IiwiTWFyZ2luIjp7IiRpZCI6IjE2OTAiLCJUb3AiOjAuMCwiTGVmdCI6MC4wLCJSaWdodCI6MC4wLCJCb3R0b20iOjAuMH0sIlBhZGRpbmciOnsiJGlkIjoiMTY5MSIsIlRvcCI6MC4wLCJMZWZ0IjowLjAsIlJpZ2h0IjowLjAsIkJvdHRvbSI6MC4wfSwiQmFja2dyb3VuZCI6eyIkaWQiOiIxNjkyIiwiQ29sb3IiOnsiJGlkIjoiMTY5MyIsIkEiOjI1NSwiUiI6MzQsIkciOjU3LCJCIjo5OH19LCJJc1Zpc2libGUiOnRydWUsIldpZHRoIjoxMi4wLCJIZWlnaHQiOjE0LjAsIkJvcmRlclN0eWxlIjp7IiRpZCI6IjE2OTQiLCJMaW5lQ29sb3IiOnsiJGlkIjoiMTY5NSIsIiR0eXBlIjoiTkxSRS5Db21tb24uRG9tLlNvbGlkQ29sb3JCcnVzaCwgTkxSRS5Db21tb24iLCJDb2xvciI6eyIkaWQiOiIxNjk2IiwiQSI6MjU1LCJSIjoyNTUsIkciOjAsIkIiOjB9fSwiTGluZVdlaWdodCI6MC4wLCJMaW5lVHlwZSI6MCwiUGFyZW50U3R5bGUiOm51bGx9LCJQYXJlbnRTdHlsZSI6bnVsbH0sIlRpdGxlU3R5bGUiOnsiJGlkIjoiMTY5NyIsIkZvbnRTZXR0aW5ncyI6eyIkaWQiOiIxNjk4IiwiRm9udFNpemUiOjExLCJGb250TmFtZSI6IkNhbGlicmkiLCJJc0JvbGQiOmZhbHNlLCJJc0l0YWxpYyI6ZmFsc2UsIklzVW5kZXJsaW5lZCI6ZmFsc2UsIlBhcmVudFN0eWxlIjpudWxsfSwiQXV0b1NpemUiOjAsIkZvcmVncm91bmQiOnsiJGlkIjoiMTY5OSIsIkNvbG9yIjp7IiRpZCI6IjE3MD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cwMSIsIlRvcCI6MC4wLCJMZWZ0IjowLjAsIlJpZ2h0IjowLjAsIkJvdHRvbSI6MC4wfSwiUGFkZGluZyI6eyIkaWQiOiIxNzAyIiwiVG9wIjowLjAsIkxlZnQiOjAuMCwiUmlnaHQiOjAuMCwiQm90dG9tIjowLjB9LCJCYWNrZ3JvdW5kIjp7IiRpZCI6IjE3MDMiLCJDb2xvciI6eyIkaWQiOiIxNzA0IiwiQSI6MjU1LCJSIjowLCJHIjowLCJCIjowfX0sIklzVmlzaWJsZSI6dHJ1ZSwiV2lkdGgiOjAuMCwiSGVpZ2h0IjowLjAsIkJvcmRlclN0eWxlIjp7IiRpZCI6IjE3MDUiLCJMaW5lQ29sb3IiOm51bGwsIkxpbmVXZWlnaHQiOjAuMCwiTGluZVR5cGUiOjAsIlBhcmVudFN0eWxlIjpudWxsfSwiUGFyZW50U3R5bGUiOm51bGx9LCJEYXRlU3R5bGUiOnsiJGlkIjoiMTcwNiIsIkZvbnRTZXR0aW5ncyI6eyIkaWQiOiIxNzA3IiwiRm9udFNpemUiOjEwLCJGb250TmFtZSI6IkNhbGlicmkiLCJJc0JvbGQiOmZhbHNlLCJJc0l0YWxpYyI6ZmFsc2UsIklzVW5kZXJsaW5lZCI6ZmFsc2UsIlBhcmVudFN0eWxlIjpudWxsfSwiQXV0b1NpemUiOjAsIkZvcmVncm91bmQiOnsiJGlkIjoiMTcwOCIsIkNvbG9yIjp7IiRpZCI6IjE3MD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3MTAiLCJUb3AiOjAuMCwiTGVmdCI6MC4wLCJSaWdodCI6MC4wLCJCb3R0b20iOjAuMH0sIlBhZGRpbmciOnsiJGlkIjoiMTcxMSIsIlRvcCI6MC4wLCJMZWZ0IjowLjAsIlJpZ2h0IjowLjAsIkJvdHRvbSI6MC4wfSwiQmFja2dyb3VuZCI6eyIkaWQiOiIxNzEyIiwiQ29sb3IiOnsiJGlkIjoiMTcxMyIsIkEiOjI1NSwiUiI6NjgsIkciOjg0LCJCIjoxMDZ9fSwiSXNWaXNpYmxlIjp0cnVlLCJXaWR0aCI6MC4wLCJIZWlnaHQiOjAuMCwiQm9yZGVyU3R5bGUiOnsiJGlkIjoiMTcxNCIsIkxpbmVDb2xvciI6bnVsbCwiTGluZVdlaWdodCI6MC4wLCJMaW5lVHlwZSI6MCwiUGFyZW50U3R5bGUiOm51bGx9LCJQYXJlbnRTdHlsZSI6bnVsbH0sIkRhdGVGb3JtYXQiOnsiJGlkIjoiMTcx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E2IiwiRm9ybWF0IjowLCJJc1Zpc2libGUiOmZhbHNlLCJMYXN0S25vd25WaXNpYmlsaXR5U3RhdGUiOmZhbHNlfSwiSXNWaXNpYmxlIjp0cnVlLCJWYXJpYW5jZVN0eWxlIjp7IiRpZCI6IjE3MTciLCJUZXh0U3R5bGUiOnsiJGlkIjoiMTcxOCIsIkZvbnRTZXR0aW5ncyI6eyIkaWQiOiIxNzE5IiwiRm9udFNpemUiOjEwLCJGb250TmFtZSI6IkNhbGlicmkiLCJJc0JvbGQiOmZhbHNlLCJJc0l0YWxpYyI6ZmFsc2UsIklzVW5kZXJsaW5lZCI6ZmFsc2UsIlBhcmVudFN0eWxlIjpudWxsfSwiQXV0b1NpemUiOjAsIkZvcmVncm91bmQiOnsiJGlkIjoiMTcyMCIsIkNvbG9yIjp7IiRpZCI6IjE3Mj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yMiIsIlRvcCI6MC4wLCJMZWZ0IjowLjAsIlJpZ2h0IjowLjAsIkJvdHRvbSI6MC4wfSwiUGFkZGluZyI6eyIkaWQiOiIxNzIzIiwiVG9wIjowLjAsIkxlZnQiOjAuMCwiUmlnaHQiOjAuMCwiQm90dG9tIjowLjB9LCJCYWNrZ3JvdW5kIjp7IiRpZCI6IjE3MjQiLCJDb2xvciI6eyIkaWQiOiIxNzI1IiwiQSI6MjU1LCJSIjowLCJHIjowLCJCIjowfX0sIklzVmlzaWJsZSI6dHJ1ZSwiV2lkdGgiOjAuMCwiSGVpZ2h0IjowLjAsIkJvcmRlclN0eWxlIjpudWxsLCJQYXJlbnRTdHlsZSI6bnVsbH0sIlBhcmVudFN0eWxlIjpudWxsfSwiUGFyZW50U3R5bGUiOm51bGx9LCJEZWZhdWx0U3dpbWxhbmVNaWxlc3RvbmVTdHlsZSI6eyIkaWQiOiIxNzI2IiwiVGl0bGVQb3NpdGlvbiI6IkxlZnQiLCJEYXRlUG9zaXRpb24iOiJSaWdodCIsIlZhcmlhbmNlUG9zaXRpb24iOiJSaWdodCIsIlNoYXBlVHlwZSI6MSwiU2hhcGVTaXplIjowLCJTcGFjaW5nIjo1LCJTaGFwZVN0eWxlIjp7IiRpZCI6IjE3MjciLCJNYXJnaW4iOnsiJGlkIjoiMTcyOCIsIlRvcCI6MC4wLCJMZWZ0IjowLjAsIlJpZ2h0IjowLjAsIkJvdHRvbSI6MC4wfSwiUGFkZGluZyI6eyIkaWQiOiIxNzI5IiwiVG9wIjowLjAsIkxlZnQiOjAuMCwiUmlnaHQiOjAuMCwiQm90dG9tIjowLjB9LCJCYWNrZ3JvdW5kIjp7IiRpZCI6IjE3MzAiLCJDb2xvciI6eyIkaWQiOiIxNzMxIiwiQSI6MjU1LCJSIjo2OCwiRyI6MTE0LCJCIjoxOTZ9fSwiSXNWaXNpYmxlIjp0cnVlLCJXaWR0aCI6MTIuMCwiSGVpZ2h0IjoxNC4wLCJCb3JkZXJTdHlsZSI6eyIkaWQiOiIxNzMyIiwiTGluZUNvbG9yIjp7IiRpZCI6IjE3MzMiLCIkdHlwZSI6Ik5MUkUuQ29tbW9uLkRvbS5Tb2xpZENvbG9yQnJ1c2gsIE5MUkUuQ29tbW9uIiwiQ29sb3IiOnsiJGlkIjoiMTczNCIsIkEiOjI1NSwiUiI6MjM0LCJHIjoyMiwiQiI6MzB9fSwiTGluZVdlaWdodCI6MC4wLCJMaW5lVHlwZSI6MCwiUGFyZW50U3R5bGUiOm51bGx9LCJQYXJlbnRTdHlsZSI6bnVsbH0sIlRpdGxlU3R5bGUiOnsiJGlkIjoiMTczNSIsIkZvbnRTZXR0aW5ncyI6eyIkaWQiOiIxNzM2IiwiRm9udFNpemUiOjExLCJGb250TmFtZSI6IkNhbGlicmkiLCJJc0JvbGQiOmZhbHNlLCJJc0l0YWxpYyI6ZmFsc2UsIklzVW5kZXJsaW5lZCI6ZmFsc2UsIlBhcmVudFN0eWxlIjpudWxsfSwiQXV0b1NpemUiOjAsIkZvcmVncm91bmQiOnsiJGlkIjoiMTczNyIsIkNvbG9yIjp7IiRpZCI6IjE3Mz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czOSIsIlRvcCI6MC4wLCJMZWZ0IjowLjAsIlJpZ2h0IjowLjAsIkJvdHRvbSI6MC4wfSwiUGFkZGluZyI6eyIkaWQiOiIxNzQwIiwiVG9wIjowLjAsIkxlZnQiOjAuMCwiUmlnaHQiOjAuMCwiQm90dG9tIjowLjB9LCJCYWNrZ3JvdW5kIjp7IiRpZCI6IjE3NDEiLCJDb2xvciI6eyIkaWQiOiIxNzQyIiwiQSI6MjU1LCJSIjowLCJHIjowLCJCIjowfX0sIklzVmlzaWJsZSI6dHJ1ZSwiV2lkdGgiOjAuMCwiSGVpZ2h0IjowLjAsIkJvcmRlclN0eWxlIjp7IiRpZCI6IjE3NDMiLCJMaW5lQ29sb3IiOm51bGwsIkxpbmVXZWlnaHQiOjAuMCwiTGluZVR5cGUiOjAsIlBhcmVudFN0eWxlIjpudWxsfSwiUGFyZW50U3R5bGUiOm51bGx9LCJEYXRlU3R5bGUiOnsiJGlkIjoiMTc0NCIsIkZvbnRTZXR0aW5ncyI6eyIkaWQiOiIxNzQ1IiwiRm9udFNpemUiOjEwLCJGb250TmFtZSI6IkNhbGlicmkiLCJJc0JvbGQiOmZhbHNlLCJJc0l0YWxpYyI6ZmFsc2UsIklzVW5kZXJsaW5lZCI6ZmFsc2UsIlBhcmVudFN0eWxlIjpudWxsfSwiQXV0b1NpemUiOjAsIkZvcmVncm91bmQiOnsiJGlkIjoiMTc0NiIsIkNvbG9yIjp7IiRpZCI6IjE3ND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3NDgiLCJUb3AiOjAuMCwiTGVmdCI6MC4wLCJSaWdodCI6MC4wLCJCb3R0b20iOjAuMH0sIlBhZGRpbmciOnsiJGlkIjoiMTc0OSIsIlRvcCI6MC4wLCJMZWZ0IjowLjAsIlJpZ2h0IjowLjAsIkJvdHRvbSI6MC4wfSwiQmFja2dyb3VuZCI6eyIkaWQiOiIxNzUwIiwiQ29sb3IiOnsiJGlkIjoiMTc1MSIsIkEiOjI1NSwiUiI6NjgsIkciOjg0LCJCIjoxMDZ9fSwiSXNWaXNpYmxlIjp0cnVlLCJXaWR0aCI6MC4wLCJIZWlnaHQiOjAuMCwiQm9yZGVyU3R5bGUiOnsiJGlkIjoiMTc1MiIsIkxpbmVDb2xvciI6bnVsbCwiTGluZVdlaWdodCI6MC4wLCJMaW5lVHlwZSI6MCwiUGFyZW50U3R5bGUiOm51bGx9LCJQYXJlbnRTdHlsZSI6bnVsbH0sIkRhdGVGb3JtYXQiOnsiJGlkIjoiMTc1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U0IiwiRm9ybWF0IjowLCJJc1Zpc2libGUiOmZhbHNlLCJMYXN0S25vd25WaXNpYmlsaXR5U3RhdGUiOmZhbHNlfSwiSXNWaXNpYmxlIjp0cnVlLCJWYXJpYW5jZVN0eWxlIjp7IiRpZCI6IjE3NTUiLCJUZXh0U3R5bGUiOnsiJGlkIjoiMTc1NiIsIkZvbnRTZXR0aW5ncyI6eyIkaWQiOiIxNzU3IiwiRm9udFNpemUiOjEwLCJGb250TmFtZSI6IkNhbGlicmkiLCJJc0JvbGQiOmZhbHNlLCJJc0l0YWxpYyI6ZmFsc2UsIklzVW5kZXJsaW5lZCI6ZmFsc2UsIlBhcmVudFN0eWxlIjpudWxsfSwiQXV0b1NpemUiOjAsIkZvcmVncm91bmQiOnsiJGlkIjoiMTc1OCIsIkNvbG9yIjp7IiRpZCI6IjE3N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CIsIlRvcCI6MC4wLCJMZWZ0IjowLjAsIlJpZ2h0IjowLjAsIkJvdHRvbSI6MC4wfSwiUGFkZGluZyI6eyIkaWQiOiIxNzYxIiwiVG9wIjowLjAsIkxlZnQiOjAuMCwiUmlnaHQiOjAuMCwiQm90dG9tIjowLjB9LCJCYWNrZ3JvdW5kIjp7IiRpZCI6IjE3NjIiLCJDb2xvciI6eyIkaWQiOiIxNzYzIiwiQSI6MjU1LCJSIjowLCJHIjowLCJCIjowfX0sIklzVmlzaWJsZSI6dHJ1ZSwiV2lkdGgiOjAuMCwiSGVpZ2h0IjowLjAsIkJvcmRlclN0eWxlIjpudWxsLCJQYXJlbnRTdHlsZSI6bnVsbH0sIlBhcmVudFN0eWxlIjpudWxsfSwiUGFyZW50U3R5bGUiOm51bGx9LCJEZWZhdWx0U3dpbWxhbmVBY3Rpdml0eVN0eWxlIjp7IiRpZCI6IjE3NjQiLCJIZWFkZXJTdHlsZSI6eyIkaWQiOiIxNzY1IiwiVGV4dFN0eWxlIjp7IiRpZCI6IjE3NjYiLCJGb250U2V0dGluZ3MiOnsiJGlkIjoiMTc2NyIsIkZvbnRTaXplIjoxMSwiRm9udE5hbWUiOiJDYWxpYnJpIiwiSXNCb2xkIjpmYWxzZSwiSXNJdGFsaWMiOmZhbHNlLCJJc1VuZGVybGluZWQiOmZhbHNlLCJQYXJlbnRTdHlsZSI6bnVsbH0sIkF1dG9TaXplIjowLCJGb3JlZ3JvdW5kIjp7IiRpZCI6IjE3NjgiLCJDb2xvciI6eyIkaWQiOiIxNzY5IiwiQSI6MjU1LCJSIjo2NCwiRyI6NjQsIkIiOjY0fX0sIk1heFdpZHRoIjowLjAsIk1heEhlaWdodCI6MC4wLCJTbWFydEZvcmVncm91bmRJc0FjdGl2ZSI6ZmFsc2UsIkhvcml6b250YWxBbGlnbm1lbnQiOjAsIlZlcnRpY2FsQWxpZ25tZW50IjowLCJTbWFydEZvcmVncm91bmQiOm51bGwsIkJhY2tncm91bmRGaWxsVHlwZSI6MCwiTWFyZ2luIjp7IiRpZCI6IjE3NzAiLCJUb3AiOjAuMCwiTGVmdCI6MC4wLCJSaWdodCI6MC4wLCJCb3R0b20iOjAuMH0sIlBhZGRpbmciOnsiJGlkIjoiMTc3MSIsIlRvcCI6MC4wLCJMZWZ0IjowLjAsIlJpZ2h0IjowLjAsIkJvdHRvbSI6MC4wfSwiQmFja2dyb3VuZCI6eyIkaWQiOiIxNzcyIiwiQ29sb3IiOnsiJGlkIjoiMTc3MyIsIkEiOjI1NSwiUiI6NjQsIkciOjY0LCJCIjo2NH19LCJJc1Zpc2libGUiOmZhbHNlLCJXaWR0aCI6MC4wLCJIZWlnaHQiOjAuMCwiQm9yZGVyU3R5bGUiOm51bGwsIlBhcmVudFN0eWxlIjpudWxsfSwiUmVjdGFuZ2xlU3R5bGUiOnsiJGlkIjoiMTc3NCIsIk1hcmdpbiI6eyIkaWQiOiIxNzc1IiwiVG9wIjowLjAsIkxlZnQiOjAuMCwiUmlnaHQiOjAuMCwiQm90dG9tIjowLjB9LCJQYWRkaW5nIjp7IiRpZCI6IjE3NzYiLCJUb3AiOjAuMCwiTGVmdCI6MC4wLCJSaWdodCI6MC4wLCJCb3R0b20iOjAuMH0sIkJhY2tncm91bmQiOnsiJGlkIjoiMTc3NyIsIkNvbG9yIjp7IiRpZCI6IjE3NzgiLCJBIjoxMjcsIlIiOjY4LCJHIjoxMTQsIkIiOjE5Nn19LCJJc1Zpc2libGUiOmZhbHNlLCJXaWR0aCI6MC4wLCJIZWlnaHQiOjAuMCwiQm9yZGVyU3R5bGUiOnsiJGlkIjoiMTc3OSIsIkxpbmVDb2xvciI6eyIkaWQiOiIxNzgwIiwiJHR5cGUiOiJOTFJFLkNvbW1vbi5Eb20uU29saWRDb2xvckJydXNoLCBOTFJFLkNvbW1vbiIsIkNvbG9yIjp7IiRpZCI6IjE3ODEiLCJBIjoyNTUsIlIiOjI1NSwiRyI6MCwiQiI6MH19LCJMaW5lV2VpZ2h0IjowLjAsIkxpbmVUeXBlIjowLCJQYXJlbnRTdHlsZSI6bnVsbH0sIlBhcmVudFN0eWxlIjpudWxsfSwiTWFyZ2luIjp7IiRpZCI6IjE3ODIiLCJUb3AiOjAuMCwiTGVmdCI6MC4wLCJSaWdodCI6MC4wLCJCb3R0b20iOjAuMH0sIlBhZGRpbmciOnsiJGlkIjoiMTc4MyIsIlRvcCI6MC4wLCJMZWZ0IjowLjAsIlJpZ2h0IjowLjAsIkJvdHRvbSI6MC4wfSwiQmFja2dyb3VuZCI6bnVsbCwiSXNWaXNpYmxlIjp0cnVlLCJXaWR0aCI6MC4wLCJIZWlnaHQiOjAuMCwiQm9yZGVyU3R5bGUiOm51bGwsIlBhcmVudFN0eWxlIjpudWxsfSwiQmFja2dyb3VuZFN0eWxlIjp7IiRpZCI6IjE3ODQiLCJNYXJnaW4iOnsiJGlkIjoiMTc4NSIsIlRvcCI6MC4wLCJMZWZ0IjowLjAsIlJpZ2h0IjowLjAsIkJvdHRvbSI6MC4wfSwiUGFkZGluZyI6eyIkaWQiOiIxNzg2IiwiVG9wIjowLjAsIkxlZnQiOjAuMCwiUmlnaHQiOjAuMCwiQm90dG9tIjowLjB9LCJCYWNrZ3JvdW5kIjp7IiRpZCI6IjE3ODciLCJDb2xvciI6eyIkaWQiOiIxNzg4IiwiQSI6NTEsIlIiOjIwMCwiRyI6MjAwLCJCIjoyMDB9fSwiSXNWaXNpYmxlIjp0cnVlLCJXaWR0aCI6MC4wLCJIZWlnaHQiOjAuMCwiQm9yZGVyU3R5bGUiOnsiJGlkIjoiMTc4OSIsIkxpbmVDb2xvciI6eyIkaWQiOiIxNzkwIiwiJHR5cGUiOiJOTFJFLkNvbW1vbi5Eb20uU29saWRDb2xvckJydXNoLCBOTFJFLkNvbW1vbiIsIkNvbG9yIjp7IiRpZCI6IjE3OTEiLCJBIjoyNTUsIlIiOjIzNCwiRyI6MjIsIkIiOjMwfX0sIkxpbmVXZWlnaHQiOjAuMCwiTGluZVR5cGUiOjAsIlBhcmVudFN0eWxlIjpudWxsfSwiUGFyZW50U3R5bGUiOm51bGx9LCJNYXJnaW4iOnsiJGlkIjoiMTc5MiIsIlRvcCI6MC4wLCJMZWZ0IjowLjAsIlJpZ2h0IjowLjAsIkJvdHRvbSI6MC4wfSwiUGFkZGluZyI6eyIkaWQiOiIxNzkzIiwiVG9wIjowLjAsIkxlZnQiOjAuMCwiUmlnaHQiOjAuMCwiQm90dG9tIjowLjB9LCJJc1Zpc2libGUiOnRydWUsIldpZHRoIjowLjAsIkhlaWdodCI6MC4wLCJCb3JkZXJTdHlsZSI6eyIkaWQiOiIxNzk0IiwiTGluZUNvbG9yIjpudWxsLCJMaW5lV2VpZ2h0IjowLjAsIkxpbmVUeXBlIjowLCJQYXJlbnRTdHlsZSI6bnVsbH0sIlBhcmVudFN0eWxlIjpudWxsfSwiTWFyZ2luIjp7IiRpZCI6IjE3OTUiLCJUb3AiOjAuMCwiTGVmdCI6MC4wLCJSaWdodCI6MC4wLCJCb3R0b20iOjAuMH0sIlBhZGRpbmciOnsiJGlkIjoiMTc5NiIsIlRvcCI6MC4wLCJMZWZ0IjowLjAsIlJpZ2h0IjowLjAsIkJvdHRvbSI6MC4wfSwiSXNWaXNpYmxlIjpmYWxzZSwiV2lkdGgiOjAuMCwiSGVpZ2h0IjowLjAsIkJvcmRlclN0eWxlIjp7IiRpZCI6IjE3OTciLCJMaW5lQ29sb3IiOm51bGwsIkxpbmVXZWlnaHQiOjAuMCwiTGluZVR5cGUiOjAsIlBhcmVudFN0eWxlIjpudWxsfSwiUGFyZW50U3R5bGUiOm51bGx9fSx7IiRpZCI6IjE3OTgiLCJfYWN0aXZpdGllcyI6W3siJGlkIjoiMTc5OSIsIl9yb3dzIjpbeyIkaWQiOiIxODAwIiwiX3Rhc2tzIjpbeyIkaWQiOiIxODAxIiwiX2F0dGFjaGVkTWlsZXN0b25lcyI6W10sIlRhc2tEZWZpbml0aW9uIjp7IiRpZCI6IjE4MDIiLCJHcm91cE5hbWUiOm51bGwsIlN0YXJ0RGF0ZSI6IjIwMjYtMTAtMDFUMDA6MDA6MDBaIiwiRW5kRGF0ZSI6IjIwMjYtMTEtMzBUMjM6NTk6MDBaIiwiUGVyY2VudGFnZUNvbXBsZXRlIjpudWxsLCJTdHlsZSI6eyIkaWQiOiIxODAzIiwiU2hhcGUiOjEsIlNoYXBlVGhpY2tuZXNzIjowLCJEdXJhdGlvbkZvcm1hdCI6MCwiSW5jbHVkZU5vbldvcmtpbmdEYXlzSW5EdXJhdGlvbiI6ZmFsc2UsIlBlcmNlbnRhZ2VDb21wbGV0ZVN0eWxlIjp7IiRpZCI6IjE4MDQiLCJGb250U2V0dGluZ3MiOnsiJGlkIjoiMTgwNSIsIkZvbnRTaXplIjoxMCwiRm9udE5hbWUiOiJDYWxpYnJpIiwiSXNCb2xkIjpmYWxzZSwiSXNJdGFsaWMiOmZhbHNlLCJJc1VuZGVybGluZWQiOmZhbHNlLCJQYXJlbnRTdHlsZSI6bnVsbH0sIkF1dG9TaXplIjowLCJGb3JlZ3JvdW5kIjp7IiRpZCI6IjE4MDYiLCJDb2xvciI6eyIkaWQiOiIxODA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4MDgiLCJUb3AiOjAuMCwiTGVmdCI6MC4wLCJSaWdodCI6MC4wLCJCb3R0b20iOjAuMH0sIlBhZGRpbmciOnsiJGlkIjoiMTgwOSIsIlRvcCI6MC4wLCJMZWZ0IjowLjAsIlJpZ2h0IjowLjAsIkJvdHRvbSI6MC4wfSwiQmFja2dyb3VuZCI6eyIkaWQiOiIxODEwIiwiQ29sb3IiOnsiJGlkIjoiMTgxMSIsIkEiOjg5LCJSIjowLCJHIjowLCJCIjowfX0sIklzVmlzaWJsZSI6dHJ1ZSwiV2lkdGgiOjAuMCwiSGVpZ2h0IjowLjAsIkJvcmRlclN0eWxlIjp7IiRpZCI6IjE4MTIiLCJMaW5lQ29sb3IiOm51bGwsIkxpbmVXZWlnaHQiOjAuMCwiTGluZVR5cGUiOjAsIlBhcmVudFN0eWxlIjpudWxsfSwiUGFyZW50U3R5bGUiOm51bGx9LCJEdXJhdGlvblN0eWxlIjp7IiRpZCI6IjE4MTMiLCJGb250U2V0dGluZ3MiOnsiJGlkIjoiMTgxNCIsIkZvbnRTaXplIjoxMCwiRm9udE5hbWUiOiJDYWxpYnJpIiwiSXNCb2xkIjpmYWxzZSwiSXNJdGFsaWMiOmZhbHNlLCJJc1VuZGVybGluZWQiOmZhbHNlLCJQYXJlbnRTdHlsZSI6bnVsbH0sIkF1dG9TaXplIjowLCJGb3JlZ3JvdW5kIjp7IiRpZCI6IjE4MTUiLCJDb2xvciI6eyIkaWQiOiIxODE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xODE3IiwiVG9wIjowLjAsIkxlZnQiOjAuMCwiUmlnaHQiOjAuMCwiQm90dG9tIjowLjB9LCJQYWRkaW5nIjp7IiRpZCI6IjE4MTgiLCJUb3AiOjAuMCwiTGVmdCI6MC4wLCJSaWdodCI6MC4wLCJCb3R0b20iOjAuMH0sIkJhY2tncm91bmQiOnsiJGlkIjoiMTgxOSIsIkNvbG9yIjp7IiRpZCI6IjE4MjAiLCJBIjoyNTUsIlIiOjY4LCJHIjo4NCwiQiI6MTA2fX0sIklzVmlzaWJsZSI6dHJ1ZSwiV2lkdGgiOjAuMCwiSGVpZ2h0IjowLjAsIkJvcmRlclN0eWxlIjp7IiRpZCI6IjE4MjEiLCJMaW5lQ29sb3IiOm51bGwsIkxpbmVXZWlnaHQiOjAuMCwiTGluZVR5cGUiOjAsIlBhcmVudFN0eWxlIjpudWxsfSwiUGFyZW50U3R5bGUiOm51bGx9LCJIb3Jpem9udGFsQ29ubmVjdG9yU3R5bGUiOnsiJGlkIjoiMTgyMiIsIkxpbmVDb2xvciI6eyIkaWQiOiIxODIzIiwiJHR5cGUiOiJOTFJFLkNvbW1vbi5Eb20uU29saWRDb2xvckJydXNoLCBOTFJFLkNvbW1vbiIsIkNvbG9yIjp7IiRpZCI6IjE4MjQiLCJBIjoyNTUsIlIiOjAsIkciOjAsIkIiOjB9fSwiTGluZVdlaWdodCI6MC4wLCJMaW5lVHlwZSI6MCwiUGFyZW50U3R5bGUiOm51bGx9LCJWZXJ0aWNhbENvbm5lY3RvclN0eWxlIjp7IiRpZCI6IjE4MjUiLCJMaW5lQ29sb3IiOnsiJGlkIjoiMTgyNiIsIiR0eXBlIjoiTkxSRS5Db21tb24uRG9tLlNvbGlkQ29sb3JCcnVzaCwgTkxSRS5Db21tb24iLCJDb2xvciI6eyIkaWQiOiIxODI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ODI4IiwiU2hhcGVTdHlsZSI6eyIkaWQiOiIxODI5IiwiTWFyZ2luIjp7IiRpZCI6IjE4MzAiLCJUb3AiOjAuMCwiTGVmdCI6MC4wLCJSaWdodCI6MC4wLCJCb3R0b20iOjAuMH0sIlBhZGRpbmciOnsiJGlkIjoiMTgzMSIsIlRvcCI6MC4wLCJMZWZ0IjowLjAsIlJpZ2h0IjowLjAsIkJvdHRvbSI6MC4wfSwiQmFja2dyb3VuZCI6eyIkaWQiOiIxODMyIiwiQ29sb3IiOnsiJGlkIjoiMTgzMyIsIkEiOjE1MywiUiI6MCwiRyI6MCwiQiI6MH19LCJJc1Zpc2libGUiOnRydWUsIldpZHRoIjowLjAsIkhlaWdodCI6MC4wLCJCb3JkZXJTdHlsZSI6bnVsbCwiUGFyZW50U3R5bGUiOm51bGx9LCJNYXJnaW4iOnsiJGlkIjoiMTgzNCIsIlRvcCI6MC4wLCJMZWZ0IjowLjAsIlJpZ2h0IjowLjAsIkJvdHRvbSI6MC4wfSwiUGFkZGluZyI6eyIkaWQiOiIxODM1IiwiVG9wIjowLjAsIkxlZnQiOjAuMCwiUmlnaHQiOjAuMCwiQm90dG9tIjowLjB9LCJCYWNrZ3JvdW5kIjpudWxsLCJJc1Zpc2libGUiOnRydWUsIldpZHRoIjowLjAsIkhlaWdodCI6MC4wLCJCb3JkZXJTdHlsZSI6bnVsbCwiUGFyZW50U3R5bGUiOm51bGx9LCJTaGFwZVN0eWxlIjp7IiRpZCI6IjE4MzYiLCJNYXJnaW4iOnsiJGlkIjoiMTgzNyIsIlRvcCI6MC4wLCJMZWZ0Ijo0LjAsIlJpZ2h0Ijo0LjAsIkJvdHRvbSI6MC4wfSwiUGFkZGluZyI6eyIkaWQiOiIxODM4IiwiVG9wIjowLjAsIkxlZnQiOjAuMCwiUmlnaHQiOjAuMCwiQm90dG9tIjowLjB9LCJCYWNrZ3JvdW5kIjp7IiRpZCI6IjE4MzkiLCJDb2xvciI6eyIkaWQiOiIxODQwIiwiQSI6MjU1LCJSIjoyNTUsIkciOjE5MiwiQiI6MH19LCJJc1Zpc2libGUiOnRydWUsIldpZHRoIjowLjAsIkhlaWdodCI6MTAuMCwiQm9yZGVyU3R5bGUiOnsiJGlkIjoiMTg0MSIsIkxpbmVDb2xvciI6eyIkaWQiOiIxODQyIiwiJHR5cGUiOiJOTFJFLkNvbW1vbi5Eb20uU29saWRDb2xvckJydXNoLCBOTFJFLkNvbW1vbiIsIkNvbG9yIjp7IiRpZCI6IjE4NDMiLCJBIjoyNTUsIlIiOjIzNCwiRyI6MjIsIkIiOjMwfX0sIkxpbmVXZWlnaHQiOjAuMCwiTGluZVR5cGUiOjAsIlBhcmVudFN0eWxlIjpudWxsfSwiUGFyZW50U3R5bGUiOm51bGx9LCJUaXRsZVN0eWxlIjp7IiRpZCI6IjE4NDQiLCJGb250U2V0dGluZ3MiOnsiJGlkIjoiMTg0NSIsIkZvbnRTaXplIjoxMSwiRm9udE5hbWUiOiJUaXRpbGxpdW0gV2ViIiwiSXNCb2xkIjpmYWxzZSwiSXNJdGFsaWMiOmZhbHNlLCJJc1VuZGVybGluZWQiOmZhbHNlLCJQYXJlbnRTdHlsZSI6bnVsbH0sIkF1dG9TaXplIjowLCJGb3JlZ3JvdW5kIjp7IiRpZCI6IjE4NDYiLCJDb2xvciI6eyIkaWQiOiIxODQ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E4NDgiLCJUb3AiOjAuMCwiTGVmdCI6MC4wLCJSaWdodCI6MC4wLCJCb3R0b20iOjAuMH0sIlBhZGRpbmciOnsiJGlkIjoiMTg0OSIsIlRvcCI6MC4wLCJMZWZ0IjowLjAsIlJpZ2h0IjowLjAsIkJvdHRvbSI6MC4wfSwiQmFja2dyb3VuZCI6eyIkaWQiOiIxODUwIiwiQ29sb3IiOnsiJGlkIjoiMTg1MSIsIkEiOjAsIlIiOjI1NSwiRyI6MjU1LCJCIjoyNTV9fSwiSXNWaXNpYmxlIjp0cnVlLCJXaWR0aCI6MC4wLCJIZWlnaHQiOjAuMCwiQm9yZGVyU3R5bGUiOnsiJGlkIjoiMTg1MiIsIkxpbmVDb2xvciI6bnVsbCwiTGluZVdlaWdodCI6MC4wLCJMaW5lVHlwZSI6MCwiUGFyZW50U3R5bGUiOm51bGx9LCJQYXJlbnRTdHlsZSI6bnVsbH0sIkRhdGVTdHlsZSI6eyIkaWQiOiIxODUzIiwiRm9udFNldHRpbmdzIjp7IiRpZCI6IjE4NTQiLCJGb250U2l6ZSI6MTAsIkZvbnROYW1lIjoiVGl0aWxsaXVtIFdlYiIsIklzQm9sZCI6ZmFsc2UsIklzSXRhbGljIjpmYWxzZSwiSXNVbmRlcmxpbmVkIjpmYWxzZSwiUGFyZW50U3R5bGUiOm51bGx9LCJBdXRvU2l6ZSI6MCwiRm9yZWdyb3VuZCI6eyIkaWQiOiIxODU1IiwiQ29sb3IiOnsiJGlkIjoiMTg1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xODU3IiwiVG9wIjowLjAsIkxlZnQiOjAuMCwiUmlnaHQiOjAuMCwiQm90dG9tIjowLjB9LCJQYWRkaW5nIjp7IiRpZCI6IjE4NTgiLCJUb3AiOjAuMCwiTGVmdCI6MC4wLCJSaWdodCI6MC4wLCJCb3R0b20iOjAuMH0sIkJhY2tncm91bmQiOnsiJGlkIjoiMTg1OSIsIkNvbG9yIjp7IiRpZCI6IjE4NjAiLCJBIjowLCJSIjoyNTUsIkciOjI1NSwiQiI6MjU1fX0sIklzVmlzaWJsZSI6dHJ1ZSwiV2lkdGgiOjAuMCwiSGVpZ2h0IjowLjAsIkJvcmRlclN0eWxlIjp7IiRpZCI6IjE4NjEiLCJMaW5lQ29sb3IiOm51bGwsIkxpbmVXZWlnaHQiOjAuMCwiTGluZVR5cGUiOjAsIlBhcmVudFN0eWxlIjpudWxsfSwiUGFyZW50U3R5bGUiOm51bGx9LCJEYXRlRm9ybWF0Ijp7IiRpZCI6IjE4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2MyIsIkZvcm1hdCI6MCwiSXNWaXNpYmxlIjpmYWxzZSwiTGFzdEtub3duVmlzaWJpbGl0eVN0YXRlIjpmYWxzZX0sIklzVmlzaWJsZSI6dHJ1ZSwiVmFyaWFuY2VTdHlsZSI6eyIkaWQiOiIxODY0IiwiVGV4dFN0eWxlIjp7IiRpZCI6IjE4NjUiLCJGb250U2V0dGluZ3MiOnsiJGlkIjoiMTg2NiIsIkZvbnRTaXplIjoxMCwiRm9udE5hbWUiOiJDYWxpYnJpIiwiSXNCb2xkIjpmYWxzZSwiSXNJdGFsaWMiOmZhbHNlLCJJc1VuZGVybGluZWQiOmZhbHNlLCJQYXJlbnRTdHlsZSI6bnVsbH0sIkF1dG9TaXplIjowLCJGb3JlZ3JvdW5kIjp7IiRpZCI6IjE4NjciLCJDb2xvciI6eyIkaWQiOiIxOD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NjkiLCJUb3AiOjAuMCwiTGVmdCI6MC4wLCJSaWdodCI6MC4wLCJCb3R0b20iOjAuMH0sIlBhZGRpbmciOnsiJGlkIjoiMTg3MCIsIlRvcCI6MC4wLCJMZWZ0IjowLjAsIlJpZ2h0IjowLjAsIkJvdHRvbSI6MC4wfSwiQmFja2dyb3VuZCI6eyIkaWQiOiIxODcxIiwiQ29sb3IiOnsiJGlkIjoiMTg3MiIsIkEiOjI1NSwiUiI6MCwiRyI6MCwiQiI6MH19LCJJc1Zpc2libGUiOnRydWUsIldpZHRoIjowLjAsIkhlaWdodCI6MC4wLCJCb3JkZXJTdHlsZSI6eyIkaWQiOiIxODczIiwiTGluZUNvbG9yIjpudWxsLCJMaW5lV2VpZ2h0IjowLjAsIkxpbmVUeXBlIjowLCJQYXJlbnRTdHlsZSI6bnVsbH0sIlBhcmVudFN0eWxlIjpudWxsfSwiUGFyZW50U3R5bGUiOm51bGx9LCJQYXJlbnRTdHlsZSI6bnVsbH0sIkluZGV4IjoxMywiU21hcnREdXJhdGlvbkFjdGl2YXRlZCI6ZmFsc2UsIkRhdGVGb3JtYXQiOnsiJHJlZiI6IjE4NjIifSwiV2Vla051bWJlcmluZyI6eyIkaWQiOiIxODc0IiwiRm9ybWF0IjowLCJJc1Zpc2libGUiOmZhbHNlLCJMYXN0S25vd25WaXNpYmlsaXR5U3RhdGUiOmZhbHNlfSwiQmFzZWxpbmVEYXRhIjp7IiRpZCI6IjE4NzUiLCJTdGFydERhdGUiOiIyMDI2LTEwLTAxVDAwOjAwOjAwIiwiRW5kRGF0ZSI6IjIwMjYtMTEtMzBUMjM6NTk6MDAifSwiSWQiOiIwYmQ2ZDFhMS1mY2FmLTRmMmMtOTRhNy03NDk1NGY5YTU5OGQiLCJJbXBvcnRJZCI6bnVsbCwiVGl0bGUiOiJGbHVqbyBlbmQtdG8tZW5kIChTcHJpbnRzICgxMSAtIDE0KSIsIk5vdGUiOm51bGwsIkh5cGVybGluayI6eyIkaWQiOiIxODc2IiwiQWRkcmVzcyI6IiIsIlN1YkFkZHJlc3MiOiIifSwiSXNDaGFuZ2VkIjpmYWxzZSwiSXNOZXciOmZhbHNlfX1dLCJfbWlsZXN0b25lcyI6W10sIklkIjoiMDAwMDAwMDAtMDAwMC0wMDAwLTAwMDAtMDAwMDAwMDAwMDAwIiwiSXNTaW5nbGVJdGVtUm93Ijp0cnVlfV0sIkluZGV4IjoxMiwiSWQiOiJjOWYxOGNkYy04MzUwLTQ5YTUtOGM2Mi0xN2Y3YzhiNzBiNzIiLCJIZWFkZXJUZXh0IjpudWxsLCJJc0RlZmF1bHQiOnRydWUsIlN0eWxlIjp7IiRpZCI6IjE4NzciLCJIZWFkZXJTdHlsZSI6eyIkaWQiOiIxODc4IiwiVGV4dFN0eWxlIjp7IiRpZCI6IjE4NzkiLCJGb250U2V0dGluZ3MiOnsiJGlkIjoiMTg4MCIsIkZvbnRTaXplIjoxMSwiRm9udE5hbWUiOiJDYWxpYnJpIiwiSXNCb2xkIjpmYWxzZSwiSXNJdGFsaWMiOmZhbHNlLCJJc1VuZGVybGluZWQiOmZhbHNlLCJQYXJlbnRTdHlsZSI6bnVsbH0sIkF1dG9TaXplIjoyLCJGb3JlZ3JvdW5kIjp7IiRpZCI6IjE4ODEiLCJDb2xvciI6eyIkaWQiOiIxODg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g4MyIsIlRvcCI6MC4wLCJMZWZ0IjowLjAsIlJpZ2h0IjowLjAsIkJvdHRvbSI6MC4wfSwiUGFkZGluZyI6eyIkaWQiOiIxODg0IiwiVG9wIjowLjAsIkxlZnQiOjAuMCwiUmlnaHQiOjAuMCwiQm90dG9tIjowLjB9LCJCYWNrZ3JvdW5kIjp7IiRpZCI6IjE4ODUiLCJDb2xvciI6eyIkaWQiOiIxODg2IiwiQSI6MjU1LCJSIjo2NCwiRyI6NjQsIkIiOjY0fX0sIklzVmlzaWJsZSI6dHJ1ZSwiV2lkdGgiOjAuMCwiSGVpZ2h0IjowLjAsIkJvcmRlclN0eWxlIjpudWxsLCJQYXJlbnRTdHlsZSI6bnVsbH0sIlJlY3RhbmdsZVN0eWxlIjp7IiRpZCI6IjE4ODciLCJNYXJnaW4iOnsiJGlkIjoiMTg4OCIsIlRvcCI6MC4wLCJMZWZ0IjowLjAsIlJpZ2h0IjowLjAsIkJvdHRvbSI6MC4wfSwiUGFkZGluZyI6eyIkaWQiOiIxODg5IiwiVG9wIjowLjAsIkxlZnQiOjAuMCwiUmlnaHQiOjAuMCwiQm90dG9tIjowLjB9LCJCYWNrZ3JvdW5kIjp7IiRpZCI6IjE4OTAiLCJDb2xvciI6eyIkaWQiOiIxODkxIiwiQSI6MTI3LCJSIjoyNTUsIkciOjE5MiwiQiI6MH19LCJJc1Zpc2libGUiOnRydWUsIldpZHRoIjowLjAsIkhlaWdodCI6MC4wLCJCb3JkZXJTdHlsZSI6eyIkaWQiOiIxODkyIiwiTGluZUNvbG9yIjp7IiRpZCI6IjE4OTMiLCIkdHlwZSI6Ik5MUkUuQ29tbW9uLkRvbS5Tb2xpZENvbG9yQnJ1c2gsIE5MUkUuQ29tbW9uIiwiQ29sb3IiOnsiJGlkIjoiMTg5NCIsIkEiOjI1NSwiUiI6MjU1LCJHIjoyNTUsIkIiOjI1NX19LCJMaW5lV2VpZ2h0IjowLjAsIkxpbmVUeXBlIjowLCJQYXJlbnRTdHlsZSI6bnVsbH0sIlBhcmVudFN0eWxlIjpudWxsfSwiTWFyZ2luIjp7IiRpZCI6IjE4OTUiLCJUb3AiOjAuMCwiTGVmdCI6MC4wLCJSaWdodCI6MC4wLCJCb3R0b20iOjAuMH0sIlBhZGRpbmciOnsiJGlkIjoiMTg5NiIsIlRvcCI6MC4wLCJMZWZ0IjowLjAsIlJpZ2h0IjowLjAsIkJvdHRvbSI6MC4wfSwiQmFja2dyb3VuZCI6bnVsbCwiSXNWaXNpYmxlIjp0cnVlLCJXaWR0aCI6MC4wLCJIZWlnaHQiOjAuMCwiQm9yZGVyU3R5bGUiOm51bGwsIlBhcmVudFN0eWxlIjpudWxsfSwiQmFja2dyb3VuZFN0eWxlIjp7IiRpZCI6IjE4OTciLCJNYXJnaW4iOnsiJGlkIjoiMTg5OCIsIlRvcCI6MC4wLCJMZWZ0IjowLjAsIlJpZ2h0IjowLjAsIkJvdHRvbSI6MC4wfSwiUGFkZGluZyI6eyIkaWQiOiIxODk5IiwiVG9wIjowLjAsIkxlZnQiOjAuMCwiUmlnaHQiOjAuMCwiQm90dG9tIjowLjB9LCJCYWNrZ3JvdW5kIjp7IiRpZCI6IjE5MDAiLCJDb2xvciI6eyIkaWQiOiIxOTAxIiwiQSI6NTEsIlIiOjIwMCwiRyI6MjAwLCJCIjoyMDB9fSwiSXNWaXNpYmxlIjp0cnVlLCJXaWR0aCI6MC4wLCJIZWlnaHQiOjAuMCwiQm9yZGVyU3R5bGUiOnsiJGlkIjoiMTkwMiIsIkxpbmVDb2xvciI6eyIkaWQiOiIxOTAzIiwiJHR5cGUiOiJOTFJFLkNvbW1vbi5Eb20uU29saWRDb2xvckJydXNoLCBOTFJFLkNvbW1vbiIsIkNvbG9yIjp7IiRpZCI6IjE5MDQiLCJBIjoyNTUsIlIiOjIzNCwiRyI6MjIsIkIiOjMwfX0sIkxpbmVXZWlnaHQiOjAuMCwiTGluZVR5cGUiOjAsIlBhcmVudFN0eWxlIjpudWxsfSwiUGFyZW50U3R5bGUiOm51bGx9LCJNYXJnaW4iOnsiJGlkIjoiMTkwNSIsIlRvcCI6MC4wLCJMZWZ0IjowLjAsIlJpZ2h0IjowLjAsIkJvdHRvbSI6MC4wfSwiUGFkZGluZyI6eyIkaWQiOiIxOTA2IiwiVG9wIjowLjAsIkxlZnQiOjAuMCwiUmlnaHQiOjAuMCwiQm90dG9tIjowLjB9LCJJc1Zpc2libGUiOnRydWUsIldpZHRoIjowLjAsIkhlaWdodCI6MC4wLCJCb3JkZXJTdHlsZSI6eyIkaWQiOiIxOTA3IiwiTGluZUNvbG9yIjpudWxsLCJMaW5lV2VpZ2h0IjowLjAsIkxpbmVUeXBlIjowLCJQYXJlbnRTdHlsZSI6bnVsbH0sIlBhcmVudFN0eWxlIjpudWxsfX1dLCJJZCI6IjhmMzc5YmNkLWQyNmUtNDJmNy1iZTI0LWI3ZTY0OWFlMDNkYyIsIkluZGV4IjoxMiwiSGVhZGVyVGV4dCI6IkFscGhhIiwiU3R5bGUiOnsiJGlkIjoiMTkwOCIsIlN0eWxlSWQiOiI5ODUxM2UxMC01NTFjLTRmMzAtYWMxMS1hMDY5MGU5MDMxMzQiLCJIZWFkZXJTdHlsZSI6eyIkaWQiOiIxOTA5IiwiVGV4dElzVmVydGljYWwiOmZhbHNlLCJUZXh0U3R5bGUiOnsiJGlkIjoiMTkxMCIsIkZvbnRTZXR0aW5ncyI6eyIkaWQiOiIxOTExIiwiRm9udFNpemUiOjExLCJGb250TmFtZSI6IlRpdGlsbGl1bSBXZWIiLCJJc0JvbGQiOmZhbHNlLCJJc0l0YWxpYyI6ZmFsc2UsIklzVW5kZXJsaW5lZCI6ZmFsc2UsIlBhcmVudFN0eWxlIjpudWxsfSwiQXV0b1NpemUiOjIsIkZvcmVncm91bmQiOnsiJGlkIjoiMTkxMiIsIkNvbG9yIjp7IiRpZCI6IjE5MT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OTE0IiwiVG9wIjowLjAsIkxlZnQiOjAuMCwiUmlnaHQiOjAuMCwiQm90dG9tIjowLjB9LCJQYWRkaW5nIjp7IiRpZCI6IjE5MTUiLCJUb3AiOjAuMCwiTGVmdCI6MC4wLCJSaWdodCI6MC4wLCJCb3R0b20iOjAuMH0sIkJhY2tncm91bmQiOnsiJGlkIjoiMTkxNiIsIkNvbG9yIjp7IiRpZCI6IjE5MTciLCJBIjoyNTUsIlIiOjM4LCJHIjozOCwiQiI6Mzh9fSwiSXNWaXNpYmxlIjp0cnVlLCJXaWR0aCI6MC4wLCJIZWlnaHQiOjAuMCwiQm9yZGVyU3R5bGUiOm51bGwsIlBhcmVudFN0eWxlIjpudWxsfSwiUmVjdGFuZ2xlU3R5bGUiOnsiJGlkIjoiMTkxOCIsIk1hcmdpbiI6eyIkaWQiOiIxOTE5IiwiVG9wIjowLjAsIkxlZnQiOjAuMCwiUmlnaHQiOjAuMCwiQm90dG9tIjowLjB9LCJQYWRkaW5nIjp7IiRpZCI6IjE5MjAiLCJUb3AiOjAuMCwiTGVmdCI6MC4wLCJSaWdodCI6MC4wLCJCb3R0b20iOjAuMH0sIkJhY2tncm91bmQiOnsiJGlkIjoiMTkyMSIsIkNvbG9yIjp7IiRpZCI6IjE5MjIiLCJBIjoyNTUsIlIiOjI1NSwiRyI6MTkyLCJCIjowfX0sIklzVmlzaWJsZSI6dHJ1ZSwiV2lkdGgiOjAuMCwiSGVpZ2h0IjowLjAsIkJvcmRlclN0eWxlIjp7IiRpZCI6IjE5MjMiLCJMaW5lQ29sb3IiOnsiJGlkIjoiMTkyNCIsIiR0eXBlIjoiTkxSRS5Db21tb24uRG9tLlNvbGlkQ29sb3JCcnVzaCwgTkxSRS5Db21tb24iLCJDb2xvciI6eyIkaWQiOiIxOTI1IiwiQSI6MjU1LCJSIjoyNTUsIkciOjI1NSwiQiI6MjU1fX0sIkxpbmVXZWlnaHQiOjAuMCwiTGluZVR5cGUiOjAsIlBhcmVudFN0eWxlIjpudWxsfSwiUGFyZW50U3R5bGUiOm51bGx9LCJNYXJnaW4iOnsiJGlkIjoiMTkyNiIsIlRvcCI6MC4wLCJMZWZ0IjowLjAsIlJpZ2h0IjowLjAsIkJvdHRvbSI6MC4wfSwiUGFkZGluZyI6eyIkaWQiOiIxOTI3IiwiVG9wIjowLjAsIkxlZnQiOjAuMCwiUmlnaHQiOjAuMCwiQm90dG9tIjowLjB9LCJCYWNrZ3JvdW5kIjpudWxsLCJJc1Zpc2libGUiOnRydWUsIldpZHRoIjowLjAsIkhlaWdodCI6MC4wLCJCb3JkZXJTdHlsZSI6bnVsbCwiUGFyZW50U3R5bGUiOm51bGx9LCJCYWNrZ3JvdW5kU3R5bGUiOnsiJGlkIjoiMTkyOCIsIk1hcmdpbiI6eyIkaWQiOiIxOTI5IiwiVG9wIjowLjAsIkxlZnQiOjAuMCwiUmlnaHQiOjAuMCwiQm90dG9tIjowLjB9LCJQYWRkaW5nIjp7IiRpZCI6IjE5MzAiLCJUb3AiOjAuMCwiTGVmdCI6MC4wLCJSaWdodCI6MC4wLCJCb3R0b20iOjAuMH0sIkJhY2tncm91bmQiOnsiJGlkIjoiMTkzMSIsIkNvbG9yIjp7IiRpZCI6IjE5MzIiLCJBIjo1MSwiUiI6MjAwLCJHIjoyMDAsIkIiOjIwMH19LCJJc1Zpc2libGUiOnRydWUsIldpZHRoIjowLjAsIkhlaWdodCI6MC4wLCJCb3JkZXJTdHlsZSI6eyIkaWQiOiIxOTMzIiwiTGluZUNvbG9yIjp7IiRpZCI6IjE5MzQiLCIkdHlwZSI6Ik5MUkUuQ29tbW9uLkRvbS5Tb2xpZENvbG9yQnJ1c2gsIE5MUkUuQ29tbW9uIiwiQ29sb3IiOnsiJGlkIjoiMTkzNSIsIkEiOjI1NSwiUiI6MjM0LCJHIjoyMiwiQiI6MzB9fSwiTGluZVdlaWdodCI6MC4wLCJMaW5lVHlwZSI6MCwiUGFyZW50U3R5bGUiOm51bGx9LCJQYXJlbnRTdHlsZSI6bnVsbH0sIklzQWJvdmVUaW1lYmFuZCI6ZmFsc2UsIlNwYWNpbmciOjIsIkRlZmF1bHRTd2ltbGFuZVRhc2tTdHlsZSI6eyIkaWQiOiIxOTM2IiwiJHR5cGUiOiJOTFJFLkNvbW1vbi5Eb20uU3R5bGVzLkV4cGxpY2l0U2V0YWJsZVRhc2tTdHlsZSwgTkxSRS5Db21tb24iLCJTaGFwZSI6MSwiU2hhcGVUaGlja25lc3MiOjAsIkR1cmF0aW9uRm9ybWF0IjowLCJJbmNsdWRlTm9uV29ya2luZ0RheXNJbkR1cmF0aW9uIjpmYWxzZSwiUGVyY2VudGFnZUNvbXBsZXRlU3R5bGUiOnsiJGlkIjoiMTkzNyIsIkZvbnRTZXR0aW5ncyI6eyIkaWQiOiIxOTM4IiwiRm9udFNpemUiOjEwLCJGb250TmFtZSI6IkNhbGlicmkiLCJJc0JvbGQiOmZhbHNlLCJJc0l0YWxpYyI6ZmFsc2UsIklzVW5kZXJsaW5lZCI6ZmFsc2UsIlBhcmVudFN0eWxlIjpudWxsfSwiQXV0b1NpemUiOjAsIkZvcmVncm91bmQiOnsiJGlkIjoiMTkzOSIsIkNvbG9yIjp7IiRpZCI6IjE5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0MSIsIlRvcCI6MC4wLCJMZWZ0IjowLjAsIlJpZ2h0IjowLjAsIkJvdHRvbSI6MC4wfSwiUGFkZGluZyI6eyIkaWQiOiIxOTQyIiwiVG9wIjowLjAsIkxlZnQiOjAuMCwiUmlnaHQiOjAuMCwiQm90dG9tIjowLjB9LCJCYWNrZ3JvdW5kIjp7IiRpZCI6IjE5NDMiLCJDb2xvciI6eyIkaWQiOiIxOTQ0IiwiQSI6ODksIlIiOjAsIkciOjAsIkIiOjB9fSwiSXNWaXNpYmxlIjp0cnVlLCJXaWR0aCI6MC4wLCJIZWlnaHQiOjAuMCwiQm9yZGVyU3R5bGUiOnsiJGlkIjoiMTk0NSIsIkxpbmVDb2xvciI6bnVsbCwiTGluZVdlaWdodCI6MC4wLCJMaW5lVHlwZSI6MCwiUGFyZW50U3R5bGUiOm51bGx9LCJQYXJlbnRTdHlsZSI6bnVsbH0sIkR1cmF0aW9uU3R5bGUiOnsiJGlkIjoiMTk0NiIsIkZvbnRTZXR0aW5ncyI6eyIkaWQiOiIxOTQ3IiwiRm9udFNpemUiOjEwLCJGb250TmFtZSI6IkNhbGlicmkiLCJJc0JvbGQiOmZhbHNlLCJJc0l0YWxpYyI6ZmFsc2UsIklzVW5kZXJsaW5lZCI6ZmFsc2UsIlBhcmVudFN0eWxlIjpudWxsfSwiQXV0b1NpemUiOjAsIkZvcmVncm91bmQiOnsiJGlkIjoiMTk0OCIsIkNvbG9yIjp7IiRpZCI6IjE5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5NTAiLCJUb3AiOjAuMCwiTGVmdCI6MC4wLCJSaWdodCI6MC4wLCJCb3R0b20iOjAuMH0sIlBhZGRpbmciOnsiJGlkIjoiMTk1MSIsIlRvcCI6MC4wLCJMZWZ0IjowLjAsIlJpZ2h0IjowLjAsIkJvdHRvbSI6MC4wfSwiQmFja2dyb3VuZCI6eyIkaWQiOiIxOTUyIiwiQ29sb3IiOnsiJGlkIjoiMTk1MyIsIkEiOjI1NSwiUiI6NjgsIkciOjg0LCJCIjoxMDZ9fSwiSXNWaXNpYmxlIjp0cnVlLCJXaWR0aCI6MC4wLCJIZWlnaHQiOjAuMCwiQm9yZGVyU3R5bGUiOnsiJGlkIjoiMTk1NCIsIkxpbmVDb2xvciI6bnVsbCwiTGluZVdlaWdodCI6MC4wLCJMaW5lVHlwZSI6MCwiUGFyZW50U3R5bGUiOm51bGx9LCJQYXJlbnRTdHlsZSI6bnVsbH0sIkhvcml6b250YWxDb25uZWN0b3JTdHlsZSI6eyIkaWQiOiIxOTU1IiwiTGluZUNvbG9yIjp7IiRpZCI6IjE5NTYiLCIkdHlwZSI6Ik5MUkUuQ29tbW9uLkRvbS5Tb2xpZENvbG9yQnJ1c2gsIE5MUkUuQ29tbW9uIiwiQ29sb3IiOnsiJGlkIjoiMTk1NyIsIkEiOjI1NSwiUiI6MCwiRyI6MCwiQiI6MH19LCJMaW5lV2VpZ2h0IjowLjAsIkxpbmVUeXBlIjowLCJQYXJlbnRTdHlsZSI6bnVsbH0sIlZlcnRpY2FsQ29ubmVjdG9yU3R5bGUiOnsiJGlkIjoiMTk1OCIsIkxpbmVDb2xvciI6eyIkaWQiOiIxOTU5IiwiJHR5cGUiOiJOTFJFLkNvbW1vbi5Eb20uU29saWRDb2xvckJydXNoLCBOTFJFLkNvbW1vbiIsIkNvbG9yIjp7IiRpZCI6IjE5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OTYxIiwiU2hhcGVTdHlsZSI6eyIkaWQiOiIxOTYyIiwiTWFyZ2luIjp7IiRpZCI6IjE5NjMiLCJUb3AiOjAuMCwiTGVmdCI6MC4wLCJSaWdodCI6MC4wLCJCb3R0b20iOjAuMH0sIlBhZGRpbmciOnsiJGlkIjoiMTk2NCIsIlRvcCI6MC4wLCJMZWZ0IjowLjAsIlJpZ2h0IjowLjAsIkJvdHRvbSI6MC4wfSwiQmFja2dyb3VuZCI6eyIkaWQiOiIxOTY1IiwiQ29sb3IiOnsiJGlkIjoiMTk2NiIsIkEiOjE1MywiUiI6MCwiRyI6MCwiQiI6MH19LCJJc1Zpc2libGUiOnRydWUsIldpZHRoIjowLjAsIkhlaWdodCI6MC4wLCJCb3JkZXJTdHlsZSI6eyIkaWQiOiIxOTY3IiwiTGluZUNvbG9yIjp7IiRpZCI6IjE5NjgiLCIkdHlwZSI6Ik5MUkUuQ29tbW9uLkRvbS5Tb2xpZENvbG9yQnJ1c2gsIE5MUkUuQ29tbW9uIiwiQ29sb3IiOnsiJGlkIjoiMTk2OSIsIkEiOjI1NSwiUiI6MjU1LCJHIjowLCJCIjowfX0sIkxpbmVXZWlnaHQiOjAuMCwiTGluZVR5cGUiOjAsIlBhcmVudFN0eWxlIjpudWxsfSwiUGFyZW50U3R5bGUiOm51bGx9LCJNYXJnaW4iOnsiJGlkIjoiMTk3MCIsIlRvcCI6MC4wLCJMZWZ0IjowLjAsIlJpZ2h0IjowLjAsIkJvdHRvbSI6MC4wfSwiUGFkZGluZyI6eyIkaWQiOiIxOTcxIiwiVG9wIjowLjAsIkxlZnQiOjAuMCwiUmlnaHQiOjAuMCwiQm90dG9tIjowLjB9LCJCYWNrZ3JvdW5kIjpudWxsLCJJc1Zpc2libGUiOnRydWUsIldpZHRoIjowLjAsIkhlaWdodCI6MC4wLCJCb3JkZXJTdHlsZSI6bnVsbCwiUGFyZW50U3R5bGUiOm51bGx9LCJTaGFwZVN0eWxlIjp7IiRpZCI6IjE5NzIiLCJNYXJnaW4iOnsiJGlkIjoiMTk3MyIsIlRvcCI6MC4wLCJMZWZ0Ijo0LjAsIlJpZ2h0Ijo0LjAsIkJvdHRvbSI6MC4wfSwiUGFkZGluZyI6eyIkaWQiOiIxOTc0IiwiVG9wIjowLjAsIkxlZnQiOjAuMCwiUmlnaHQiOjAuMCwiQm90dG9tIjowLjB9LCJCYWNrZ3JvdW5kIjp7IiRpZCI6IjE5NzUiLCJDb2xvciI6eyIkaWQiOiIxOTc2IiwiQSI6MjU1LCJSIjoyNTUsIkciOjE5MiwiQiI6MH19LCJJc1Zpc2libGUiOnRydWUsIldpZHRoIjowLjAsIkhlaWdodCI6MTAuMCwiQm9yZGVyU3R5bGUiOnsiJGlkIjoiMTk3NyIsIkxpbmVDb2xvciI6eyIkaWQiOiIxOTc4IiwiJHR5cGUiOiJOTFJFLkNvbW1vbi5Eb20uU29saWRDb2xvckJydXNoLCBOTFJFLkNvbW1vbiIsIkNvbG9yIjp7IiRpZCI6IjE5NzkiLCJBIjoyNTUsIlIiOjIzNCwiRyI6MjIsIkIiOjMwfX0sIkxpbmVXZWlnaHQiOjAuMCwiTGluZVR5cGUiOjAsIlBhcmVudFN0eWxlIjpudWxsfSwiUGFyZW50U3R5bGUiOm51bGx9LCJUaXRsZVN0eWxlIjp7IiRpZCI6IjE5ODAiLCJGb250U2V0dGluZ3MiOnsiJGlkIjoiMTk4MSIsIkZvbnRTaXplIjoxMSwiRm9udE5hbWUiOiJDYWxpYnJpIiwiSXNCb2xkIjpmYWxzZSwiSXNJdGFsaWMiOmZhbHNlLCJJc1VuZGVybGluZWQiOmZhbHNlLCJQYXJlbnRTdHlsZSI6bnVsbH0sIkF1dG9TaXplIjowLCJGb3JlZ3JvdW5kIjp7IiRpZCI6IjE5ODIiLCJDb2xvciI6eyIkaWQiOiIxOTg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ODQiLCJUb3AiOjAuMCwiTGVmdCI6MC4wLCJSaWdodCI6MC4wLCJCb3R0b20iOjAuMH0sIlBhZGRpbmciOnsiJGlkIjoiMTk4NSIsIlRvcCI6MC4wLCJMZWZ0IjowLjAsIlJpZ2h0IjowLjAsIkJvdHRvbSI6MC4wfSwiQmFja2dyb3VuZCI6eyIkaWQiOiIxOTg2IiwiQ29sb3IiOnsiJGlkIjoiMTk4NyIsIkEiOjI1NSwiUiI6MCwiRyI6MCwiQiI6MH19LCJJc1Zpc2libGUiOnRydWUsIldpZHRoIjowLjAsIkhlaWdodCI6MC4wLCJCb3JkZXJTdHlsZSI6eyIkaWQiOiIxOTg4IiwiTGluZUNvbG9yIjpudWxsLCJMaW5lV2VpZ2h0IjowLjAsIkxpbmVUeXBlIjowLCJQYXJlbnRTdHlsZSI6bnVsbH0sIlBhcmVudFN0eWxlIjpudWxsfSwiRGF0ZVN0eWxlIjp7IiRpZCI6IjE5ODkiLCJGb250U2V0dGluZ3MiOnsiJGlkIjoiMTk5MCIsIkZvbnRTaXplIjoxMCwiRm9udE5hbWUiOiJDYWxpYnJpIiwiSXNCb2xkIjpmYWxzZSwiSXNJdGFsaWMiOmZhbHNlLCJJc1VuZGVybGluZWQiOmZhbHNlLCJQYXJlbnRTdHlsZSI6bnVsbH0sIkF1dG9TaXplIjowLCJGb3JlZ3JvdW5kIjp7IiRpZCI6IjE5OTEiLCJDb2xvciI6eyIkaWQiOiIxOTk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xOTkzIiwiVG9wIjowLjAsIkxlZnQiOjAuMCwiUmlnaHQiOjAuMCwiQm90dG9tIjowLjB9LCJQYWRkaW5nIjp7IiRpZCI6IjE5OTQiLCJUb3AiOjAuMCwiTGVmdCI6MC4wLCJSaWdodCI6MC4wLCJCb3R0b20iOjAuMH0sIkJhY2tncm91bmQiOnsiJGlkIjoiMTk5NSIsIkNvbG9yIjp7IiRpZCI6IjE5OTYiLCJBIjoyNTUsIlIiOjY4LCJHIjo4NCwiQiI6MTA2fX0sIklzVmlzaWJsZSI6dHJ1ZSwiV2lkdGgiOjAuMCwiSGVpZ2h0IjowLjAsIkJvcmRlclN0eWxlIjp7IiRpZCI6IjE5OTciLCJMaW5lQ29sb3IiOm51bGwsIkxpbmVXZWlnaHQiOjAuMCwiTGluZVR5cGUiOjAsIlBhcmVudFN0eWxlIjpudWxsfSwiUGFyZW50U3R5bGUiOm51bGx9LCJEYXRlRm9ybWF0Ijp7IiRpZCI6IjE5O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5OSIsIkZvcm1hdCI6MCwiSXNWaXNpYmxlIjpmYWxzZSwiTGFzdEtub3duVmlzaWJpbGl0eVN0YXRlIjpmYWxzZX0sIklzVmlzaWJsZSI6dHJ1ZSwiVmFyaWFuY2VTdHlsZSI6eyIkaWQiOiIyMDAwIiwiVGV4dFN0eWxlIjp7IiRpZCI6IjIwMDEiLCJGb250U2V0dGluZ3MiOnsiJGlkIjoiMjAwMiIsIkZvbnRTaXplIjoxMCwiRm9udE5hbWUiOiJDYWxpYnJpIiwiSXNCb2xkIjpmYWxzZSwiSXNJdGFsaWMiOmZhbHNlLCJJc1VuZGVybGluZWQiOmZhbHNlLCJQYXJlbnRTdHlsZSI6bnVsbH0sIkF1dG9TaXplIjowLCJGb3JlZ3JvdW5kIjp7IiRpZCI6IjIwMDMiLCJDb2xvciI6eyIkaWQiOiIyM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MDUiLCJUb3AiOjAuMCwiTGVmdCI6MC4wLCJSaWdodCI6MC4wLCJCb3R0b20iOjAuMH0sIlBhZGRpbmciOnsiJGlkIjoiMjAwNiIsIlRvcCI6MC4wLCJMZWZ0IjowLjAsIlJpZ2h0IjowLjAsIkJvdHRvbSI6MC4wfSwiQmFja2dyb3VuZCI6eyIkaWQiOiIyMDA3IiwiQ29sb3IiOnsiJGlkIjoiMjAwOCIsIkEiOjI1NSwiUiI6MCwiRyI6MCwiQiI6MH19LCJJc1Zpc2libGUiOnRydWUsIldpZHRoIjowLjAsIkhlaWdodCI6MC4wLCJCb3JkZXJTdHlsZSI6eyIkaWQiOiIyMDA5IiwiTGluZUNvbG9yIjpudWxsLCJMaW5lV2VpZ2h0IjowLjAsIkxpbmVUeXBlIjowLCJQYXJlbnRTdHlsZSI6bnVsbH0sIlBhcmVudFN0eWxlIjpudWxsfSwiUGFyZW50U3R5bGUiOm51bGx9LCJQYXJlbnRTdHlsZSI6bnVsbCwiX2V4cGxpY2l0bHlTZXQiOnsiJGlkIjoiMjAx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wMTEiLCJTaGFwZSI6MSwiQ29ubmVjdG9yTWFyZ2luIjp7IiRpZCI6IjIwMTIiLCJUb3AiOjAuMCwiTGVmdCI6Mi4wLCJSaWdodCI6Mi4wLCJCb3R0b20iOjAuMH0sIkNvbm5lY3RvclN0eWxlIjp7IiRpZCI6IjIwMTMiLCJMaW5lQ29sb3IiOnsiJGlkIjoiMjAxNCIsIiR0eXBlIjoiTkxSRS5Db21tb24uRG9tLlNvbGlkQ29sb3JCcnVzaCwgTkxSRS5Db21tb24iLCJDb2xvciI6eyIkaWQiOiIyMDE1IiwiQSI6MTI3LCJSIjoxMjcsIkciOjk2LCJCIjowfX0sIkxpbmVXZWlnaHQiOjEuMCwiTGluZVR5cGUiOjAsIlBhcmVudFN0eWxlIjpudWxsfSwiSXNCZWxvd1RpbWViYW5kIjpmYWxzZSwiUG9zaXRpb25PblRhc2siOjEsIkhpZGVEYXRlIjpmYWxzZSwiU2hhcGVTaXplIjowLCJTcGFjaW5nIjowLjAsIlBhZGRpbmciOnsiJGlkIjoiMjAxNiIsIlRvcCI6NS4wLCJMZWZ0IjozLjAsIlJpZ2h0IjowLjAsIkJvdHRvbSI6Mi4wfSwiU2hhcGVTdHlsZSI6eyIkaWQiOiIyMDE3IiwiTWFyZ2luIjp7IiRpZCI6IjIwMTgiLCJUb3AiOjAuMCwiTGVmdCI6MC4wLCJSaWdodCI6MC4wLCJCb3R0b20iOjAuMH0sIlBhZGRpbmciOnsiJGlkIjoiMjAxOSIsIlRvcCI6MC4wLCJMZWZ0IjowLjAsIlJpZ2h0IjowLjAsIkJvdHRvbSI6MC4wfSwiQmFja2dyb3VuZCI6eyIkaWQiOiIyMDIwIiwiQ29sb3IiOnsiJGlkIjoiMjAyMSIsIkEiOjI1NSwiUiI6MTI3LCJHIjo5NiwiQiI6MH19LCJJc1Zpc2libGUiOnRydWUsIldpZHRoIjoxMi4wLCJIZWlnaHQiOjE0LjAsIkJvcmRlclN0eWxlIjp7IiRpZCI6IjIwMjIiLCJMaW5lQ29sb3IiOnsiJGlkIjoiMjAyMyIsIiR0eXBlIjoiTkxSRS5Db21tb24uRG9tLlNvbGlkQ29sb3JCcnVzaCwgTkxSRS5Db21tb24iLCJDb2xvciI6eyIkaWQiOiIyMDI0IiwiQSI6MjU1LCJSIjoyNTUsIkciOjI1NSwiQiI6MjU1fX0sIkxpbmVXZWlnaHQiOjAuMCwiTGluZVR5cGUiOjAsIlBhcmVudFN0eWxlIjpudWxsfSwiUGFyZW50U3R5bGUiOm51bGx9LCJUaXRsZVN0eWxlIjp7IiRpZCI6IjIwMjUiLCJGb250U2V0dGluZ3MiOnsiJGlkIjoiMjAyNiIsIkZvbnRTaXplIjoxMSwiRm9udE5hbWUiOiJDYWxpYnJpIiwiSXNCb2xkIjpmYWxzZSwiSXNJdGFsaWMiOmZhbHNlLCJJc1VuZGVybGluZWQiOmZhbHNlLCJQYXJlbnRTdHlsZSI6bnVsbH0sIkF1dG9TaXplIjowLCJGb3JlZ3JvdW5kIjp7IiRpZCI6IjIwMjciLCJDb2xvciI6eyIkaWQiOiIyMDI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wMjkiLCJUb3AiOjAuMCwiTGVmdCI6MC4wLCJSaWdodCI6MC4wLCJCb3R0b20iOjAuMH0sIlBhZGRpbmciOnsiJGlkIjoiMjAzMCIsIlRvcCI6MC4wLCJMZWZ0IjowLjAsIlJpZ2h0IjowLjAsIkJvdHRvbSI6MC4wfSwiQmFja2dyb3VuZCI6eyIkaWQiOiIyMDMxIiwiQ29sb3IiOnsiJGlkIjoiMjAzMiIsIkEiOjI1NSwiUiI6MCwiRyI6MCwiQiI6MH19LCJJc1Zpc2libGUiOnRydWUsIldpZHRoIjowLjAsIkhlaWdodCI6MC4wLCJCb3JkZXJTdHlsZSI6eyIkaWQiOiIyMDMzIiwiTGluZUNvbG9yIjpudWxsLCJMaW5lV2VpZ2h0IjowLjAsIkxpbmVUeXBlIjowLCJQYXJlbnRTdHlsZSI6bnVsbH0sIlBhcmVudFN0eWxlIjpudWxsfSwiRGF0ZVN0eWxlIjp7IiRpZCI6IjIwMzQiLCJGb250U2V0dGluZ3MiOnsiJGlkIjoiMjAzNSIsIkZvbnRTaXplIjoxMCwiRm9udE5hbWUiOiJDYWxpYnJpIiwiSXNCb2xkIjpmYWxzZSwiSXNJdGFsaWMiOmZhbHNlLCJJc1VuZGVybGluZWQiOmZhbHNlLCJQYXJlbnRTdHlsZSI6bnVsbH0sIkF1dG9TaXplIjowLCJGb3JlZ3JvdW5kIjp7IiRpZCI6IjIwMzYiLCJDb2xvciI6eyIkaWQiOiIyMDM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yMDM4IiwiVG9wIjowLjAsIkxlZnQiOjAuMCwiUmlnaHQiOjAuMCwiQm90dG9tIjowLjB9LCJQYWRkaW5nIjp7IiRpZCI6IjIwMzkiLCJUb3AiOjAuMCwiTGVmdCI6MC4wLCJSaWdodCI6MC4wLCJCb3R0b20iOjAuMH0sIkJhY2tncm91bmQiOnsiJGlkIjoiMjA0MCIsIkNvbG9yIjp7IiRpZCI6IjIwNDEiLCJBIjoyNTUsIlIiOjY4LCJHIjo4NCwiQiI6MTA2fX0sIklzVmlzaWJsZSI6dHJ1ZSwiV2lkdGgiOjAuMCwiSGVpZ2h0IjowLjAsIkJvcmRlclN0eWxlIjp7IiRpZCI6IjIwNDIiLCJMaW5lQ29sb3IiOm51bGwsIkxpbmVXZWlnaHQiOjAuMCwiTGluZVR5cGUiOjAsIlBhcmVudFN0eWxlIjpudWxsfSwiUGFyZW50U3R5bGUiOm51bGx9LCJEYXRlRm9ybWF0Ijp7IiRpZCI6IjIwND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0NCIsIkZvcm1hdCI6MCwiSXNWaXNpYmxlIjpmYWxzZSwiTGFzdEtub3duVmlzaWJpbGl0eVN0YXRlIjpmYWxzZX0sIklzVmlzaWJsZSI6ZmFsc2UsIlZhcmlhbmNlU3R5bGUiOnsiJGlkIjoiMjA0NSIsIlRleHRTdHlsZSI6eyIkaWQiOiIyMDQ2IiwiRm9udFNldHRpbmdzIjp7IiRpZCI6IjIwNDciLCJGb250U2l6ZSI6MTAsIkZvbnROYW1lIjoiQ2FsaWJyaSIsIklzQm9sZCI6ZmFsc2UsIklzSXRhbGljIjpmYWxzZSwiSXNVbmRlcmxpbmVkIjpmYWxzZSwiUGFyZW50U3R5bGUiOm51bGx9LCJBdXRvU2l6ZSI6MCwiRm9yZWdyb3VuZCI6eyIkaWQiOiIyMDQ4IiwiQ29sb3IiOnsiJGlkIjoiMjA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UwIiwiVG9wIjowLjAsIkxlZnQiOjAuMCwiUmlnaHQiOjAuMCwiQm90dG9tIjowLjB9LCJQYWRkaW5nIjp7IiRpZCI6IjIwNTEiLCJUb3AiOjAuMCwiTGVmdCI6MC4wLCJSaWdodCI6MC4wLCJCb3R0b20iOjAuMH0sIkJhY2tncm91bmQiOnsiJGlkIjoiMjA1MiIsIkNvbG9yIjp7IiRpZCI6IjIwNTMiLCJBIjoyNTUsIlIiOjAsIkciOjAsIkIiOjB9fSwiSXNWaXNpYmxlIjp0cnVlLCJXaWR0aCI6MC4wLCJIZWlnaHQiOjAuMCwiQm9yZGVyU3R5bGUiOnsiJGlkIjoiMjA1NCIsIkxpbmVDb2xvciI6bnVsbCwiTGluZVdlaWdodCI6MC4wLCJMaW5lVHlwZSI6MCwiUGFyZW50U3R5bGUiOm51bGx9LCJQYXJlbnRTdHlsZSI6bnVsbH0sIlBhcmVudFN0eWxlIjpudWxsfSwiUGFyZW50U3R5bGUiOm51bGx9LCJEZWZhdWx0U3dpbWxhbmVNaWxlc3RvbmVTdHlsZSI6eyIkaWQiOiIyMDU1IiwiVGl0bGVQb3NpdGlvbiI6IkxlZnQiLCJEYXRlUG9zaXRpb24iOiJSaWdodCIsIlZhcmlhbmNlUG9zaXRpb24iOiJSaWdodCIsIlNoYXBlVHlwZSI6MSwiU2hhcGVTaXplIjowLCJTcGFjaW5nIjo1LCJTaGFwZVN0eWxlIjp7IiRpZCI6IjIwNTYiLCJNYXJnaW4iOnsiJGlkIjoiMjA1NyIsIlRvcCI6MC4wLCJMZWZ0IjowLjAsIlJpZ2h0IjowLjAsIkJvdHRvbSI6MC4wfSwiUGFkZGluZyI6eyIkaWQiOiIyMDU4IiwiVG9wIjowLjAsIkxlZnQiOjAuMCwiUmlnaHQiOjAuMCwiQm90dG9tIjowLjB9LCJCYWNrZ3JvdW5kIjp7IiRpZCI6IjIwNTkiLCJDb2xvciI6eyIkaWQiOiIyMDYwIiwiQSI6MjU1LCJSIjoyNTUsIkciOjE5MiwiQiI6MH19LCJJc1Zpc2libGUiOnRydWUsIldpZHRoIjoxMi4wLCJIZWlnaHQiOjE0LjAsIkJvcmRlclN0eWxlIjp7IiRpZCI6IjIwNjEiLCJMaW5lQ29sb3IiOnsiJGlkIjoiMjA2MiIsIiR0eXBlIjoiTkxSRS5Db21tb24uRG9tLlNvbGlkQ29sb3JCcnVzaCwgTkxSRS5Db21tb24iLCJDb2xvciI6eyIkaWQiOiIyMDYzIiwiQSI6MjU1LCJSIjoyMzQsIkciOjIyLCJCIjozMH19LCJMaW5lV2VpZ2h0IjowLjAsIkxpbmVUeXBlIjowLCJQYXJlbnRTdHlsZSI6bnVsbH0sIlBhcmVudFN0eWxlIjpudWxsfSwiVGl0bGVTdHlsZSI6eyIkaWQiOiIyMDY0IiwiRm9udFNldHRpbmdzIjp7IiRpZCI6IjIwNjUiLCJGb250U2l6ZSI6MTEsIkZvbnROYW1lIjoiQ2FsaWJyaSIsIklzQm9sZCI6ZmFsc2UsIklzSXRhbGljIjpmYWxzZSwiSXNVbmRlcmxpbmVkIjpmYWxzZSwiUGFyZW50U3R5bGUiOm51bGx9LCJBdXRvU2l6ZSI6MCwiRm9yZWdyb3VuZCI6eyIkaWQiOiIyMDY2IiwiQ29sb3IiOnsiJGlkIjoiMjA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DY4IiwiVG9wIjowLjAsIkxlZnQiOjAuMCwiUmlnaHQiOjAuMCwiQm90dG9tIjowLjB9LCJQYWRkaW5nIjp7IiRpZCI6IjIwNjkiLCJUb3AiOjAuMCwiTGVmdCI6MC4wLCJSaWdodCI6MC4wLCJCb3R0b20iOjAuMH0sIkJhY2tncm91bmQiOnsiJGlkIjoiMjA3MCIsIkNvbG9yIjp7IiRpZCI6IjIwNzEiLCJBIjoyNTUsIlIiOjAsIkciOjAsIkIiOjB9fSwiSXNWaXNpYmxlIjp0cnVlLCJXaWR0aCI6MC4wLCJIZWlnaHQiOjAuMCwiQm9yZGVyU3R5bGUiOnsiJGlkIjoiMjA3MiIsIkxpbmVDb2xvciI6bnVsbCwiTGluZVdlaWdodCI6MC4wLCJMaW5lVHlwZSI6MCwiUGFyZW50U3R5bGUiOm51bGx9LCJQYXJlbnRTdHlsZSI6bnVsbH0sIkRhdGVTdHlsZSI6eyIkaWQiOiIyMDczIiwiRm9udFNldHRpbmdzIjp7IiRpZCI6IjIwNzQiLCJGb250U2l6ZSI6MTAsIkZvbnROYW1lIjoiQ2FsaWJyaSIsIklzQm9sZCI6ZmFsc2UsIklzSXRhbGljIjpmYWxzZSwiSXNVbmRlcmxpbmVkIjpmYWxzZSwiUGFyZW50U3R5bGUiOm51bGx9LCJBdXRvU2l6ZSI6MCwiRm9yZWdyb3VuZCI6eyIkaWQiOiIyMDc1IiwiQ29sb3IiOnsiJGlkIjoiMjA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A3NyIsIlRvcCI6MC4wLCJMZWZ0IjowLjAsIlJpZ2h0IjowLjAsIkJvdHRvbSI6MC4wfSwiUGFkZGluZyI6eyIkaWQiOiIyMDc4IiwiVG9wIjowLjAsIkxlZnQiOjAuMCwiUmlnaHQiOjAuMCwiQm90dG9tIjowLjB9LCJCYWNrZ3JvdW5kIjp7IiRpZCI6IjIwNzkiLCJDb2xvciI6eyIkaWQiOiIyMDgwIiwiQSI6MjU1LCJSIjo2OCwiRyI6ODQsIkIiOjEwNn19LCJJc1Zpc2libGUiOnRydWUsIldpZHRoIjowLjAsIkhlaWdodCI6MC4wLCJCb3JkZXJTdHlsZSI6eyIkaWQiOiIyMDgxIiwiTGluZUNvbG9yIjpudWxsLCJMaW5lV2VpZ2h0IjowLjAsIkxpbmVUeXBlIjowLCJQYXJlbnRTdHlsZSI6bnVsbH0sIlBhcmVudFN0eWxlIjpudWxsfSwiRGF0ZUZvcm1hdCI6eyIkaWQiOiIyMD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ODMiLCJGb3JtYXQiOjAsIklzVmlzaWJsZSI6ZmFsc2UsIkxhc3RLbm93blZpc2liaWxpdHlTdGF0ZSI6ZmFsc2V9LCJJc1Zpc2libGUiOnRydWUsIlZhcmlhbmNlU3R5bGUiOnsiJGlkIjoiMjA4NCIsIlRleHRTdHlsZSI6eyIkaWQiOiIyMDg1IiwiRm9udFNldHRpbmdzIjp7IiRpZCI6IjIwODYiLCJGb250U2l6ZSI6MTAsIkZvbnROYW1lIjoiQ2FsaWJyaSIsIklzQm9sZCI6ZmFsc2UsIklzSXRhbGljIjpmYWxzZSwiSXNVbmRlcmxpbmVkIjpmYWxzZSwiUGFyZW50U3R5bGUiOm51bGx9LCJBdXRvU2l6ZSI6MCwiRm9yZWdyb3VuZCI6eyIkaWQiOiIyMDg3IiwiQ29sb3IiOnsiJGlkIjoiMjA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g5IiwiVG9wIjowLjAsIkxlZnQiOjAuMCwiUmlnaHQiOjAuMCwiQm90dG9tIjowLjB9LCJQYWRkaW5nIjp7IiRpZCI6IjIwOTAiLCJUb3AiOjAuMCwiTGVmdCI6MC4wLCJSaWdodCI6MC4wLCJCb3R0b20iOjAuMH0sIkJhY2tncm91bmQiOnsiJGlkIjoiMjA5MSIsIkNvbG9yIjp7IiRpZCI6IjIwOTIiLCJBIjoyNTUsIlIiOjAsIkciOjAsIkIiOjB9fSwiSXNWaXNpYmxlIjp0cnVlLCJXaWR0aCI6MC4wLCJIZWlnaHQiOjAuMCwiQm9yZGVyU3R5bGUiOnsiJGlkIjoiMjA5MyIsIkxpbmVDb2xvciI6bnVsbCwiTGluZVdlaWdodCI6MC4wLCJMaW5lVHlwZSI6MCwiUGFyZW50U3R5bGUiOm51bGx9LCJQYXJlbnRTdHlsZSI6bnVsbH0sIlBhcmVudFN0eWxlIjpudWxsfSwiUGFyZW50U3R5bGUiOm51bGx9LCJEZWZhdWx0U3dpbWxhbmVBY3Rpdml0eVN0eWxlIjp7IiRpZCI6IjIwOTQiLCJIZWFkZXJTdHlsZSI6eyIkaWQiOiIyMDk1IiwiVGV4dFN0eWxlIjp7IiRpZCI6IjIwOTYiLCJGb250U2V0dGluZ3MiOnsiJGlkIjoiMjA5NyIsIkZvbnRTaXplIjoxMSwiRm9udE5hbWUiOiJDYWxpYnJpIiwiSXNCb2xkIjpmYWxzZSwiSXNJdGFsaWMiOmZhbHNlLCJJc1VuZGVybGluZWQiOmZhbHNlLCJQYXJlbnRTdHlsZSI6bnVsbH0sIkF1dG9TaXplIjoyLCJGb3JlZ3JvdW5kIjp7IiRpZCI6IjIwOTgiLCJDb2xvciI6eyIkaWQiOiIyMD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EwMCIsIlRvcCI6MC4wLCJMZWZ0IjowLjAsIlJpZ2h0IjowLjAsIkJvdHRvbSI6MC4wfSwiUGFkZGluZyI6eyIkaWQiOiIyMTAxIiwiVG9wIjowLjAsIkxlZnQiOjAuMCwiUmlnaHQiOjAuMCwiQm90dG9tIjowLjB9LCJCYWNrZ3JvdW5kIjp7IiRpZCI6IjIxMDIiLCJDb2xvciI6eyIkaWQiOiIyMTAzIiwiQSI6MjU1LCJSIjo2NCwiRyI6NjQsIkIiOjY0fX0sIklzVmlzaWJsZSI6dHJ1ZSwiV2lkdGgiOjAuMCwiSGVpZ2h0IjowLjAsIkJvcmRlclN0eWxlIjpudWxsLCJQYXJlbnRTdHlsZSI6bnVsbH0sIlJlY3RhbmdsZVN0eWxlIjp7IiRpZCI6IjIxMDQiLCJNYXJnaW4iOnsiJGlkIjoiMjEwNSIsIlRvcCI6MC4wLCJMZWZ0IjowLjAsIlJpZ2h0IjowLjAsIkJvdHRvbSI6MC4wfSwiUGFkZGluZyI6eyIkaWQiOiIyMTA2IiwiVG9wIjowLjAsIkxlZnQiOjAuMCwiUmlnaHQiOjAuMCwiQm90dG9tIjowLjB9LCJCYWNrZ3JvdW5kIjp7IiRpZCI6IjIxMDciLCJDb2xvciI6eyIkaWQiOiIyMTA4IiwiQSI6MTI3LCJSIjoyNTUsIkciOjE5MiwiQiI6MH19LCJJc1Zpc2libGUiOnRydWUsIldpZHRoIjowLjAsIkhlaWdodCI6MC4wLCJCb3JkZXJTdHlsZSI6eyIkaWQiOiIyMTA5IiwiTGluZUNvbG9yIjp7IiRpZCI6IjIxMTAiLCIkdHlwZSI6Ik5MUkUuQ29tbW9uLkRvbS5Tb2xpZENvbG9yQnJ1c2gsIE5MUkUuQ29tbW9uIiwiQ29sb3IiOnsiJGlkIjoiMjExMSIsIkEiOjI1NSwiUiI6MjU1LCJHIjoyNTUsIkIiOjI1NX19LCJMaW5lV2VpZ2h0IjowLjAsIkxpbmVUeXBlIjowLCJQYXJlbnRTdHlsZSI6bnVsbH0sIlBhcmVudFN0eWxlIjpudWxsfSwiTWFyZ2luIjp7IiRpZCI6IjIxMTIiLCJUb3AiOjAuMCwiTGVmdCI6MC4wLCJSaWdodCI6MC4wLCJCb3R0b20iOjAuMH0sIlBhZGRpbmciOnsiJGlkIjoiMjExMyIsIlRvcCI6MC4wLCJMZWZ0IjowLjAsIlJpZ2h0IjowLjAsIkJvdHRvbSI6MC4wfSwiQmFja2dyb3VuZCI6bnVsbCwiSXNWaXNpYmxlIjp0cnVlLCJXaWR0aCI6MC4wLCJIZWlnaHQiOjAuMCwiQm9yZGVyU3R5bGUiOm51bGwsIlBhcmVudFN0eWxlIjpudWxsfSwiQmFja2dyb3VuZFN0eWxlIjp7IiRpZCI6IjIxMTQiLCJNYXJnaW4iOnsiJGlkIjoiMjExNSIsIlRvcCI6MC4wLCJMZWZ0IjowLjAsIlJpZ2h0IjowLjAsIkJvdHRvbSI6MC4wfSwiUGFkZGluZyI6eyIkaWQiOiIyMTE2IiwiVG9wIjowLjAsIkxlZnQiOjAuMCwiUmlnaHQiOjAuMCwiQm90dG9tIjowLjB9LCJCYWNrZ3JvdW5kIjp7IiRpZCI6IjIxMTciLCJDb2xvciI6eyIkaWQiOiIyMTE4IiwiQSI6NTEsIlIiOjIwMCwiRyI6MjAwLCJCIjoyMDB9fSwiSXNWaXNpYmxlIjp0cnVlLCJXaWR0aCI6MC4wLCJIZWlnaHQiOjAuMCwiQm9yZGVyU3R5bGUiOnsiJGlkIjoiMjExOSIsIkxpbmVDb2xvciI6eyIkaWQiOiIyMTIwIiwiJHR5cGUiOiJOTFJFLkNvbW1vbi5Eb20uU29saWRDb2xvckJydXNoLCBOTFJFLkNvbW1vbiIsIkNvbG9yIjp7IiRpZCI6IjIxMjEiLCJBIjoyNTUsIlIiOjIzNCwiRyI6MjIsIkIiOjMwfX0sIkxpbmVXZWlnaHQiOjAuMCwiTGluZVR5cGUiOjAsIlBhcmVudFN0eWxlIjpudWxsfSwiUGFyZW50U3R5bGUiOm51bGx9LCJNYXJnaW4iOnsiJGlkIjoiMjEyMiIsIlRvcCI6MC4wLCJMZWZ0IjowLjAsIlJpZ2h0IjowLjAsIkJvdHRvbSI6MC4wfSwiUGFkZGluZyI6eyIkaWQiOiIyMTIzIiwiVG9wIjowLjAsIkxlZnQiOjAuMCwiUmlnaHQiOjAuMCwiQm90dG9tIjowLjB9LCJJc1Zpc2libGUiOnRydWUsIldpZHRoIjowLjAsIkhlaWdodCI6MC4wLCJCb3JkZXJTdHlsZSI6eyIkaWQiOiIyMTI0IiwiTGluZUNvbG9yIjpudWxsLCJMaW5lV2VpZ2h0IjowLjAsIkxpbmVUeXBlIjowLCJQYXJlbnRTdHlsZSI6bnVsbH0sIlBhcmVudFN0eWxlIjpudWxsfSwiTWFyZ2luIjp7IiRpZCI6IjIxMjUiLCJUb3AiOjAuMCwiTGVmdCI6MC4wLCJSaWdodCI6MC4wLCJCb3R0b20iOjAuMH0sIlBhZGRpbmciOnsiJGlkIjoiMjEyNiIsIlRvcCI6MC4wLCJMZWZ0IjowLjAsIlJpZ2h0IjowLjAsIkJvdHRvbSI6MC4wfSwiSXNWaXNpYmxlIjpmYWxzZSwiV2lkdGgiOjAuMCwiSGVpZ2h0IjowLjAsIkJvcmRlclN0eWxlIjp7IiRpZCI6IjIxMjciLCJMaW5lQ29sb3IiOm51bGwsIkxpbmVXZWlnaHQiOjAuMCwiTGluZVR5cGUiOjAsIlBhcmVudFN0eWxlIjpudWxsfSwiUGFyZW50U3R5bGUiOm51bGx9fSx7IiRpZCI6IjIxMjgiLCJfYWN0aXZpdGllcyI6W3siJGlkIjoiMjEyOSIsIl9yb3dzIjpbeyIkaWQiOiIyMTMwIiwiX3Rhc2tzIjpbeyIkaWQiOiIyMTMxIiwiX2F0dGFjaGVkTWlsZXN0b25lcyI6W10sIlRhc2tEZWZpbml0aW9uIjp7IiRpZCI6IjIxMzIiLCJHcm91cE5hbWUiOm51bGwsIlN0YXJ0RGF0ZSI6IjIwMjYtMTItMDFUMDA6MDA6MDBaIiwiRW5kRGF0ZSI6IjIwMjYtMTItMzFUMjM6NTk6MDBaIiwiUGVyY2VudGFnZUNvbXBsZXRlIjpudWxsLCJTdHlsZSI6eyIkaWQiOiIyMTMzIiwiU2hhcGUiOjEsIlNoYXBlVGhpY2tuZXNzIjowLCJEdXJhdGlvbkZvcm1hdCI6MCwiSW5jbHVkZU5vbldvcmtpbmdEYXlzSW5EdXJhdGlvbiI6ZmFsc2UsIlBlcmNlbnRhZ2VDb21wbGV0ZVN0eWxlIjp7IiRpZCI6IjIxMzQiLCJGb250U2V0dGluZ3MiOnsiJGlkIjoiMjEzNSIsIkZvbnRTaXplIjoxMCwiRm9udE5hbWUiOiJDYWxpYnJpIiwiSXNCb2xkIjpmYWxzZSwiSXNJdGFsaWMiOmZhbHNlLCJJc1VuZGVybGluZWQiOmZhbHNlLCJQYXJlbnRTdHlsZSI6bnVsbH0sIkF1dG9TaXplIjowLCJGb3JlZ3JvdW5kIjp7IiRpZCI6IjIxMzYiLCJDb2xvciI6eyIkaWQiOiIyMT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xMzgiLCJUb3AiOjAuMCwiTGVmdCI6MC4wLCJSaWdodCI6MC4wLCJCb3R0b20iOjAuMH0sIlBhZGRpbmciOnsiJGlkIjoiMjEzOSIsIlRvcCI6MC4wLCJMZWZ0IjowLjAsIlJpZ2h0IjowLjAsIkJvdHRvbSI6MC4wfSwiQmFja2dyb3VuZCI6eyIkaWQiOiIyMTQwIiwiQ29sb3IiOnsiJGlkIjoiMjE0MSIsIkEiOjg5LCJSIjowLCJHIjowLCJCIjowfX0sIklzVmlzaWJsZSI6dHJ1ZSwiV2lkdGgiOjAuMCwiSGVpZ2h0IjowLjAsIkJvcmRlclN0eWxlIjp7IiRpZCI6IjIxNDIiLCJMaW5lQ29sb3IiOm51bGwsIkxpbmVXZWlnaHQiOjAuMCwiTGluZVR5cGUiOjAsIlBhcmVudFN0eWxlIjpudWxsfSwiUGFyZW50U3R5bGUiOm51bGx9LCJEdXJhdGlvblN0eWxlIjp7IiRpZCI6IjIxNDMiLCJGb250U2V0dGluZ3MiOnsiJGlkIjoiMjE0NCIsIkZvbnRTaXplIjoxMCwiRm9udE5hbWUiOiJDYWxpYnJpIiwiSXNCb2xkIjpmYWxzZSwiSXNJdGFsaWMiOmZhbHNlLCJJc1VuZGVybGluZWQiOmZhbHNlLCJQYXJlbnRTdHlsZSI6bnVsbH0sIkF1dG9TaXplIjowLCJGb3JlZ3JvdW5kIjp7IiRpZCI6IjIxNDUiLCJDb2xvciI6eyIkaWQiOiIyMT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MTQ3IiwiVG9wIjowLjAsIkxlZnQiOjAuMCwiUmlnaHQiOjAuMCwiQm90dG9tIjowLjB9LCJQYWRkaW5nIjp7IiRpZCI6IjIxNDgiLCJUb3AiOjAuMCwiTGVmdCI6MC4wLCJSaWdodCI6MC4wLCJCb3R0b20iOjAuMH0sIkJhY2tncm91bmQiOnsiJGlkIjoiMjE0OSIsIkNvbG9yIjp7IiRpZCI6IjIxNTAiLCJBIjoyNTUsIlIiOjY4LCJHIjo4NCwiQiI6MTA2fX0sIklzVmlzaWJsZSI6dHJ1ZSwiV2lkdGgiOjAuMCwiSGVpZ2h0IjowLjAsIkJvcmRlclN0eWxlIjp7IiRpZCI6IjIxNTEiLCJMaW5lQ29sb3IiOm51bGwsIkxpbmVXZWlnaHQiOjAuMCwiTGluZVR5cGUiOjAsIlBhcmVudFN0eWxlIjpudWxsfSwiUGFyZW50U3R5bGUiOm51bGx9LCJIb3Jpem9udGFsQ29ubmVjdG9yU3R5bGUiOnsiJGlkIjoiMjE1MiIsIkxpbmVDb2xvciI6eyIkaWQiOiIyMTUzIiwiJHR5cGUiOiJOTFJFLkNvbW1vbi5Eb20uU29saWRDb2xvckJydXNoLCBOTFJFLkNvbW1vbiIsIkNvbG9yIjp7IiRpZCI6IjIxNTQiLCJBIjoyNTUsIlIiOjAsIkciOjAsIkIiOjB9fSwiTGluZVdlaWdodCI6MC4wLCJMaW5lVHlwZSI6MCwiUGFyZW50U3R5bGUiOm51bGx9LCJWZXJ0aWNhbENvbm5lY3RvclN0eWxlIjp7IiRpZCI6IjIxNTUiLCJMaW5lQ29sb3IiOnsiJGlkIjoiMjE1NiIsIiR0eXBlIjoiTkxSRS5Db21tb24uRG9tLlNvbGlkQ29sb3JCcnVzaCwgTkxSRS5Db21tb24iLCJDb2xvciI6eyIkaWQiOiIyMTU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MTU4IiwiU2hhcGVTdHlsZSI6eyIkaWQiOiIyMTU5IiwiTWFyZ2luIjp7IiRpZCI6IjIxNjAiLCJUb3AiOjAuMCwiTGVmdCI6MC4wLCJSaWdodCI6MC4wLCJCb3R0b20iOjAuMH0sIlBhZGRpbmciOnsiJGlkIjoiMjE2MSIsIlRvcCI6MC4wLCJMZWZ0IjowLjAsIlJpZ2h0IjowLjAsIkJvdHRvbSI6MC4wfSwiQmFja2dyb3VuZCI6eyIkaWQiOiIyMTYyIiwiQ29sb3IiOnsiJGlkIjoiMjE2MyIsIkEiOjE1MywiUiI6MCwiRyI6MCwiQiI6MH19LCJJc1Zpc2libGUiOnRydWUsIldpZHRoIjowLjAsIkhlaWdodCI6MC4wLCJCb3JkZXJTdHlsZSI6bnVsbCwiUGFyZW50U3R5bGUiOm51bGx9LCJNYXJnaW4iOnsiJGlkIjoiMjE2NCIsIlRvcCI6MC4wLCJMZWZ0IjowLjAsIlJpZ2h0IjowLjAsIkJvdHRvbSI6MC4wfSwiUGFkZGluZyI6eyIkaWQiOiIyMTY1IiwiVG9wIjowLjAsIkxlZnQiOjAuMCwiUmlnaHQiOjAuMCwiQm90dG9tIjowLjB9LCJCYWNrZ3JvdW5kIjpudWxsLCJJc1Zpc2libGUiOnRydWUsIldpZHRoIjowLjAsIkhlaWdodCI6MC4wLCJCb3JkZXJTdHlsZSI6bnVsbCwiUGFyZW50U3R5bGUiOm51bGx9LCJTaGFwZVN0eWxlIjp7IiRpZCI6IjIxNjYiLCJNYXJnaW4iOnsiJGlkIjoiMjE2NyIsIlRvcCI6MC4wLCJMZWZ0Ijo0LjAsIlJpZ2h0Ijo0LjAsIkJvdHRvbSI6MC4wfSwiUGFkZGluZyI6eyIkaWQiOiIyMTY4IiwiVG9wIjowLjAsIkxlZnQiOjAuMCwiUmlnaHQiOjAuMCwiQm90dG9tIjowLjB9LCJCYWNrZ3JvdW5kIjp7IiRpZCI6IjIxNjkiLCJDb2xvciI6eyIkaWQiOiIyMTcwIiwiQSI6MjU1LCJSIjoxMTIsIkciOjE3MywiQiI6NzF9fSwiSXNWaXNpYmxlIjp0cnVlLCJXaWR0aCI6MC4wLCJIZWlnaHQiOjEwLjAsIkJvcmRlclN0eWxlIjp7IiRpZCI6IjIxNzEiLCJMaW5lQ29sb3IiOnsiJGlkIjoiMjE3MiIsIiR0eXBlIjoiTkxSRS5Db21tb24uRG9tLlNvbGlkQ29sb3JCcnVzaCwgTkxSRS5Db21tb24iLCJDb2xvciI6eyIkaWQiOiIyMTczIiwiQSI6MjU1LCJSIjoyMzQsIkciOjIyLCJCIjozMH19LCJMaW5lV2VpZ2h0IjowLjAsIkxpbmVUeXBlIjowLCJQYXJlbnRTdHlsZSI6bnVsbH0sIlBhcmVudFN0eWxlIjpudWxsfSwiVGl0bGVTdHlsZSI6eyIkaWQiOiIyMTc0IiwiRm9udFNldHRpbmdzIjp7IiRpZCI6IjIxNzUiLCJGb250U2l6ZSI6MTEsIkZvbnROYW1lIjoiVGl0aWxsaXVtIFdlYiIsIklzQm9sZCI6ZmFsc2UsIklzSXRhbGljIjpmYWxzZSwiSXNVbmRlcmxpbmVkIjpmYWxzZSwiUGFyZW50U3R5bGUiOm51bGx9LCJBdXRvU2l6ZSI6MCwiRm9yZWdyb3VuZCI6eyIkaWQiOiIyMTc2IiwiQ29sb3IiOnsiJGlkIjoiMjE3Ny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yMTc4IiwiVG9wIjowLjAsIkxlZnQiOjAuMCwiUmlnaHQiOjAuMCwiQm90dG9tIjowLjB9LCJQYWRkaW5nIjp7IiRpZCI6IjIxNzkiLCJUb3AiOjAuMCwiTGVmdCI6MC4wLCJSaWdodCI6MC4wLCJCb3R0b20iOjAuMH0sIkJhY2tncm91bmQiOnsiJGlkIjoiMjE4MCIsIkNvbG9yIjp7IiRpZCI6IjIxODEiLCJBIjowLCJSIjoyNTUsIkciOjI1NSwiQiI6MjU1fX0sIklzVmlzaWJsZSI6dHJ1ZSwiV2lkdGgiOjAuMCwiSGVpZ2h0IjowLjAsIkJvcmRlclN0eWxlIjp7IiRpZCI6IjIxODIiLCJMaW5lQ29sb3IiOm51bGwsIkxpbmVXZWlnaHQiOjAuMCwiTGluZVR5cGUiOjAsIlBhcmVudFN0eWxlIjpudWxsfSwiUGFyZW50U3R5bGUiOm51bGx9LCJEYXRlU3R5bGUiOnsiJGlkIjoiMjE4MyIsIkZvbnRTZXR0aW5ncyI6eyIkaWQiOiIyMTg0IiwiRm9udFNpemUiOjEwLCJGb250TmFtZSI6IlRpdGlsbGl1bSBXZWIiLCJJc0JvbGQiOmZhbHNlLCJJc0l0YWxpYyI6ZmFsc2UsIklzVW5kZXJsaW5lZCI6ZmFsc2UsIlBhcmVudFN0eWxlIjpudWxsfSwiQXV0b1NpemUiOjAsIkZvcmVncm91bmQiOnsiJGlkIjoiMjE4NSIsIkNvbG9yIjp7IiRpZCI6IjIxODY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jE4NyIsIlRvcCI6MC4wLCJMZWZ0IjowLjAsIlJpZ2h0IjowLjAsIkJvdHRvbSI6MC4wfSwiUGFkZGluZyI6eyIkaWQiOiIyMTg4IiwiVG9wIjowLjAsIkxlZnQiOjAuMCwiUmlnaHQiOjAuMCwiQm90dG9tIjowLjB9LCJCYWNrZ3JvdW5kIjp7IiRpZCI6IjIxODkiLCJDb2xvciI6eyIkaWQiOiIyMTkwIiwiQSI6MCwiUiI6MjU1LCJHIjoyNTUsIkIiOjI1NX19LCJJc1Zpc2libGUiOnRydWUsIldpZHRoIjowLjAsIkhlaWdodCI6MC4wLCJCb3JkZXJTdHlsZSI6eyIkaWQiOiIyMTkxIiwiTGluZUNvbG9yIjpudWxsLCJMaW5lV2VpZ2h0IjowLjAsIkxpbmVUeXBlIjowLCJQYXJlbnRTdHlsZSI6bnVsbH0sIlBhcmVudFN0eWxlIjpudWxsfSwiRGF0ZUZvcm1hdCI6eyIkaWQiOiIyMT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OTMiLCJGb3JtYXQiOjAsIklzVmlzaWJsZSI6ZmFsc2UsIkxhc3RLbm93blZpc2liaWxpdHlTdGF0ZSI6ZmFsc2V9LCJJc1Zpc2libGUiOnRydWUsIlZhcmlhbmNlU3R5bGUiOnsiJGlkIjoiMjE5NCIsIlRleHRTdHlsZSI6eyIkaWQiOiIyMTk1IiwiRm9udFNldHRpbmdzIjp7IiRpZCI6IjIxOTYiLCJGb250U2l6ZSI6MTAsIkZvbnROYW1lIjoiQ2FsaWJyaSIsIklzQm9sZCI6ZmFsc2UsIklzSXRhbGljIjpmYWxzZSwiSXNVbmRlcmxpbmVkIjpmYWxzZSwiUGFyZW50U3R5bGUiOm51bGx9LCJBdXRvU2l6ZSI6MCwiRm9yZWdyb3VuZCI6eyIkaWQiOiIyMTk3IiwiQ29sb3IiOnsiJGlkIjoiMjE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Tk5IiwiVG9wIjowLjAsIkxlZnQiOjAuMCwiUmlnaHQiOjAuMCwiQm90dG9tIjowLjB9LCJQYWRkaW5nIjp7IiRpZCI6IjIyMDAiLCJUb3AiOjAuMCwiTGVmdCI6MC4wLCJSaWdodCI6MC4wLCJCb3R0b20iOjAuMH0sIkJhY2tncm91bmQiOnsiJGlkIjoiMjIwMSIsIkNvbG9yIjp7IiRpZCI6IjIyMDIiLCJBIjoyNTUsIlIiOjAsIkciOjAsIkIiOjB9fSwiSXNWaXNpYmxlIjp0cnVlLCJXaWR0aCI6MC4wLCJIZWlnaHQiOjAuMCwiQm9yZGVyU3R5bGUiOnsiJGlkIjoiMjIwMyIsIkxpbmVDb2xvciI6bnVsbCwiTGluZVdlaWdodCI6MC4wLCJMaW5lVHlwZSI6MCwiUGFyZW50U3R5bGUiOm51bGx9LCJQYXJlbnRTdHlsZSI6bnVsbH0sIlBhcmVudFN0eWxlIjpudWxsfSwiUGFyZW50U3R5bGUiOm51bGx9LCJJbmRleCI6MTUsIlNtYXJ0RHVyYXRpb25BY3RpdmF0ZWQiOmZhbHNlLCJEYXRlRm9ybWF0Ijp7IiRyZWYiOiIyMTkyIn0sIldlZWtOdW1iZXJpbmciOnsiJGlkIjoiMjIwNCIsIkZvcm1hdCI6MCwiSXNWaXNpYmxlIjpmYWxzZSwiTGFzdEtub3duVmlzaWJpbGl0eVN0YXRlIjpmYWxzZX0sIkJhc2VsaW5lRGF0YSI6eyIkaWQiOiIyMjA1IiwiU3RhcnREYXRlIjoiMjAyNi0xMi0wMVQwMDowMDowMCIsIkVuZERhdGUiOiIyMDI2LTEyLTMxVDIzOjU5OjAwIn0sIklkIjoiZDg3Y2UwYjktNWY1Mi00MzQ1LWJlYjgtNTZjNDdjN2U5M2UwIiwiSW1wb3J0SWQiOm51bGwsIlRpdGxlIjoiVmVyc2nDs24gbcOtbmltYSB2aWFibGUgKFNwcmludHMgMTUtMTcpIiwiTm90ZSI6bnVsbCwiSHlwZXJsaW5rIjp7IiRpZCI6IjIyMDYiLCJBZGRyZXNzIjoiIiwiU3ViQWRkcmVzcyI6IiJ9LCJJc0NoYW5nZWQiOmZhbHNlLCJJc05ldyI6ZmFsc2V9fV0sIl9taWxlc3RvbmVzIjpbXSwiSWQiOiIwMDAwMDAwMC0wMDAwLTAwMDAtMDAwMC0wMDAwMDAwMDAwMDAiLCJJc1NpbmdsZUl0ZW1Sb3ciOnRydWV9XSwiSW5kZXgiOjE0LCJJZCI6IjY0MmNlOWI3LTY3ZjUtNDQ2NS04YmJiLTQzMzVhNzUyOTE2YSIsIkhlYWRlclRleHQiOm51bGwsIklzRGVmYXVsdCI6dHJ1ZSwiU3R5bGUiOnsiJGlkIjoiMjIwNyIsIkhlYWRlclN0eWxlIjp7IiRpZCI6IjIyMDgiLCJUZXh0U3R5bGUiOnsiJGlkIjoiMjIwOSIsIkZvbnRTZXR0aW5ncyI6eyIkaWQiOiIyMjEwIiwiRm9udFNpemUiOjExLCJGb250TmFtZSI6IkNhbGlicmkiLCJJc0JvbGQiOmZhbHNlLCJJc0l0YWxpYyI6ZmFsc2UsIklzVW5kZXJsaW5lZCI6ZmFsc2UsIlBhcmVudFN0eWxlIjpudWxsfSwiQXV0b1NpemUiOjIsIkZvcmVncm91bmQiOnsiJGlkIjoiMjIxMSIsIkNvbG9yIjp7IiRpZCI6IjIyMTI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MjEzIiwiVG9wIjowLjAsIkxlZnQiOjAuMCwiUmlnaHQiOjAuMCwiQm90dG9tIjowLjB9LCJQYWRkaW5nIjp7IiRpZCI6IjIyMTQiLCJUb3AiOjAuMCwiTGVmdCI6MC4wLCJSaWdodCI6MC4wLCJCb3R0b20iOjAuMH0sIkJhY2tncm91bmQiOnsiJGlkIjoiMjIxNSIsIkNvbG9yIjp7IiRpZCI6IjIyMTYiLCJBIjoyNTUsIlIiOjY0LCJHIjo2NCwiQiI6NjR9fSwiSXNWaXNpYmxlIjp0cnVlLCJXaWR0aCI6MC4wLCJIZWlnaHQiOjAuMCwiQm9yZGVyU3R5bGUiOm51bGwsIlBhcmVudFN0eWxlIjpudWxsfSwiUmVjdGFuZ2xlU3R5bGUiOnsiJGlkIjoiMjIxNyIsIk1hcmdpbiI6eyIkaWQiOiIyMjE4IiwiVG9wIjowLjAsIkxlZnQiOjAuMCwiUmlnaHQiOjAuMCwiQm90dG9tIjowLjB9LCJQYWRkaW5nIjp7IiRpZCI6IjIyMTkiLCJUb3AiOjAuMCwiTGVmdCI6MC4wLCJSaWdodCI6MC4wLCJCb3R0b20iOjAuMH0sIkJhY2tncm91bmQiOnsiJGlkIjoiMjIyMCIsIkNvbG9yIjp7IiRpZCI6IjIyMjEiLCJBIjoxMjcsIlIiOjExMiwiRyI6MTczLCJCIjo3MX19LCJJc1Zpc2libGUiOnRydWUsIldpZHRoIjowLjAsIkhlaWdodCI6MC4wLCJCb3JkZXJTdHlsZSI6eyIkaWQiOiIyMjIyIiwiTGluZUNvbG9yIjp7IiRpZCI6IjIyMjMiLCIkdHlwZSI6Ik5MUkUuQ29tbW9uLkRvbS5Tb2xpZENvbG9yQnJ1c2gsIE5MUkUuQ29tbW9uIiwiQ29sb3IiOnsiJGlkIjoiMjIyNCIsIkEiOjI1NSwiUiI6MjU1LCJHIjoyNTUsIkIiOjI1NX19LCJMaW5lV2VpZ2h0IjowLjAsIkxpbmVUeXBlIjowLCJQYXJlbnRTdHlsZSI6bnVsbH0sIlBhcmVudFN0eWxlIjpudWxsfSwiTWFyZ2luIjp7IiRpZCI6IjIyMjUiLCJUb3AiOjAuMCwiTGVmdCI6MC4wLCJSaWdodCI6MC4wLCJCb3R0b20iOjAuMH0sIlBhZGRpbmciOnsiJGlkIjoiMjIyNiIsIlRvcCI6MC4wLCJMZWZ0IjowLjAsIlJpZ2h0IjowLjAsIkJvdHRvbSI6MC4wfSwiQmFja2dyb3VuZCI6bnVsbCwiSXNWaXNpYmxlIjp0cnVlLCJXaWR0aCI6MC4wLCJIZWlnaHQiOjAuMCwiQm9yZGVyU3R5bGUiOm51bGwsIlBhcmVudFN0eWxlIjpudWxsfSwiQmFja2dyb3VuZFN0eWxlIjp7IiRpZCI6IjIyMjciLCJNYXJnaW4iOnsiJGlkIjoiMjIyOCIsIlRvcCI6MC4wLCJMZWZ0IjowLjAsIlJpZ2h0IjowLjAsIkJvdHRvbSI6MC4wfSwiUGFkZGluZyI6eyIkaWQiOiIyMjI5IiwiVG9wIjowLjAsIkxlZnQiOjAuMCwiUmlnaHQiOjAuMCwiQm90dG9tIjowLjB9LCJCYWNrZ3JvdW5kIjp7IiRpZCI6IjIyMzAiLCJDb2xvciI6eyIkaWQiOiIyMjMxIiwiQSI6NTEsIlIiOjIwMCwiRyI6MjAwLCJCIjoyMDB9fSwiSXNWaXNpYmxlIjp0cnVlLCJXaWR0aCI6MC4wLCJIZWlnaHQiOjAuMCwiQm9yZGVyU3R5bGUiOnsiJGlkIjoiMjIzMiIsIkxpbmVDb2xvciI6eyIkaWQiOiIyMjMzIiwiJHR5cGUiOiJOTFJFLkNvbW1vbi5Eb20uU29saWRDb2xvckJydXNoLCBOTFJFLkNvbW1vbiIsIkNvbG9yIjp7IiRpZCI6IjIyMzQiLCJBIjoyNTUsIlIiOjIzNCwiRyI6MjIsIkIiOjMwfX0sIkxpbmVXZWlnaHQiOjAuMCwiTGluZVR5cGUiOjAsIlBhcmVudFN0eWxlIjpudWxsfSwiUGFyZW50U3R5bGUiOm51bGx9LCJNYXJnaW4iOnsiJGlkIjoiMjIzNSIsIlRvcCI6MC4wLCJMZWZ0IjowLjAsIlJpZ2h0IjowLjAsIkJvdHRvbSI6MC4wfSwiUGFkZGluZyI6eyIkaWQiOiIyMjM2IiwiVG9wIjowLjAsIkxlZnQiOjAuMCwiUmlnaHQiOjAuMCwiQm90dG9tIjowLjB9LCJJc1Zpc2libGUiOnRydWUsIldpZHRoIjowLjAsIkhlaWdodCI6MC4wLCJCb3JkZXJTdHlsZSI6eyIkaWQiOiIyMjM3IiwiTGluZUNvbG9yIjpudWxsLCJMaW5lV2VpZ2h0IjowLjAsIkxpbmVUeXBlIjowLCJQYXJlbnRTdHlsZSI6bnVsbH0sIlBhcmVudFN0eWxlIjpudWxsfX1dLCJJZCI6ImViYjhlZjFkLWU2ZDktNGI1ZS04YWZkLTJhOWY0ZWE0ODNhMSIsIkluZGV4IjoxNCwiSGVhZGVyVGV4dCI6Ik1WUFxyXG4iLCJTdHlsZSI6eyIkaWQiOiIyMjM4IiwiU3R5bGVJZCI6ImIyNGY4MDQ1LWY2OWItNGE0My04MjlmLWE1NjUwM2ZkY2Q2OSIsIkhlYWRlclN0eWxlIjp7IiRpZCI6IjIyMzkiLCJUZXh0SXNWZXJ0aWNhbCI6ZmFsc2UsIlRleHRTdHlsZSI6eyIkaWQiOiIyMjQwIiwiRm9udFNldHRpbmdzIjp7IiRpZCI6IjIyNDEiLCJGb250U2l6ZSI6MTEsIkZvbnROYW1lIjoiVGl0aWxsaXVtIFdlYiIsIklzQm9sZCI6ZmFsc2UsIklzSXRhbGljIjpmYWxzZSwiSXNVbmRlcmxpbmVkIjpmYWxzZSwiUGFyZW50U3R5bGUiOm51bGx9LCJBdXRvU2l6ZSI6MiwiRm9yZWdyb3VuZCI6eyIkaWQiOiIyMjQyIiwiQ29sb3IiOnsiJGlkIjoiMjI0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yNDQiLCJUb3AiOjAuMCwiTGVmdCI6MC4wLCJSaWdodCI6MC4wLCJCb3R0b20iOjAuMH0sIlBhZGRpbmciOnsiJGlkIjoiMjI0NSIsIlRvcCI6MC4wLCJMZWZ0IjowLjAsIlJpZ2h0IjowLjAsIkJvdHRvbSI6MC4wfSwiQmFja2dyb3VuZCI6eyIkaWQiOiIyMjQ2IiwiQ29sb3IiOnsiJGlkIjoiMjI0NyIsIkEiOjI1NSwiUiI6MjU1LCJHIjoyNTUsIkIiOjI1NX19LCJJc1Zpc2libGUiOnRydWUsIldpZHRoIjowLjAsIkhlaWdodCI6MC4wLCJCb3JkZXJTdHlsZSI6bnVsbCwiUGFyZW50U3R5bGUiOm51bGx9LCJSZWN0YW5nbGVTdHlsZSI6eyIkaWQiOiIyMjQ4IiwiTWFyZ2luIjp7IiRpZCI6IjIyNDkiLCJUb3AiOjAuMCwiTGVmdCI6MC4wLCJSaWdodCI6MC4wLCJCb3R0b20iOjAuMH0sIlBhZGRpbmciOnsiJGlkIjoiMjI1MCIsIlRvcCI6MC4wLCJMZWZ0IjowLjAsIlJpZ2h0IjowLjAsIkJvdHRvbSI6MC4wfSwiQmFja2dyb3VuZCI6eyIkaWQiOiIyMjUxIiwiQ29sb3IiOnsiJGlkIjoiMjI1MiIsIkEiOjI1NSwiUiI6MTEyLCJHIjoxNzMsIkIiOjcxfX0sIklzVmlzaWJsZSI6dHJ1ZSwiV2lkdGgiOjAuMCwiSGVpZ2h0IjowLjAsIkJvcmRlclN0eWxlIjp7IiRpZCI6IjIyNTMiLCJMaW5lQ29sb3IiOnsiJGlkIjoiMjI1NCIsIiR0eXBlIjoiTkxSRS5Db21tb24uRG9tLlNvbGlkQ29sb3JCcnVzaCwgTkxSRS5Db21tb24iLCJDb2xvciI6eyIkaWQiOiIyMjU1IiwiQSI6MjU1LCJSIjoyNTUsIkciOjI1NSwiQiI6MjU1fX0sIkxpbmVXZWlnaHQiOjAuMCwiTGluZVR5cGUiOjAsIlBhcmVudFN0eWxlIjpudWxsfSwiUGFyZW50U3R5bGUiOm51bGx9LCJNYXJnaW4iOnsiJGlkIjoiMjI1NiIsIlRvcCI6MC4wLCJMZWZ0IjowLjAsIlJpZ2h0IjowLjAsIkJvdHRvbSI6MC4wfSwiUGFkZGluZyI6eyIkaWQiOiIyMjU3IiwiVG9wIjowLjAsIkxlZnQiOjAuMCwiUmlnaHQiOjAuMCwiQm90dG9tIjowLjB9LCJCYWNrZ3JvdW5kIjpudWxsLCJJc1Zpc2libGUiOnRydWUsIldpZHRoIjowLjAsIkhlaWdodCI6MC4wLCJCb3JkZXJTdHlsZSI6bnVsbCwiUGFyZW50U3R5bGUiOm51bGx9LCJCYWNrZ3JvdW5kU3R5bGUiOnsiJGlkIjoiMjI1OCIsIk1hcmdpbiI6eyIkaWQiOiIyMjU5IiwiVG9wIjowLjAsIkxlZnQiOjAuMCwiUmlnaHQiOjAuMCwiQm90dG9tIjowLjB9LCJQYWRkaW5nIjp7IiRpZCI6IjIyNjAiLCJUb3AiOjAuMCwiTGVmdCI6MC4wLCJSaWdodCI6MC4wLCJCb3R0b20iOjAuMH0sIkJhY2tncm91bmQiOnsiJGlkIjoiMjI2MSIsIkNvbG9yIjp7IiRpZCI6IjIyNjIiLCJBIjo1MSwiUiI6MjAwLCJHIjoyMDAsIkIiOjIwMH19LCJJc1Zpc2libGUiOnRydWUsIldpZHRoIjowLjAsIkhlaWdodCI6MC4wLCJCb3JkZXJTdHlsZSI6eyIkaWQiOiIyMjYzIiwiTGluZUNvbG9yIjp7IiRpZCI6IjIyNjQiLCIkdHlwZSI6Ik5MUkUuQ29tbW9uLkRvbS5Tb2xpZENvbG9yQnJ1c2gsIE5MUkUuQ29tbW9uIiwiQ29sb3IiOnsiJGlkIjoiMjI2NSIsIkEiOjI1NSwiUiI6MjM0LCJHIjoyMiwiQiI6MzB9fSwiTGluZVdlaWdodCI6MC4wLCJMaW5lVHlwZSI6MCwiUGFyZW50U3R5bGUiOm51bGx9LCJQYXJlbnRTdHlsZSI6bnVsbH0sIklzQWJvdmVUaW1lYmFuZCI6ZmFsc2UsIlNwYWNpbmciOjIsIkRlZmF1bHRTd2ltbGFuZVRhc2tTdHlsZSI6eyIkaWQiOiIyMjY2IiwiJHR5cGUiOiJOTFJFLkNvbW1vbi5Eb20uU3R5bGVzLkV4cGxpY2l0U2V0YWJsZVRhc2tTdHlsZSwgTkxSRS5Db21tb24iLCJTaGFwZSI6MSwiU2hhcGVUaGlja25lc3MiOjAsIkR1cmF0aW9uRm9ybWF0IjowLCJJbmNsdWRlTm9uV29ya2luZ0RheXNJbkR1cmF0aW9uIjpmYWxzZSwiUGVyY2VudGFnZUNvbXBsZXRlU3R5bGUiOnsiJGlkIjoiMjI2NyIsIkZvbnRTZXR0aW5ncyI6eyIkaWQiOiIyMjY4IiwiRm9udFNpemUiOjEwLCJGb250TmFtZSI6IkNhbGlicmkiLCJJc0JvbGQiOmZhbHNlLCJJc0l0YWxpYyI6ZmFsc2UsIklzVW5kZXJsaW5lZCI6ZmFsc2UsIlBhcmVudFN0eWxlIjpudWxsfSwiQXV0b1NpemUiOjAsIkZvcmVncm91bmQiOnsiJGlkIjoiMjI2OSIsIkNvbG9yIjp7IiRpZCI6IjIy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I3MSIsIlRvcCI6MC4wLCJMZWZ0IjowLjAsIlJpZ2h0IjowLjAsIkJvdHRvbSI6MC4wfSwiUGFkZGluZyI6eyIkaWQiOiIyMjcyIiwiVG9wIjowLjAsIkxlZnQiOjAuMCwiUmlnaHQiOjAuMCwiQm90dG9tIjowLjB9LCJCYWNrZ3JvdW5kIjp7IiRpZCI6IjIyNzMiLCJDb2xvciI6eyIkaWQiOiIyMjc0IiwiQSI6ODksIlIiOjAsIkciOjAsIkIiOjB9fSwiSXNWaXNpYmxlIjp0cnVlLCJXaWR0aCI6MC4wLCJIZWlnaHQiOjAuMCwiQm9yZGVyU3R5bGUiOnsiJGlkIjoiMjI3NSIsIkxpbmVDb2xvciI6bnVsbCwiTGluZVdlaWdodCI6MC4wLCJMaW5lVHlwZSI6MCwiUGFyZW50U3R5bGUiOm51bGx9LCJQYXJlbnRTdHlsZSI6bnVsbH0sIkR1cmF0aW9uU3R5bGUiOnsiJGlkIjoiMjI3NiIsIkZvbnRTZXR0aW5ncyI6eyIkaWQiOiIyMjc3IiwiRm9udFNpemUiOjEwLCJGb250TmFtZSI6IkNhbGlicmkiLCJJc0JvbGQiOmZhbHNlLCJJc0l0YWxpYyI6ZmFsc2UsIklzVW5kZXJsaW5lZCI6ZmFsc2UsIlBhcmVudFN0eWxlIjpudWxsfSwiQXV0b1NpemUiOjAsIkZvcmVncm91bmQiOnsiJGlkIjoiMjI3OCIsIkNvbG9yIjp7IiRpZCI6IjIy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IyODAiLCJUb3AiOjAuMCwiTGVmdCI6MC4wLCJSaWdodCI6MC4wLCJCb3R0b20iOjAuMH0sIlBhZGRpbmciOnsiJGlkIjoiMjI4MSIsIlRvcCI6MC4wLCJMZWZ0IjowLjAsIlJpZ2h0IjowLjAsIkJvdHRvbSI6MC4wfSwiQmFja2dyb3VuZCI6eyIkaWQiOiIyMjgyIiwiQ29sb3IiOnsiJGlkIjoiMjI4MyIsIkEiOjI1NSwiUiI6NjgsIkciOjg0LCJCIjoxMDZ9fSwiSXNWaXNpYmxlIjp0cnVlLCJXaWR0aCI6MC4wLCJIZWlnaHQiOjAuMCwiQm9yZGVyU3R5bGUiOnsiJGlkIjoiMjI4NCIsIkxpbmVDb2xvciI6bnVsbCwiTGluZVdlaWdodCI6MC4wLCJMaW5lVHlwZSI6MCwiUGFyZW50U3R5bGUiOm51bGx9LCJQYXJlbnRTdHlsZSI6bnVsbH0sIkhvcml6b250YWxDb25uZWN0b3JTdHlsZSI6eyIkaWQiOiIyMjg1IiwiTGluZUNvbG9yIjp7IiRpZCI6IjIyODYiLCIkdHlwZSI6Ik5MUkUuQ29tbW9uLkRvbS5Tb2xpZENvbG9yQnJ1c2gsIE5MUkUuQ29tbW9uIiwiQ29sb3IiOnsiJGlkIjoiMjI4NyIsIkEiOjI1NSwiUiI6MCwiRyI6MCwiQiI6MH19LCJMaW5lV2VpZ2h0IjowLjAsIkxpbmVUeXBlIjowLCJQYXJlbnRTdHlsZSI6bnVsbH0sIlZlcnRpY2FsQ29ubmVjdG9yU3R5bGUiOnsiJGlkIjoiMjI4OCIsIkxpbmVDb2xvciI6eyIkaWQiOiIyMjg5IiwiJHR5cGUiOiJOTFJFLkNvbW1vbi5Eb20uU29saWRDb2xvckJydXNoLCBOTFJFLkNvbW1vbiIsIkNvbG9yIjp7IiRpZCI6IjIyOT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yMjkxIiwiU2hhcGVTdHlsZSI6eyIkaWQiOiIyMjkyIiwiTWFyZ2luIjp7IiRpZCI6IjIyOTMiLCJUb3AiOjAuMCwiTGVmdCI6MC4wLCJSaWdodCI6MC4wLCJCb3R0b20iOjAuMH0sIlBhZGRpbmciOnsiJGlkIjoiMjI5NCIsIlRvcCI6MC4wLCJMZWZ0IjowLjAsIlJpZ2h0IjowLjAsIkJvdHRvbSI6MC4wfSwiQmFja2dyb3VuZCI6eyIkaWQiOiIyMjk1IiwiQ29sb3IiOnsiJGlkIjoiMjI5NiIsIkEiOjE1MywiUiI6MCwiRyI6MCwiQiI6MH19LCJJc1Zpc2libGUiOnRydWUsIldpZHRoIjowLjAsIkhlaWdodCI6MC4wLCJCb3JkZXJTdHlsZSI6eyIkaWQiOiIyMjk3IiwiTGluZUNvbG9yIjp7IiRpZCI6IjIyOTgiLCIkdHlwZSI6Ik5MUkUuQ29tbW9uLkRvbS5Tb2xpZENvbG9yQnJ1c2gsIE5MUkUuQ29tbW9uIiwiQ29sb3IiOnsiJGlkIjoiMjI5OSIsIkEiOjI1NSwiUiI6MjU1LCJHIjowLCJCIjowfX0sIkxpbmVXZWlnaHQiOjAuMCwiTGluZVR5cGUiOjAsIlBhcmVudFN0eWxlIjpudWxsfSwiUGFyZW50U3R5bGUiOm51bGx9LCJNYXJnaW4iOnsiJGlkIjoiMjMwMCIsIlRvcCI6MC4wLCJMZWZ0IjowLjAsIlJpZ2h0IjowLjAsIkJvdHRvbSI6MC4wfSwiUGFkZGluZyI6eyIkaWQiOiIyMzAxIiwiVG9wIjowLjAsIkxlZnQiOjAuMCwiUmlnaHQiOjAuMCwiQm90dG9tIjowLjB9LCJCYWNrZ3JvdW5kIjpudWxsLCJJc1Zpc2libGUiOnRydWUsIldpZHRoIjowLjAsIkhlaWdodCI6MC4wLCJCb3JkZXJTdHlsZSI6bnVsbCwiUGFyZW50U3R5bGUiOm51bGx9LCJTaGFwZVN0eWxlIjp7IiRpZCI6IjIzMDIiLCJNYXJnaW4iOnsiJGlkIjoiMjMwMyIsIlRvcCI6MC4wLCJMZWZ0Ijo0LjAsIlJpZ2h0Ijo0LjAsIkJvdHRvbSI6MC4wfSwiUGFkZGluZyI6eyIkaWQiOiIyMzA0IiwiVG9wIjowLjAsIkxlZnQiOjAuMCwiUmlnaHQiOjAuMCwiQm90dG9tIjowLjB9LCJCYWNrZ3JvdW5kIjp7IiRpZCI6IjIzMDUiLCJDb2xvciI6eyIkaWQiOiIyMzA2IiwiQSI6MjU1LCJSIjoxMTIsIkciOjE3MywiQiI6NzF9fSwiSXNWaXNpYmxlIjp0cnVlLCJXaWR0aCI6MC4wLCJIZWlnaHQiOjEwLjAsIkJvcmRlclN0eWxlIjp7IiRpZCI6IjIzMDciLCJMaW5lQ29sb3IiOnsiJGlkIjoiMjMwOCIsIiR0eXBlIjoiTkxSRS5Db21tb24uRG9tLlNvbGlkQ29sb3JCcnVzaCwgTkxSRS5Db21tb24iLCJDb2xvciI6eyIkaWQiOiIyMzA5IiwiQSI6MjU1LCJSIjoyMzQsIkciOjIyLCJCIjozMH19LCJMaW5lV2VpZ2h0IjowLjAsIkxpbmVUeXBlIjowLCJQYXJlbnRTdHlsZSI6bnVsbH0sIlBhcmVudFN0eWxlIjpudWxsfSwiVGl0bGVTdHlsZSI6eyIkaWQiOiIyMzEwIiwiRm9udFNldHRpbmdzIjp7IiRpZCI6IjIzMTEiLCJGb250U2l6ZSI6MTEsIkZvbnROYW1lIjoiQ2FsaWJyaSIsIklzQm9sZCI6ZmFsc2UsIklzSXRhbGljIjpmYWxzZSwiSXNVbmRlcmxpbmVkIjpmYWxzZSwiUGFyZW50U3R5bGUiOm51bGx9LCJBdXRvU2l6ZSI6MCwiRm9yZWdyb3VuZCI6eyIkaWQiOiIyMzEyIiwiQ29sb3IiOnsiJGlkIjoiMjMx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E0IiwiVG9wIjowLjAsIkxlZnQiOjAuMCwiUmlnaHQiOjAuMCwiQm90dG9tIjowLjB9LCJQYWRkaW5nIjp7IiRpZCI6IjIzMTUiLCJUb3AiOjAuMCwiTGVmdCI6MC4wLCJSaWdodCI6MC4wLCJCb3R0b20iOjAuMH0sIkJhY2tncm91bmQiOnsiJGlkIjoiMjMxNiIsIkNvbG9yIjp7IiRpZCI6IjIzMTciLCJBIjoyNTUsIlIiOjAsIkciOjAsIkIiOjB9fSwiSXNWaXNpYmxlIjp0cnVlLCJXaWR0aCI6MC4wLCJIZWlnaHQiOjAuMCwiQm9yZGVyU3R5bGUiOnsiJGlkIjoiMjMxOCIsIkxpbmVDb2xvciI6bnVsbCwiTGluZVdlaWdodCI6MC4wLCJMaW5lVHlwZSI6MCwiUGFyZW50U3R5bGUiOm51bGx9LCJQYXJlbnRTdHlsZSI6bnVsbH0sIkRhdGVTdHlsZSI6eyIkaWQiOiIyMzE5IiwiRm9udFNldHRpbmdzIjp7IiRpZCI6IjIzMjAiLCJGb250U2l6ZSI6MTAsIkZvbnROYW1lIjoiQ2FsaWJyaSIsIklzQm9sZCI6ZmFsc2UsIklzSXRhbGljIjpmYWxzZSwiSXNVbmRlcmxpbmVkIjpmYWxzZSwiUGFyZW50U3R5bGUiOm51bGx9LCJBdXRvU2l6ZSI6MCwiRm9yZWdyb3VuZCI6eyIkaWQiOiIyMzIxIiwiQ29sb3IiOnsiJGlkIjoiMjMy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jMyMyIsIlRvcCI6MC4wLCJMZWZ0IjowLjAsIlJpZ2h0IjowLjAsIkJvdHRvbSI6MC4wfSwiUGFkZGluZyI6eyIkaWQiOiIyMzI0IiwiVG9wIjowLjAsIkxlZnQiOjAuMCwiUmlnaHQiOjAuMCwiQm90dG9tIjowLjB9LCJCYWNrZ3JvdW5kIjp7IiRpZCI6IjIzMjUiLCJDb2xvciI6eyIkaWQiOiIyMzI2IiwiQSI6MjU1LCJSIjo2OCwiRyI6ODQsIkIiOjEwNn19LCJJc1Zpc2libGUiOnRydWUsIldpZHRoIjowLjAsIkhlaWdodCI6MC4wLCJCb3JkZXJTdHlsZSI6eyIkaWQiOiIyMzI3IiwiTGluZUNvbG9yIjpudWxsLCJMaW5lV2VpZ2h0IjowLjAsIkxpbmVUeXBlIjowLCJQYXJlbnRTdHlsZSI6bnVsbH0sIlBhcmVudFN0eWxlIjpudWxsfSwiRGF0ZUZvcm1hdCI6eyIkaWQiOiIyMzI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jkiLCJGb3JtYXQiOjAsIklzVmlzaWJsZSI6ZmFsc2UsIkxhc3RLbm93blZpc2liaWxpdHlTdGF0ZSI6ZmFsc2V9LCJJc1Zpc2libGUiOnRydWUsIlZhcmlhbmNlU3R5bGUiOnsiJGlkIjoiMjMzMCIsIlRleHRTdHlsZSI6eyIkaWQiOiIyMzMxIiwiRm9udFNldHRpbmdzIjp7IiRpZCI6IjIzMzIiLCJGb250U2l6ZSI6MTAsIkZvbnROYW1lIjoiQ2FsaWJyaSIsIklzQm9sZCI6ZmFsc2UsIklzSXRhbGljIjpmYWxzZSwiSXNVbmRlcmxpbmVkIjpmYWxzZSwiUGFyZW50U3R5bGUiOm51bGx9LCJBdXRvU2l6ZSI6MCwiRm9yZWdyb3VuZCI6eyIkaWQiOiIyMzMzIiwiQ29sb3IiOnsiJGlkIjoiMjM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M1IiwiVG9wIjowLjAsIkxlZnQiOjAuMCwiUmlnaHQiOjAuMCwiQm90dG9tIjowLjB9LCJQYWRkaW5nIjp7IiRpZCI6IjIzMzYiLCJUb3AiOjAuMCwiTGVmdCI6MC4wLCJSaWdodCI6MC4wLCJCb3R0b20iOjAuMH0sIkJhY2tncm91bmQiOnsiJGlkIjoiMjMzNyIsIkNvbG9yIjp7IiRpZCI6IjIzMzgiLCJBIjoyNTUsIlIiOjAsIkciOjAsIkIiOjB9fSwiSXNWaXNpYmxlIjp0cnVlLCJXaWR0aCI6MC4wLCJIZWlnaHQiOjAuMCwiQm9yZGVyU3R5bGUiOnsiJGlkIjoiMjMzOSIsIkxpbmVDb2xvciI6bnVsbCwiTGluZVdlaWdodCI6MC4wLCJMaW5lVHlwZSI6MCwiUGFyZW50U3R5bGUiOm51bGx9LCJQYXJlbnRTdHlsZSI6bnVsbH0sIlBhcmVudFN0eWxlIjpudWxsfSwiUGFyZW50U3R5bGUiOm51bGwsIl9leHBsaWNpdGx5U2V0Ijp7IiRpZCI6IjIzND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yMzQxIiwiU2hhcGUiOjEsIkNvbm5lY3Rvck1hcmdpbiI6eyIkaWQiOiIyMzQyIiwiVG9wIjowLjAsIkxlZnQiOjIuMCwiUmlnaHQiOjIuMCwiQm90dG9tIjowLjB9LCJDb25uZWN0b3JTdHlsZSI6eyIkaWQiOiIyMzQzIiwiTGluZUNvbG9yIjp7IiRpZCI6IjIzNDQiLCIkdHlwZSI6Ik5MUkUuQ29tbW9uLkRvbS5Tb2xpZENvbG9yQnJ1c2gsIE5MUkUuQ29tbW9uIiwiQ29sb3IiOnsiJGlkIjoiMjM0NSIsIkEiOjEyNywiUiI6NTYsIkciOjg2LCJCIjozNX19LCJMaW5lV2VpZ2h0IjoxLjAsIkxpbmVUeXBlIjowLCJQYXJlbnRTdHlsZSI6bnVsbH0sIklzQmVsb3dUaW1lYmFuZCI6ZmFsc2UsIlBvc2l0aW9uT25UYXNrIjoxLCJIaWRlRGF0ZSI6ZmFsc2UsIlNoYXBlU2l6ZSI6MCwiU3BhY2luZyI6MC4wLCJQYWRkaW5nIjp7IiRpZCI6IjIzNDYiLCJUb3AiOjUuMCwiTGVmdCI6My4wLCJSaWdodCI6MC4wLCJCb3R0b20iOjIuMH0sIlNoYXBlU3R5bGUiOnsiJGlkIjoiMjM0NyIsIk1hcmdpbiI6eyIkaWQiOiIyMzQ4IiwiVG9wIjowLjAsIkxlZnQiOjAuMCwiUmlnaHQiOjAuMCwiQm90dG9tIjowLjB9LCJQYWRkaW5nIjp7IiRpZCI6IjIzNDkiLCJUb3AiOjAuMCwiTGVmdCI6MC4wLCJSaWdodCI6MC4wLCJCb3R0b20iOjAuMH0sIkJhY2tncm91bmQiOnsiJGlkIjoiMjM1MCIsIkNvbG9yIjp7IiRpZCI6IjIzNTEiLCJBIjoyNTUsIlIiOjU2LCJHIjo4NiwiQiI6MzV9fSwiSXNWaXNpYmxlIjp0cnVlLCJXaWR0aCI6MTIuMCwiSGVpZ2h0IjoxNC4wLCJCb3JkZXJTdHlsZSI6eyIkaWQiOiIyMzUyIiwiTGluZUNvbG9yIjp7IiRpZCI6IjIzNTMiLCIkdHlwZSI6Ik5MUkUuQ29tbW9uLkRvbS5Tb2xpZENvbG9yQnJ1c2gsIE5MUkUuQ29tbW9uIiwiQ29sb3IiOnsiJGlkIjoiMjM1NCIsIkEiOjI1NSwiUiI6MjU1LCJHIjoyNTUsIkIiOjI1NX19LCJMaW5lV2VpZ2h0IjowLjAsIkxpbmVUeXBlIjowLCJQYXJlbnRTdHlsZSI6bnVsbH0sIlBhcmVudFN0eWxlIjpudWxsfSwiVGl0bGVTdHlsZSI6eyIkaWQiOiIyMzU1IiwiRm9udFNldHRpbmdzIjp7IiRpZCI6IjIzNTYiLCJGb250U2l6ZSI6MTEsIkZvbnROYW1lIjoiQ2FsaWJyaSIsIklzQm9sZCI6ZmFsc2UsIklzSXRhbGljIjpmYWxzZSwiSXNVbmRlcmxpbmVkIjpmYWxzZSwiUGFyZW50U3R5bGUiOm51bGx9LCJBdXRvU2l6ZSI6MCwiRm9yZWdyb3VuZCI6eyIkaWQiOiIyMzU3IiwiQ29sb3IiOnsiJGlkIjoiMjM1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yMzU5IiwiVG9wIjowLjAsIkxlZnQiOjAuMCwiUmlnaHQiOjAuMCwiQm90dG9tIjowLjB9LCJQYWRkaW5nIjp7IiRpZCI6IjIzNjAiLCJUb3AiOjAuMCwiTGVmdCI6MC4wLCJSaWdodCI6MC4wLCJCb3R0b20iOjAuMH0sIkJhY2tncm91bmQiOnsiJGlkIjoiMjM2MSIsIkNvbG9yIjp7IiRpZCI6IjIzNjIiLCJBIjoyNTUsIlIiOjAsIkciOjAsIkIiOjB9fSwiSXNWaXNpYmxlIjp0cnVlLCJXaWR0aCI6MC4wLCJIZWlnaHQiOjAuMCwiQm9yZGVyU3R5bGUiOnsiJGlkIjoiMjM2MyIsIkxpbmVDb2xvciI6bnVsbCwiTGluZVdlaWdodCI6MC4wLCJMaW5lVHlwZSI6MCwiUGFyZW50U3R5bGUiOm51bGx9LCJQYXJlbnRTdHlsZSI6bnVsbH0sIkRhdGVTdHlsZSI6eyIkaWQiOiIyMzY0IiwiRm9udFNldHRpbmdzIjp7IiRpZCI6IjIzNjUiLCJGb250U2l6ZSI6MTAsIkZvbnROYW1lIjoiQ2FsaWJyaSIsIklzQm9sZCI6ZmFsc2UsIklzSXRhbGljIjpmYWxzZSwiSXNVbmRlcmxpbmVkIjpmYWxzZSwiUGFyZW50U3R5bGUiOm51bGx9LCJBdXRvU2l6ZSI6MCwiRm9yZWdyb3VuZCI6eyIkaWQiOiIyMzY2IiwiQ29sb3IiOnsiJGlkIjoiMjM2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jM2OCIsIlRvcCI6MC4wLCJMZWZ0IjowLjAsIlJpZ2h0IjowLjAsIkJvdHRvbSI6MC4wfSwiUGFkZGluZyI6eyIkaWQiOiIyMzY5IiwiVG9wIjowLjAsIkxlZnQiOjAuMCwiUmlnaHQiOjAuMCwiQm90dG9tIjowLjB9LCJCYWNrZ3JvdW5kIjp7IiRpZCI6IjIzNzAiLCJDb2xvciI6eyIkaWQiOiIyMzcxIiwiQSI6MjU1LCJSIjo2OCwiRyI6ODQsIkIiOjEwNn19LCJJc1Zpc2libGUiOnRydWUsIldpZHRoIjowLjAsIkhlaWdodCI6MC4wLCJCb3JkZXJTdHlsZSI6eyIkaWQiOiIyMzcyIiwiTGluZUNvbG9yIjpudWxsLCJMaW5lV2VpZ2h0IjowLjAsIkxpbmVUeXBlIjowLCJQYXJlbnRTdHlsZSI6bnVsbH0sIlBhcmVudFN0eWxlIjpudWxsfSwiRGF0ZUZvcm1hdCI6eyIkaWQiOiIyMzc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c0IiwiRm9ybWF0IjowLCJJc1Zpc2libGUiOmZhbHNlLCJMYXN0S25vd25WaXNpYmlsaXR5U3RhdGUiOmZhbHNlfSwiSXNWaXNpYmxlIjpmYWxzZSwiVmFyaWFuY2VTdHlsZSI6eyIkaWQiOiIyMzc1IiwiVGV4dFN0eWxlIjp7IiRpZCI6IjIzNzYiLCJGb250U2V0dGluZ3MiOnsiJGlkIjoiMjM3NyIsIkZvbnRTaXplIjoxMCwiRm9udE5hbWUiOiJDYWxpYnJpIiwiSXNCb2xkIjpmYWxzZSwiSXNJdGFsaWMiOmZhbHNlLCJJc1VuZGVybGluZWQiOmZhbHNlLCJQYXJlbnRTdHlsZSI6bnVsbH0sIkF1dG9TaXplIjowLCJGb3JlZ3JvdW5kIjp7IiRpZCI6IjIzNzgiLCJDb2xvciI6eyIkaWQiOiIyMz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zODAiLCJUb3AiOjAuMCwiTGVmdCI6MC4wLCJSaWdodCI6MC4wLCJCb3R0b20iOjAuMH0sIlBhZGRpbmciOnsiJGlkIjoiMjM4MSIsIlRvcCI6MC4wLCJMZWZ0IjowLjAsIlJpZ2h0IjowLjAsIkJvdHRvbSI6MC4wfSwiQmFja2dyb3VuZCI6eyIkaWQiOiIyMzgyIiwiQ29sb3IiOnsiJGlkIjoiMjM4MyIsIkEiOjI1NSwiUiI6MCwiRyI6MCwiQiI6MH19LCJJc1Zpc2libGUiOnRydWUsIldpZHRoIjowLjAsIkhlaWdodCI6MC4wLCJCb3JkZXJTdHlsZSI6eyIkaWQiOiIyMzg0IiwiTGluZUNvbG9yIjpudWxsLCJMaW5lV2VpZ2h0IjowLjAsIkxpbmVUeXBlIjowLCJQYXJlbnRTdHlsZSI6bnVsbH0sIlBhcmVudFN0eWxlIjpudWxsfSwiUGFyZW50U3R5bGUiOm51bGx9LCJQYXJlbnRTdHlsZSI6bnVsbH0sIkRlZmF1bHRTd2ltbGFuZU1pbGVzdG9uZVN0eWxlIjp7IiRpZCI6IjIzODUiLCJUaXRsZVBvc2l0aW9uIjoiTGVmdCIsIkRhdGVQb3NpdGlvbiI6IlJpZ2h0IiwiVmFyaWFuY2VQb3NpdGlvbiI6IlJpZ2h0IiwiU2hhcGVUeXBlIjoxLCJTaGFwZVNpemUiOjAsIlNwYWNpbmciOjUsIlNoYXBlU3R5bGUiOnsiJGlkIjoiMjM4NiIsIk1hcmdpbiI6eyIkaWQiOiIyMzg3IiwiVG9wIjowLjAsIkxlZnQiOjAuMCwiUmlnaHQiOjAuMCwiQm90dG9tIjowLjB9LCJQYWRkaW5nIjp7IiRpZCI6IjIzODgiLCJUb3AiOjAuMCwiTGVmdCI6MC4wLCJSaWdodCI6MC4wLCJCb3R0b20iOjAuMH0sIkJhY2tncm91bmQiOnsiJGlkIjoiMjM4OSIsIkNvbG9yIjp7IiRpZCI6IjIzOTAiLCJBIjoyNTUsIlIiOjExMiwiRyI6MTczLCJCIjo3MX19LCJJc1Zpc2libGUiOnRydWUsIldpZHRoIjoxMi4wLCJIZWlnaHQiOjE0LjAsIkJvcmRlclN0eWxlIjp7IiRpZCI6IjIzOTEiLCJMaW5lQ29sb3IiOnsiJGlkIjoiMjM5MiIsIiR0eXBlIjoiTkxSRS5Db21tb24uRG9tLlNvbGlkQ29sb3JCcnVzaCwgTkxSRS5Db21tb24iLCJDb2xvciI6eyIkaWQiOiIyMzkzIiwiQSI6MjU1LCJSIjoyMzQsIkciOjIyLCJCIjozMH19LCJMaW5lV2VpZ2h0IjowLjAsIkxpbmVUeXBlIjowLCJQYXJlbnRTdHlsZSI6bnVsbH0sIlBhcmVudFN0eWxlIjpudWxsfSwiVGl0bGVTdHlsZSI6eyIkaWQiOiIyMzk0IiwiRm9udFNldHRpbmdzIjp7IiRpZCI6IjIzOTUiLCJGb250U2l6ZSI6MTEsIkZvbnROYW1lIjoiQ2FsaWJyaSIsIklzQm9sZCI6ZmFsc2UsIklzSXRhbGljIjpmYWxzZSwiSXNVbmRlcmxpbmVkIjpmYWxzZSwiUGFyZW50U3R5bGUiOm51bGx9LCJBdXRvU2l6ZSI6MCwiRm9yZWdyb3VuZCI6eyIkaWQiOiIyMzk2IiwiQ29sb3IiOnsiJGlkIjoiMjM5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zk4IiwiVG9wIjowLjAsIkxlZnQiOjAuMCwiUmlnaHQiOjAuMCwiQm90dG9tIjowLjB9LCJQYWRkaW5nIjp7IiRpZCI6IjIzOTkiLCJUb3AiOjAuMCwiTGVmdCI6MC4wLCJSaWdodCI6MC4wLCJCb3R0b20iOjAuMH0sIkJhY2tncm91bmQiOnsiJGlkIjoiMjQwMCIsIkNvbG9yIjp7IiRpZCI6IjI0MDEiLCJBIjoyNTUsIlIiOjAsIkciOjAsIkIiOjB9fSwiSXNWaXNpYmxlIjp0cnVlLCJXaWR0aCI6MC4wLCJIZWlnaHQiOjAuMCwiQm9yZGVyU3R5bGUiOnsiJGlkIjoiMjQwMiIsIkxpbmVDb2xvciI6bnVsbCwiTGluZVdlaWdodCI6MC4wLCJMaW5lVHlwZSI6MCwiUGFyZW50U3R5bGUiOm51bGx9LCJQYXJlbnRTdHlsZSI6bnVsbH0sIkRhdGVTdHlsZSI6eyIkaWQiOiIyNDAzIiwiRm9udFNldHRpbmdzIjp7IiRpZCI6IjI0MDQiLCJGb250U2l6ZSI6MTAsIkZvbnROYW1lIjoiQ2FsaWJyaSIsIklzQm9sZCI6ZmFsc2UsIklzSXRhbGljIjpmYWxzZSwiSXNVbmRlcmxpbmVkIjpmYWxzZSwiUGFyZW50U3R5bGUiOm51bGx9LCJBdXRvU2l6ZSI6MCwiRm9yZWdyb3VuZCI6eyIkaWQiOiIyNDA1IiwiQ29sb3IiOnsiJGlkIjoiMjQw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wNyIsIlRvcCI6MC4wLCJMZWZ0IjowLjAsIlJpZ2h0IjowLjAsIkJvdHRvbSI6MC4wfSwiUGFkZGluZyI6eyIkaWQiOiIyNDA4IiwiVG9wIjowLjAsIkxlZnQiOjAuMCwiUmlnaHQiOjAuMCwiQm90dG9tIjowLjB9LCJCYWNrZ3JvdW5kIjp7IiRpZCI6IjI0MDkiLCJDb2xvciI6eyIkaWQiOiIyNDEwIiwiQSI6MjU1LCJSIjo2OCwiRyI6ODQsIkIiOjEwNn19LCJJc1Zpc2libGUiOnRydWUsIldpZHRoIjowLjAsIkhlaWdodCI6MC4wLCJCb3JkZXJTdHlsZSI6eyIkaWQiOiIyNDExIiwiTGluZUNvbG9yIjpudWxsLCJMaW5lV2VpZ2h0IjowLjAsIkxpbmVUeXBlIjowLCJQYXJlbnRTdHlsZSI6bnVsbH0sIlBhcmVudFN0eWxlIjpudWxsfSwiRGF0ZUZvcm1hdCI6eyIkaWQiOiIyNDE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MTMiLCJGb3JtYXQiOjAsIklzVmlzaWJsZSI6ZmFsc2UsIkxhc3RLbm93blZpc2liaWxpdHlTdGF0ZSI6ZmFsc2V9LCJJc1Zpc2libGUiOnRydWUsIlZhcmlhbmNlU3R5bGUiOnsiJGlkIjoiMjQxNCIsIlRleHRTdHlsZSI6eyIkaWQiOiIyNDE1IiwiRm9udFNldHRpbmdzIjp7IiRpZCI6IjI0MTYiLCJGb250U2l6ZSI6MTAsIkZvbnROYW1lIjoiQ2FsaWJyaSIsIklzQm9sZCI6ZmFsc2UsIklzSXRhbGljIjpmYWxzZSwiSXNVbmRlcmxpbmVkIjpmYWxzZSwiUGFyZW50U3R5bGUiOm51bGx9LCJBdXRvU2l6ZSI6MCwiRm9yZWdyb3VuZCI6eyIkaWQiOiIyNDE3IiwiQ29sb3IiOnsiJGlkIjoiMjQ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DE5IiwiVG9wIjowLjAsIkxlZnQiOjAuMCwiUmlnaHQiOjAuMCwiQm90dG9tIjowLjB9LCJQYWRkaW5nIjp7IiRpZCI6IjI0MjAiLCJUb3AiOjAuMCwiTGVmdCI6MC4wLCJSaWdodCI6MC4wLCJCb3R0b20iOjAuMH0sIkJhY2tncm91bmQiOnsiJGlkIjoiMjQyMSIsIkNvbG9yIjp7IiRpZCI6IjI0MjIiLCJBIjoyNTUsIlIiOjAsIkciOjAsIkIiOjB9fSwiSXNWaXNpYmxlIjp0cnVlLCJXaWR0aCI6MC4wLCJIZWlnaHQiOjAuMCwiQm9yZGVyU3R5bGUiOnsiJGlkIjoiMjQyMyIsIkxpbmVDb2xvciI6bnVsbCwiTGluZVdlaWdodCI6MC4wLCJMaW5lVHlwZSI6MCwiUGFyZW50U3R5bGUiOm51bGx9LCJQYXJlbnRTdHlsZSI6bnVsbH0sIlBhcmVudFN0eWxlIjpudWxsfSwiUGFyZW50U3R5bGUiOm51bGx9LCJEZWZhdWx0U3dpbWxhbmVBY3Rpdml0eVN0eWxlIjp7IiRpZCI6IjI0MjQiLCJIZWFkZXJTdHlsZSI6eyIkaWQiOiIyNDI1IiwiVGV4dFN0eWxlIjp7IiRpZCI6IjI0MjYiLCJGb250U2V0dGluZ3MiOnsiJGlkIjoiMjQyNyIsIkZvbnRTaXplIjoxMSwiRm9udE5hbWUiOiJDYWxpYnJpIiwiSXNCb2xkIjpmYWxzZSwiSXNJdGFsaWMiOmZhbHNlLCJJc1VuZGVybGluZWQiOmZhbHNlLCJQYXJlbnRTdHlsZSI6bnVsbH0sIkF1dG9TaXplIjoyLCJGb3JlZ3JvdW5kIjp7IiRpZCI6IjI0MjgiLCJDb2xvciI6eyIkaWQiOiIyND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QzMCIsIlRvcCI6MC4wLCJMZWZ0IjowLjAsIlJpZ2h0IjowLjAsIkJvdHRvbSI6MC4wfSwiUGFkZGluZyI6eyIkaWQiOiIyNDMxIiwiVG9wIjowLjAsIkxlZnQiOjAuMCwiUmlnaHQiOjAuMCwiQm90dG9tIjowLjB9LCJCYWNrZ3JvdW5kIjp7IiRpZCI6IjI0MzIiLCJDb2xvciI6eyIkaWQiOiIyNDMzIiwiQSI6MjU1LCJSIjo2NCwiRyI6NjQsIkIiOjY0fX0sIklzVmlzaWJsZSI6dHJ1ZSwiV2lkdGgiOjAuMCwiSGVpZ2h0IjowLjAsIkJvcmRlclN0eWxlIjpudWxsLCJQYXJlbnRTdHlsZSI6bnVsbH0sIlJlY3RhbmdsZVN0eWxlIjp7IiRpZCI6IjI0MzQiLCJNYXJnaW4iOnsiJGlkIjoiMjQzNSIsIlRvcCI6MC4wLCJMZWZ0IjowLjAsIlJpZ2h0IjowLjAsIkJvdHRvbSI6MC4wfSwiUGFkZGluZyI6eyIkaWQiOiIyNDM2IiwiVG9wIjowLjAsIkxlZnQiOjAuMCwiUmlnaHQiOjAuMCwiQm90dG9tIjowLjB9LCJCYWNrZ3JvdW5kIjp7IiRpZCI6IjI0MzciLCJDb2xvciI6eyIkaWQiOiIyNDM4IiwiQSI6MTI3LCJSIjoxMTIsIkciOjE3MywiQiI6NzF9fSwiSXNWaXNpYmxlIjp0cnVlLCJXaWR0aCI6MC4wLCJIZWlnaHQiOjAuMCwiQm9yZGVyU3R5bGUiOnsiJGlkIjoiMjQzOSIsIkxpbmVDb2xvciI6eyIkaWQiOiIyNDQwIiwiJHR5cGUiOiJOTFJFLkNvbW1vbi5Eb20uU29saWRDb2xvckJydXNoLCBOTFJFLkNvbW1vbiIsIkNvbG9yIjp7IiRpZCI6IjI0NDEiLCJBIjoyNTUsIlIiOjI1NSwiRyI6MjU1LCJCIjoyNTV9fSwiTGluZVdlaWdodCI6MC4wLCJMaW5lVHlwZSI6MCwiUGFyZW50U3R5bGUiOm51bGx9LCJQYXJlbnRTdHlsZSI6bnVsbH0sIk1hcmdpbiI6eyIkaWQiOiIyNDQyIiwiVG9wIjowLjAsIkxlZnQiOjAuMCwiUmlnaHQiOjAuMCwiQm90dG9tIjowLjB9LCJQYWRkaW5nIjp7IiRpZCI6IjI0NDMiLCJUb3AiOjAuMCwiTGVmdCI6MC4wLCJSaWdodCI6MC4wLCJCb3R0b20iOjAuMH0sIkJhY2tncm91bmQiOm51bGwsIklzVmlzaWJsZSI6dHJ1ZSwiV2lkdGgiOjAuMCwiSGVpZ2h0IjowLjAsIkJvcmRlclN0eWxlIjpudWxsLCJQYXJlbnRTdHlsZSI6bnVsbH0sIkJhY2tncm91bmRTdHlsZSI6eyIkaWQiOiIyNDQ0IiwiTWFyZ2luIjp7IiRpZCI6IjI0NDUiLCJUb3AiOjAuMCwiTGVmdCI6MC4wLCJSaWdodCI6MC4wLCJCb3R0b20iOjAuMH0sIlBhZGRpbmciOnsiJGlkIjoiMjQ0NiIsIlRvcCI6MC4wLCJMZWZ0IjowLjAsIlJpZ2h0IjowLjAsIkJvdHRvbSI6MC4wfSwiQmFja2dyb3VuZCI6eyIkaWQiOiIyNDQ3IiwiQ29sb3IiOnsiJGlkIjoiMjQ0OCIsIkEiOjUxLCJSIjoyMDAsIkciOjIwMCwiQiI6MjAwfX0sIklzVmlzaWJsZSI6dHJ1ZSwiV2lkdGgiOjAuMCwiSGVpZ2h0IjowLjAsIkJvcmRlclN0eWxlIjp7IiRpZCI6IjI0NDkiLCJMaW5lQ29sb3IiOnsiJGlkIjoiMjQ1MCIsIiR0eXBlIjoiTkxSRS5Db21tb24uRG9tLlNvbGlkQ29sb3JCcnVzaCwgTkxSRS5Db21tb24iLCJDb2xvciI6eyIkaWQiOiIyNDUxIiwiQSI6MjU1LCJSIjoyMzQsIkciOjIyLCJCIjozMH19LCJMaW5lV2VpZ2h0IjowLjAsIkxpbmVUeXBlIjowLCJQYXJlbnRTdHlsZSI6bnVsbH0sIlBhcmVudFN0eWxlIjpudWxsfSwiTWFyZ2luIjp7IiRpZCI6IjI0NTIiLCJUb3AiOjAuMCwiTGVmdCI6MC4wLCJSaWdodCI6MC4wLCJCb3R0b20iOjAuMH0sIlBhZGRpbmciOnsiJGlkIjoiMjQ1MyIsIlRvcCI6MC4wLCJMZWZ0IjowLjAsIlJpZ2h0IjowLjAsIkJvdHRvbSI6MC4wfSwiSXNWaXNpYmxlIjp0cnVlLCJXaWR0aCI6MC4wLCJIZWlnaHQiOjAuMCwiQm9yZGVyU3R5bGUiOnsiJGlkIjoiMjQ1NCIsIkxpbmVDb2xvciI6bnVsbCwiTGluZVdlaWdodCI6MC4wLCJMaW5lVHlwZSI6MCwiUGFyZW50U3R5bGUiOm51bGx9LCJQYXJlbnRTdHlsZSI6bnVsbH0sIk1hcmdpbiI6eyIkaWQiOiIyNDU1IiwiVG9wIjowLjAsIkxlZnQiOjAuMCwiUmlnaHQiOjAuMCwiQm90dG9tIjowLjB9LCJQYWRkaW5nIjp7IiRpZCI6IjI0NTYiLCJUb3AiOjAuMCwiTGVmdCI6MC4wLCJSaWdodCI6MC4wLCJCb3R0b20iOjAuMH0sIklzVmlzaWJsZSI6ZmFsc2UsIldpZHRoIjowLjAsIkhlaWdodCI6MC4wLCJCb3JkZXJTdHlsZSI6eyIkaWQiOiIyNDU3IiwiTGluZUNvbG9yIjpudWxsLCJMaW5lV2VpZ2h0IjowLjAsIkxpbmVUeXBlIjowLCJQYXJlbnRTdHlsZSI6bnVsbH0sIlBhcmVudFN0eWxlIjpudWxsfX0seyIkaWQiOiIyNDU4IiwiX2FjdGl2aXRpZXMiOlt7IiRpZCI6IjI0NTkiLCJfcm93cyI6W3siJGlkIjoiMjQ2MCIsIl90YXNrcyI6W3siJGlkIjoiMjQ2MSIsIl9hdHRhY2hlZE1pbGVzdG9uZXMiOltdLCJUYXNrRGVmaW5pdGlvbiI6eyIkaWQiOiIyNDYyIiwiR3JvdXBOYW1lIjpudWxsLCJTdGFydERhdGUiOiIyMDI3LTAxLTAxVDAwOjAwOjAwWiIsIkVuZERhdGUiOiIyMDI3LTA0LTMwVDIzOjU5OjAwWiIsIlBlcmNlbnRhZ2VDb21wbGV0ZSI6bnVsbCwiU3R5bGUiOnsiJGlkIjoiMjQ2MyIsIlNoYXBlIjoxLCJTaGFwZVRoaWNrbmVzcyI6MCwiRHVyYXRpb25Gb3JtYXQiOjAsIkluY2x1ZGVOb25Xb3JraW5nRGF5c0luRHVyYXRpb24iOmZhbHNlLCJQZXJjZW50YWdlQ29tcGxldGVTdHlsZSI6eyIkaWQiOiIyNDY0IiwiRm9udFNldHRpbmdzIjp7IiRpZCI6IjI0NjUiLCJGb250U2l6ZSI6MTAsIkZvbnROYW1lIjoiQ2FsaWJyaSIsIklzQm9sZCI6ZmFsc2UsIklzSXRhbGljIjpmYWxzZSwiSXNVbmRlcmxpbmVkIjpmYWxzZSwiUGFyZW50U3R5bGUiOm51bGx9LCJBdXRvU2l6ZSI6MCwiRm9yZWdyb3VuZCI6eyIkaWQiOiIyNDY2IiwiQ29sb3IiOnsiJGlkIjoiMjQ2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NDY4IiwiVG9wIjowLjAsIkxlZnQiOjAuMCwiUmlnaHQiOjAuMCwiQm90dG9tIjowLjB9LCJQYWRkaW5nIjp7IiRpZCI6IjI0NjkiLCJUb3AiOjAuMCwiTGVmdCI6MC4wLCJSaWdodCI6MC4wLCJCb3R0b20iOjAuMH0sIkJhY2tncm91bmQiOnsiJGlkIjoiMjQ3MCIsIkNvbG9yIjp7IiRpZCI6IjI0NzEiLCJBIjo4OSwiUiI6MCwiRyI6MCwiQiI6MH19LCJJc1Zpc2libGUiOnRydWUsIldpZHRoIjowLjAsIkhlaWdodCI6MC4wLCJCb3JkZXJTdHlsZSI6eyIkaWQiOiIyNDcyIiwiTGluZUNvbG9yIjpudWxsLCJMaW5lV2VpZ2h0IjowLjAsIkxpbmVUeXBlIjowLCJQYXJlbnRTdHlsZSI6bnVsbH0sIlBhcmVudFN0eWxlIjpudWxsfSwiRHVyYXRpb25TdHlsZSI6eyIkaWQiOiIyNDczIiwiRm9udFNldHRpbmdzIjp7IiRpZCI6IjI0NzQiLCJGb250U2l6ZSI6MTAsIkZvbnROYW1lIjoiQ2FsaWJyaSIsIklzQm9sZCI6ZmFsc2UsIklzSXRhbGljIjpmYWxzZSwiSXNVbmRlcmxpbmVkIjpmYWxzZSwiUGFyZW50U3R5bGUiOm51bGx9LCJBdXRvU2l6ZSI6MCwiRm9yZWdyb3VuZCI6eyIkaWQiOiIyNDc1IiwiQ29sb3IiOnsiJGlkIjoiMjQ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3NyIsIlRvcCI6MC4wLCJMZWZ0IjowLjAsIlJpZ2h0IjowLjAsIkJvdHRvbSI6MC4wfSwiUGFkZGluZyI6eyIkaWQiOiIyNDc4IiwiVG9wIjowLjAsIkxlZnQiOjAuMCwiUmlnaHQiOjAuMCwiQm90dG9tIjowLjB9LCJCYWNrZ3JvdW5kIjp7IiRpZCI6IjI0NzkiLCJDb2xvciI6eyIkaWQiOiIyNDgwIiwiQSI6MjU1LCJSIjo2OCwiRyI6ODQsIkIiOjEwNn19LCJJc1Zpc2libGUiOnRydWUsIldpZHRoIjowLjAsIkhlaWdodCI6MC4wLCJCb3JkZXJTdHlsZSI6eyIkaWQiOiIyNDgxIiwiTGluZUNvbG9yIjpudWxsLCJMaW5lV2VpZ2h0IjowLjAsIkxpbmVUeXBlIjowLCJQYXJlbnRTdHlsZSI6bnVsbH0sIlBhcmVudFN0eWxlIjpudWxsfSwiSG9yaXpvbnRhbENvbm5lY3RvclN0eWxlIjp7IiRpZCI6IjI0ODIiLCJMaW5lQ29sb3IiOnsiJGlkIjoiMjQ4MyIsIiR0eXBlIjoiTkxSRS5Db21tb24uRG9tLlNvbGlkQ29sb3JCcnVzaCwgTkxSRS5Db21tb24iLCJDb2xvciI6eyIkaWQiOiIyNDg0IiwiQSI6MjU1LCJSIjowLCJHIjowLCJCIjowfX0sIkxpbmVXZWlnaHQiOjAuMCwiTGluZVR5cGUiOjAsIlBhcmVudFN0eWxlIjpudWxsfSwiVmVydGljYWxDb25uZWN0b3JTdHlsZSI6eyIkaWQiOiIyNDg1IiwiTGluZUNvbG9yIjp7IiRpZCI6IjI0ODYiLCIkdHlwZSI6Ik5MUkUuQ29tbW9uLkRvbS5Tb2xpZENvbG9yQnJ1c2gsIE5MUkUuQ29tbW9uIiwiQ29sb3IiOnsiJGlkIjoiMjQ4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jQ4OCIsIlNoYXBlU3R5bGUiOnsiJGlkIjoiMjQ4OSIsIk1hcmdpbiI6eyIkaWQiOiIyNDkwIiwiVG9wIjowLjAsIkxlZnQiOjAuMCwiUmlnaHQiOjAuMCwiQm90dG9tIjowLjB9LCJQYWRkaW5nIjp7IiRpZCI6IjI0OTEiLCJUb3AiOjAuMCwiTGVmdCI6MC4wLCJSaWdodCI6MC4wLCJCb3R0b20iOjAuMH0sIkJhY2tncm91bmQiOnsiJGlkIjoiMjQ5MiIsIkNvbG9yIjp7IiRpZCI6IjI0OTMiLCJBIjoxNTMsIlIiOjAsIkciOjAsIkIiOjB9fSwiSXNWaXNpYmxlIjp0cnVlLCJXaWR0aCI6MC4wLCJIZWlnaHQiOjAuMCwiQm9yZGVyU3R5bGUiOm51bGwsIlBhcmVudFN0eWxlIjpudWxsfSwiTWFyZ2luIjp7IiRpZCI6IjI0OTQiLCJUb3AiOjAuMCwiTGVmdCI6MC4wLCJSaWdodCI6MC4wLCJCb3R0b20iOjAuMH0sIlBhZGRpbmciOnsiJGlkIjoiMjQ5NSIsIlRvcCI6MC4wLCJMZWZ0IjowLjAsIlJpZ2h0IjowLjAsIkJvdHRvbSI6MC4wfSwiQmFja2dyb3VuZCI6bnVsbCwiSXNWaXNpYmxlIjp0cnVlLCJXaWR0aCI6MC4wLCJIZWlnaHQiOjAuMCwiQm9yZGVyU3R5bGUiOm51bGwsIlBhcmVudFN0eWxlIjpudWxsfSwiU2hhcGVTdHlsZSI6eyIkaWQiOiIyNDk2IiwiTWFyZ2luIjp7IiRpZCI6IjI0OTciLCJUb3AiOjAuMCwiTGVmdCI6NC4wLCJSaWdodCI6NC4wLCJCb3R0b20iOjAuMH0sIlBhZGRpbmciOnsiJGlkIjoiMjQ5OCIsIlRvcCI6MC4wLCJMZWZ0IjowLjAsIlJpZ2h0IjowLjAsIkJvdHRvbSI6MC4wfSwiQmFja2dyb3VuZCI6eyIkaWQiOiIyNDk5IiwiQ29sb3IiOnsiJGlkIjoiMjUwMCIsIkEiOjI1NSwiUiI6MTY1LCJHIjoxNjUsIkIiOjE2NX19LCJJc1Zpc2libGUiOnRydWUsIldpZHRoIjowLjAsIkhlaWdodCI6MTAuMCwiQm9yZGVyU3R5bGUiOnsiJGlkIjoiMjUwMSIsIkxpbmVDb2xvciI6eyIkaWQiOiIyNTAyIiwiJHR5cGUiOiJOTFJFLkNvbW1vbi5Eb20uU29saWRDb2xvckJydXNoLCBOTFJFLkNvbW1vbiIsIkNvbG9yIjp7IiRpZCI6IjI1MDMiLCJBIjoyNTUsIlIiOjIzNCwiRyI6MjIsIkIiOjMwfX0sIkxpbmVXZWlnaHQiOjAuMCwiTGluZVR5cGUiOjAsIlBhcmVudFN0eWxlIjpudWxsfSwiUGFyZW50U3R5bGUiOm51bGx9LCJUaXRsZVN0eWxlIjp7IiRpZCI6IjI1MDQiLCJGb250U2V0dGluZ3MiOnsiJGlkIjoiMjUwNSIsIkZvbnRTaXplIjoxMSwiRm9udE5hbWUiOiJUaXRpbGxpdW0gV2ViIiwiSXNCb2xkIjpmYWxzZSwiSXNJdGFsaWMiOmZhbHNlLCJJc1VuZGVybGluZWQiOmZhbHNlLCJQYXJlbnRTdHlsZSI6bnVsbH0sIkF1dG9TaXplIjowLCJGb3JlZ3JvdW5kIjp7IiRpZCI6IjI1MDYiLCJDb2xvciI6eyIkaWQiOiIyNTA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I1MDgiLCJUb3AiOjAuMCwiTGVmdCI6MC4wLCJSaWdodCI6MC4wLCJCb3R0b20iOjAuMH0sIlBhZGRpbmciOnsiJGlkIjoiMjUwOSIsIlRvcCI6MC4wLCJMZWZ0IjowLjAsIlJpZ2h0IjowLjAsIkJvdHRvbSI6MC4wfSwiQmFja2dyb3VuZCI6eyIkaWQiOiIyNTEwIiwiQ29sb3IiOnsiJGlkIjoiMjUxMSIsIkEiOjAsIlIiOjI1NSwiRyI6MjU1LCJCIjoyNTV9fSwiSXNWaXNpYmxlIjp0cnVlLCJXaWR0aCI6MC4wLCJIZWlnaHQiOjAuMCwiQm9yZGVyU3R5bGUiOnsiJGlkIjoiMjUxMiIsIkxpbmVDb2xvciI6bnVsbCwiTGluZVdlaWdodCI6MC4wLCJMaW5lVHlwZSI6MCwiUGFyZW50U3R5bGUiOm51bGx9LCJQYXJlbnRTdHlsZSI6bnVsbH0sIkRhdGVTdHlsZSI6eyIkaWQiOiIyNTEzIiwiRm9udFNldHRpbmdzIjp7IiRpZCI6IjI1MTQiLCJGb250U2l6ZSI6MTAsIkZvbnROYW1lIjoiVGl0aWxsaXVtIFdlYiIsIklzQm9sZCI6ZmFsc2UsIklzSXRhbGljIjpmYWxzZSwiSXNVbmRlcmxpbmVkIjpmYWxzZSwiUGFyZW50U3R5bGUiOm51bGx9LCJBdXRvU2l6ZSI6MCwiRm9yZWdyb3VuZCI6eyIkaWQiOiIyNTE1IiwiQ29sb3IiOnsiJGlkIjoiMjUx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yNTE3IiwiVG9wIjowLjAsIkxlZnQiOjAuMCwiUmlnaHQiOjAuMCwiQm90dG9tIjowLjB9LCJQYWRkaW5nIjp7IiRpZCI6IjI1MTgiLCJUb3AiOjAuMCwiTGVmdCI6MC4wLCJSaWdodCI6MC4wLCJCb3R0b20iOjAuMH0sIkJhY2tncm91bmQiOnsiJGlkIjoiMjUxOSIsIkNvbG9yIjp7IiRpZCI6IjI1MjAiLCJBIjowLCJSIjoyNTUsIkciOjI1NSwiQiI6MjU1fX0sIklzVmlzaWJsZSI6dHJ1ZSwiV2lkdGgiOjAuMCwiSGVpZ2h0IjowLjAsIkJvcmRlclN0eWxlIjp7IiRpZCI6IjI1MjEiLCJMaW5lQ29sb3IiOm51bGwsIkxpbmVXZWlnaHQiOjAuMCwiTGluZVR5cGUiOjAsIlBhcmVudFN0eWxlIjpudWxsfSwiUGFyZW50U3R5bGUiOm51bGx9LCJEYXRlRm9ybWF0Ijp7IiRpZCI6IjI1M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yMyIsIkZvcm1hdCI6MCwiSXNWaXNpYmxlIjpmYWxzZSwiTGFzdEtub3duVmlzaWJpbGl0eVN0YXRlIjpmYWxzZX0sIklzVmlzaWJsZSI6dHJ1ZSwiVmFyaWFuY2VTdHlsZSI6eyIkaWQiOiIyNTI0IiwiVGV4dFN0eWxlIjp7IiRpZCI6IjI1MjUiLCJGb250U2V0dGluZ3MiOnsiJGlkIjoiMjUyNiIsIkZvbnRTaXplIjoxMCwiRm9udE5hbWUiOiJDYWxpYnJpIiwiSXNCb2xkIjpmYWxzZSwiSXNJdGFsaWMiOmZhbHNlLCJJc1VuZGVybGluZWQiOmZhbHNlLCJQYXJlbnRTdHlsZSI6bnVsbH0sIkF1dG9TaXplIjowLCJGb3JlZ3JvdW5kIjp7IiRpZCI6IjI1MjciLCJDb2xvciI6eyIkaWQiOiIyNTI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1MjkiLCJUb3AiOjAuMCwiTGVmdCI6MC4wLCJSaWdodCI6MC4wLCJCb3R0b20iOjAuMH0sIlBhZGRpbmciOnsiJGlkIjoiMjUzMCIsIlRvcCI6MC4wLCJMZWZ0IjowLjAsIlJpZ2h0IjowLjAsIkJvdHRvbSI6MC4wfSwiQmFja2dyb3VuZCI6eyIkaWQiOiIyNTMxIiwiQ29sb3IiOnsiJGlkIjoiMjUzMiIsIkEiOjI1NSwiUiI6MCwiRyI6MCwiQiI6MH19LCJJc1Zpc2libGUiOnRydWUsIldpZHRoIjowLjAsIkhlaWdodCI6MC4wLCJCb3JkZXJTdHlsZSI6eyIkaWQiOiIyNTMzIiwiTGluZUNvbG9yIjpudWxsLCJMaW5lV2VpZ2h0IjowLjAsIkxpbmVUeXBlIjowLCJQYXJlbnRTdHlsZSI6bnVsbH0sIlBhcmVudFN0eWxlIjpudWxsfSwiUGFyZW50U3R5bGUiOm51bGx9LCJQYXJlbnRTdHlsZSI6bnVsbH0sIkluZGV4IjoxNywiU21hcnREdXJhdGlvbkFjdGl2YXRlZCI6ZmFsc2UsIkRhdGVGb3JtYXQiOnsiJHJlZiI6IjI1MjIifSwiV2Vla051bWJlcmluZyI6eyIkaWQiOiIyNTM0IiwiRm9ybWF0IjowLCJJc1Zpc2libGUiOmZhbHNlLCJMYXN0S25vd25WaXNpYmlsaXR5U3RhdGUiOmZhbHNlfSwiQmFzZWxpbmVEYXRhIjp7IiRpZCI6IjI1MzUiLCJTdGFydERhdGUiOiIyMDI3LTAxLTAxVDAwOjAwOjAwIiwiRW5kRGF0ZSI6IjIwMjctMDQtMzBUMjM6NTk6MDAifSwiSWQiOiI1OTA1NjE0NS0yZGUxLTQ3MTMtODdjZi01Yjc3MTVlYTgzNTkiLCJJbXBvcnRJZCI6bnVsbCwiVGl0bGUiOiJQcnVlYmFzIGFtcGxpYXMgKFNwcmludCAxOC0yMykiLCJOb3RlIjpudWxsLCJIeXBlcmxpbmsiOnsiJGlkIjoiMjUzNiIsIkFkZHJlc3MiOiIiLCJTdWJBZGRyZXNzIjoiIn0sIklzQ2hhbmdlZCI6ZmFsc2UsIklzTmV3IjpmYWxzZX19XSwiX21pbGVzdG9uZXMiOltdLCJJZCI6IjAwMDAwMDAwLTAwMDAtMDAwMC0wMDAwLTAwMDAwMDAwMDAwMCIsIklzU2luZ2xlSXRlbVJvdyI6dHJ1ZX1dLCJJbmRleCI6MTYsIklkIjoiYzA3MTU2MDQtNDk4Zi00ZTM4LWIwODYtODRjOGUzYjdiMGViIiwiSGVhZGVyVGV4dCI6bnVsbCwiSXNEZWZhdWx0Ijp0cnVlLCJTdHlsZSI6eyIkaWQiOiIyNTM3IiwiSGVhZGVyU3R5bGUiOnsiJGlkIjoiMjUzOCIsIlRleHRTdHlsZSI6eyIkaWQiOiIyNTM5IiwiRm9udFNldHRpbmdzIjp7IiRpZCI6IjI1NDAiLCJGb250U2l6ZSI6MTEsIkZvbnROYW1lIjoiQ2FsaWJyaSIsIklzQm9sZCI6ZmFsc2UsIklzSXRhbGljIjpmYWxzZSwiSXNVbmRlcmxpbmVkIjpmYWxzZSwiUGFyZW50U3R5bGUiOm51bGx9LCJBdXRvU2l6ZSI6MiwiRm9yZWdyb3VuZCI6eyIkaWQiOiIyNTQxIiwiQ29sb3IiOnsiJGlkIjoiMjU0M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I1NDMiLCJUb3AiOjAuMCwiTGVmdCI6MC4wLCJSaWdodCI6MC4wLCJCb3R0b20iOjAuMH0sIlBhZGRpbmciOnsiJGlkIjoiMjU0NCIsIlRvcCI6MC4wLCJMZWZ0IjowLjAsIlJpZ2h0IjowLjAsIkJvdHRvbSI6MC4wfSwiQmFja2dyb3VuZCI6eyIkaWQiOiIyNTQ1IiwiQ29sb3IiOnsiJGlkIjoiMjU0NiIsIkEiOjI1NSwiUiI6NjQsIkciOjY0LCJCIjo2NH19LCJJc1Zpc2libGUiOnRydWUsIldpZHRoIjowLjAsIkhlaWdodCI6MC4wLCJCb3JkZXJTdHlsZSI6bnVsbCwiUGFyZW50U3R5bGUiOm51bGx9LCJSZWN0YW5nbGVTdHlsZSI6eyIkaWQiOiIyNTQ3IiwiTWFyZ2luIjp7IiRpZCI6IjI1NDgiLCJUb3AiOjAuMCwiTGVmdCI6MC4wLCJSaWdodCI6MC4wLCJCb3R0b20iOjAuMH0sIlBhZGRpbmciOnsiJGlkIjoiMjU0OSIsIlRvcCI6MC4wLCJMZWZ0IjowLjAsIlJpZ2h0IjowLjAsIkJvdHRvbSI6MC4wfSwiQmFja2dyb3VuZCI6eyIkaWQiOiIyNTUwIiwiQ29sb3IiOnsiJGlkIjoiMjU1MSIsIkEiOjEyNywiUiI6MTY1LCJHIjoxNjUsIkIiOjE2NX19LCJJc1Zpc2libGUiOnRydWUsIldpZHRoIjowLjAsIkhlaWdodCI6MC4wLCJCb3JkZXJTdHlsZSI6eyIkaWQiOiIyNTUyIiwiTGluZUNvbG9yIjp7IiRpZCI6IjI1NTMiLCIkdHlwZSI6Ik5MUkUuQ29tbW9uLkRvbS5Tb2xpZENvbG9yQnJ1c2gsIE5MUkUuQ29tbW9uIiwiQ29sb3IiOnsiJGlkIjoiMjU1NCIsIkEiOjI1NSwiUiI6MjU1LCJHIjowLCJCIjowfX0sIkxpbmVXZWlnaHQiOjAuMCwiTGluZVR5cGUiOjAsIlBhcmVudFN0eWxlIjpudWxsfSwiUGFyZW50U3R5bGUiOm51bGx9LCJNYXJnaW4iOnsiJGlkIjoiMjU1NSIsIlRvcCI6MC4wLCJMZWZ0IjowLjAsIlJpZ2h0IjowLjAsIkJvdHRvbSI6MC4wfSwiUGFkZGluZyI6eyIkaWQiOiIyNTU2IiwiVG9wIjowLjAsIkxlZnQiOjAuMCwiUmlnaHQiOjAuMCwiQm90dG9tIjowLjB9LCJCYWNrZ3JvdW5kIjpudWxsLCJJc1Zpc2libGUiOnRydWUsIldpZHRoIjowLjAsIkhlaWdodCI6MC4wLCJCb3JkZXJTdHlsZSI6bnVsbCwiUGFyZW50U3R5bGUiOm51bGx9LCJCYWNrZ3JvdW5kU3R5bGUiOnsiJGlkIjoiMjU1NyIsIk1hcmdpbiI6eyIkaWQiOiIyNTU4IiwiVG9wIjowLjAsIkxlZnQiOjAuMCwiUmlnaHQiOjAuMCwiQm90dG9tIjowLjB9LCJQYWRkaW5nIjp7IiRpZCI6IjI1NTkiLCJUb3AiOjAuMCwiTGVmdCI6MC4wLCJSaWdodCI6MC4wLCJCb3R0b20iOjAuMH0sIkJhY2tncm91bmQiOnsiJGlkIjoiMjU2MCIsIkNvbG9yIjp7IiRpZCI6IjI1NjEiLCJBIjo1MSwiUiI6MjAwLCJHIjoyMDAsIkIiOjIwMH19LCJJc1Zpc2libGUiOnRydWUsIldpZHRoIjowLjAsIkhlaWdodCI6MC4wLCJCb3JkZXJTdHlsZSI6eyIkaWQiOiIyNTYyIiwiTGluZUNvbG9yIjp7IiRpZCI6IjI1NjMiLCIkdHlwZSI6Ik5MUkUuQ29tbW9uLkRvbS5Tb2xpZENvbG9yQnJ1c2gsIE5MUkUuQ29tbW9uIiwiQ29sb3IiOnsiJGlkIjoiMjU2NCIsIkEiOjI1NSwiUiI6MjM0LCJHIjoyMiwiQiI6MzB9fSwiTGluZVdlaWdodCI6MC4wLCJMaW5lVHlwZSI6MCwiUGFyZW50U3R5bGUiOm51bGx9LCJQYXJlbnRTdHlsZSI6bnVsbH0sIk1hcmdpbiI6eyIkaWQiOiIyNTY1IiwiVG9wIjowLjAsIkxlZnQiOjAuMCwiUmlnaHQiOjAuMCwiQm90dG9tIjowLjB9LCJQYWRkaW5nIjp7IiRpZCI6IjI1NjYiLCJUb3AiOjAuMCwiTGVmdCI6MC4wLCJSaWdodCI6MC4wLCJCb3R0b20iOjAuMH0sIklzVmlzaWJsZSI6dHJ1ZSwiV2lkdGgiOjAuMCwiSGVpZ2h0IjowLjAsIkJvcmRlclN0eWxlIjp7IiRpZCI6IjI1NjciLCJMaW5lQ29sb3IiOm51bGwsIkxpbmVXZWlnaHQiOjAuMCwiTGluZVR5cGUiOjAsIlBhcmVudFN0eWxlIjpudWxsfSwiUGFyZW50U3R5bGUiOm51bGx9fV0sIklkIjoiZmEwMWFhYTEtZGRkNy00N2I0LTgxNWMtZTIzMGJkMzUyZTA1IiwiSW5kZXgiOjE2LCJIZWFkZXJUZXh0IjoiQmV0YVxyXG4iLCJTdHlsZSI6eyIkaWQiOiIyNTY4IiwiU3R5bGVJZCI6IjA3MDJkZWE4LWMxMTQtNGQ3MS1iZTQwLWNkMzA2MmM0Njk3MCIsIkhlYWRlclN0eWxlIjp7IiRpZCI6IjI1NjkiLCJUZXh0SXNWZXJ0aWNhbCI6ZmFsc2UsIlRleHRTdHlsZSI6eyIkaWQiOiIyNTcwIiwiRm9udFNldHRpbmdzIjp7IiRpZCI6IjI1NzEiLCJGb250U2l6ZSI6MTEsIkZvbnROYW1lIjoiVGl0aWxsaXVtIFdlYiIsIklzQm9sZCI6ZmFsc2UsIklzSXRhbGljIjpmYWxzZSwiSXNVbmRlcmxpbmVkIjpmYWxzZSwiUGFyZW50U3R5bGUiOm51bGx9LCJBdXRvU2l6ZSI6MiwiRm9yZWdyb3VuZCI6eyIkaWQiOiIyNTcyIiwiQ29sb3IiOnsiJGlkIjoiMjU3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1NzQiLCJUb3AiOjAuMCwiTGVmdCI6MC4wLCJSaWdodCI6MC4wLCJCb3R0b20iOjAuMH0sIlBhZGRpbmciOnsiJGlkIjoiMjU3NSIsIlRvcCI6MC4wLCJMZWZ0IjowLjAsIlJpZ2h0IjowLjAsIkJvdHRvbSI6MC4wfSwiQmFja2dyb3VuZCI6eyIkaWQiOiIyNTc2IiwiQ29sb3IiOnsiJGlkIjoiMjU3NyIsIkEiOjI1NSwiUiI6MjU1LCJHIjoyNTUsIkIiOjI1NX19LCJJc1Zpc2libGUiOnRydWUsIldpZHRoIjowLjAsIkhlaWdodCI6MC4wLCJCb3JkZXJTdHlsZSI6bnVsbCwiUGFyZW50U3R5bGUiOm51bGx9LCJSZWN0YW5nbGVTdHlsZSI6eyIkaWQiOiIyNTc4IiwiTWFyZ2luIjp7IiRpZCI6IjI1NzkiLCJUb3AiOjAuMCwiTGVmdCI6MC4wLCJSaWdodCI6MC4wLCJCb3R0b20iOjAuMH0sIlBhZGRpbmciOnsiJGlkIjoiMjU4MCIsIlRvcCI6MC4wLCJMZWZ0IjowLjAsIlJpZ2h0IjowLjAsIkJvdHRvbSI6MC4wfSwiQmFja2dyb3VuZCI6eyIkaWQiOiIyNTgxIiwiQ29sb3IiOnsiJGlkIjoiMjU4MiIsIkEiOjI1NSwiUiI6MTY1LCJHIjoxNjUsIkIiOjE2NX19LCJJc1Zpc2libGUiOnRydWUsIldpZHRoIjowLjAsIkhlaWdodCI6MC4wLCJCb3JkZXJTdHlsZSI6eyIkaWQiOiIyNTgzIiwiTGluZUNvbG9yIjp7IiRpZCI6IjI1ODQiLCIkdHlwZSI6Ik5MUkUuQ29tbW9uLkRvbS5Tb2xpZENvbG9yQnJ1c2gsIE5MUkUuQ29tbW9uIiwiQ29sb3IiOnsiJGlkIjoiMjU4NSIsIkEiOjI1NSwiUiI6MjU1LCJHIjoyNTUsIkIiOjI1NX19LCJMaW5lV2VpZ2h0IjowLjAsIkxpbmVUeXBlIjowLCJQYXJlbnRTdHlsZSI6bnVsbH0sIlBhcmVudFN0eWxlIjpudWxsfSwiTWFyZ2luIjp7IiRpZCI6IjI1ODYiLCJUb3AiOjAuMCwiTGVmdCI6MC4wLCJSaWdodCI6MC4wLCJCb3R0b20iOjAuMH0sIlBhZGRpbmciOnsiJGlkIjoiMjU4NyIsIlRvcCI6MC4wLCJMZWZ0IjowLjAsIlJpZ2h0IjowLjAsIkJvdHRvbSI6MC4wfSwiQmFja2dyb3VuZCI6bnVsbCwiSXNWaXNpYmxlIjp0cnVlLCJXaWR0aCI6MC4wLCJIZWlnaHQiOjAuMCwiQm9yZGVyU3R5bGUiOm51bGwsIlBhcmVudFN0eWxlIjpudWxsfSwiQmFja2dyb3VuZFN0eWxlIjp7IiRpZCI6IjI1ODgiLCJNYXJnaW4iOnsiJGlkIjoiMjU4OSIsIlRvcCI6MC4wLCJMZWZ0IjowLjAsIlJpZ2h0IjowLjAsIkJvdHRvbSI6MC4wfSwiUGFkZGluZyI6eyIkaWQiOiIyNTkwIiwiVG9wIjowLjAsIkxlZnQiOjAuMCwiUmlnaHQiOjAuMCwiQm90dG9tIjowLjB9LCJCYWNrZ3JvdW5kIjp7IiRpZCI6IjI1OTEiLCJDb2xvciI6eyIkaWQiOiIyNTkyIiwiQSI6NTEsIlIiOjIwMCwiRyI6MjAwLCJCIjoyMDB9fSwiSXNWaXNpYmxlIjp0cnVlLCJXaWR0aCI6MC4wLCJIZWlnaHQiOjAuMCwiQm9yZGVyU3R5bGUiOnsiJGlkIjoiMjU5MyIsIkxpbmVDb2xvciI6eyIkaWQiOiIyNTk0IiwiJHR5cGUiOiJOTFJFLkNvbW1vbi5Eb20uU29saWRDb2xvckJydXNoLCBOTFJFLkNvbW1vbiIsIkNvbG9yIjp7IiRpZCI6IjI1OTUiLCJBIjoyNTUsIlIiOjIzNCwiRyI6MjIsIkIiOjMwfX0sIkxpbmVXZWlnaHQiOjAuMCwiTGluZVR5cGUiOjAsIlBhcmVudFN0eWxlIjpudWxsfSwiUGFyZW50U3R5bGUiOm51bGx9LCJJc0Fib3ZlVGltZWJhbmQiOmZhbHNlLCJTcGFjaW5nIjoyLCJEZWZhdWx0U3dpbWxhbmVUYXNrU3R5bGUiOnsiJGlkIjoiMjU5NiIsIiR0eXBlIjoiTkxSRS5Db21tb24uRG9tLlN0eWxlcy5FeHBsaWNpdFNldGFibGVUYXNrU3R5bGUsIE5MUkUuQ29tbW9uIiwiU2hhcGUiOjEsIlNoYXBlVGhpY2tuZXNzIjowLCJEdXJhdGlvbkZvcm1hdCI6MCwiSW5jbHVkZU5vbldvcmtpbmdEYXlzSW5EdXJhdGlvbiI6ZmFsc2UsIlBlcmNlbnRhZ2VDb21wbGV0ZVN0eWxlIjp7IiRpZCI6IjI1OTciLCJGb250U2V0dGluZ3MiOnsiJGlkIjoiMjU5OCIsIkZvbnRTaXplIjoxMCwiRm9udE5hbWUiOiJDYWxpYnJpIiwiSXNCb2xkIjpmYWxzZSwiSXNJdGFsaWMiOmZhbHNlLCJJc1VuZGVybGluZWQiOmZhbHNlLCJQYXJlbnRTdHlsZSI6bnVsbH0sIkF1dG9TaXplIjowLCJGb3JlZ3JvdW5kIjp7IiRpZCI6IjI1OTkiLCJDb2xvciI6eyIkaWQiOiIyNjAw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2MDEiLCJUb3AiOjAuMCwiTGVmdCI6MC4wLCJSaWdodCI6MC4wLCJCb3R0b20iOjAuMH0sIlBhZGRpbmciOnsiJGlkIjoiMjYwMiIsIlRvcCI6MC4wLCJMZWZ0IjowLjAsIlJpZ2h0IjowLjAsIkJvdHRvbSI6MC4wfSwiQmFja2dyb3VuZCI6eyIkaWQiOiIyNjAzIiwiQ29sb3IiOnsiJGlkIjoiMjYwNCIsIkEiOjg5LCJSIjowLCJHIjowLCJCIjowfX0sIklzVmlzaWJsZSI6dHJ1ZSwiV2lkdGgiOjAuMCwiSGVpZ2h0IjowLjAsIkJvcmRlclN0eWxlIjp7IiRpZCI6IjI2MDUiLCJMaW5lQ29sb3IiOm51bGwsIkxpbmVXZWlnaHQiOjAuMCwiTGluZVR5cGUiOjAsIlBhcmVudFN0eWxlIjpudWxsfSwiUGFyZW50U3R5bGUiOm51bGx9LCJEdXJhdGlvblN0eWxlIjp7IiRpZCI6IjI2MDYiLCJGb250U2V0dGluZ3MiOnsiJGlkIjoiMjYwNyIsIkZvbnRTaXplIjoxMCwiRm9udE5hbWUiOiJDYWxpYnJpIiwiSXNCb2xkIjpmYWxzZSwiSXNJdGFsaWMiOmZhbHNlLCJJc1VuZGVybGluZWQiOmZhbHNlLCJQYXJlbnRTdHlsZSI6bnVsbH0sIkF1dG9TaXplIjowLCJGb3JlZ3JvdW5kIjp7IiRpZCI6IjI2MDgiLCJDb2xvciI6eyIkaWQiOiIyNjA5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jEwIiwiVG9wIjowLjAsIkxlZnQiOjAuMCwiUmlnaHQiOjAuMCwiQm90dG9tIjowLjB9LCJQYWRkaW5nIjp7IiRpZCI6IjI2MTEiLCJUb3AiOjAuMCwiTGVmdCI6MC4wLCJSaWdodCI6MC4wLCJCb3R0b20iOjAuMH0sIkJhY2tncm91bmQiOnsiJGlkIjoiMjYxMiIsIkNvbG9yIjp7IiRpZCI6IjI2MTMiLCJBIjoyNTUsIlIiOjY4LCJHIjo4NCwiQiI6MTA2fX0sIklzVmlzaWJsZSI6dHJ1ZSwiV2lkdGgiOjAuMCwiSGVpZ2h0IjowLjAsIkJvcmRlclN0eWxlIjp7IiRpZCI6IjI2MTQiLCJMaW5lQ29sb3IiOm51bGwsIkxpbmVXZWlnaHQiOjAuMCwiTGluZVR5cGUiOjAsIlBhcmVudFN0eWxlIjpudWxsfSwiUGFyZW50U3R5bGUiOm51bGx9LCJIb3Jpem9udGFsQ29ubmVjdG9yU3R5bGUiOnsiJGlkIjoiMjYxNSIsIkxpbmVDb2xvciI6eyIkaWQiOiIyNjE2IiwiJHR5cGUiOiJOTFJFLkNvbW1vbi5Eb20uU29saWRDb2xvckJydXNoLCBOTFJFLkNvbW1vbiIsIkNvbG9yIjp7IiRpZCI6IjI2MTciLCJBIjoyNTUsIlIiOjAsIkciOjAsIkIiOjB9fSwiTGluZVdlaWdodCI6MC4wLCJMaW5lVHlwZSI6MCwiUGFyZW50U3R5bGUiOm51bGx9LCJWZXJ0aWNhbENvbm5lY3RvclN0eWxlIjp7IiRpZCI6IjI2MTgiLCJMaW5lQ29sb3IiOnsiJGlkIjoiMjYxOSIsIiR0eXBlIjoiTkxSRS5Db21tb24uRG9tLlNvbGlkQ29sb3JCcnVzaCwgTkxSRS5Db21tb24iLCJDb2xvciI6eyIkaWQiOiIyNjI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jYyMSIsIlNoYXBlU3R5bGUiOnsiJGlkIjoiMjYyMiIsIk1hcmdpbiI6eyIkaWQiOiIyNjIzIiwiVG9wIjowLjAsIkxlZnQiOjAuMCwiUmlnaHQiOjAuMCwiQm90dG9tIjowLjB9LCJQYWRkaW5nIjp7IiRpZCI6IjI2MjQiLCJUb3AiOjAuMCwiTGVmdCI6MC4wLCJSaWdodCI6MC4wLCJCb3R0b20iOjAuMH0sIkJhY2tncm91bmQiOnsiJGlkIjoiMjYyNSIsIkNvbG9yIjp7IiRpZCI6IjI2MjYiLCJBIjoxNTMsIlIiOjAsIkciOjAsIkIiOjB9fSwiSXNWaXNpYmxlIjp0cnVlLCJXaWR0aCI6MC4wLCJIZWlnaHQiOjAuMCwiQm9yZGVyU3R5bGUiOnsiJGlkIjoiMjYyNyIsIkxpbmVDb2xvciI6eyIkaWQiOiIyNjI4IiwiJHR5cGUiOiJOTFJFLkNvbW1vbi5Eb20uU29saWRDb2xvckJydXNoLCBOTFJFLkNvbW1vbiIsIkNvbG9yIjp7IiRpZCI6IjI2MjkiLCJBIjoyNTUsIlIiOjI1NSwiRyI6MCwiQiI6MH19LCJMaW5lV2VpZ2h0IjowLjAsIkxpbmVUeXBlIjowLCJQYXJlbnRTdHlsZSI6bnVsbH0sIlBhcmVudFN0eWxlIjpudWxsfSwiTWFyZ2luIjp7IiRpZCI6IjI2MzAiLCJUb3AiOjAuMCwiTGVmdCI6MC4wLCJSaWdodCI6MC4wLCJCb3R0b20iOjAuMH0sIlBhZGRpbmciOnsiJGlkIjoiMjYzMSIsIlRvcCI6MC4wLCJMZWZ0IjowLjAsIlJpZ2h0IjowLjAsIkJvdHRvbSI6MC4wfSwiQmFja2dyb3VuZCI6bnVsbCwiSXNWaXNpYmxlIjp0cnVlLCJXaWR0aCI6MC4wLCJIZWlnaHQiOjAuMCwiQm9yZGVyU3R5bGUiOm51bGwsIlBhcmVudFN0eWxlIjpudWxsfSwiU2hhcGVTdHlsZSI6eyIkaWQiOiIyNjMyIiwiTWFyZ2luIjp7IiRpZCI6IjI2MzMiLCJUb3AiOjAuMCwiTGVmdCI6NC4wLCJSaWdodCI6NC4wLCJCb3R0b20iOjAuMH0sIlBhZGRpbmciOnsiJGlkIjoiMjYzNCIsIlRvcCI6MC4wLCJMZWZ0IjowLjAsIlJpZ2h0IjowLjAsIkJvdHRvbSI6MC4wfSwiQmFja2dyb3VuZCI6eyIkaWQiOiIyNjM1IiwiQ29sb3IiOnsiJGlkIjoiMjYzNiIsIkEiOjI1NSwiUiI6MTY1LCJHIjoxNjUsIkIiOjE2NX19LCJJc1Zpc2libGUiOnRydWUsIldpZHRoIjowLjAsIkhlaWdodCI6MTAuMCwiQm9yZGVyU3R5bGUiOnsiJGlkIjoiMjYzNyIsIkxpbmVDb2xvciI6eyIkaWQiOiIyNjM4IiwiJHR5cGUiOiJOTFJFLkNvbW1vbi5Eb20uU29saWRDb2xvckJydXNoLCBOTFJFLkNvbW1vbiIsIkNvbG9yIjp7IiRpZCI6IjI2MzkiLCJBIjoyNTUsIlIiOjIzNCwiRyI6MjIsIkIiOjMwfX0sIkxpbmVXZWlnaHQiOjAuMCwiTGluZVR5cGUiOjAsIlBhcmVudFN0eWxlIjpudWxsfSwiUGFyZW50U3R5bGUiOm51bGx9LCJUaXRsZVN0eWxlIjp7IiRpZCI6IjI2NDAiLCJGb250U2V0dGluZ3MiOnsiJGlkIjoiMjY0MSIsIkZvbnRTaXplIjoxMSwiRm9udE5hbWUiOiJDYWxpYnJpIiwiSXNCb2xkIjpmYWxzZSwiSXNJdGFsaWMiOmZhbHNlLCJJc1VuZGVybGluZWQiOmZhbHNlLCJQYXJlbnRTdHlsZSI6bnVsbH0sIkF1dG9TaXplIjowLCJGb3JlZ3JvdW5kIjp7IiRpZCI6IjI2NDIiLCJDb2xvciI6eyIkaWQiOiIyNjQ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DQiLCJUb3AiOjAuMCwiTGVmdCI6MC4wLCJSaWdodCI6MC4wLCJCb3R0b20iOjAuMH0sIlBhZGRpbmciOnsiJGlkIjoiMjY0NSIsIlRvcCI6MC4wLCJMZWZ0IjowLjAsIlJpZ2h0IjowLjAsIkJvdHRvbSI6MC4wfSwiQmFja2dyb3VuZCI6eyIkaWQiOiIyNjQ2IiwiQ29sb3IiOnsiJGlkIjoiMjY0NyIsIkEiOjI1NSwiUiI6MCwiRyI6MCwiQiI6MH19LCJJc1Zpc2libGUiOnRydWUsIldpZHRoIjowLjAsIkhlaWdodCI6MC4wLCJCb3JkZXJTdHlsZSI6eyIkaWQiOiIyNjQ4IiwiTGluZUNvbG9yIjpudWxsLCJMaW5lV2VpZ2h0IjowLjAsIkxpbmVUeXBlIjowLCJQYXJlbnRTdHlsZSI6bnVsbH0sIlBhcmVudFN0eWxlIjpudWxsfSwiRGF0ZVN0eWxlIjp7IiRpZCI6IjI2NDkiLCJGb250U2V0dGluZ3MiOnsiJGlkIjoiMjY1MCIsIkZvbnRTaXplIjoxMCwiRm9udE5hbWUiOiJDYWxpYnJpIiwiSXNCb2xkIjpmYWxzZSwiSXNJdGFsaWMiOmZhbHNlLCJJc1VuZGVybGluZWQiOmZhbHNlLCJQYXJlbnRTdHlsZSI6bnVsbH0sIkF1dG9TaXplIjowLCJGb3JlZ3JvdW5kIjp7IiRpZCI6IjI2NTEiLCJDb2xvciI6eyIkaWQiOiIyNjU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yNjUzIiwiVG9wIjowLjAsIkxlZnQiOjAuMCwiUmlnaHQiOjAuMCwiQm90dG9tIjowLjB9LCJQYWRkaW5nIjp7IiRpZCI6IjI2NTQiLCJUb3AiOjAuMCwiTGVmdCI6MC4wLCJSaWdodCI6MC4wLCJCb3R0b20iOjAuMH0sIkJhY2tncm91bmQiOnsiJGlkIjoiMjY1NSIsIkNvbG9yIjp7IiRpZCI6IjI2NTYiLCJBIjoyNTUsIlIiOjY4LCJHIjo4NCwiQiI6MTA2fX0sIklzVmlzaWJsZSI6dHJ1ZSwiV2lkdGgiOjAuMCwiSGVpZ2h0IjowLjAsIkJvcmRlclN0eWxlIjp7IiRpZCI6IjI2NTciLCJMaW5lQ29sb3IiOm51bGwsIkxpbmVXZWlnaHQiOjAuMCwiTGluZVR5cGUiOjAsIlBhcmVudFN0eWxlIjpudWxsfSwiUGFyZW50U3R5bGUiOm51bGx9LCJEYXRlRm9ybWF0Ijp7IiRpZCI6IjI2N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1OSIsIkZvcm1hdCI6MCwiSXNWaXNpYmxlIjpmYWxzZSwiTGFzdEtub3duVmlzaWJpbGl0eVN0YXRlIjpmYWxzZX0sIklzVmlzaWJsZSI6dHJ1ZSwiVmFyaWFuY2VTdHlsZSI6eyIkaWQiOiIyNjYwIiwiVGV4dFN0eWxlIjp7IiRpZCI6IjI2NjEiLCJGb250U2V0dGluZ3MiOnsiJGlkIjoiMjY2MiIsIkZvbnRTaXplIjoxMCwiRm9udE5hbWUiOiJDYWxpYnJpIiwiSXNCb2xkIjpmYWxzZSwiSXNJdGFsaWMiOmZhbHNlLCJJc1VuZGVybGluZWQiOmZhbHNlLCJQYXJlbnRTdHlsZSI6bnVsbH0sIkF1dG9TaXplIjowLCJGb3JlZ3JvdW5kIjp7IiRpZCI6IjI2NjMiLCJDb2xvciI6eyIkaWQiOiIyNjY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jUiLCJUb3AiOjAuMCwiTGVmdCI6MC4wLCJSaWdodCI6MC4wLCJCb3R0b20iOjAuMH0sIlBhZGRpbmciOnsiJGlkIjoiMjY2NiIsIlRvcCI6MC4wLCJMZWZ0IjowLjAsIlJpZ2h0IjowLjAsIkJvdHRvbSI6MC4wfSwiQmFja2dyb3VuZCI6eyIkaWQiOiIyNjY3IiwiQ29sb3IiOnsiJGlkIjoiMjY2OCIsIkEiOjI1NSwiUiI6MCwiRyI6MCwiQiI6MH19LCJJc1Zpc2libGUiOnRydWUsIldpZHRoIjowLjAsIkhlaWdodCI6MC4wLCJCb3JkZXJTdHlsZSI6eyIkaWQiOiIyNjY5IiwiTGluZUNvbG9yIjpudWxsLCJMaW5lV2VpZ2h0IjowLjAsIkxpbmVUeXBlIjowLCJQYXJlbnRTdHlsZSI6bnVsbH0sIlBhcmVudFN0eWxlIjpudWxsfSwiUGFyZW50U3R5bGUiOm51bGx9LCJQYXJlbnRTdHlsZSI6bnVsbCwiX2V4cGxpY2l0bHlTZXQiOnsiJGlkIjoiMjY3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2NzEiLCJTaGFwZSI6MSwiQ29ubmVjdG9yTWFyZ2luIjp7IiRpZCI6IjI2NzIiLCJUb3AiOjAuMCwiTGVmdCI6Mi4wLCJSaWdodCI6Mi4wLCJCb3R0b20iOjAuMH0sIkNvbm5lY3RvclN0eWxlIjp7IiRpZCI6IjI2NzMiLCJMaW5lQ29sb3IiOnsiJGlkIjoiMjY3NCIsIiR0eXBlIjoiTkxSRS5Db21tb24uRG9tLlNvbGlkQ29sb3JCcnVzaCwgTkxSRS5Db21tb24iLCJDb2xvciI6eyIkaWQiOiIyNjc1IiwiQSI6MTI3LCJSIjo1NywiRyI6NTcsIkIiOjU3fX0sIkxpbmVXZWlnaHQiOjEuMCwiTGluZVR5cGUiOjAsIlBhcmVudFN0eWxlIjpudWxsfSwiSXNCZWxvd1RpbWViYW5kIjpmYWxzZSwiUG9zaXRpb25PblRhc2siOjEsIkhpZGVEYXRlIjpmYWxzZSwiU2hhcGVTaXplIjowLCJTcGFjaW5nIjowLjAsIlBhZGRpbmciOnsiJGlkIjoiMjY3NiIsIlRvcCI6NS4wLCJMZWZ0IjozLjAsIlJpZ2h0IjowLjAsIkJvdHRvbSI6Mi4wfSwiU2hhcGVTdHlsZSI6eyIkaWQiOiIyNjc3IiwiTWFyZ2luIjp7IiRpZCI6IjI2NzgiLCJUb3AiOjAuMCwiTGVmdCI6MC4wLCJSaWdodCI6MC4wLCJCb3R0b20iOjAuMH0sIlBhZGRpbmciOnsiJGlkIjoiMjY3OSIsIlRvcCI6MC4wLCJMZWZ0IjowLjAsIlJpZ2h0IjowLjAsIkJvdHRvbSI6MC4wfSwiQmFja2dyb3VuZCI6eyIkaWQiOiIyNjgwIiwiQ29sb3IiOnsiJGlkIjoiMjY4MSIsIkEiOjI1NSwiUiI6NTcsIkciOjU3LCJCIjo1N319LCJJc1Zpc2libGUiOnRydWUsIldpZHRoIjoxMi4wLCJIZWlnaHQiOjE0LjAsIkJvcmRlclN0eWxlIjp7IiRpZCI6IjI2ODIiLCJMaW5lQ29sb3IiOnsiJGlkIjoiMjY4MyIsIiR0eXBlIjoiTkxSRS5Db21tb24uRG9tLlNvbGlkQ29sb3JCcnVzaCwgTkxSRS5Db21tb24iLCJDb2xvciI6eyIkaWQiOiIyNjg0IiwiQSI6MjU1LCJSIjoyNTUsIkciOjAsIkIiOjB9fSwiTGluZVdlaWdodCI6MC4wLCJMaW5lVHlwZSI6MCwiUGFyZW50U3R5bGUiOm51bGx9LCJQYXJlbnRTdHlsZSI6bnVsbH0sIlRpdGxlU3R5bGUiOnsiJGlkIjoiMjY4NSIsIkZvbnRTZXR0aW5ncyI6eyIkaWQiOiIyNjg2IiwiRm9udFNpemUiOjExLCJGb250TmFtZSI6IkNhbGlicmkiLCJJc0JvbGQiOmZhbHNlLCJJc0l0YWxpYyI6ZmFsc2UsIklzVW5kZXJsaW5lZCI6ZmFsc2UsIlBhcmVudFN0eWxlIjpudWxsfSwiQXV0b1NpemUiOjAsIkZvcmVncm91bmQiOnsiJGlkIjoiMjY4NyIsIkNvbG9yIjp7IiRpZCI6IjI2OD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jY4OSIsIlRvcCI6MC4wLCJMZWZ0IjowLjAsIlJpZ2h0IjowLjAsIkJvdHRvbSI6MC4wfSwiUGFkZGluZyI6eyIkaWQiOiIyNjkwIiwiVG9wIjowLjAsIkxlZnQiOjAuMCwiUmlnaHQiOjAuMCwiQm90dG9tIjowLjB9LCJCYWNrZ3JvdW5kIjp7IiRpZCI6IjI2OTEiLCJDb2xvciI6eyIkaWQiOiIyNjkyIiwiQSI6MjU1LCJSIjowLCJHIjowLCJCIjowfX0sIklzVmlzaWJsZSI6dHJ1ZSwiV2lkdGgiOjAuMCwiSGVpZ2h0IjowLjAsIkJvcmRlclN0eWxlIjp7IiRpZCI6IjI2OTMiLCJMaW5lQ29sb3IiOm51bGwsIkxpbmVXZWlnaHQiOjAuMCwiTGluZVR5cGUiOjAsIlBhcmVudFN0eWxlIjpudWxsfSwiUGFyZW50U3R5bGUiOm51bGx9LCJEYXRlU3R5bGUiOnsiJGlkIjoiMjY5NCIsIkZvbnRTZXR0aW5ncyI6eyIkaWQiOiIyNjk1IiwiRm9udFNpemUiOjEwLCJGb250TmFtZSI6IkNhbGlicmkiLCJJc0JvbGQiOmZhbHNlLCJJc0l0YWxpYyI6ZmFsc2UsIklzVW5kZXJsaW5lZCI6ZmFsc2UsIlBhcmVudFN0eWxlIjpudWxsfSwiQXV0b1NpemUiOjAsIkZvcmVncm91bmQiOnsiJGlkIjoiMjY5NiIsIkNvbG9yIjp7IiRpZCI6IjI2OT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I2OTgiLCJUb3AiOjAuMCwiTGVmdCI6MC4wLCJSaWdodCI6MC4wLCJCb3R0b20iOjAuMH0sIlBhZGRpbmciOnsiJGlkIjoiMjY5OSIsIlRvcCI6MC4wLCJMZWZ0IjowLjAsIlJpZ2h0IjowLjAsIkJvdHRvbSI6MC4wfSwiQmFja2dyb3VuZCI6eyIkaWQiOiIyNzAwIiwiQ29sb3IiOnsiJGlkIjoiMjcwMSIsIkEiOjI1NSwiUiI6NjgsIkciOjg0LCJCIjoxMDZ9fSwiSXNWaXNpYmxlIjp0cnVlLCJXaWR0aCI6MC4wLCJIZWlnaHQiOjAuMCwiQm9yZGVyU3R5bGUiOnsiJGlkIjoiMjcwMiIsIkxpbmVDb2xvciI6bnVsbCwiTGluZVdlaWdodCI6MC4wLCJMaW5lVHlwZSI6MCwiUGFyZW50U3R5bGUiOm51bGx9LCJQYXJlbnRTdHlsZSI6bnVsbH0sIkRhdGVGb3JtYXQiOnsiJGlkIjoiMjcwMyIsIkZvcm1hdFN0cmluZyI6Ik1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wNCIsIkZvcm1hdCI6MCwiSXNWaXNpYmxlIjpmYWxzZSwiTGFzdEtub3duVmlzaWJpbGl0eVN0YXRlIjpmYWxzZX0sIklzVmlzaWJsZSI6ZmFsc2UsIlZhcmlhbmNlU3R5bGUiOnsiJGlkIjoiMjcwNSIsIlRleHRTdHlsZSI6eyIkaWQiOiIyNzA2IiwiRm9udFNldHRpbmdzIjp7IiRpZCI6IjI3MDciLCJGb250U2l6ZSI6MTAsIkZvbnROYW1lIjoiQ2FsaWJyaSIsIklzQm9sZCI6ZmFsc2UsIklzSXRhbGljIjpmYWxzZSwiSXNVbmRlcmxpbmVkIjpmYWxzZSwiUGFyZW50U3R5bGUiOm51bGx9LCJBdXRvU2l6ZSI6MCwiRm9yZWdyb3VuZCI6eyIkaWQiOiIyNzA4IiwiQ29sb3IiOnsiJGlkIjoiMjcw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zEwIiwiVG9wIjowLjAsIkxlZnQiOjAuMCwiUmlnaHQiOjAuMCwiQm90dG9tIjowLjB9LCJQYWRkaW5nIjp7IiRpZCI6IjI3MTEiLCJUb3AiOjAuMCwiTGVmdCI6MC4wLCJSaWdodCI6MC4wLCJCb3R0b20iOjAuMH0sIkJhY2tncm91bmQiOnsiJGlkIjoiMjcxMiIsIkNvbG9yIjp7IiRpZCI6IjI3MTMiLCJBIjoyNTUsIlIiOjAsIkciOjAsIkIiOjB9fSwiSXNWaXNpYmxlIjp0cnVlLCJXaWR0aCI6MC4wLCJIZWlnaHQiOjAuMCwiQm9yZGVyU3R5bGUiOnsiJGlkIjoiMjcxNCIsIkxpbmVDb2xvciI6bnVsbCwiTGluZVdlaWdodCI6MC4wLCJMaW5lVHlwZSI6MCwiUGFyZW50U3R5bGUiOm51bGx9LCJQYXJlbnRTdHlsZSI6bnVsbH0sIlBhcmVudFN0eWxlIjpudWxsfSwiUGFyZW50U3R5bGUiOm51bGx9LCJEZWZhdWx0U3dpbWxhbmVNaWxlc3RvbmVTdHlsZSI6eyIkaWQiOiIyNzE1IiwiVGl0bGVQb3NpdGlvbiI6IkxlZnQiLCJEYXRlUG9zaXRpb24iOiJSaWdodCIsIlZhcmlhbmNlUG9zaXRpb24iOiJSaWdodCIsIlNoYXBlVHlwZSI6MSwiU2hhcGVTaXplIjowLCJTcGFjaW5nIjo1LCJTaGFwZVN0eWxlIjp7IiRpZCI6IjI3MTYiLCJNYXJnaW4iOnsiJGlkIjoiMjcxNyIsIlRvcCI6MC4wLCJMZWZ0IjowLjAsIlJpZ2h0IjowLjAsIkJvdHRvbSI6MC4wfSwiUGFkZGluZyI6eyIkaWQiOiIyNzE4IiwiVG9wIjowLjAsIkxlZnQiOjAuMCwiUmlnaHQiOjAuMCwiQm90dG9tIjowLjB9LCJCYWNrZ3JvdW5kIjp7IiRpZCI6IjI3MTkiLCJDb2xvciI6eyIkaWQiOiIyNzIwIiwiQSI6MjU1LCJSIjoxNjUsIkciOjE2NSwiQiI6MTY1fX0sIklzVmlzaWJsZSI6dHJ1ZSwiV2lkdGgiOjEyLjAsIkhlaWdodCI6MTQuMCwiQm9yZGVyU3R5bGUiOnsiJGlkIjoiMjcyMSIsIkxpbmVDb2xvciI6eyIkaWQiOiIyNzIyIiwiJHR5cGUiOiJOTFJFLkNvbW1vbi5Eb20uU29saWRDb2xvckJydXNoLCBOTFJFLkNvbW1vbiIsIkNvbG9yIjp7IiRpZCI6IjI3MjMiLCJBIjoyNTUsIlIiOjIzNCwiRyI6MjIsIkIiOjMwfX0sIkxpbmVXZWlnaHQiOjAuMCwiTGluZVR5cGUiOjAsIlBhcmVudFN0eWxlIjpudWxsfSwiUGFyZW50U3R5bGUiOm51bGx9LCJUaXRsZVN0eWxlIjp7IiRpZCI6IjI3MjQiLCJGb250U2V0dGluZ3MiOnsiJGlkIjoiMjcyNSIsIkZvbnRTaXplIjoxMSwiRm9udE5hbWUiOiJDYWxpYnJpIiwiSXNCb2xkIjpmYWxzZSwiSXNJdGFsaWMiOmZhbHNlLCJJc1VuZGVybGluZWQiOmZhbHNlLCJQYXJlbnRTdHlsZSI6bnVsbH0sIkF1dG9TaXplIjowLCJGb3JlZ3JvdW5kIjp7IiRpZCI6IjI3MjYiLCJDb2xvciI6eyIkaWQiOiIyNzI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I3MjgiLCJUb3AiOjAuMCwiTGVmdCI6MC4wLCJSaWdodCI6MC4wLCJCb3R0b20iOjAuMH0sIlBhZGRpbmciOnsiJGlkIjoiMjcyOSIsIlRvcCI6MC4wLCJMZWZ0IjowLjAsIlJpZ2h0IjowLjAsIkJvdHRvbSI6MC4wfSwiQmFja2dyb3VuZCI6eyIkaWQiOiIyNzMwIiwiQ29sb3IiOnsiJGlkIjoiMjczMSIsIkEiOjI1NSwiUiI6MCwiRyI6MCwiQiI6MH19LCJJc1Zpc2libGUiOnRydWUsIldpZHRoIjowLjAsIkhlaWdodCI6MC4wLCJCb3JkZXJTdHlsZSI6eyIkaWQiOiIyNzMyIiwiTGluZUNvbG9yIjpudWxsLCJMaW5lV2VpZ2h0IjowLjAsIkxpbmVUeXBlIjowLCJQYXJlbnRTdHlsZSI6bnVsbH0sIlBhcmVudFN0eWxlIjpudWxsfSwiRGF0ZVN0eWxlIjp7IiRpZCI6IjI3MzMiLCJGb250U2V0dGluZ3MiOnsiJGlkIjoiMjczNCIsIkZvbnRTaXplIjoxMCwiRm9udE5hbWUiOiJDYWxpYnJpIiwiSXNCb2xkIjpmYWxzZSwiSXNJdGFsaWMiOmZhbHNlLCJJc1VuZGVybGluZWQiOmZhbHNlLCJQYXJlbnRTdHlsZSI6bnVsbH0sIkF1dG9TaXplIjowLCJGb3JlZ3JvdW5kIjp7IiRpZCI6IjI3MzUiLCJDb2xvciI6eyIkaWQiOiIyNzM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zM3IiwiVG9wIjowLjAsIkxlZnQiOjAuMCwiUmlnaHQiOjAuMCwiQm90dG9tIjowLjB9LCJQYWRkaW5nIjp7IiRpZCI6IjI3MzgiLCJUb3AiOjAuMCwiTGVmdCI6MC4wLCJSaWdodCI6MC4wLCJCb3R0b20iOjAuMH0sIkJhY2tncm91bmQiOnsiJGlkIjoiMjczOSIsIkNvbG9yIjp7IiRpZCI6IjI3NDAiLCJBIjoyNTUsIlIiOjY4LCJHIjo4NCwiQiI6MTA2fX0sIklzVmlzaWJsZSI6dHJ1ZSwiV2lkdGgiOjAuMCwiSGVpZ2h0IjowLjAsIkJvcmRlclN0eWxlIjp7IiRpZCI6IjI3NDEiLCJMaW5lQ29sb3IiOm51bGwsIkxpbmVXZWlnaHQiOjAuMCwiTGluZVR5cGUiOjAsIlBhcmVudFN0eWxlIjpudWxsfSwiUGFyZW50U3R5bGUiOm51bGx9LCJEYXRlRm9ybWF0Ijp7IiRpZCI6IjI3ND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0MyIsIkZvcm1hdCI6MCwiSXNWaXNpYmxlIjpmYWxzZSwiTGFzdEtub3duVmlzaWJpbGl0eVN0YXRlIjpmYWxzZX0sIklzVmlzaWJsZSI6dHJ1ZSwiVmFyaWFuY2VTdHlsZSI6eyIkaWQiOiIyNzQ0IiwiVGV4dFN0eWxlIjp7IiRpZCI6IjI3NDUiLCJGb250U2V0dGluZ3MiOnsiJGlkIjoiMjc0NiIsIkZvbnRTaXplIjoxMCwiRm9udE5hbWUiOiJDYWxpYnJpIiwiSXNCb2xkIjpmYWxzZSwiSXNJdGFsaWMiOmZhbHNlLCJJc1VuZGVybGluZWQiOmZhbHNlLCJQYXJlbnRTdHlsZSI6bnVsbH0sIkF1dG9TaXplIjowLCJGb3JlZ3JvdW5kIjp7IiRpZCI6IjI3NDciLCJDb2xvciI6eyIkaWQiOiIyNzQ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3NDkiLCJUb3AiOjAuMCwiTGVmdCI6MC4wLCJSaWdodCI6MC4wLCJCb3R0b20iOjAuMH0sIlBhZGRpbmciOnsiJGlkIjoiMjc1MCIsIlRvcCI6MC4wLCJMZWZ0IjowLjAsIlJpZ2h0IjowLjAsIkJvdHRvbSI6MC4wfSwiQmFja2dyb3VuZCI6eyIkaWQiOiIyNzUxIiwiQ29sb3IiOnsiJGlkIjoiMjc1MiIsIkEiOjI1NSwiUiI6MCwiRyI6MCwiQiI6MH19LCJJc1Zpc2libGUiOnRydWUsIldpZHRoIjowLjAsIkhlaWdodCI6MC4wLCJCb3JkZXJTdHlsZSI6eyIkaWQiOiIyNzUzIiwiTGluZUNvbG9yIjpudWxsLCJMaW5lV2VpZ2h0IjowLjAsIkxpbmVUeXBlIjowLCJQYXJlbnRTdHlsZSI6bnVsbH0sIlBhcmVudFN0eWxlIjpudWxsfSwiUGFyZW50U3R5bGUiOm51bGx9LCJQYXJlbnRTdHlsZSI6bnVsbH0sIkRlZmF1bHRTd2ltbGFuZUFjdGl2aXR5U3R5bGUiOnsiJGlkIjoiMjc1NCIsIkhlYWRlclN0eWxlIjp7IiRpZCI6IjI3NTUiLCJUZXh0U3R5bGUiOnsiJGlkIjoiMjc1NiIsIkZvbnRTZXR0aW5ncyI6eyIkaWQiOiIyNzU3IiwiRm9udFNpemUiOjExLCJGb250TmFtZSI6IkNhbGlicmkiLCJJc0JvbGQiOmZhbHNlLCJJc0l0YWxpYyI6ZmFsc2UsIklzVW5kZXJsaW5lZCI6ZmFsc2UsIlBhcmVudFN0eWxlIjpudWxsfSwiQXV0b1NpemUiOjIsIkZvcmVncm91bmQiOnsiJGlkIjoiMjc1OCIsIkNvbG9yIjp7IiRpZCI6IjI3NTk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NzYwIiwiVG9wIjowLjAsIkxlZnQiOjAuMCwiUmlnaHQiOjAuMCwiQm90dG9tIjowLjB9LCJQYWRkaW5nIjp7IiRpZCI6IjI3NjEiLCJUb3AiOjAuMCwiTGVmdCI6MC4wLCJSaWdodCI6MC4wLCJCb3R0b20iOjAuMH0sIkJhY2tncm91bmQiOnsiJGlkIjoiMjc2MiIsIkNvbG9yIjp7IiRpZCI6IjI3NjMiLCJBIjoyNTUsIlIiOjY0LCJHIjo2NCwiQiI6NjR9fSwiSXNWaXNpYmxlIjp0cnVlLCJXaWR0aCI6MC4wLCJIZWlnaHQiOjAuMCwiQm9yZGVyU3R5bGUiOm51bGwsIlBhcmVudFN0eWxlIjpudWxsfSwiUmVjdGFuZ2xlU3R5bGUiOnsiJGlkIjoiMjc2NCIsIk1hcmdpbiI6eyIkaWQiOiIyNzY1IiwiVG9wIjowLjAsIkxlZnQiOjAuMCwiUmlnaHQiOjAuMCwiQm90dG9tIjowLjB9LCJQYWRkaW5nIjp7IiRpZCI6IjI3NjYiLCJUb3AiOjAuMCwiTGVmdCI6MC4wLCJSaWdodCI6MC4wLCJCb3R0b20iOjAuMH0sIkJhY2tncm91bmQiOnsiJGlkIjoiMjc2NyIsIkNvbG9yIjp7IiRpZCI6IjI3NjgiLCJBIjoxMjcsIlIiOjE2NSwiRyI6MTY1LCJCIjoxNjV9fSwiSXNWaXNpYmxlIjp0cnVlLCJXaWR0aCI6MC4wLCJIZWlnaHQiOjAuMCwiQm9yZGVyU3R5bGUiOnsiJGlkIjoiMjc2OSIsIkxpbmVDb2xvciI6eyIkaWQiOiIyNzcwIiwiJHR5cGUiOiJOTFJFLkNvbW1vbi5Eb20uU29saWRDb2xvckJydXNoLCBOTFJFLkNvbW1vbiIsIkNvbG9yIjp7IiRpZCI6IjI3NzEiLCJBIjoyNTUsIlIiOjI1NSwiRyI6MCwiQiI6MH19LCJMaW5lV2VpZ2h0IjowLjAsIkxpbmVUeXBlIjowLCJQYXJlbnRTdHlsZSI6bnVsbH0sIlBhcmVudFN0eWxlIjpudWxsfSwiTWFyZ2luIjp7IiRpZCI6IjI3NzIiLCJUb3AiOjAuMCwiTGVmdCI6MC4wLCJSaWdodCI6MC4wLCJCb3R0b20iOjAuMH0sIlBhZGRpbmciOnsiJGlkIjoiMjc3MyIsIlRvcCI6MC4wLCJMZWZ0IjowLjAsIlJpZ2h0IjowLjAsIkJvdHRvbSI6MC4wfSwiQmFja2dyb3VuZCI6bnVsbCwiSXNWaXNpYmxlIjp0cnVlLCJXaWR0aCI6MC4wLCJIZWlnaHQiOjAuMCwiQm9yZGVyU3R5bGUiOm51bGwsIlBhcmVudFN0eWxlIjpudWxsfSwiQmFja2dyb3VuZFN0eWxlIjp7IiRpZCI6IjI3NzQiLCJNYXJnaW4iOnsiJGlkIjoiMjc3NSIsIlRvcCI6MC4wLCJMZWZ0IjowLjAsIlJpZ2h0IjowLjAsIkJvdHRvbSI6MC4wfSwiUGFkZGluZyI6eyIkaWQiOiIyNzc2IiwiVG9wIjowLjAsIkxlZnQiOjAuMCwiUmlnaHQiOjAuMCwiQm90dG9tIjowLjB9LCJCYWNrZ3JvdW5kIjp7IiRpZCI6IjI3NzciLCJDb2xvciI6eyIkaWQiOiIyNzc4IiwiQSI6NTEsIlIiOjIwMCwiRyI6MjAwLCJCIjoyMDB9fSwiSXNWaXNpYmxlIjp0cnVlLCJXaWR0aCI6MC4wLCJIZWlnaHQiOjAuMCwiQm9yZGVyU3R5bGUiOnsiJGlkIjoiMjc3OSIsIkxpbmVDb2xvciI6eyIkaWQiOiIyNzgwIiwiJHR5cGUiOiJOTFJFLkNvbW1vbi5Eb20uU29saWRDb2xvckJydXNoLCBOTFJFLkNvbW1vbiIsIkNvbG9yIjp7IiRpZCI6IjI3ODEiLCJBIjoyNTUsIlIiOjIzNCwiRyI6MjIsIkIiOjMwfX0sIkxpbmVXZWlnaHQiOjAuMCwiTGluZVR5cGUiOjAsIlBhcmVudFN0eWxlIjpudWxsfSwiUGFyZW50U3R5bGUiOm51bGx9LCJNYXJnaW4iOnsiJGlkIjoiMjc4MiIsIlRvcCI6MC4wLCJMZWZ0IjowLjAsIlJpZ2h0IjowLjAsIkJvdHRvbSI6MC4wfSwiUGFkZGluZyI6eyIkaWQiOiIyNzgzIiwiVG9wIjowLjAsIkxlZnQiOjAuMCwiUmlnaHQiOjAuMCwiQm90dG9tIjowLjB9LCJJc1Zpc2libGUiOnRydWUsIldpZHRoIjowLjAsIkhlaWdodCI6MC4wLCJCb3JkZXJTdHlsZSI6eyIkaWQiOiIyNzg0IiwiTGluZUNvbG9yIjpudWxsLCJMaW5lV2VpZ2h0IjowLjAsIkxpbmVUeXBlIjowLCJQYXJlbnRTdHlsZSI6bnVsbH0sIlBhcmVudFN0eWxlIjpudWxsfSwiTWFyZ2luIjp7IiRpZCI6IjI3ODUiLCJUb3AiOjAuMCwiTGVmdCI6MC4wLCJSaWdodCI6MC4wLCJCb3R0b20iOjAuMH0sIlBhZGRpbmciOnsiJGlkIjoiMjc4NiIsIlRvcCI6MC4wLCJMZWZ0IjowLjAsIlJpZ2h0IjowLjAsIkJvdHRvbSI6MC4wfSwiSXNWaXNpYmxlIjpmYWxzZSwiV2lkdGgiOjAuMCwiSGVpZ2h0IjowLjAsIkJvcmRlclN0eWxlIjp7IiRpZCI6IjI3ODciLCJMaW5lQ29sb3IiOm51bGwsIkxpbmVXZWlnaHQiOjAuMCwiTGluZVR5cGUiOjAsIlBhcmVudFN0eWxlIjpudWxsfSwiUGFyZW50U3R5bGUiOm51bGx9fSx7IiRpZCI6IjI3ODgiLCJfYWN0aXZpdGllcyI6W3siJGlkIjoiMjc4OSIsIl9yb3dzIjpbeyIkaWQiOiIyNzkwIiwiX3Rhc2tzIjpbeyIkaWQiOiIyNzkxIiwiX2F0dGFjaGVkTWlsZXN0b25lcyI6W10sIlRhc2tEZWZpbml0aW9uIjp7IiRpZCI6IjI3OTIiLCJHcm91cE5hbWUiOm51bGwsIlN0YXJ0RGF0ZSI6IjIwMjctMDQtMDFUMDA6MDA6MDBaIiwiRW5kRGF0ZSI6IjIwMjctMDUtMzFUMjM6NTk6MDBaIiwiUGVyY2VudGFnZUNvbXBsZXRlIjpudWxsLCJTdHlsZSI6eyIkaWQiOiIyNzkzIiwiU2hhcGUiOjEsIlNoYXBlVGhpY2tuZXNzIjowLCJEdXJhdGlvbkZvcm1hdCI6MCwiSW5jbHVkZU5vbldvcmtpbmdEYXlzSW5EdXJhdGlvbiI6ZmFsc2UsIlBlcmNlbnRhZ2VDb21wbGV0ZVN0eWxlIjp7IiRpZCI6IjI3OTQiLCJGb250U2V0dGluZ3MiOnsiJGlkIjoiMjc5NSIsIkZvbnRTaXplIjoxMCwiRm9udE5hbWUiOiJDYWxpYnJpIiwiSXNCb2xkIjpmYWxzZSwiSXNJdGFsaWMiOmZhbHNlLCJJc1VuZGVybGluZWQiOmZhbHNlLCJQYXJlbnRTdHlsZSI6bnVsbH0sIkF1dG9TaXplIjowLCJGb3JlZ3JvdW5kIjp7IiRpZCI6IjI3OTYiLCJDb2xvciI6eyIkaWQiOiIyNzk3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3OTgiLCJUb3AiOjAuMCwiTGVmdCI6MC4wLCJSaWdodCI6MC4wLCJCb3R0b20iOjAuMH0sIlBhZGRpbmciOnsiJGlkIjoiMjc5OSIsIlRvcCI6MC4wLCJMZWZ0IjowLjAsIlJpZ2h0IjowLjAsIkJvdHRvbSI6MC4wfSwiQmFja2dyb3VuZCI6eyIkaWQiOiIyODAwIiwiQ29sb3IiOnsiJGlkIjoiMjgwMSIsIkEiOjg5LCJSIjowLCJHIjowLCJCIjowfX0sIklzVmlzaWJsZSI6dHJ1ZSwiV2lkdGgiOjAuMCwiSGVpZ2h0IjowLjAsIkJvcmRlclN0eWxlIjp7IiRpZCI6IjI4MDIiLCJMaW5lQ29sb3IiOm51bGwsIkxpbmVXZWlnaHQiOjAuMCwiTGluZVR5cGUiOjAsIlBhcmVudFN0eWxlIjpudWxsfSwiUGFyZW50U3R5bGUiOm51bGx9LCJEdXJhdGlvblN0eWxlIjp7IiRpZCI6IjI4MDMiLCJGb250U2V0dGluZ3MiOnsiJGlkIjoiMjgwNCIsIkZvbnRTaXplIjoxMCwiRm9udE5hbWUiOiJDYWxpYnJpIiwiSXNCb2xkIjpmYWxzZSwiSXNJdGFsaWMiOmZhbHNlLCJJc1VuZGVybGluZWQiOmZhbHNlLCJQYXJlbnRTdHlsZSI6bnVsbH0sIkF1dG9TaXplIjowLCJGb3JlZ3JvdW5kIjp7IiRpZCI6IjI4MDUiLCJDb2xvciI6eyIkaWQiOiIyODA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DA3IiwiVG9wIjowLjAsIkxlZnQiOjAuMCwiUmlnaHQiOjAuMCwiQm90dG9tIjowLjB9LCJQYWRkaW5nIjp7IiRpZCI6IjI4MDgiLCJUb3AiOjAuMCwiTGVmdCI6MC4wLCJSaWdodCI6MC4wLCJCb3R0b20iOjAuMH0sIkJhY2tncm91bmQiOnsiJGlkIjoiMjgwOSIsIkNvbG9yIjp7IiRpZCI6IjI4MTAiLCJBIjoyNTUsIlIiOjY4LCJHIjo4NCwiQiI6MTA2fX0sIklzVmlzaWJsZSI6dHJ1ZSwiV2lkdGgiOjAuMCwiSGVpZ2h0IjowLjAsIkJvcmRlclN0eWxlIjp7IiRpZCI6IjI4MTEiLCJMaW5lQ29sb3IiOm51bGwsIkxpbmVXZWlnaHQiOjAuMCwiTGluZVR5cGUiOjAsIlBhcmVudFN0eWxlIjpudWxsfSwiUGFyZW50U3R5bGUiOm51bGx9LCJIb3Jpem9udGFsQ29ubmVjdG9yU3R5bGUiOnsiJGlkIjoiMjgxMiIsIkxpbmVDb2xvciI6eyIkaWQiOiIyODEzIiwiJHR5cGUiOiJOTFJFLkNvbW1vbi5Eb20uU29saWRDb2xvckJydXNoLCBOTFJFLkNvbW1vbiIsIkNvbG9yIjp7IiRpZCI6IjI4MTQiLCJBIjoyNTUsIlIiOjAsIkciOjAsIkIiOjB9fSwiTGluZVdlaWdodCI6MC4wLCJMaW5lVHlwZSI6MCwiUGFyZW50U3R5bGUiOm51bGx9LCJWZXJ0aWNhbENvbm5lY3RvclN0eWxlIjp7IiRpZCI6IjI4MTUiLCJMaW5lQ29sb3IiOnsiJGlkIjoiMjgxNiIsIiR0eXBlIjoiTkxSRS5Db21tb24uRG9tLlNvbGlkQ29sb3JCcnVzaCwgTkxSRS5Db21tb24iLCJDb2xvciI6eyIkaWQiOiIyODE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ODE4IiwiU2hhcGVTdHlsZSI6eyIkaWQiOiIyODE5IiwiTWFyZ2luIjp7IiRpZCI6IjI4MjAiLCJUb3AiOjAuMCwiTGVmdCI6MC4wLCJSaWdodCI6MC4wLCJCb3R0b20iOjAuMH0sIlBhZGRpbmciOnsiJGlkIjoiMjgyMSIsIlRvcCI6MC4wLCJMZWZ0IjowLjAsIlJpZ2h0IjowLjAsIkJvdHRvbSI6MC4wfSwiQmFja2dyb3VuZCI6eyIkaWQiOiIyODIyIiwiQ29sb3IiOnsiJGlkIjoiMjgyMyIsIkEiOjE1MywiUiI6MCwiRyI6MCwiQiI6MH19LCJJc1Zpc2libGUiOnRydWUsIldpZHRoIjowLjAsIkhlaWdodCI6MC4wLCJCb3JkZXJTdHlsZSI6bnVsbCwiUGFyZW50U3R5bGUiOm51bGx9LCJNYXJnaW4iOnsiJGlkIjoiMjgyNCIsIlRvcCI6MC4wLCJMZWZ0IjowLjAsIlJpZ2h0IjowLjAsIkJvdHRvbSI6MC4wfSwiUGFkZGluZyI6eyIkaWQiOiIyODI1IiwiVG9wIjowLjAsIkxlZnQiOjAuMCwiUmlnaHQiOjAuMCwiQm90dG9tIjowLjB9LCJCYWNrZ3JvdW5kIjpudWxsLCJJc1Zpc2libGUiOnRydWUsIldpZHRoIjowLjAsIkhlaWdodCI6MC4wLCJCb3JkZXJTdHlsZSI6bnVsbCwiUGFyZW50U3R5bGUiOm51bGx9LCJTaGFwZVN0eWxlIjp7IiRpZCI6IjI4MjYiLCJNYXJnaW4iOnsiJGlkIjoiMjgyNyIsIlRvcCI6MC4wLCJMZWZ0Ijo0LjAsIlJpZ2h0Ijo0LjAsIkJvdHRvbSI6MC4wfSwiUGFkZGluZyI6eyIkaWQiOiIyODI4IiwiVG9wIjowLjAsIkxlZnQiOjAuMCwiUmlnaHQiOjAuMCwiQm90dG9tIjowLjB9LCJCYWNrZ3JvdW5kIjp7IiRpZCI6IjI4MjkiLCJDb2xvciI6eyIkaWQiOiIyODMwIiwiQSI6MjU1LCJSIjo2OCwiRyI6MTE0LCJCIjoxOTZ9fSwiSXNWaXNpYmxlIjp0cnVlLCJXaWR0aCI6MC4wLCJIZWlnaHQiOjEwLjAsIkJvcmRlclN0eWxlIjp7IiRpZCI6IjI4MzEiLCJMaW5lQ29sb3IiOnsiJGlkIjoiMjgzMiIsIiR0eXBlIjoiTkxSRS5Db21tb24uRG9tLlNvbGlkQ29sb3JCcnVzaCwgTkxSRS5Db21tb24iLCJDb2xvciI6eyIkaWQiOiIyODMzIiwiQSI6MjU1LCJSIjoyMzQsIkciOjIyLCJCIjozMH19LCJMaW5lV2VpZ2h0IjowLjAsIkxpbmVUeXBlIjowLCJQYXJlbnRTdHlsZSI6bnVsbH0sIlBhcmVudFN0eWxlIjpudWxsfSwiVGl0bGVTdHlsZSI6eyIkaWQiOiIyODM0IiwiRm9udFNldHRpbmdzIjp7IiRpZCI6IjI4MzUiLCJGb250U2l6ZSI6MTEsIkZvbnROYW1lIjoiVGl0aWxsaXVtIFdlYiIsIklzQm9sZCI6ZmFsc2UsIklzSXRhbGljIjpmYWxzZSwiSXNVbmRlcmxpbmVkIjpmYWxzZSwiUGFyZW50U3R5bGUiOm51bGx9LCJBdXRvU2l6ZSI6MCwiRm9yZWdyb3VuZCI6eyIkaWQiOiIyODM2IiwiQ29sb3IiOnsiJGlkIjoiMjgzN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yODM4IiwiVG9wIjowLjAsIkxlZnQiOjAuMCwiUmlnaHQiOjAuMCwiQm90dG9tIjowLjB9LCJQYWRkaW5nIjp7IiRpZCI6IjI4MzkiLCJUb3AiOjAuMCwiTGVmdCI6MC4wLCJSaWdodCI6MC4wLCJCb3R0b20iOjAuMH0sIkJhY2tncm91bmQiOnsiJGlkIjoiMjg0MCIsIkNvbG9yIjp7IiRpZCI6IjI4NDEiLCJBIjowLCJSIjoyNTUsIkciOjI1NSwiQiI6MjU1fX0sIklzVmlzaWJsZSI6dHJ1ZSwiV2lkdGgiOjAuMCwiSGVpZ2h0IjowLjAsIkJvcmRlclN0eWxlIjp7IiRpZCI6IjI4NDIiLCJMaW5lQ29sb3IiOm51bGwsIkxpbmVXZWlnaHQiOjAuMCwiTGluZVR5cGUiOjAsIlBhcmVudFN0eWxlIjpudWxsfSwiUGFyZW50U3R5bGUiOm51bGx9LCJEYXRlU3R5bGUiOnsiJGlkIjoiMjg0MyIsIkZvbnRTZXR0aW5ncyI6eyIkaWQiOiIyODQ0IiwiRm9udFNpemUiOjEwLCJGb250TmFtZSI6IlRpdGlsbGl1bSBXZWIiLCJJc0JvbGQiOmZhbHNlLCJJc0l0YWxpYyI6ZmFsc2UsIklzVW5kZXJsaW5lZCI6ZmFsc2UsIlBhcmVudFN0eWxlIjpudWxsfSwiQXV0b1NpemUiOjAsIkZvcmVncm91bmQiOnsiJGlkIjoiMjg0NSIsIkNvbG9yIjp7IiRpZCI6IjI4ND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GlkIjoiMjg0NyIsIlRvcCI6MC4wLCJMZWZ0IjowLjAsIlJpZ2h0IjowLjAsIkJvdHRvbSI6MC4wfSwiUGFkZGluZyI6eyIkaWQiOiIyODQ4IiwiVG9wIjowLjAsIkxlZnQiOjAuMCwiUmlnaHQiOjAuMCwiQm90dG9tIjowLjB9LCJCYWNrZ3JvdW5kIjp7IiRpZCI6IjI4NDkiLCJDb2xvciI6eyIkaWQiOiIyODUwIiwiQSI6MCwiUiI6MjU1LCJHIjoyNTUsIkIiOjI1NX19LCJJc1Zpc2libGUiOnRydWUsIldpZHRoIjowLjAsIkhlaWdodCI6MC4wLCJCb3JkZXJTdHlsZSI6eyIkaWQiOiIyODUxIiwiTGluZUNvbG9yIjpudWxsLCJMaW5lV2VpZ2h0IjowLjAsIkxpbmVUeXBlIjowLCJQYXJlbnRTdHlsZSI6bnVsbH0sIlBhcmVudFN0eWxlIjpudWxsfSwiRGF0ZUZvcm1hdCI6eyIkaWQiOiIyODU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TMiLCJGb3JtYXQiOjAsIklzVmlzaWJsZSI6ZmFsc2UsIkxhc3RLbm93blZpc2liaWxpdHlTdGF0ZSI6ZmFsc2V9LCJJc1Zpc2libGUiOnRydWUsIlZhcmlhbmNlU3R5bGUiOnsiJGlkIjoiMjg1NCIsIlRleHRTdHlsZSI6eyIkaWQiOiIyODU1IiwiRm9udFNldHRpbmdzIjp7IiRpZCI6IjI4NTYiLCJGb250U2l6ZSI6MTAsIkZvbnROYW1lIjoiQ2FsaWJyaSIsIklzQm9sZCI6ZmFsc2UsIklzSXRhbGljIjpmYWxzZSwiSXNVbmRlcmxpbmVkIjpmYWxzZSwiUGFyZW50U3R5bGUiOm51bGx9LCJBdXRvU2l6ZSI6MCwiRm9yZWdyb3VuZCI6eyIkaWQiOiIyODU3IiwiQ29sb3IiOnsiJGlkIjoiMjg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DU5IiwiVG9wIjowLjAsIkxlZnQiOjAuMCwiUmlnaHQiOjAuMCwiQm90dG9tIjowLjB9LCJQYWRkaW5nIjp7IiRpZCI6IjI4NjAiLCJUb3AiOjAuMCwiTGVmdCI6MC4wLCJSaWdodCI6MC4wLCJCb3R0b20iOjAuMH0sIkJhY2tncm91bmQiOnsiJGlkIjoiMjg2MSIsIkNvbG9yIjp7IiRpZCI6IjI4NjIiLCJBIjoyNTUsIlIiOjAsIkciOjAsIkIiOjB9fSwiSXNWaXNpYmxlIjp0cnVlLCJXaWR0aCI6MC4wLCJIZWlnaHQiOjAuMCwiQm9yZGVyU3R5bGUiOm51bGwsIlBhcmVudFN0eWxlIjpudWxsfSwiUGFyZW50U3R5bGUiOm51bGx9LCJQYXJlbnRTdHlsZSI6bnVsbH0sIkluZGV4IjoxOSwiU21hcnREdXJhdGlvbkFjdGl2YXRlZCI6ZmFsc2UsIkRhdGVGb3JtYXQiOnsiJHJlZiI6IjI4NTIifSwiV2Vla051bWJlcmluZyI6eyIkaWQiOiIyODYzIiwiRm9ybWF0IjowLCJJc1Zpc2libGUiOmZhbHNlLCJMYXN0S25vd25WaXNpYmlsaXR5U3RhdGUiOmZhbHNlfSwiQmFzZWxpbmVEYXRhIjp7IiRpZCI6IjI4NjQiLCJTdGFydERhdGUiOiIyMDI3LTA0LTAxVDAwOjAwOjAwIiwiRW5kRGF0ZSI6IjIwMjctMDUtMzFUMjM6NTk6MDAifSwiSWQiOiI1NDRjMGNjOC0zZmI4LTRkZTMtYWY3ZS05MWQ0MzU0ODI1YzQiLCJJbXBvcnRJZCI6bnVsbCwiVGl0bGUiOiJWZXJzacOzbiBjYW5kaWRhdGEgKFNwcmludHMgMjQtMjcpIiwiTm90ZSI6bnVsbCwiSHlwZXJsaW5rIjp7IiRpZCI6IjI4NjUiLCJBZGRyZXNzIjoiIiwiU3ViQWRkcmVzcyI6IiJ9LCJJc0NoYW5nZWQiOmZhbHNlLCJJc05ldyI6ZmFsc2V9fV0sIl9taWxlc3RvbmVzIjpbXSwiSWQiOiIwMDAwMDAwMC0wMDAwLTAwMDAtMDAwMC0wMDAwMDAwMDAwMDAiLCJJc1NpbmdsZUl0ZW1Sb3ciOnRydWV9XSwiSW5kZXgiOjE4LCJJZCI6ImM5YWMwOTk1LWQ3YzUtNDdjYy04MDY4LTQ2NzMwYWI0YTdjZiIsIkhlYWRlclRleHQiOm51bGwsIklzRGVmYXVsdCI6dHJ1ZSwiU3R5bGUiOnsiJGlkIjoiMjg2NiIsIkhlYWRlclN0eWxlIjp7IiRpZCI6IjI4NjciLCJUZXh0U3R5bGUiOnsiJGlkIjoiMjg2OCIsIkZvbnRTZXR0aW5ncyI6eyIkaWQiOiIyODY5IiwiRm9udFNpemUiOjExLCJGb250TmFtZSI6IkNhbGlicmkiLCJJc0JvbGQiOmZhbHNlLCJJc0l0YWxpYyI6ZmFsc2UsIklzVW5kZXJsaW5lZCI6ZmFsc2UsIlBhcmVudFN0eWxlIjpudWxsfSwiQXV0b1NpemUiOjAsIkZvcmVncm91bmQiOnsiJGlkIjoiMjg3MCIsIkNvbG9yIjp7IiRpZCI6IjI4NzEiLCJBIjoyNTUsIlIiOjY0LCJHIjo2NCwiQiI6NjR9fSwiTWF4V2lkdGgiOjAuMCwiTWF4SGVpZ2h0IjowLjAsIlNtYXJ0Rm9yZWdyb3VuZElzQWN0aXZlIjpmYWxzZSwiSG9yaXpvbnRhbEFsaWdubWVudCI6MCwiVmVydGljYWxBbGlnbm1lbnQiOjAsIlNtYXJ0Rm9yZWdyb3VuZCI6bnVsbCwiQmFja2dyb3VuZEZpbGxUeXBlIjowLCJNYXJnaW4iOnsiJGlkIjoiMjg3MiIsIlRvcCI6MC4wLCJMZWZ0IjowLjAsIlJpZ2h0IjowLjAsIkJvdHRvbSI6MC4wfSwiUGFkZGluZyI6eyIkaWQiOiIyODczIiwiVG9wIjowLjAsIkxlZnQiOjAuMCwiUmlnaHQiOjAuMCwiQm90dG9tIjowLjB9LCJCYWNrZ3JvdW5kIjp7IiRpZCI6IjI4NzQiLCJDb2xvciI6eyIkaWQiOiIyODc1IiwiQSI6MjU1LCJSIjo2NCwiRyI6NjQsIkIiOjY0fX0sIklzVmlzaWJsZSI6ZmFsc2UsIldpZHRoIjowLjAsIkhlaWdodCI6MC4wLCJCb3JkZXJTdHlsZSI6bnVsbCwiUGFyZW50U3R5bGUiOm51bGx9LCJSZWN0YW5nbGVTdHlsZSI6eyIkaWQiOiIyODc2IiwiTWFyZ2luIjp7IiRpZCI6IjI4NzciLCJUb3AiOjAuMCwiTGVmdCI6MC4wLCJSaWdodCI6MC4wLCJCb3R0b20iOjAuMH0sIlBhZGRpbmciOnsiJGlkIjoiMjg3OCIsIlRvcCI6MC4wLCJMZWZ0IjowLjAsIlJpZ2h0IjowLjAsIkJvdHRvbSI6MC4wfSwiQmFja2dyb3VuZCI6eyIkaWQiOiIyODc5IiwiQ29sb3IiOnsiJGlkIjoiMjg4MCIsIkEiOjEyNywiUiI6NjgsIkciOjExNCwiQiI6MTk2fX0sIklzVmlzaWJsZSI6ZmFsc2UsIldpZHRoIjowLjAsIkhlaWdodCI6MC4wLCJCb3JkZXJTdHlsZSI6eyIkaWQiOiIyODgxIiwiTGluZUNvbG9yIjp7IiRpZCI6IjI4ODIiLCIkdHlwZSI6Ik5MUkUuQ29tbW9uLkRvbS5Tb2xpZENvbG9yQnJ1c2gsIE5MUkUuQ29tbW9uIiwiQ29sb3IiOnsiJGlkIjoiMjg4MyIsIkEiOjI1NSwiUiI6MjU1LCJHIjowLCJCIjowfX0sIkxpbmVXZWlnaHQiOjAuMCwiTGluZVR5cGUiOjAsIlBhcmVudFN0eWxlIjpudWxsfSwiUGFyZW50U3R5bGUiOm51bGx9LCJNYXJnaW4iOnsiJGlkIjoiMjg4NCIsIlRvcCI6MC4wLCJMZWZ0IjowLjAsIlJpZ2h0IjowLjAsIkJvdHRvbSI6MC4wfSwiUGFkZGluZyI6eyIkaWQiOiIyODg1IiwiVG9wIjowLjAsIkxlZnQiOjAuMCwiUmlnaHQiOjAuMCwiQm90dG9tIjowLjB9LCJCYWNrZ3JvdW5kIjpudWxsLCJJc1Zpc2libGUiOnRydWUsIldpZHRoIjowLjAsIkhlaWdodCI6MC4wLCJCb3JkZXJTdHlsZSI6bnVsbCwiUGFyZW50U3R5bGUiOm51bGx9LCJCYWNrZ3JvdW5kU3R5bGUiOnsiJGlkIjoiMjg4NiIsIk1hcmdpbiI6eyIkaWQiOiIyODg3IiwiVG9wIjowLjAsIkxlZnQiOjAuMCwiUmlnaHQiOjAuMCwiQm90dG9tIjowLjB9LCJQYWRkaW5nIjp7IiRpZCI6IjI4ODgiLCJUb3AiOjAuMCwiTGVmdCI6MC4wLCJSaWdodCI6MC4wLCJCb3R0b20iOjAuMH0sIkJhY2tncm91bmQiOnsiJGlkIjoiMjg4OSIsIkNvbG9yIjp7IiRpZCI6IjI4OTAiLCJBIjo1MSwiUiI6MjAwLCJHIjoyMDAsIkIiOjIwMH19LCJJc1Zpc2libGUiOnRydWUsIldpZHRoIjowLjAsIkhlaWdodCI6MC4wLCJCb3JkZXJTdHlsZSI6eyIkaWQiOiIyODkxIiwiTGluZUNvbG9yIjp7IiRpZCI6IjI4OTIiLCIkdHlwZSI6Ik5MUkUuQ29tbW9uLkRvbS5Tb2xpZENvbG9yQnJ1c2gsIE5MUkUuQ29tbW9uIiwiQ29sb3IiOnsiJGlkIjoiMjg5MyIsIkEiOjI1NSwiUiI6MjM0LCJHIjoyMiwiQiI6MzB9fSwiTGluZVdlaWdodCI6MC4wLCJMaW5lVHlwZSI6MCwiUGFyZW50U3R5bGUiOm51bGx9LCJQYXJlbnRTdHlsZSI6bnVsbH0sIk1hcmdpbiI6eyIkaWQiOiIyODk0IiwiVG9wIjowLjAsIkxlZnQiOjAuMCwiUmlnaHQiOjAuMCwiQm90dG9tIjowLjB9LCJQYWRkaW5nIjp7IiRpZCI6IjI4OTUiLCJUb3AiOjAuMCwiTGVmdCI6MC4wLCJSaWdodCI6MC4wLCJCb3R0b20iOjAuMH0sIklzVmlzaWJsZSI6dHJ1ZSwiV2lkdGgiOjAuMCwiSGVpZ2h0IjowLjAsIkJvcmRlclN0eWxlIjp7IiRpZCI6IjI4OTYiLCJMaW5lQ29sb3IiOm51bGwsIkxpbmVXZWlnaHQiOjAuMCwiTGluZVR5cGUiOjAsIlBhcmVudFN0eWxlIjpudWxsfSwiUGFyZW50U3R5bGUiOm51bGx9fV0sIklkIjoiYjJjZGVkNDQtMjc5MS00ZTBkLThkNTMtOTMzYmVjZTE5NzFmIiwiSW5kZXgiOjE4LCJIZWFkZXJUZXh0IjoiUkMiLCJTdHlsZSI6eyIkaWQiOiIyODk3IiwiU3R5bGVJZCI6IjMzMmNmYjEzLWI0MDEtNGVjMy1iNjU1LTczOTY4ZDA0ZDc0OSIsIkhlYWRlclN0eWxlIjp7IiRpZCI6IjI4OTgiLCJUZXh0SXNWZXJ0aWNhbCI6ZmFsc2UsIlRleHRTdHlsZSI6eyIkaWQiOiIyODk5IiwiRm9udFNldHRpbmdzIjp7IiRpZCI6IjI5MDAiLCJGb250U2l6ZSI6MTEsIkZvbnROYW1lIjoiQ2FsaWJyaSIsIklzQm9sZCI6ZmFsc2UsIklzSXRhbGljIjpmYWxzZSwiSXNVbmRlcmxpbmVkIjpmYWxzZSwiUGFyZW50U3R5bGUiOm51bGx9LCJBdXRvU2l6ZSI6MiwiRm9yZWdyb3VuZCI6eyIkaWQiOiIyOTAxIiwiQ29sb3IiOnsiJGlkIjoiMjkwM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5MDMiLCJUb3AiOjAuMCwiTGVmdCI6MC4wLCJSaWdodCI6MC4wLCJCb3R0b20iOjAuMH0sIlBhZGRpbmciOnsiJGlkIjoiMjkwNCIsIlRvcCI6MC4wLCJMZWZ0IjowLjAsIlJpZ2h0IjowLjAsIkJvdHRvbSI6MC4wfSwiQmFja2dyb3VuZCI6eyIkaWQiOiIyOTA1IiwiQ29sb3IiOnsiJGlkIjoiMjkwNiIsIkEiOjI1NSwiUiI6MjU1LCJHIjoyNTUsIkIiOjI1NX19LCJJc1Zpc2libGUiOmZhbHNlLCJXaWR0aCI6MC4wLCJIZWlnaHQiOjAuMCwiQm9yZGVyU3R5bGUiOm51bGwsIlBhcmVudFN0eWxlIjpudWxsfSwiUmVjdGFuZ2xlU3R5bGUiOnsiJGlkIjoiMjkwNyIsIk1hcmdpbiI6eyIkaWQiOiIyOTA4IiwiVG9wIjowLjAsIkxlZnQiOjAuMCwiUmlnaHQiOjAuMCwiQm90dG9tIjowLjB9LCJQYWRkaW5nIjp7IiRpZCI6IjI5MDkiLCJUb3AiOjAuMCwiTGVmdCI6MC4wLCJSaWdodCI6MC4wLCJCb3R0b20iOjAuMH0sIkJhY2tncm91bmQiOnsiJGlkIjoiMjkxMCIsIkNvbG9yIjp7IiRpZCI6IjI5MTEiLCJBIjoyNTUsIlIiOjY4LCJHIjoxMTQsIkIiOjE5Nn19LCJJc1Zpc2libGUiOnRydWUsIldpZHRoIjowLjAsIkhlaWdodCI6MC4wLCJCb3JkZXJTdHlsZSI6eyIkaWQiOiIyOTEyIiwiTGluZUNvbG9yIjp7IiRpZCI6IjI5MTMiLCIkdHlwZSI6Ik5MUkUuQ29tbW9uLkRvbS5Tb2xpZENvbG9yQnJ1c2gsIE5MUkUuQ29tbW9uIiwiQ29sb3IiOnsiJGlkIjoiMjkxNCIsIkEiOjI1NSwiUiI6MjU1LCJHIjoyNTUsIkIiOjI1NX19LCJMaW5lV2VpZ2h0IjowLjAsIkxpbmVUeXBlIjowLCJQYXJlbnRTdHlsZSI6bnVsbH0sIlBhcmVudFN0eWxlIjpudWxsfSwiTWFyZ2luIjp7IiRpZCI6IjI5MTUiLCJUb3AiOjAuMCwiTGVmdCI6MC4wLCJSaWdodCI6MC4wLCJCb3R0b20iOjAuMH0sIlBhZGRpbmciOnsiJGlkIjoiMjkxNiIsIlRvcCI6MC4wLCJMZWZ0IjowLjAsIlJpZ2h0IjowLjAsIkJvdHRvbSI6MC4wfSwiQmFja2dyb3VuZCI6bnVsbCwiSXNWaXNpYmxlIjp0cnVlLCJXaWR0aCI6MC4wLCJIZWlnaHQiOjAuMCwiQm9yZGVyU3R5bGUiOm51bGwsIlBhcmVudFN0eWxlIjpudWxsfSwiQmFja2dyb3VuZFN0eWxlIjp7IiRpZCI6IjI5MTciLCJNYXJnaW4iOnsiJGlkIjoiMjkxOCIsIlRvcCI6MC4wLCJMZWZ0IjowLjAsIlJpZ2h0IjowLjAsIkJvdHRvbSI6MC4wfSwiUGFkZGluZyI6eyIkaWQiOiIyOTE5IiwiVG9wIjowLjAsIkxlZnQiOjAuMCwiUmlnaHQiOjAuMCwiQm90dG9tIjowLjB9LCJCYWNrZ3JvdW5kIjp7IiRpZCI6IjI5MjAiLCJDb2xvciI6eyIkaWQiOiIyOTIxIiwiQSI6NTEsIlIiOjIwMCwiRyI6MjAwLCJCIjoyMDB9fSwiSXNWaXNpYmxlIjp0cnVlLCJXaWR0aCI6MC4wLCJIZWlnaHQiOjAuMCwiQm9yZGVyU3R5bGUiOnsiJGlkIjoiMjkyMiIsIkxpbmVDb2xvciI6eyIkaWQiOiIyOTIzIiwiJHR5cGUiOiJOTFJFLkNvbW1vbi5Eb20uU29saWRDb2xvckJydXNoLCBOTFJFLkNvbW1vbiIsIkNvbG9yIjp7IiRpZCI6IjI5MjQiLCJBIjoyNTUsIlIiOjIzNCwiRyI6MjIsIkIiOjMwfX0sIkxpbmVXZWlnaHQiOjAuMCwiTGluZVR5cGUiOjAsIlBhcmVudFN0eWxlIjpudWxsfSwiUGFyZW50U3R5bGUiOm51bGx9LCJJc0Fib3ZlVGltZWJhbmQiOmZhbHNlLCJTcGFjaW5nIjoyLCJEZWZhdWx0U3dpbWxhbmVUYXNrU3R5bGUiOnsiJGlkIjoiMjkyNSIsIiR0eXBlIjoiTkxSRS5Db21tb24uRG9tLlN0eWxlcy5FeHBsaWNpdFNldGFibGVUYXNrU3R5bGUsIE5MUkUuQ29tbW9uIiwiU2hhcGUiOjEsIlNoYXBlVGhpY2tuZXNzIjowLCJEdXJhdGlvbkZvcm1hdCI6MCwiSW5jbHVkZU5vbldvcmtpbmdEYXlzSW5EdXJhdGlvbiI6ZmFsc2UsIlBlcmNlbnRhZ2VDb21wbGV0ZVN0eWxlIjp7IiRpZCI6IjI5MjYiLCJGb250U2V0dGluZ3MiOnsiJGlkIjoiMjkyNyIsIkZvbnRTaXplIjoxMCwiRm9udE5hbWUiOiJDYWxpYnJpIiwiSXNCb2xkIjpmYWxzZSwiSXNJdGFsaWMiOmZhbHNlLCJJc1VuZGVybGluZWQiOmZhbHNlLCJQYXJlbnRTdHlsZSI6bnVsbH0sIkF1dG9TaXplIjowLCJGb3JlZ3JvdW5kIjp7IiRpZCI6IjI5MjgiLCJDb2xvciI6eyIkaWQiOiIyOTI5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5MzAiLCJUb3AiOjAuMCwiTGVmdCI6MC4wLCJSaWdodCI6MC4wLCJCb3R0b20iOjAuMH0sIlBhZGRpbmciOnsiJGlkIjoiMjkzMSIsIlRvcCI6MC4wLCJMZWZ0IjowLjAsIlJpZ2h0IjowLjAsIkJvdHRvbSI6MC4wfSwiQmFja2dyb3VuZCI6eyIkaWQiOiIyOTMyIiwiQ29sb3IiOnsiJGlkIjoiMjkzMyIsIkEiOjg5LCJSIjowLCJHIjowLCJCIjowfX0sIklzVmlzaWJsZSI6dHJ1ZSwiV2lkdGgiOjAuMCwiSGVpZ2h0IjowLjAsIkJvcmRlclN0eWxlIjp7IiRpZCI6IjI5MzQiLCJMaW5lQ29sb3IiOm51bGwsIkxpbmVXZWlnaHQiOjAuMCwiTGluZVR5cGUiOjAsIlBhcmVudFN0eWxlIjpudWxsfSwiUGFyZW50U3R5bGUiOm51bGx9LCJEdXJhdGlvblN0eWxlIjp7IiRpZCI6IjI5MzUiLCJGb250U2V0dGluZ3MiOnsiJGlkIjoiMjkzNiIsIkZvbnRTaXplIjoxMCwiRm9udE5hbWUiOiJDYWxpYnJpIiwiSXNCb2xkIjpmYWxzZSwiSXNJdGFsaWMiOmZhbHNlLCJJc1VuZGVybGluZWQiOmZhbHNlLCJQYXJlbnRTdHlsZSI6bnVsbH0sIkF1dG9TaXplIjowLCJGb3JlZ3JvdW5kIjp7IiRpZCI6IjI5MzciLCJDb2xvciI6eyIkaWQiOiIyOTM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TM5IiwiVG9wIjowLjAsIkxlZnQiOjAuMCwiUmlnaHQiOjAuMCwiQm90dG9tIjowLjB9LCJQYWRkaW5nIjp7IiRpZCI6IjI5NDAiLCJUb3AiOjAuMCwiTGVmdCI6MC4wLCJSaWdodCI6MC4wLCJCb3R0b20iOjAuMH0sIkJhY2tncm91bmQiOnsiJGlkIjoiMjk0MSIsIkNvbG9yIjp7IiRpZCI6IjI5NDIiLCJBIjoyNTUsIlIiOjY4LCJHIjo4NCwiQiI6MTA2fX0sIklzVmlzaWJsZSI6dHJ1ZSwiV2lkdGgiOjAuMCwiSGVpZ2h0IjowLjAsIkJvcmRlclN0eWxlIjp7IiRpZCI6IjI5NDMiLCJMaW5lQ29sb3IiOm51bGwsIkxpbmVXZWlnaHQiOjAuMCwiTGluZVR5cGUiOjAsIlBhcmVudFN0eWxlIjpudWxsfSwiUGFyZW50U3R5bGUiOm51bGx9LCJIb3Jpem9udGFsQ29ubmVjdG9yU3R5bGUiOnsiJGlkIjoiMjk0NCIsIkxpbmVDb2xvciI6eyIkaWQiOiIyOTQ1IiwiJHR5cGUiOiJOTFJFLkNvbW1vbi5Eb20uU29saWRDb2xvckJydXNoLCBOTFJFLkNvbW1vbiIsIkNvbG9yIjp7IiRpZCI6IjI5NDYiLCJBIjoyNTUsIlIiOjAsIkciOjAsIkIiOjB9fSwiTGluZVdlaWdodCI6MC4wLCJMaW5lVHlwZSI6MCwiUGFyZW50U3R5bGUiOm51bGx9LCJWZXJ0aWNhbENvbm5lY3RvclN0eWxlIjp7IiRpZCI6IjI5NDciLCJMaW5lQ29sb3IiOnsiJGlkIjoiMjk0OCIsIiR0eXBlIjoiTkxSRS5Db21tb24uRG9tLlNvbGlkQ29sb3JCcnVzaCwgTkxSRS5Db21tb24iLCJDb2xvciI6eyIkaWQiOiIyOTQ5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yOTUwIiwiU2hhcGVTdHlsZSI6eyIkaWQiOiIyOTUxIiwiTWFyZ2luIjp7IiRpZCI6IjI5NTIiLCJUb3AiOjAuMCwiTGVmdCI6MC4wLCJSaWdodCI6MC4wLCJCb3R0b20iOjAuMH0sIlBhZGRpbmciOnsiJGlkIjoiMjk1MyIsIlRvcCI6MC4wLCJMZWZ0IjowLjAsIlJpZ2h0IjowLjAsIkJvdHRvbSI6MC4wfSwiQmFja2dyb3VuZCI6eyIkaWQiOiIyOTU0IiwiQ29sb3IiOnsiJGlkIjoiMjk1NSIsIkEiOjE1MywiUiI6MCwiRyI6MCwiQiI6MH19LCJJc1Zpc2libGUiOnRydWUsIldpZHRoIjowLjAsIkhlaWdodCI6MC4wLCJCb3JkZXJTdHlsZSI6eyIkaWQiOiIyOTU2IiwiTGluZUNvbG9yIjp7IiRpZCI6IjI5NTciLCIkdHlwZSI6Ik5MUkUuQ29tbW9uLkRvbS5Tb2xpZENvbG9yQnJ1c2gsIE5MUkUuQ29tbW9uIiwiQ29sb3IiOnsiJGlkIjoiMjk1OCIsIkEiOjI1NSwiUiI6MjU1LCJHIjowLCJCIjowfX0sIkxpbmVXZWlnaHQiOjAuMCwiTGluZVR5cGUiOjAsIlBhcmVudFN0eWxlIjpudWxsfSwiUGFyZW50U3R5bGUiOm51bGx9LCJNYXJnaW4iOnsiJGlkIjoiMjk1OSIsIlRvcCI6MC4wLCJMZWZ0IjowLjAsIlJpZ2h0IjowLjAsIkJvdHRvbSI6MC4wfSwiUGFkZGluZyI6eyIkaWQiOiIyOTYwIiwiVG9wIjowLjAsIkxlZnQiOjAuMCwiUmlnaHQiOjAuMCwiQm90dG9tIjowLjB9LCJCYWNrZ3JvdW5kIjpudWxsLCJJc1Zpc2libGUiOnRydWUsIldpZHRoIjowLjAsIkhlaWdodCI6MC4wLCJCb3JkZXJTdHlsZSI6bnVsbCwiUGFyZW50U3R5bGUiOm51bGx9LCJTaGFwZVN0eWxlIjp7IiRpZCI6IjI5NjEiLCJNYXJnaW4iOnsiJGlkIjoiMjk2MiIsIlRvcCI6MC4wLCJMZWZ0Ijo0LjAsIlJpZ2h0Ijo0LjAsIkJvdHRvbSI6MC4wfSwiUGFkZGluZyI6eyIkaWQiOiIyOTYzIiwiVG9wIjowLjAsIkxlZnQiOjAuMCwiUmlnaHQiOjAuMCwiQm90dG9tIjowLjB9LCJCYWNrZ3JvdW5kIjp7IiRpZCI6IjI5NjQiLCJDb2xvciI6eyIkaWQiOiIyOTY1IiwiQSI6MjU1LCJSIjo2OCwiRyI6MTE0LCJCIjoxOTZ9fSwiSXNWaXNpYmxlIjp0cnVlLCJXaWR0aCI6MC4wLCJIZWlnaHQiOjEwLjAsIkJvcmRlclN0eWxlIjp7IiRpZCI6IjI5NjYiLCJMaW5lQ29sb3IiOnsiJGlkIjoiMjk2NyIsIiR0eXBlIjoiTkxSRS5Db21tb24uRG9tLlNvbGlkQ29sb3JCcnVzaCwgTkxSRS5Db21tb24iLCJDb2xvciI6eyIkaWQiOiIyOTY4IiwiQSI6MjU1LCJSIjoyMzQsIkciOjIyLCJCIjozMH19LCJMaW5lV2VpZ2h0IjowLjAsIkxpbmVUeXBlIjowLCJQYXJlbnRTdHlsZSI6bnVsbH0sIlBhcmVudFN0eWxlIjpudWxsfSwiVGl0bGVTdHlsZSI6eyIkaWQiOiIyOTY5IiwiRm9udFNldHRpbmdzIjp7IiRpZCI6IjI5NzAiLCJGb250U2l6ZSI6MTEsIkZvbnROYW1lIjoiQ2FsaWJyaSIsIklzQm9sZCI6ZmFsc2UsIklzSXRhbGljIjpmYWxzZSwiSXNVbmRlcmxpbmVkIjpmYWxzZSwiUGFyZW50U3R5bGUiOm51bGx9LCJBdXRvU2l6ZSI6MCwiRm9yZWdyb3VuZCI6eyIkaWQiOiIyOTcxIiwiQ29sb3IiOnsiJGlkIjoiMjk3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OTczIiwiVG9wIjowLjAsIkxlZnQiOjAuMCwiUmlnaHQiOjAuMCwiQm90dG9tIjowLjB9LCJQYWRkaW5nIjp7IiRpZCI6IjI5NzQiLCJUb3AiOjAuMCwiTGVmdCI6MC4wLCJSaWdodCI6MC4wLCJCb3R0b20iOjAuMH0sIkJhY2tncm91bmQiOnsiJGlkIjoiMjk3NSIsIkNvbG9yIjp7IiRpZCI6IjI5NzYiLCJBIjoyNTUsIlIiOjAsIkciOjAsIkIiOjB9fSwiSXNWaXNpYmxlIjp0cnVlLCJXaWR0aCI6MC4wLCJIZWlnaHQiOjAuMCwiQm9yZGVyU3R5bGUiOnsiJGlkIjoiMjk3NyIsIkxpbmVDb2xvciI6bnVsbCwiTGluZVdlaWdodCI6MC4wLCJMaW5lVHlwZSI6MCwiUGFyZW50U3R5bGUiOm51bGx9LCJQYXJlbnRTdHlsZSI6bnVsbH0sIkRhdGVTdHlsZSI6eyIkaWQiOiIyOTc4IiwiRm9udFNldHRpbmdzIjp7IiRpZCI6IjI5NzkiLCJGb250U2l6ZSI6MTAsIkZvbnROYW1lIjoiQ2FsaWJyaSIsIklzQm9sZCI6ZmFsc2UsIklzSXRhbGljIjpmYWxzZSwiSXNVbmRlcmxpbmVkIjpmYWxzZSwiUGFyZW50U3R5bGUiOm51bGx9LCJBdXRvU2l6ZSI6MCwiRm9yZWdyb3VuZCI6eyIkaWQiOiIyOTgwIiwiQ29sb3IiOnsiJGlkIjoiMjk4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4MiIsIlRvcCI6MC4wLCJMZWZ0IjowLjAsIlJpZ2h0IjowLjAsIkJvdHRvbSI6MC4wfSwiUGFkZGluZyI6eyIkaWQiOiIyOTgzIiwiVG9wIjowLjAsIkxlZnQiOjAuMCwiUmlnaHQiOjAuMCwiQm90dG9tIjowLjB9LCJCYWNrZ3JvdW5kIjp7IiRpZCI6IjI5ODQiLCJDb2xvciI6eyIkaWQiOiIyOTg1IiwiQSI6MjU1LCJSIjo2OCwiRyI6ODQsIkIiOjEwNn19LCJJc1Zpc2libGUiOnRydWUsIldpZHRoIjowLjAsIkhlaWdodCI6MC4wLCJCb3JkZXJTdHlsZSI6eyIkaWQiOiIyOTg2IiwiTGluZUNvbG9yIjpudWxsLCJMaW5lV2VpZ2h0IjowLjAsIkxpbmVUeXBlIjowLCJQYXJlbnRTdHlsZSI6bnVsbH0sIlBhcmVudFN0eWxlIjpudWxsfSwiRGF0ZUZvcm1hdCI6eyIkaWQiOiIyOT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DgiLCJGb3JtYXQiOjAsIklzVmlzaWJsZSI6ZmFsc2UsIkxhc3RLbm93blZpc2liaWxpdHlTdGF0ZSI6ZmFsc2V9LCJJc1Zpc2libGUiOnRydWUsIlZhcmlhbmNlU3R5bGUiOnsiJGlkIjoiMjk4OSIsIlRleHRTdHlsZSI6eyIkaWQiOiIyOTkwIiwiRm9udFNldHRpbmdzIjp7IiRpZCI6IjI5OTEiLCJGb250U2l6ZSI6MTAsIkZvbnROYW1lIjoiQ2FsaWJyaSIsIklzQm9sZCI6ZmFsc2UsIklzSXRhbGljIjpmYWxzZSwiSXNVbmRlcmxpbmVkIjpmYWxzZSwiUGFyZW50U3R5bGUiOm51bGx9LCJBdXRvU2l6ZSI6MCwiRm9yZWdyb3VuZCI6eyIkaWQiOiIyOTkyIiwiQ29sb3IiOnsiJGlkIjoiMjk5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Tk0IiwiVG9wIjowLjAsIkxlZnQiOjAuMCwiUmlnaHQiOjAuMCwiQm90dG9tIjowLjB9LCJQYWRkaW5nIjp7IiRpZCI6IjI5OTUiLCJUb3AiOjAuMCwiTGVmdCI6MC4wLCJSaWdodCI6MC4wLCJCb3R0b20iOjAuMH0sIkJhY2tncm91bmQiOnsiJGlkIjoiMjk5NiIsIkNvbG9yIjp7IiRpZCI6IjI5OTciLCJBIjoyNTUsIlIiOjAsIkciOjAsIkIiOjB9fSwiSXNWaXNpYmxlIjp0cnVlLCJXaWR0aCI6MC4wLCJIZWlnaHQiOjAuMCwiQm9yZGVyU3R5bGUiOm51bGwsIlBhcmVudFN0eWxlIjpudWxsfSwiUGFyZW50U3R5bGUiOm51bGx9LCJQYXJlbnRTdHlsZSI6bnVsbCwiX2V4cGxpY2l0bHlTZXQiOnsiJGlkIjoiMjk5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5OTkiLCJTaGFwZSI6MSwiQ29ubmVjdG9yTWFyZ2luIjp7IiRpZCI6IjMwMDAiLCJUb3AiOjAuMCwiTGVmdCI6Mi4wLCJSaWdodCI6Mi4wLCJCb3R0b20iOjAuMH0sIkNvbm5lY3RvclN0eWxlIjp7IiRpZCI6IjMwMDEiLCJMaW5lQ29sb3IiOnsiJGlkIjoiMzAwMiIsIiR0eXBlIjoiTkxSRS5Db21tb24uRG9tLlNvbGlkQ29sb3JCcnVzaCwgTkxSRS5Db21tb24iLCJDb2xvciI6eyIkaWQiOiIzMDAzIiwiQSI6MTI3LCJSIjozNCwiRyI6NTcsIkIiOjk4fX0sIkxpbmVXZWlnaHQiOjEuMCwiTGluZVR5cGUiOjAsIlBhcmVudFN0eWxlIjpudWxsfSwiSXNCZWxvd1RpbWViYW5kIjpmYWxzZSwiUG9zaXRpb25PblRhc2siOjEsIkhpZGVEYXRlIjpmYWxzZSwiU2hhcGVTaXplIjowLCJTcGFjaW5nIjowLjAsIlBhZGRpbmciOnsiJGlkIjoiMzAwNCIsIlRvcCI6NS4wLCJMZWZ0IjozLjAsIlJpZ2h0IjowLjAsIkJvdHRvbSI6Mi4wfSwiU2hhcGVTdHlsZSI6eyIkaWQiOiIzMDA1IiwiTWFyZ2luIjp7IiRpZCI6IjMwMDYiLCJUb3AiOjAuMCwiTGVmdCI6MC4wLCJSaWdodCI6MC4wLCJCb3R0b20iOjAuMH0sIlBhZGRpbmciOnsiJGlkIjoiMzAwNyIsIlRvcCI6MC4wLCJMZWZ0IjowLjAsIlJpZ2h0IjowLjAsIkJvdHRvbSI6MC4wfSwiQmFja2dyb3VuZCI6eyIkaWQiOiIzMDA4IiwiQ29sb3IiOnsiJGlkIjoiMzAwOSIsIkEiOjI1NSwiUiI6MzQsIkciOjU3LCJCIjo5OH19LCJJc1Zpc2libGUiOnRydWUsIldpZHRoIjoxMi4wLCJIZWlnaHQiOjE0LjAsIkJvcmRlclN0eWxlIjp7IiRpZCI6IjMwMTAiLCJMaW5lQ29sb3IiOnsiJGlkIjoiMzAxMSIsIiR0eXBlIjoiTkxSRS5Db21tb24uRG9tLlNvbGlkQ29sb3JCcnVzaCwgTkxSRS5Db21tb24iLCJDb2xvciI6eyIkaWQiOiIzMDEyIiwiQSI6MjU1LCJSIjoyNTUsIkciOjAsIkIiOjB9fSwiTGluZVdlaWdodCI6MC4wLCJMaW5lVHlwZSI6MCwiUGFyZW50U3R5bGUiOm51bGx9LCJQYXJlbnRTdHlsZSI6bnVsbH0sIlRpdGxlU3R5bGUiOnsiJGlkIjoiMzAxMyIsIkZvbnRTZXR0aW5ncyI6eyIkaWQiOiIzMDE0IiwiRm9udFNpemUiOjExLCJGb250TmFtZSI6IkNhbGlicmkiLCJJc0JvbGQiOmZhbHNlLCJJc0l0YWxpYyI6ZmFsc2UsIklzVW5kZXJsaW5lZCI6ZmFsc2UsIlBhcmVudFN0eWxlIjpudWxsfSwiQXV0b1NpemUiOjAsIkZvcmVncm91bmQiOnsiJGlkIjoiMzAxNSIsIkNvbG9yIjp7IiRpZCI6IjMwMTY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xNyIsIlRvcCI6MC4wLCJMZWZ0IjowLjAsIlJpZ2h0IjowLjAsIkJvdHRvbSI6MC4wfSwiUGFkZGluZyI6eyIkaWQiOiIzMDE4IiwiVG9wIjowLjAsIkxlZnQiOjAuMCwiUmlnaHQiOjAuMCwiQm90dG9tIjowLjB9LCJCYWNrZ3JvdW5kIjp7IiRpZCI6IjMwMTkiLCJDb2xvciI6eyIkaWQiOiIzMDIwIiwiQSI6MjU1LCJSIjowLCJHIjowLCJCIjowfX0sIklzVmlzaWJsZSI6dHJ1ZSwiV2lkdGgiOjAuMCwiSGVpZ2h0IjowLjAsIkJvcmRlclN0eWxlIjp7IiRpZCI6IjMwMjEiLCJMaW5lQ29sb3IiOm51bGwsIkxpbmVXZWlnaHQiOjAuMCwiTGluZVR5cGUiOjAsIlBhcmVudFN0eWxlIjpudWxsfSwiUGFyZW50U3R5bGUiOm51bGx9LCJEYXRlU3R5bGUiOnsiJGlkIjoiMzAyMiIsIkZvbnRTZXR0aW5ncyI6eyIkaWQiOiIzMDIzIiwiRm9udFNpemUiOjEwLCJGb250TmFtZSI6IkNhbGlicmkiLCJJc0JvbGQiOmZhbHNlLCJJc0l0YWxpYyI6ZmFsc2UsIklzVW5kZXJsaW5lZCI6ZmFsc2UsIlBhcmVudFN0eWxlIjpudWxsfSwiQXV0b1NpemUiOjAsIkZvcmVncm91bmQiOnsiJGlkIjoiMzAyNCIsIkNvbG9yIjp7IiRpZCI6IjMwMjU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wMjYiLCJUb3AiOjAuMCwiTGVmdCI6MC4wLCJSaWdodCI6MC4wLCJCb3R0b20iOjAuMH0sIlBhZGRpbmciOnsiJGlkIjoiMzAyNyIsIlRvcCI6MC4wLCJMZWZ0IjowLjAsIlJpZ2h0IjowLjAsIkJvdHRvbSI6MC4wfSwiQmFja2dyb3VuZCI6eyIkaWQiOiIzMDI4IiwiQ29sb3IiOnsiJGlkIjoiMzAyOSIsIkEiOjI1NSwiUiI6NjgsIkciOjg0LCJCIjoxMDZ9fSwiSXNWaXNpYmxlIjp0cnVlLCJXaWR0aCI6MC4wLCJIZWlnaHQiOjAuMCwiQm9yZGVyU3R5bGUiOnsiJGlkIjoiMzAzMCIsIkxpbmVDb2xvciI6bnVsbCwiTGluZVdlaWdodCI6MC4wLCJMaW5lVHlwZSI6MCwiUGFyZW50U3R5bGUiOm51bGx9LCJQYXJlbnRTdHlsZSI6bnVsbH0sIkRhdGVGb3JtYXQiOnsiJGlkIjoiMzAzM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MyIiwiRm9ybWF0IjowLCJJc1Zpc2libGUiOmZhbHNlLCJMYXN0S25vd25WaXNpYmlsaXR5U3RhdGUiOmZhbHNlfSwiSXNWaXNpYmxlIjp0cnVlLCJWYXJpYW5jZVN0eWxlIjp7IiRpZCI6IjMwMzMiLCJUZXh0U3R5bGUiOnsiJGlkIjoiMzAzNCIsIkZvbnRTZXR0aW5ncyI6eyIkaWQiOiIzMDM1IiwiRm9udFNpemUiOjEwLCJGb250TmFtZSI6IkNhbGlicmkiLCJJc0JvbGQiOmZhbHNlLCJJc0l0YWxpYyI6ZmFsc2UsIklzVW5kZXJsaW5lZCI6ZmFsc2UsIlBhcmVudFN0eWxlIjpudWxsfSwiQXV0b1NpemUiOjAsIkZvcmVncm91bmQiOnsiJGlkIjoiMzAzNiIsIkNvbG9yIjp7IiRpZCI6IjM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zOCIsIlRvcCI6MC4wLCJMZWZ0IjowLjAsIlJpZ2h0IjowLjAsIkJvdHRvbSI6MC4wfSwiUGFkZGluZyI6eyIkaWQiOiIzMDM5IiwiVG9wIjowLjAsIkxlZnQiOjAuMCwiUmlnaHQiOjAuMCwiQm90dG9tIjowLjB9LCJCYWNrZ3JvdW5kIjp7IiRpZCI6IjMwNDAiLCJDb2xvciI6eyIkaWQiOiIzMDQxIiwiQSI6MjU1LCJSIjowLCJHIjowLCJCIjowfX0sIklzVmlzaWJsZSI6dHJ1ZSwiV2lkdGgiOjAuMCwiSGVpZ2h0IjowLjAsIkJvcmRlclN0eWxlIjpudWxsLCJQYXJlbnRTdHlsZSI6bnVsbH0sIlBhcmVudFN0eWxlIjpudWxsfSwiUGFyZW50U3R5bGUiOm51bGx9LCJEZWZhdWx0U3dpbWxhbmVNaWxlc3RvbmVTdHlsZSI6eyIkaWQiOiIzMDQyIiwiVGl0bGVQb3NpdGlvbiI6IkxlZnQiLCJEYXRlUG9zaXRpb24iOiJSaWdodCIsIlZhcmlhbmNlUG9zaXRpb24iOiJSaWdodCIsIlNoYXBlVHlwZSI6MSwiU2hhcGVTaXplIjowLCJTcGFjaW5nIjo1LCJTaGFwZVN0eWxlIjp7IiRpZCI6IjMwNDMiLCJNYXJnaW4iOnsiJGlkIjoiMzA0NCIsIlRvcCI6MC4wLCJMZWZ0IjowLjAsIlJpZ2h0IjowLjAsIkJvdHRvbSI6MC4wfSwiUGFkZGluZyI6eyIkaWQiOiIzMDQ1IiwiVG9wIjowLjAsIkxlZnQiOjAuMCwiUmlnaHQiOjAuMCwiQm90dG9tIjowLjB9LCJCYWNrZ3JvdW5kIjp7IiRpZCI6IjMwNDYiLCJDb2xvciI6eyIkaWQiOiIzMDQ3IiwiQSI6MjU1LCJSIjo2OCwiRyI6MTE0LCJCIjoxOTZ9fSwiSXNWaXNpYmxlIjp0cnVlLCJXaWR0aCI6MTIuMCwiSGVpZ2h0IjoxNC4wLCJCb3JkZXJTdHlsZSI6eyIkaWQiOiIzMDQ4IiwiTGluZUNvbG9yIjp7IiRpZCI6IjMwNDkiLCIkdHlwZSI6Ik5MUkUuQ29tbW9uLkRvbS5Tb2xpZENvbG9yQnJ1c2gsIE5MUkUuQ29tbW9uIiwiQ29sb3IiOnsiJGlkIjoiMzA1MCIsIkEiOjI1NSwiUiI6MjM0LCJHIjoyMiwiQiI6MzB9fSwiTGluZVdlaWdodCI6MC4wLCJMaW5lVHlwZSI6MCwiUGFyZW50U3R5bGUiOm51bGx9LCJQYXJlbnRTdHlsZSI6bnVsbH0sIlRpdGxlU3R5bGUiOnsiJGlkIjoiMzA1MSIsIkZvbnRTZXR0aW5ncyI6eyIkaWQiOiIzMDUyIiwiRm9udFNpemUiOjExLCJGb250TmFtZSI6IkNhbGlicmkiLCJJc0JvbGQiOmZhbHNlLCJJc0l0YWxpYyI6ZmFsc2UsIklzVW5kZXJsaW5lZCI6ZmFsc2UsIlBhcmVudFN0eWxlIjpudWxsfSwiQXV0b1NpemUiOjAsIkZvcmVncm91bmQiOnsiJGlkIjoiMzA1MyIsIkNvbG9yIjp7IiRpZCI6IjMwNTQ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zA1NSIsIlRvcCI6MC4wLCJMZWZ0IjowLjAsIlJpZ2h0IjowLjAsIkJvdHRvbSI6MC4wfSwiUGFkZGluZyI6eyIkaWQiOiIzMDU2IiwiVG9wIjowLjAsIkxlZnQiOjAuMCwiUmlnaHQiOjAuMCwiQm90dG9tIjowLjB9LCJCYWNrZ3JvdW5kIjp7IiRpZCI6IjMwNTciLCJDb2xvciI6eyIkaWQiOiIzMDU4IiwiQSI6MjU1LCJSIjowLCJHIjowLCJCIjowfX0sIklzVmlzaWJsZSI6dHJ1ZSwiV2lkdGgiOjAuMCwiSGVpZ2h0IjowLjAsIkJvcmRlclN0eWxlIjp7IiRpZCI6IjMwNTkiLCJMaW5lQ29sb3IiOm51bGwsIkxpbmVXZWlnaHQiOjAuMCwiTGluZVR5cGUiOjAsIlBhcmVudFN0eWxlIjpudWxsfSwiUGFyZW50U3R5bGUiOm51bGx9LCJEYXRlU3R5bGUiOnsiJGlkIjoiMzA2MCIsIkZvbnRTZXR0aW5ncyI6eyIkaWQiOiIzMDYxIiwiRm9udFNpemUiOjEwLCJGb250TmFtZSI6IkNhbGlicmkiLCJJc0JvbGQiOmZhbHNlLCJJc0l0YWxpYyI6ZmFsc2UsIklzVW5kZXJsaW5lZCI6ZmFsc2UsIlBhcmVudFN0eWxlIjpudWxsfSwiQXV0b1NpemUiOjAsIkZvcmVncm91bmQiOnsiJGlkIjoiMzA2MiIsIkNvbG9yIjp7IiRpZCI6IjMwN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wNjQiLCJUb3AiOjAuMCwiTGVmdCI6MC4wLCJSaWdodCI6MC4wLCJCb3R0b20iOjAuMH0sIlBhZGRpbmciOnsiJGlkIjoiMzA2NSIsIlRvcCI6MC4wLCJMZWZ0IjowLjAsIlJpZ2h0IjowLjAsIkJvdHRvbSI6MC4wfSwiQmFja2dyb3VuZCI6eyIkaWQiOiIzMDY2IiwiQ29sb3IiOnsiJGlkIjoiMzA2NyIsIkEiOjI1NSwiUiI6NjgsIkciOjg0LCJCIjoxMDZ9fSwiSXNWaXNpYmxlIjp0cnVlLCJXaWR0aCI6MC4wLCJIZWlnaHQiOjAuMCwiQm9yZGVyU3R5bGUiOnsiJGlkIjoiMzA2OCIsIkxpbmVDb2xvciI6bnVsbCwiTGluZVdlaWdodCI6MC4wLCJMaW5lVHlwZSI6MCwiUGFyZW50U3R5bGUiOm51bGx9LCJQYXJlbnRTdHlsZSI6bnVsbH0sIkRhdGVGb3JtYXQiOnsiJGlkIjoiMzA2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cwIiwiRm9ybWF0IjowLCJJc1Zpc2libGUiOmZhbHNlLCJMYXN0S25vd25WaXNpYmlsaXR5U3RhdGUiOmZhbHNlfSwiSXNWaXNpYmxlIjp0cnVlLCJWYXJpYW5jZVN0eWxlIjp7IiRpZCI6IjMwNzEiLCJUZXh0U3R5bGUiOnsiJGlkIjoiMzA3MiIsIkZvbnRTZXR0aW5ncyI6eyIkaWQiOiIzMDczIiwiRm9udFNpemUiOjEwLCJGb250TmFtZSI6IkNhbGlicmkiLCJJc0JvbGQiOmZhbHNlLCJJc0l0YWxpYyI6ZmFsc2UsIklzVW5kZXJsaW5lZCI6ZmFsc2UsIlBhcmVudFN0eWxlIjpudWxsfSwiQXV0b1NpemUiOjAsIkZvcmVncm91bmQiOnsiJGlkIjoiMzA3NCIsIkNvbG9yIjp7IiRpZCI6IjMwN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3NiIsIlRvcCI6MC4wLCJMZWZ0IjowLjAsIlJpZ2h0IjowLjAsIkJvdHRvbSI6MC4wfSwiUGFkZGluZyI6eyIkaWQiOiIzMDc3IiwiVG9wIjowLjAsIkxlZnQiOjAuMCwiUmlnaHQiOjAuMCwiQm90dG9tIjowLjB9LCJCYWNrZ3JvdW5kIjp7IiRpZCI6IjMwNzgiLCJDb2xvciI6eyIkaWQiOiIzMDc5IiwiQSI6MjU1LCJSIjowLCJHIjowLCJCIjowfX0sIklzVmlzaWJsZSI6dHJ1ZSwiV2lkdGgiOjAuMCwiSGVpZ2h0IjowLjAsIkJvcmRlclN0eWxlIjpudWxsLCJQYXJlbnRTdHlsZSI6bnVsbH0sIlBhcmVudFN0eWxlIjpudWxsfSwiUGFyZW50U3R5bGUiOm51bGx9LCJEZWZhdWx0U3dpbWxhbmVBY3Rpdml0eVN0eWxlIjp7IiRpZCI6IjMwODAiLCJIZWFkZXJTdHlsZSI6eyIkaWQiOiIzMDgxIiwiVGV4dFN0eWxlIjp7IiRpZCI6IjMwODIiLCJGb250U2V0dGluZ3MiOnsiJGlkIjoiMzA4MyIsIkZvbnRTaXplIjoxMSwiRm9udE5hbWUiOiJDYWxpYnJpIiwiSXNCb2xkIjpmYWxzZSwiSXNJdGFsaWMiOmZhbHNlLCJJc1VuZGVybGluZWQiOmZhbHNlLCJQYXJlbnRTdHlsZSI6bnVsbH0sIkF1dG9TaXplIjowLCJGb3JlZ3JvdW5kIjp7IiRpZCI6IjMwODQiLCJDb2xvciI6eyIkaWQiOiIzMDg1IiwiQSI6MjU1LCJSIjo2NCwiRyI6NjQsIkIiOjY0fX0sIk1heFdpZHRoIjowLjAsIk1heEhlaWdodCI6MC4wLCJTbWFydEZvcmVncm91bmRJc0FjdGl2ZSI6ZmFsc2UsIkhvcml6b250YWxBbGlnbm1lbnQiOjAsIlZlcnRpY2FsQWxpZ25tZW50IjowLCJTbWFydEZvcmVncm91bmQiOm51bGwsIkJhY2tncm91bmRGaWxsVHlwZSI6MCwiTWFyZ2luIjp7IiRpZCI6IjMwODYiLCJUb3AiOjAuMCwiTGVmdCI6MC4wLCJSaWdodCI6MC4wLCJCb3R0b20iOjAuMH0sIlBhZGRpbmciOnsiJGlkIjoiMzA4NyIsIlRvcCI6MC4wLCJMZWZ0IjowLjAsIlJpZ2h0IjowLjAsIkJvdHRvbSI6MC4wfSwiQmFja2dyb3VuZCI6eyIkaWQiOiIzMDg4IiwiQ29sb3IiOnsiJGlkIjoiMzA4OSIsIkEiOjI1NSwiUiI6NjQsIkciOjY0LCJCIjo2NH19LCJJc1Zpc2libGUiOmZhbHNlLCJXaWR0aCI6MC4wLCJIZWlnaHQiOjAuMCwiQm9yZGVyU3R5bGUiOm51bGwsIlBhcmVudFN0eWxlIjpudWxsfSwiUmVjdGFuZ2xlU3R5bGUiOnsiJGlkIjoiMzA5MCIsIk1hcmdpbiI6eyIkaWQiOiIzMDkxIiwiVG9wIjowLjAsIkxlZnQiOjAuMCwiUmlnaHQiOjAuMCwiQm90dG9tIjowLjB9LCJQYWRkaW5nIjp7IiRpZCI6IjMwOTIiLCJUb3AiOjAuMCwiTGVmdCI6MC4wLCJSaWdodCI6MC4wLCJCb3R0b20iOjAuMH0sIkJhY2tncm91bmQiOnsiJGlkIjoiMzA5MyIsIkNvbG9yIjp7IiRpZCI6IjMwOTQiLCJBIjoxMjcsIlIiOjY4LCJHIjoxMTQsIkIiOjE5Nn19LCJJc1Zpc2libGUiOmZhbHNlLCJXaWR0aCI6MC4wLCJIZWlnaHQiOjAuMCwiQm9yZGVyU3R5bGUiOnsiJGlkIjoiMzA5NSIsIkxpbmVDb2xvciI6eyIkaWQiOiIzMDk2IiwiJHR5cGUiOiJOTFJFLkNvbW1vbi5Eb20uU29saWRDb2xvckJydXNoLCBOTFJFLkNvbW1vbiIsIkNvbG9yIjp7IiRpZCI6IjMwOTciLCJBIjoyNTUsIlIiOjI1NSwiRyI6MCwiQiI6MH19LCJMaW5lV2VpZ2h0IjowLjAsIkxpbmVUeXBlIjowLCJQYXJlbnRTdHlsZSI6bnVsbH0sIlBhcmVudFN0eWxlIjpudWxsfSwiTWFyZ2luIjp7IiRpZCI6IjMwOTgiLCJUb3AiOjAuMCwiTGVmdCI6MC4wLCJSaWdodCI6MC4wLCJCb3R0b20iOjAuMH0sIlBhZGRpbmciOnsiJGlkIjoiMzA5OSIsIlRvcCI6MC4wLCJMZWZ0IjowLjAsIlJpZ2h0IjowLjAsIkJvdHRvbSI6MC4wfSwiQmFja2dyb3VuZCI6bnVsbCwiSXNWaXNpYmxlIjp0cnVlLCJXaWR0aCI6MC4wLCJIZWlnaHQiOjAuMCwiQm9yZGVyU3R5bGUiOm51bGwsIlBhcmVudFN0eWxlIjpudWxsfSwiQmFja2dyb3VuZFN0eWxlIjp7IiRpZCI6IjMxMDAiLCJNYXJnaW4iOnsiJGlkIjoiMzEwMSIsIlRvcCI6MC4wLCJMZWZ0IjowLjAsIlJpZ2h0IjowLjAsIkJvdHRvbSI6MC4wfSwiUGFkZGluZyI6eyIkaWQiOiIzMTAyIiwiVG9wIjowLjAsIkxlZnQiOjAuMCwiUmlnaHQiOjAuMCwiQm90dG9tIjowLjB9LCJCYWNrZ3JvdW5kIjp7IiRpZCI6IjMxMDMiLCJDb2xvciI6eyIkaWQiOiIzMTA0IiwiQSI6NTEsIlIiOjIwMCwiRyI6MjAwLCJCIjoyMDB9fSwiSXNWaXNpYmxlIjp0cnVlLCJXaWR0aCI6MC4wLCJIZWlnaHQiOjAuMCwiQm9yZGVyU3R5bGUiOnsiJGlkIjoiMzEwNSIsIkxpbmVDb2xvciI6eyIkaWQiOiIzMTA2IiwiJHR5cGUiOiJOTFJFLkNvbW1vbi5Eb20uU29saWRDb2xvckJydXNoLCBOTFJFLkNvbW1vbiIsIkNvbG9yIjp7IiRpZCI6IjMxMDciLCJBIjoyNTUsIlIiOjIzNCwiRyI6MjIsIkIiOjMwfX0sIkxpbmVXZWlnaHQiOjAuMCwiTGluZVR5cGUiOjAsIlBhcmVudFN0eWxlIjpudWxsfSwiUGFyZW50U3R5bGUiOm51bGx9LCJNYXJnaW4iOnsiJGlkIjoiMzEwOCIsIlRvcCI6MC4wLCJMZWZ0IjowLjAsIlJpZ2h0IjowLjAsIkJvdHRvbSI6MC4wfSwiUGFkZGluZyI6eyIkaWQiOiIzMTA5IiwiVG9wIjowLjAsIkxlZnQiOjAuMCwiUmlnaHQiOjAuMCwiQm90dG9tIjowLjB9LCJJc1Zpc2libGUiOnRydWUsIldpZHRoIjowLjAsIkhlaWdodCI6MC4wLCJCb3JkZXJTdHlsZSI6eyIkaWQiOiIzMTEwIiwiTGluZUNvbG9yIjpudWxsLCJMaW5lV2VpZ2h0IjowLjAsIkxpbmVUeXBlIjowLCJQYXJlbnRTdHlsZSI6bnVsbH0sIlBhcmVudFN0eWxlIjpudWxsfSwiTWFyZ2luIjp7IiRpZCI6IjMxMTEiLCJUb3AiOjAuMCwiTGVmdCI6MC4wLCJSaWdodCI6MC4wLCJCb3R0b20iOjAuMH0sIlBhZGRpbmciOnsiJGlkIjoiMzExMiIsIlRvcCI6MC4wLCJMZWZ0IjowLjAsIlJpZ2h0IjowLjAsIkJvdHRvbSI6MC4wfSwiSXNWaXNpYmxlIjpmYWxzZSwiV2lkdGgiOjAuMCwiSGVpZ2h0IjowLjAsIkJvcmRlclN0eWxlIjp7IiRpZCI6IjMxMTMiLCJMaW5lQ29sb3IiOm51bGwsIkxpbmVXZWlnaHQiOjAuMCwiTGluZVR5cGUiOjAsIlBhcmVudFN0eWxlIjpudWxsfSwiUGFyZW50U3R5bGUiOm51bGx9fSx7IiRpZCI6IjMxMTQiLCJfYWN0aXZpdGllcyI6W3siJGlkIjoiMzExNSIsIl9yb3dzIjpbeyIkaWQiOiIzMTE2IiwiX3Rhc2tzIjpbeyIkaWQiOiIzMTE3IiwiX2F0dGFjaGVkTWlsZXN0b25lcyI6W10sIlRhc2tEZWZpbml0aW9uIjp7IiRpZCI6IjMxMTgiLCJHcm91cE5hbWUiOm51bGwsIlN0YXJ0RGF0ZSI6IjIwMjctMDQtMTZUMDA6MDA6MDBaIiwiRW5kRGF0ZSI6IjIwMjctMTAtMzFUMjM6NTk6MDBaIiwiUGVyY2VudGFnZUNvbXBsZXRlIjpudWxsLCJTdHlsZSI6eyIkaWQiOiIzMTE5IiwiU2hhcGUiOjEsIlNoYXBlVGhpY2tuZXNzIjowLCJEdXJhdGlvbkZvcm1hdCI6MCwiSW5jbHVkZU5vbldvcmtpbmdEYXlzSW5EdXJhdGlvbiI6ZmFsc2UsIlBlcmNlbnRhZ2VDb21wbGV0ZVN0eWxlIjp7IiRpZCI6IjMxMjAiLCJGb250U2V0dGluZ3MiOnsiJGlkIjoiMzEyMSIsIkZvbnRTaXplIjoxMCwiRm9udE5hbWUiOiJDYWxpYnJpIiwiSXNCb2xkIjpmYWxzZSwiSXNJdGFsaWMiOmZhbHNlLCJJc1VuZGVybGluZWQiOmZhbHNlLCJQYXJlbnRTdHlsZSI6bnVsbH0sIkF1dG9TaXplIjowLCJGb3JlZ3JvdW5kIjp7IiRpZCI6IjMxMjIiLCJDb2xvciI6eyIkaWQiOiIzMTIz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xMjQiLCJUb3AiOjAuMCwiTGVmdCI6MC4wLCJSaWdodCI6MC4wLCJCb3R0b20iOjAuMH0sIlBhZGRpbmciOnsiJGlkIjoiMzEyNSIsIlRvcCI6MC4wLCJMZWZ0IjowLjAsIlJpZ2h0IjowLjAsIkJvdHRvbSI6MC4wfSwiQmFja2dyb3VuZCI6eyIkaWQiOiIzMTI2IiwiQ29sb3IiOnsiJGlkIjoiMzEyNyIsIkEiOjg5LCJSIjowLCJHIjowLCJCIjowfX0sIklzVmlzaWJsZSI6dHJ1ZSwiV2lkdGgiOjAuMCwiSGVpZ2h0IjowLjAsIkJvcmRlclN0eWxlIjp7IiRpZCI6IjMxMjgiLCJMaW5lQ29sb3IiOm51bGwsIkxpbmVXZWlnaHQiOjAuMCwiTGluZVR5cGUiOjAsIlBhcmVudFN0eWxlIjpudWxsfSwiUGFyZW50U3R5bGUiOm51bGx9LCJEdXJhdGlvblN0eWxlIjp7IiRpZCI6IjMxMjkiLCJGb250U2V0dGluZ3MiOnsiJGlkIjoiMzEzMCIsIkZvbnRTaXplIjoxMCwiRm9udE5hbWUiOiJDYWxpYnJpIiwiSXNCb2xkIjpmYWxzZSwiSXNJdGFsaWMiOmZhbHNlLCJJc1VuZGVybGluZWQiOmZhbHNlLCJQYXJlbnRTdHlsZSI6bnVsbH0sIkF1dG9TaXplIjowLCJGb3JlZ3JvdW5kIjp7IiRpZCI6IjMxMzEiLCJDb2xvciI6eyIkaWQiOiIzMTM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TMzIiwiVG9wIjowLjAsIkxlZnQiOjAuMCwiUmlnaHQiOjAuMCwiQm90dG9tIjowLjB9LCJQYWRkaW5nIjp7IiRpZCI6IjMxMzQiLCJUb3AiOjAuMCwiTGVmdCI6MC4wLCJSaWdodCI6MC4wLCJCb3R0b20iOjAuMH0sIkJhY2tncm91bmQiOnsiJGlkIjoiMzEzNSIsIkNvbG9yIjp7IiRpZCI6IjMxMzYiLCJBIjoyNTUsIlIiOjY4LCJHIjo4NCwiQiI6MTA2fX0sIklzVmlzaWJsZSI6dHJ1ZSwiV2lkdGgiOjAuMCwiSGVpZ2h0IjowLjAsIkJvcmRlclN0eWxlIjp7IiRpZCI6IjMxMzciLCJMaW5lQ29sb3IiOm51bGwsIkxpbmVXZWlnaHQiOjAuMCwiTGluZVR5cGUiOjAsIlBhcmVudFN0eWxlIjpudWxsfSwiUGFyZW50U3R5bGUiOm51bGx9LCJIb3Jpem9udGFsQ29ubmVjdG9yU3R5bGUiOnsiJGlkIjoiMzEzOCIsIkxpbmVDb2xvciI6eyIkaWQiOiIzMTM5IiwiJHR5cGUiOiJOTFJFLkNvbW1vbi5Eb20uU29saWRDb2xvckJydXNoLCBOTFJFLkNvbW1vbiIsIkNvbG9yIjp7IiRpZCI6IjMxNDAiLCJBIjoyNTUsIlIiOjAsIkciOjAsIkIiOjB9fSwiTGluZVdlaWdodCI6MC4wLCJMaW5lVHlwZSI6MCwiUGFyZW50U3R5bGUiOm51bGx9LCJWZXJ0aWNhbENvbm5lY3RvclN0eWxlIjp7IiRpZCI6IjMxNDEiLCJMaW5lQ29sb3IiOnsiJGlkIjoiMzE0MiIsIiR0eXBlIjoiTkxSRS5Db21tb24uRG9tLlNvbGlkQ29sb3JCcnVzaCwgTkxSRS5Db21tb24iLCJDb2xvciI6eyIkaWQiOiIzMTQ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zMTQ0IiwiU2hhcGVTdHlsZSI6eyIkaWQiOiIzMTQ1IiwiTWFyZ2luIjp7IiRpZCI6IjMxNDYiLCJUb3AiOjAuMCwiTGVmdCI6MC4wLCJSaWdodCI6MC4wLCJCb3R0b20iOjAuMH0sIlBhZGRpbmciOnsiJGlkIjoiMzE0NyIsIlRvcCI6MC4wLCJMZWZ0IjowLjAsIlJpZ2h0IjowLjAsIkJvdHRvbSI6MC4wfSwiQmFja2dyb3VuZCI6eyIkaWQiOiIzMTQ4IiwiQ29sb3IiOnsiJGlkIjoiMzE0OSIsIkEiOjE1MywiUiI6MCwiRyI6MCwiQiI6MH19LCJJc1Zpc2libGUiOnRydWUsIldpZHRoIjowLjAsIkhlaWdodCI6MC4wLCJCb3JkZXJTdHlsZSI6bnVsbCwiUGFyZW50U3R5bGUiOm51bGx9LCJNYXJnaW4iOnsiJGlkIjoiMzE1MCIsIlRvcCI6MC4wLCJMZWZ0IjowLjAsIlJpZ2h0IjowLjAsIkJvdHRvbSI6MC4wfSwiUGFkZGluZyI6eyIkaWQiOiIzMTUxIiwiVG9wIjowLjAsIkxlZnQiOjAuMCwiUmlnaHQiOjAuMCwiQm90dG9tIjowLjB9LCJCYWNrZ3JvdW5kIjpudWxsLCJJc1Zpc2libGUiOnRydWUsIldpZHRoIjowLjAsIkhlaWdodCI6MC4wLCJCb3JkZXJTdHlsZSI6bnVsbCwiUGFyZW50U3R5bGUiOm51bGx9LCJTaGFwZVN0eWxlIjp7IiRpZCI6IjMxNTIiLCJNYXJnaW4iOnsiJGlkIjoiMzE1MyIsIlRvcCI6MC4wLCJMZWZ0Ijo0LjAsIlJpZ2h0Ijo0LjAsIkJvdHRvbSI6MC4wfSwiUGFkZGluZyI6eyIkaWQiOiIzMTU0IiwiVG9wIjowLjAsIkxlZnQiOjAuMCwiUmlnaHQiOjAuMCwiQm90dG9tIjowLjB9LCJCYWNrZ3JvdW5kIjp7IiRpZCI6IjMxNTUiLCJDb2xvciI6eyIkaWQiOiIzMTU2IiwiQSI6MjU1LCJSIjoyNTUsIkciOjE5MiwiQiI6MH19LCJJc1Zpc2libGUiOnRydWUsIldpZHRoIjowLjAsIkhlaWdodCI6MTAuMCwiQm9yZGVyU3R5bGUiOnsiJGlkIjoiMzE1NyIsIkxpbmVDb2xvciI6eyIkaWQiOiIzMTU4IiwiJHR5cGUiOiJOTFJFLkNvbW1vbi5Eb20uU29saWRDb2xvckJydXNoLCBOTFJFLkNvbW1vbiIsIkNvbG9yIjp7IiRpZCI6IjMxNTkiLCJBIjoyNTUsIlIiOjIzNCwiRyI6MjIsIkIiOjMwfX0sIkxpbmVXZWlnaHQiOjAuMCwiTGluZVR5cGUiOjAsIlBhcmVudFN0eWxlIjpudWxsfSwiUGFyZW50U3R5bGUiOm51bGx9LCJUaXRsZVN0eWxlIjp7IiRpZCI6IjMxNjAiLCJGb250U2V0dGluZ3MiOnsiJGlkIjoiMzE2MSIsIkZvbnRTaXplIjoxMSwiRm9udE5hbWUiOiJUaXRpbGxpdW0gV2ViIiwiSXNCb2xkIjpmYWxzZSwiSXNJdGFsaWMiOmZhbHNlLCJJc1VuZGVybGluZWQiOmZhbHNlLCJQYXJlbnRTdHlsZSI6bnVsbH0sIkF1dG9TaXplIjowLCJGb3JlZ3JvdW5kIjp7IiRpZCI6IjMxNjIiLCJDb2xvciI6eyIkaWQiOiIzMTY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xNjQiLCJUb3AiOjAuMCwiTGVmdCI6MC4wLCJSaWdodCI6MC4wLCJCb3R0b20iOjAuMH0sIlBhZGRpbmciOnsiJGlkIjoiMzE2NSIsIlRvcCI6MC4wLCJMZWZ0IjowLjAsIlJpZ2h0IjowLjAsIkJvdHRvbSI6MC4wfSwiQmFja2dyb3VuZCI6eyIkaWQiOiIzMTY2IiwiQ29sb3IiOnsiJGlkIjoiMzE2NyIsIkEiOjAsIlIiOjI1NSwiRyI6MjU1LCJCIjoyNTV9fSwiSXNWaXNpYmxlIjp0cnVlLCJXaWR0aCI6MC4wLCJIZWlnaHQiOjAuMCwiQm9yZGVyU3R5bGUiOnsiJGlkIjoiMzE2OCIsIkxpbmVDb2xvciI6bnVsbCwiTGluZVdlaWdodCI6MC4wLCJMaW5lVHlwZSI6MCwiUGFyZW50U3R5bGUiOm51bGx9LCJQYXJlbnRTdHlsZSI6bnVsbH0sIkRhdGVTdHlsZSI6eyIkaWQiOiIzMTY5IiwiRm9udFNldHRpbmdzIjp7IiRpZCI6IjMxNzAiLCJGb250U2l6ZSI6MTAsIkZvbnROYW1lIjoiVGl0aWxsaXVtIFdlYiIsIklzQm9sZCI6ZmFsc2UsIklzSXRhbGljIjpmYWxzZSwiSXNVbmRlcmxpbmVkIjpmYWxzZSwiUGFyZW50U3R5bGUiOm51bGx9LCJBdXRvU2l6ZSI6MCwiRm9yZWdyb3VuZCI6eyIkaWQiOiIzMTcxIiwiQ29sb3IiOnsiJGlkIjoiMzE3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MTczIiwiVG9wIjowLjAsIkxlZnQiOjAuMCwiUmlnaHQiOjAuMCwiQm90dG9tIjowLjB9LCJQYWRkaW5nIjp7IiRpZCI6IjMxNzQiLCJUb3AiOjAuMCwiTGVmdCI6MC4wLCJSaWdodCI6MC4wLCJCb3R0b20iOjAuMH0sIkJhY2tncm91bmQiOnsiJGlkIjoiMzE3NSIsIkNvbG9yIjp7IiRpZCI6IjMxNzYiLCJBIjowLCJSIjoyNTUsIkciOjI1NSwiQiI6MjU1fX0sIklzVmlzaWJsZSI6dHJ1ZSwiV2lkdGgiOjAuMCwiSGVpZ2h0IjowLjAsIkJvcmRlclN0eWxlIjp7IiRpZCI6IjMxNzciLCJMaW5lQ29sb3IiOm51bGwsIkxpbmVXZWlnaHQiOjAuMCwiTGluZVR5cGUiOjAsIlBhcmVudFN0eWxlIjpudWxsfSwiUGFyZW50U3R5bGUiOm51bGx9LCJEYXRlRm9ybWF0Ijp7IiRpZCI6IjMx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3OSIsIkZvcm1hdCI6MCwiSXNWaXNpYmxlIjpmYWxzZSwiTGFzdEtub3duVmlzaWJpbGl0eVN0YXRlIjpmYWxzZX0sIklzVmlzaWJsZSI6dHJ1ZSwiVmFyaWFuY2VTdHlsZSI6eyIkaWQiOiIzMTgwIiwiVGV4dFN0eWxlIjp7IiRpZCI6IjMxODEiLCJGb250U2V0dGluZ3MiOnsiJGlkIjoiMzE4MiIsIkZvbnRTaXplIjoxMCwiRm9udE5hbWUiOiJDYWxpYnJpIiwiSXNCb2xkIjpmYWxzZSwiSXNJdGFsaWMiOmZhbHNlLCJJc1VuZGVybGluZWQiOmZhbHNlLCJQYXJlbnRTdHlsZSI6bnVsbH0sIkF1dG9TaXplIjowLCJGb3JlZ3JvdW5kIjp7IiRpZCI6IjMxODMiLCJDb2xvciI6eyIkaWQiOiIzMT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xODUiLCJUb3AiOjAuMCwiTGVmdCI6MC4wLCJSaWdodCI6MC4wLCJCb3R0b20iOjAuMH0sIlBhZGRpbmciOnsiJGlkIjoiMzE4NiIsIlRvcCI6MC4wLCJMZWZ0IjowLjAsIlJpZ2h0IjowLjAsIkJvdHRvbSI6MC4wfSwiQmFja2dyb3VuZCI6eyIkaWQiOiIzMTg3IiwiQ29sb3IiOnsiJGlkIjoiMzE4OCIsIkEiOjI1NSwiUiI6MCwiRyI6MCwiQiI6MH19LCJJc1Zpc2libGUiOnRydWUsIldpZHRoIjowLjAsIkhlaWdodCI6MC4wLCJCb3JkZXJTdHlsZSI6eyIkaWQiOiIzMTg5IiwiTGluZUNvbG9yIjpudWxsLCJMaW5lV2VpZ2h0IjowLjAsIkxpbmVUeXBlIjowLCJQYXJlbnRTdHlsZSI6bnVsbH0sIlBhcmVudFN0eWxlIjpudWxsfSwiUGFyZW50U3R5bGUiOm51bGx9LCJQYXJlbnRTdHlsZSI6bnVsbH0sIkluZGV4IjoyMSwiU21hcnREdXJhdGlvbkFjdGl2YXRlZCI6ZmFsc2UsIkRhdGVGb3JtYXQiOnsiJHJlZiI6IjMxNzgifSwiV2Vla051bWJlcmluZyI6eyIkaWQiOiIzMTkwIiwiRm9ybWF0IjowLCJJc1Zpc2libGUiOmZhbHNlLCJMYXN0S25vd25WaXNpYmlsaXR5U3RhdGUiOmZhbHNlfSwiQmFzZWxpbmVEYXRhIjp7IiRpZCI6IjMxOTEiLCJTdGFydERhdGUiOiIyMDI3LTA0LTE2VDAwOjAwOjAwIiwiRW5kRGF0ZSI6IjIwMjctMTAtMzFUMjM6NTk6MDAifSwiSWQiOiIyMjY2N2IxZi01MTY0LTRhZTItOWIyMi0yNDExMTNhMTdlYjEiLCJJbXBvcnRJZCI6bnVsbCwiVGl0bGUiOiJWZXJzacOzbiBmaW5hbCAoU3ByaW50cyAyOC0zMCkiLCJOb3RlIjpudWxsLCJIeXBlcmxpbmsiOnsiJGlkIjoiMzE5MiIsIkFkZHJlc3MiOiIiLCJTdWJBZGRyZXNzIjoiIn0sIklzQ2hhbmdlZCI6ZmFsc2UsIklzTmV3IjpmYWxzZX19XSwiX21pbGVzdG9uZXMiOltdLCJJZCI6IjAwMDAwMDAwLTAwMDAtMDAwMC0wMDAwLTAwMDAwMDAwMDAwMCIsIklzU2luZ2xlSXRlbVJvdyI6dHJ1ZX1dLCJJbmRleCI6MjAsIklkIjoiNDU1Y2ZkMjAtNWNhOC00MGI3LTkxOTgtYmYxMGUwMDM1NWY2IiwiSGVhZGVyVGV4dCI6bnVsbCwiSXNEZWZhdWx0Ijp0cnVlLCJTdHlsZSI6eyIkaWQiOiIzMTkzIiwiSGVhZGVyU3R5bGUiOnsiJGlkIjoiMzE5NCIsIlRleHRTdHlsZSI6eyIkaWQiOiIzMTk1IiwiRm9udFNldHRpbmdzIjp7IiRpZCI6IjMxOTYiLCJGb250U2l6ZSI6MTEsIkZvbnROYW1lIjoiQ2FsaWJyaSIsIklzQm9sZCI6ZmFsc2UsIklzSXRhbGljIjpmYWxzZSwiSXNVbmRlcmxpbmVkIjpmYWxzZSwiUGFyZW50U3R5bGUiOm51bGx9LCJBdXRvU2l6ZSI6MiwiRm9yZWdyb3VuZCI6eyIkaWQiOiIzMTk3IiwiQ29sb3IiOnsiJGlkIjoiMzE5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xOTkiLCJUb3AiOjAuMCwiTGVmdCI6MC4wLCJSaWdodCI6MC4wLCJCb3R0b20iOjAuMH0sIlBhZGRpbmciOnsiJGlkIjoiMzIwMCIsIlRvcCI6MC4wLCJMZWZ0IjowLjAsIlJpZ2h0IjowLjAsIkJvdHRvbSI6MC4wfSwiQmFja2dyb3VuZCI6eyIkaWQiOiIzMjAxIiwiQ29sb3IiOnsiJGlkIjoiMzIwMiIsIkEiOjI1NSwiUiI6NjQsIkciOjY0LCJCIjo2NH19LCJJc1Zpc2libGUiOnRydWUsIldpZHRoIjowLjAsIkhlaWdodCI6MC4wLCJCb3JkZXJTdHlsZSI6bnVsbCwiUGFyZW50U3R5bGUiOm51bGx9LCJSZWN0YW5nbGVTdHlsZSI6eyIkaWQiOiIzMjAzIiwiTWFyZ2luIjp7IiRpZCI6IjMyMDQiLCJUb3AiOjAuMCwiTGVmdCI6MC4wLCJSaWdodCI6MC4wLCJCb3R0b20iOjAuMH0sIlBhZGRpbmciOnsiJGlkIjoiMzIwNSIsIlRvcCI6MC4wLCJMZWZ0IjowLjAsIlJpZ2h0IjowLjAsIkJvdHRvbSI6MC4wfSwiQmFja2dyb3VuZCI6eyIkaWQiOiIzMjA2IiwiQ29sb3IiOnsiJGlkIjoiMzIwNyIsIkEiOjEyNywiUiI6MjU1LCJHIjoxOTIsIkIiOjB9fSwiSXNWaXNpYmxlIjp0cnVlLCJXaWR0aCI6MC4wLCJIZWlnaHQiOjAuMCwiQm9yZGVyU3R5bGUiOnsiJGlkIjoiMzIwOCIsIkxpbmVDb2xvciI6eyIkaWQiOiIzMjA5IiwiJHR5cGUiOiJOTFJFLkNvbW1vbi5Eb20uU29saWRDb2xvckJydXNoLCBOTFJFLkNvbW1vbiIsIkNvbG9yIjp7IiRpZCI6IjMyMTAiLCJBIjoyNTUsIlIiOjI1NSwiRyI6MjU1LCJCIjoyNTV9fSwiTGluZVdlaWdodCI6MC4wLCJMaW5lVHlwZSI6MCwiUGFyZW50U3R5bGUiOm51bGx9LCJQYXJlbnRTdHlsZSI6bnVsbH0sIk1hcmdpbiI6eyIkaWQiOiIzMjExIiwiVG9wIjowLjAsIkxlZnQiOjAuMCwiUmlnaHQiOjAuMCwiQm90dG9tIjowLjB9LCJQYWRkaW5nIjp7IiRpZCI6IjMyMTIiLCJUb3AiOjAuMCwiTGVmdCI6MC4wLCJSaWdodCI6MC4wLCJCb3R0b20iOjAuMH0sIkJhY2tncm91bmQiOm51bGwsIklzVmlzaWJsZSI6dHJ1ZSwiV2lkdGgiOjAuMCwiSGVpZ2h0IjowLjAsIkJvcmRlclN0eWxlIjpudWxsLCJQYXJlbnRTdHlsZSI6bnVsbH0sIkJhY2tncm91bmRTdHlsZSI6eyIkaWQiOiIzMjEzIiwiTWFyZ2luIjp7IiRpZCI6IjMyMTQiLCJUb3AiOjAuMCwiTGVmdCI6MC4wLCJSaWdodCI6MC4wLCJCb3R0b20iOjAuMH0sIlBhZGRpbmciOnsiJGlkIjoiMzIxNSIsIlRvcCI6MC4wLCJMZWZ0IjowLjAsIlJpZ2h0IjowLjAsIkJvdHRvbSI6MC4wfSwiQmFja2dyb3VuZCI6eyIkaWQiOiIzMjE2IiwiQ29sb3IiOnsiJGlkIjoiMzIxNyIsIkEiOjUxLCJSIjoyMDAsIkciOjIwMCwiQiI6MjAwfX0sIklzVmlzaWJsZSI6dHJ1ZSwiV2lkdGgiOjAuMCwiSGVpZ2h0IjowLjAsIkJvcmRlclN0eWxlIjp7IiRpZCI6IjMyMTgiLCJMaW5lQ29sb3IiOnsiJGlkIjoiMzIxOSIsIiR0eXBlIjoiTkxSRS5Db21tb24uRG9tLlNvbGlkQ29sb3JCcnVzaCwgTkxSRS5Db21tb24iLCJDb2xvciI6eyIkaWQiOiIzMjIwIiwiQSI6MjU1LCJSIjoyMzQsIkciOjIyLCJCIjozMH19LCJMaW5lV2VpZ2h0IjowLjAsIkxpbmVUeXBlIjowLCJQYXJlbnRTdHlsZSI6bnVsbH0sIlBhcmVudFN0eWxlIjpudWxsfSwiTWFyZ2luIjp7IiRpZCI6IjMyMjEiLCJUb3AiOjAuMCwiTGVmdCI6MC4wLCJSaWdodCI6MC4wLCJCb3R0b20iOjAuMH0sIlBhZGRpbmciOnsiJGlkIjoiMzIyMiIsIlRvcCI6MC4wLCJMZWZ0IjowLjAsIlJpZ2h0IjowLjAsIkJvdHRvbSI6MC4wfSwiSXNWaXNpYmxlIjp0cnVlLCJXaWR0aCI6MC4wLCJIZWlnaHQiOjAuMCwiQm9yZGVyU3R5bGUiOnsiJGlkIjoiMzIyMyIsIkxpbmVDb2xvciI6bnVsbCwiTGluZVdlaWdodCI6MC4wLCJMaW5lVHlwZSI6MCwiUGFyZW50U3R5bGUiOm51bGx9LCJQYXJlbnRTdHlsZSI6bnVsbH19XSwiSWQiOiI4ODZiNzcwZi1mYjRjLTRmYTMtYTFkMy1jNzE4OTZhMTEyN2YiLCJJbmRleCI6MjAsIkhlYWRlclRleHQiOiJSVE0iLCJTdHlsZSI6eyIkaWQiOiIzMjI0IiwiU3R5bGVJZCI6Ijk4NTEzZTEwLTU1MWMtNGYzMC1hYzExLWEwNjkwZTkwMzEzNCIsIkhlYWRlclN0eWxlIjp7IiRpZCI6IjMyMjUiLCJUZXh0SXNWZXJ0aWNhbCI6ZmFsc2UsIlRleHRTdHlsZSI6eyIkaWQiOiIzMjI2IiwiRm9udFNldHRpbmdzIjp7IiRpZCI6IjMyMjciLCJGb250U2l6ZSI6MTEsIkZvbnROYW1lIjoiVGl0aWxsaXVtIFdlYiIsIklzQm9sZCI6ZmFsc2UsIklzSXRhbGljIjpmYWxzZSwiSXNVbmRlcmxpbmVkIjpmYWxzZSwiUGFyZW50U3R5bGUiOm51bGx9LCJBdXRvU2l6ZSI6MiwiRm9yZWdyb3VuZCI6eyIkaWQiOiIzMjI4IiwiQ29sb3IiOnsiJGlkIjoiMzIy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yMzAiLCJUb3AiOjAuMCwiTGVmdCI6MC4wLCJSaWdodCI6MC4wLCJCb3R0b20iOjAuMH0sIlBhZGRpbmciOnsiJGlkIjoiMzIzMSIsIlRvcCI6MC4wLCJMZWZ0IjowLjAsIlJpZ2h0IjowLjAsIkJvdHRvbSI6MC4wfSwiQmFja2dyb3VuZCI6eyIkaWQiOiIzMjMyIiwiQ29sb3IiOnsiJGlkIjoiMzIzMyIsIkEiOjI1NSwiUiI6MzgsIkciOjM4LCJCIjozOH19LCJJc1Zpc2libGUiOnRydWUsIldpZHRoIjowLjAsIkhlaWdodCI6MC4wLCJCb3JkZXJTdHlsZSI6bnVsbCwiUGFyZW50U3R5bGUiOm51bGx9LCJSZWN0YW5nbGVTdHlsZSI6eyIkaWQiOiIzMjM0IiwiTWFyZ2luIjp7IiRpZCI6IjMyMzUiLCJUb3AiOjAuMCwiTGVmdCI6MC4wLCJSaWdodCI6MC4wLCJCb3R0b20iOjAuMH0sIlBhZGRpbmciOnsiJGlkIjoiMzIzNiIsIlRvcCI6MC4wLCJMZWZ0IjowLjAsIlJpZ2h0IjowLjAsIkJvdHRvbSI6MC4wfSwiQmFja2dyb3VuZCI6eyIkaWQiOiIzMjM3IiwiQ29sb3IiOnsiJGlkIjoiMzIzOCIsIkEiOjI1NSwiUiI6MjU1LCJHIjoxOTIsIkIiOjB9fSwiSXNWaXNpYmxlIjp0cnVlLCJXaWR0aCI6MC4wLCJIZWlnaHQiOjAuMCwiQm9yZGVyU3R5bGUiOnsiJGlkIjoiMzIzOSIsIkxpbmVDb2xvciI6eyIkaWQiOiIzMjQwIiwiJHR5cGUiOiJOTFJFLkNvbW1vbi5Eb20uU29saWRDb2xvckJydXNoLCBOTFJFLkNvbW1vbiIsIkNvbG9yIjp7IiRpZCI6IjMyNDEiLCJBIjoyNTUsIlIiOjI1NSwiRyI6MjU1LCJCIjoyNTV9fSwiTGluZVdlaWdodCI6MC4wLCJMaW5lVHlwZSI6MCwiUGFyZW50U3R5bGUiOm51bGx9LCJQYXJlbnRTdHlsZSI6bnVsbH0sIk1hcmdpbiI6eyIkaWQiOiIzMjQyIiwiVG9wIjowLjAsIkxlZnQiOjAuMCwiUmlnaHQiOjAuMCwiQm90dG9tIjowLjB9LCJQYWRkaW5nIjp7IiRpZCI6IjMyNDMiLCJUb3AiOjAuMCwiTGVmdCI6MC4wLCJSaWdodCI6MC4wLCJCb3R0b20iOjAuMH0sIkJhY2tncm91bmQiOm51bGwsIklzVmlzaWJsZSI6dHJ1ZSwiV2lkdGgiOjAuMCwiSGVpZ2h0IjowLjAsIkJvcmRlclN0eWxlIjpudWxsLCJQYXJlbnRTdHlsZSI6bnVsbH0sIkJhY2tncm91bmRTdHlsZSI6eyIkaWQiOiIzMjQ0IiwiTWFyZ2luIjp7IiRpZCI6IjMyNDUiLCJUb3AiOjAuMCwiTGVmdCI6MC4wLCJSaWdodCI6MC4wLCJCb3R0b20iOjAuMH0sIlBhZGRpbmciOnsiJGlkIjoiMzI0NiIsIlRvcCI6MC4wLCJMZWZ0IjowLjAsIlJpZ2h0IjowLjAsIkJvdHRvbSI6MC4wfSwiQmFja2dyb3VuZCI6eyIkaWQiOiIzMjQ3IiwiQ29sb3IiOnsiJGlkIjoiMzI0OCIsIkEiOjUxLCJSIjoyMDAsIkciOjIwMCwiQiI6MjAwfX0sIklzVmlzaWJsZSI6dHJ1ZSwiV2lkdGgiOjAuMCwiSGVpZ2h0IjowLjAsIkJvcmRlclN0eWxlIjp7IiRpZCI6IjMyNDkiLCJMaW5lQ29sb3IiOnsiJGlkIjoiMzI1MCIsIiR0eXBlIjoiTkxSRS5Db21tb24uRG9tLlNvbGlkQ29sb3JCcnVzaCwgTkxSRS5Db21tb24iLCJDb2xvciI6eyIkaWQiOiIzMjUxIiwiQSI6MjU1LCJSIjoyMzQsIkciOjIyLCJCIjozMH19LCJMaW5lV2VpZ2h0IjowLjAsIkxpbmVUeXBlIjowLCJQYXJlbnRTdHlsZSI6bnVsbH0sIlBhcmVudFN0eWxlIjpudWxsfSwiSXNBYm92ZVRpbWViYW5kIjpmYWxzZSwiU3BhY2luZyI6MiwiRGVmYXVsdFN3aW1sYW5lVGFza1N0eWxlIjp7IiRpZCI6IjMyNTIiLCIkdHlwZSI6Ik5MUkUuQ29tbW9uLkRvbS5TdHlsZXMuRXhwbGljaXRTZXRhYmxlVGFza1N0eWxlLCBOTFJFLkNvbW1vbiIsIlNoYXBlIjoxLCJTaGFwZVRoaWNrbmVzcyI6MCwiRHVyYXRpb25Gb3JtYXQiOjAsIkluY2x1ZGVOb25Xb3JraW5nRGF5c0luRHVyYXRpb24iOmZhbHNlLCJQZXJjZW50YWdlQ29tcGxldGVTdHlsZSI6eyIkaWQiOiIzMjUzIiwiRm9udFNldHRpbmdzIjp7IiRpZCI6IjMyNTQiLCJGb250U2l6ZSI6MTAsIkZvbnROYW1lIjoiQ2FsaWJyaSIsIklzQm9sZCI6ZmFsc2UsIklzSXRhbGljIjpmYWxzZSwiSXNVbmRlcmxpbmVkIjpmYWxzZSwiUGFyZW50U3R5bGUiOm51bGx9LCJBdXRvU2l6ZSI6MCwiRm9yZWdyb3VuZCI6eyIkaWQiOiIzMjU1IiwiQ29sb3IiOnsiJGlkIjoiMzI1N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jU3IiwiVG9wIjowLjAsIkxlZnQiOjAuMCwiUmlnaHQiOjAuMCwiQm90dG9tIjowLjB9LCJQYWRkaW5nIjp7IiRpZCI6IjMyNTgiLCJUb3AiOjAuMCwiTGVmdCI6MC4wLCJSaWdodCI6MC4wLCJCb3R0b20iOjAuMH0sIkJhY2tncm91bmQiOnsiJGlkIjoiMzI1OSIsIkNvbG9yIjp7IiRpZCI6IjMyNjAiLCJBIjo4OSwiUiI6MCwiRyI6MCwiQiI6MH19LCJJc1Zpc2libGUiOnRydWUsIldpZHRoIjowLjAsIkhlaWdodCI6MC4wLCJCb3JkZXJTdHlsZSI6eyIkaWQiOiIzMjYxIiwiTGluZUNvbG9yIjpudWxsLCJMaW5lV2VpZ2h0IjowLjAsIkxpbmVUeXBlIjowLCJQYXJlbnRTdHlsZSI6bnVsbH0sIlBhcmVudFN0eWxlIjpudWxsfSwiRHVyYXRpb25TdHlsZSI6eyIkaWQiOiIzMjYyIiwiRm9udFNldHRpbmdzIjp7IiRpZCI6IjMyNjMiLCJGb250U2l6ZSI6MTAsIkZvbnROYW1lIjoiQ2FsaWJyaSIsIklzQm9sZCI6ZmFsc2UsIklzSXRhbGljIjpmYWxzZSwiSXNVbmRlcmxpbmVkIjpmYWxzZSwiUGFyZW50U3R5bGUiOm51bGx9LCJBdXRvU2l6ZSI6MCwiRm9yZWdyb3VuZCI6eyIkaWQiOiIzMjY0IiwiQ29sb3IiOnsiJGlkIjoiMzI2N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I2NiIsIlRvcCI6MC4wLCJMZWZ0IjowLjAsIlJpZ2h0IjowLjAsIkJvdHRvbSI6MC4wfSwiUGFkZGluZyI6eyIkaWQiOiIzMjY3IiwiVG9wIjowLjAsIkxlZnQiOjAuMCwiUmlnaHQiOjAuMCwiQm90dG9tIjowLjB9LCJCYWNrZ3JvdW5kIjp7IiRpZCI6IjMyNjgiLCJDb2xvciI6eyIkaWQiOiIzMjY5IiwiQSI6MjU1LCJSIjo2OCwiRyI6ODQsIkIiOjEwNn19LCJJc1Zpc2libGUiOnRydWUsIldpZHRoIjowLjAsIkhlaWdodCI6MC4wLCJCb3JkZXJTdHlsZSI6eyIkaWQiOiIzMjcwIiwiTGluZUNvbG9yIjpudWxsLCJMaW5lV2VpZ2h0IjowLjAsIkxpbmVUeXBlIjowLCJQYXJlbnRTdHlsZSI6bnVsbH0sIlBhcmVudFN0eWxlIjpudWxsfSwiSG9yaXpvbnRhbENvbm5lY3RvclN0eWxlIjp7IiRpZCI6IjMyNzEiLCJMaW5lQ29sb3IiOnsiJGlkIjoiMzI3MiIsIiR0eXBlIjoiTkxSRS5Db21tb24uRG9tLlNvbGlkQ29sb3JCcnVzaCwgTkxSRS5Db21tb24iLCJDb2xvciI6eyIkaWQiOiIzMjczIiwiQSI6MjU1LCJSIjowLCJHIjowLCJCIjowfX0sIkxpbmVXZWlnaHQiOjAuMCwiTGluZVR5cGUiOjAsIlBhcmVudFN0eWxlIjpudWxsfSwiVmVydGljYWxDb25uZWN0b3JTdHlsZSI6eyIkaWQiOiIzMjc0IiwiTGluZUNvbG9yIjp7IiRpZCI6IjMyNzUiLCIkdHlwZSI6Ik5MUkUuQ29tbW9uLkRvbS5Tb2xpZENvbG9yQnJ1c2gsIE5MUkUuQ29tbW9uIiwiQ29sb3IiOnsiJGlkIjoiMzI3Ni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yNzciLCJTaGFwZVN0eWxlIjp7IiRpZCI6IjMyNzgiLCJNYXJnaW4iOnsiJGlkIjoiMzI3OSIsIlRvcCI6MC4wLCJMZWZ0IjowLjAsIlJpZ2h0IjowLjAsIkJvdHRvbSI6MC4wfSwiUGFkZGluZyI6eyIkaWQiOiIzMjgwIiwiVG9wIjowLjAsIkxlZnQiOjAuMCwiUmlnaHQiOjAuMCwiQm90dG9tIjowLjB9LCJCYWNrZ3JvdW5kIjp7IiRpZCI6IjMyODEiLCJDb2xvciI6eyIkaWQiOiIzMjgyIiwiQSI6MTUzLCJSIjowLCJHIjowLCJCIjowfX0sIklzVmlzaWJsZSI6dHJ1ZSwiV2lkdGgiOjAuMCwiSGVpZ2h0IjowLjAsIkJvcmRlclN0eWxlIjp7IiRpZCI6IjMyODMiLCJMaW5lQ29sb3IiOnsiJGlkIjoiMzI4NCIsIiR0eXBlIjoiTkxSRS5Db21tb24uRG9tLlNvbGlkQ29sb3JCcnVzaCwgTkxSRS5Db21tb24iLCJDb2xvciI6eyIkaWQiOiIzMjg1IiwiQSI6MjU1LCJSIjoyNTUsIkciOjAsIkIiOjB9fSwiTGluZVdlaWdodCI6MC4wLCJMaW5lVHlwZSI6MCwiUGFyZW50U3R5bGUiOm51bGx9LCJQYXJlbnRTdHlsZSI6bnVsbH0sIk1hcmdpbiI6eyIkaWQiOiIzMjg2IiwiVG9wIjowLjAsIkxlZnQiOjAuMCwiUmlnaHQiOjAuMCwiQm90dG9tIjowLjB9LCJQYWRkaW5nIjp7IiRpZCI6IjMyODciLCJUb3AiOjAuMCwiTGVmdCI6MC4wLCJSaWdodCI6MC4wLCJCb3R0b20iOjAuMH0sIkJhY2tncm91bmQiOm51bGwsIklzVmlzaWJsZSI6dHJ1ZSwiV2lkdGgiOjAuMCwiSGVpZ2h0IjowLjAsIkJvcmRlclN0eWxlIjpudWxsLCJQYXJlbnRTdHlsZSI6bnVsbH0sIlNoYXBlU3R5bGUiOnsiJGlkIjoiMzI4OCIsIk1hcmdpbiI6eyIkaWQiOiIzMjg5IiwiVG9wIjowLjAsIkxlZnQiOjQuMCwiUmlnaHQiOjQuMCwiQm90dG9tIjowLjB9LCJQYWRkaW5nIjp7IiRpZCI6IjMyOTAiLCJUb3AiOjAuMCwiTGVmdCI6MC4wLCJSaWdodCI6MC4wLCJCb3R0b20iOjAuMH0sIkJhY2tncm91bmQiOnsiJGlkIjoiMzI5MSIsIkNvbG9yIjp7IiRpZCI6IjMyOTIiLCJBIjoyNTUsIlIiOjI1NSwiRyI6MTkyLCJCIjowfX0sIklzVmlzaWJsZSI6dHJ1ZSwiV2lkdGgiOjAuMCwiSGVpZ2h0IjoxMC4wLCJCb3JkZXJTdHlsZSI6eyIkaWQiOiIzMjkzIiwiTGluZUNvbG9yIjp7IiRpZCI6IjMyOTQiLCIkdHlwZSI6Ik5MUkUuQ29tbW9uLkRvbS5Tb2xpZENvbG9yQnJ1c2gsIE5MUkUuQ29tbW9uIiwiQ29sb3IiOnsiJGlkIjoiMzI5NSIsIkEiOjI1NSwiUiI6MjM0LCJHIjoyMiwiQiI6MzB9fSwiTGluZVdlaWdodCI6MC4wLCJMaW5lVHlwZSI6MCwiUGFyZW50U3R5bGUiOm51bGx9LCJQYXJlbnRTdHlsZSI6bnVsbH0sIlRpdGxlU3R5bGUiOnsiJGlkIjoiMzI5NiIsIkZvbnRTZXR0aW5ncyI6eyIkaWQiOiIzMjk3IiwiRm9udFNpemUiOjExLCJGb250TmFtZSI6IkNhbGlicmkiLCJJc0JvbGQiOmZhbHNlLCJJc0l0YWxpYyI6ZmFsc2UsIklzVW5kZXJsaW5lZCI6ZmFsc2UsIlBhcmVudFN0eWxlIjpudWxsfSwiQXV0b1NpemUiOjAsIkZvcmVncm91bmQiOnsiJGlkIjoiMzI5OCIsIkNvbG9yIjp7IiRpZCI6IjMy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wMCIsIlRvcCI6MC4wLCJMZWZ0IjowLjAsIlJpZ2h0IjowLjAsIkJvdHRvbSI6MC4wfSwiUGFkZGluZyI6eyIkaWQiOiIzMzAxIiwiVG9wIjowLjAsIkxlZnQiOjAuMCwiUmlnaHQiOjAuMCwiQm90dG9tIjowLjB9LCJCYWNrZ3JvdW5kIjp7IiRpZCI6IjMzMDIiLCJDb2xvciI6eyIkaWQiOiIzMzAzIiwiQSI6MjU1LCJSIjowLCJHIjowLCJCIjowfX0sIklzVmlzaWJsZSI6dHJ1ZSwiV2lkdGgiOjAuMCwiSGVpZ2h0IjowLjAsIkJvcmRlclN0eWxlIjp7IiRpZCI6IjMzMDQiLCJMaW5lQ29sb3IiOm51bGwsIkxpbmVXZWlnaHQiOjAuMCwiTGluZVR5cGUiOjAsIlBhcmVudFN0eWxlIjpudWxsfSwiUGFyZW50U3R5bGUiOm51bGx9LCJEYXRlU3R5bGUiOnsiJGlkIjoiMzMwNSIsIkZvbnRTZXR0aW5ncyI6eyIkaWQiOiIzMzA2IiwiRm9udFNpemUiOjEwLCJGb250TmFtZSI6IkNhbGlicmkiLCJJc0JvbGQiOmZhbHNlLCJJc0l0YWxpYyI6ZmFsc2UsIklzVW5kZXJsaW5lZCI6ZmFsc2UsIlBhcmVudFN0eWxlIjpudWxsfSwiQXV0b1NpemUiOjAsIkZvcmVncm91bmQiOnsiJGlkIjoiMzMwNyIsIkNvbG9yIjp7IiRpZCI6IjMzMDg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MzMDkiLCJUb3AiOjAuMCwiTGVmdCI6MC4wLCJSaWdodCI6MC4wLCJCb3R0b20iOjAuMH0sIlBhZGRpbmciOnsiJGlkIjoiMzMxMCIsIlRvcCI6MC4wLCJMZWZ0IjowLjAsIlJpZ2h0IjowLjAsIkJvdHRvbSI6MC4wfSwiQmFja2dyb3VuZCI6eyIkaWQiOiIzMzExIiwiQ29sb3IiOnsiJGlkIjoiMzMxMiIsIkEiOjI1NSwiUiI6NjgsIkciOjg0LCJCIjoxMDZ9fSwiSXNWaXNpYmxlIjp0cnVlLCJXaWR0aCI6MC4wLCJIZWlnaHQiOjAuMCwiQm9yZGVyU3R5bGUiOnsiJGlkIjoiMzMxMyIsIkxpbmVDb2xvciI6bnVsbCwiTGluZVdlaWdodCI6MC4wLCJMaW5lVHlwZSI6MCwiUGFyZW50U3R5bGUiOm51bGx9LCJQYXJlbnRTdHlsZSI6bnVsbH0sIkRhdGVGb3JtYXQiOnsiJGlkIjoiMzMx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E1IiwiRm9ybWF0IjowLCJJc1Zpc2libGUiOmZhbHNlLCJMYXN0S25vd25WaXNpYmlsaXR5U3RhdGUiOmZhbHNlfSwiSXNWaXNpYmxlIjp0cnVlLCJWYXJpYW5jZVN0eWxlIjp7IiRpZCI6IjMzMTYiLCJUZXh0U3R5bGUiOnsiJGlkIjoiMzMxNyIsIkZvbnRTZXR0aW5ncyI6eyIkaWQiOiIzMzE4IiwiRm9udFNpemUiOjEwLCJGb250TmFtZSI6IkNhbGlicmkiLCJJc0JvbGQiOmZhbHNlLCJJc0l0YWxpYyI6ZmFsc2UsIklzVW5kZXJsaW5lZCI6ZmFsc2UsIlBhcmVudFN0eWxlIjpudWxsfSwiQXV0b1NpemUiOjAsIkZvcmVncm91bmQiOnsiJGlkIjoiMzMxOSIsIkNvbG9yIjp7IiRpZCI6IjMzM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yMSIsIlRvcCI6MC4wLCJMZWZ0IjowLjAsIlJpZ2h0IjowLjAsIkJvdHRvbSI6MC4wfSwiUGFkZGluZyI6eyIkaWQiOiIzMzIyIiwiVG9wIjowLjAsIkxlZnQiOjAuMCwiUmlnaHQiOjAuMCwiQm90dG9tIjowLjB9LCJCYWNrZ3JvdW5kIjp7IiRpZCI6IjMzMjMiLCJDb2xvciI6eyIkaWQiOiIzMzI0IiwiQSI6MjU1LCJSIjowLCJHIjowLCJCIjowfX0sIklzVmlzaWJsZSI6dHJ1ZSwiV2lkdGgiOjAuMCwiSGVpZ2h0IjowLjAsIkJvcmRlclN0eWxlIjp7IiRpZCI6IjMzMjUiLCJMaW5lQ29sb3IiOm51bGwsIkxpbmVXZWlnaHQiOjAuMCwiTGluZVR5cGUiOjAsIlBhcmVudFN0eWxlIjpudWxsfSwiUGFyZW50U3R5bGUiOm51bGx9LCJQYXJlbnRTdHlsZSI6bnVsbH0sIlBhcmVudFN0eWxlIjpudWxsLCJfZXhwbGljaXRseVNldCI6eyIkaWQiOiIzMzI2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zMyNyIsIlNoYXBlIjoxLCJDb25uZWN0b3JNYXJnaW4iOnsiJGlkIjoiMzMyOCIsIlRvcCI6MC4wLCJMZWZ0IjoyLjAsIlJpZ2h0IjoyLjAsIkJvdHRvbSI6MC4wfSwiQ29ubmVjdG9yU3R5bGUiOnsiJGlkIjoiMzMyOSIsIkxpbmVDb2xvciI6eyIkaWQiOiIzMzMwIiwiJHR5cGUiOiJOTFJFLkNvbW1vbi5Eb20uU29saWRDb2xvckJydXNoLCBOTFJFLkNvbW1vbiIsIkNvbG9yIjp7IiRpZCI6IjMzMzEiLCJBIjoxMjcsIlIiOjEyNywiRyI6OTYsIkIiOjB9fSwiTGluZVdlaWdodCI6MS4wLCJMaW5lVHlwZSI6MCwiUGFyZW50U3R5bGUiOm51bGx9LCJJc0JlbG93VGltZWJhbmQiOmZhbHNlLCJQb3NpdGlvbk9uVGFzayI6MSwiSGlkZURhdGUiOmZhbHNlLCJTaGFwZVNpemUiOjAsIlNwYWNpbmciOjAuMCwiUGFkZGluZyI6eyIkaWQiOiIzMzMyIiwiVG9wIjo1LjAsIkxlZnQiOjMuMCwiUmlnaHQiOjAuMCwiQm90dG9tIjoyLjB9LCJTaGFwZVN0eWxlIjp7IiRpZCI6IjMzMzMiLCJNYXJnaW4iOnsiJGlkIjoiMzMzNCIsIlRvcCI6MC4wLCJMZWZ0IjowLjAsIlJpZ2h0IjowLjAsIkJvdHRvbSI6MC4wfSwiUGFkZGluZyI6eyIkaWQiOiIzMzM1IiwiVG9wIjowLjAsIkxlZnQiOjAuMCwiUmlnaHQiOjAuMCwiQm90dG9tIjowLjB9LCJCYWNrZ3JvdW5kIjp7IiRpZCI6IjMzMzYiLCJDb2xvciI6eyIkaWQiOiIzMzM3IiwiQSI6MjU1LCJSIjoxMjcsIkciOjk2LCJCIjowfX0sIklzVmlzaWJsZSI6dHJ1ZSwiV2lkdGgiOjEyLjAsIkhlaWdodCI6MTQuMCwiQm9yZGVyU3R5bGUiOnsiJGlkIjoiMzMzOCIsIkxpbmVDb2xvciI6eyIkaWQiOiIzMzM5IiwiJHR5cGUiOiJOTFJFLkNvbW1vbi5Eb20uU29saWRDb2xvckJydXNoLCBOTFJFLkNvbW1vbiIsIkNvbG9yIjp7IiRpZCI6IjMzNDAiLCJBIjoyNTUsIlIiOjI1NSwiRyI6MjU1LCJCIjoyNTV9fSwiTGluZVdlaWdodCI6MC4wLCJMaW5lVHlwZSI6MCwiUGFyZW50U3R5bGUiOm51bGx9LCJQYXJlbnRTdHlsZSI6bnVsbH0sIlRpdGxlU3R5bGUiOnsiJGlkIjoiMzM0MSIsIkZvbnRTZXR0aW5ncyI6eyIkaWQiOiIzMzQyIiwiRm9udFNpemUiOjExLCJGb250TmFtZSI6IkNhbGlicmkiLCJJc0JvbGQiOmZhbHNlLCJJc0l0YWxpYyI6ZmFsc2UsIklzVW5kZXJsaW5lZCI6ZmFsc2UsIlBhcmVudFN0eWxlIjpudWxsfSwiQXV0b1NpemUiOjAsIkZvcmVncm91bmQiOnsiJGlkIjoiMzM0MyIsIkNvbG9yIjp7IiRpZCI6IjMzND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zM0NSIsIlRvcCI6MC4wLCJMZWZ0IjowLjAsIlJpZ2h0IjowLjAsIkJvdHRvbSI6MC4wfSwiUGFkZGluZyI6eyIkaWQiOiIzMzQ2IiwiVG9wIjowLjAsIkxlZnQiOjAuMCwiUmlnaHQiOjAuMCwiQm90dG9tIjowLjB9LCJCYWNrZ3JvdW5kIjp7IiRpZCI6IjMzNDciLCJDb2xvciI6eyIkaWQiOiIzMzQ4IiwiQSI6MjU1LCJSIjowLCJHIjowLCJCIjowfX0sIklzVmlzaWJsZSI6dHJ1ZSwiV2lkdGgiOjAuMCwiSGVpZ2h0IjowLjAsIkJvcmRlclN0eWxlIjp7IiRpZCI6IjMzNDkiLCJMaW5lQ29sb3IiOm51bGwsIkxpbmVXZWlnaHQiOjAuMCwiTGluZVR5cGUiOjAsIlBhcmVudFN0eWxlIjpudWxsfSwiUGFyZW50U3R5bGUiOm51bGx9LCJEYXRlU3R5bGUiOnsiJGlkIjoiMzM1MCIsIkZvbnRTZXR0aW5ncyI6eyIkaWQiOiIzMzUxIiwiRm9udFNpemUiOjEwLCJGb250TmFtZSI6IkNhbGlicmkiLCJJc0JvbGQiOmZhbHNlLCJJc0l0YWxpYyI6ZmFsc2UsIklzVW5kZXJsaW5lZCI6ZmFsc2UsIlBhcmVudFN0eWxlIjpudWxsfSwiQXV0b1NpemUiOjAsIkZvcmVncm91bmQiOnsiJGlkIjoiMzM1MiIsIkNvbG9yIjp7IiRpZCI6IjMzNTM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MzNTQiLCJUb3AiOjAuMCwiTGVmdCI6MC4wLCJSaWdodCI6MC4wLCJCb3R0b20iOjAuMH0sIlBhZGRpbmciOnsiJGlkIjoiMzM1NSIsIlRvcCI6MC4wLCJMZWZ0IjowLjAsIlJpZ2h0IjowLjAsIkJvdHRvbSI6MC4wfSwiQmFja2dyb3VuZCI6eyIkaWQiOiIzMzU2IiwiQ29sb3IiOnsiJGlkIjoiMzM1NyIsIkEiOjI1NSwiUiI6NjgsIkciOjg0LCJCIjoxMDZ9fSwiSXNWaXNpYmxlIjp0cnVlLCJXaWR0aCI6MC4wLCJIZWlnaHQiOjAuMCwiQm9yZGVyU3R5bGUiOnsiJGlkIjoiMzM1OCIsIkxpbmVDb2xvciI6bnVsbCwiTGluZVdlaWdodCI6MC4wLCJMaW5lVHlwZSI6MCwiUGFyZW50U3R5bGUiOm51bGx9LCJQYXJlbnRTdHlsZSI6bnVsbH0sIkRhdGVGb3JtYXQiOnsiJGlkIjoiMzM1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YwIiwiRm9ybWF0IjowLCJJc1Zpc2libGUiOmZhbHNlLCJMYXN0S25vd25WaXNpYmlsaXR5U3RhdGUiOmZhbHNlfSwiSXNWaXNpYmxlIjpmYWxzZSwiVmFyaWFuY2VTdHlsZSI6eyIkaWQiOiIzMzYxIiwiVGV4dFN0eWxlIjp7IiRpZCI6IjMzNjIiLCJGb250U2V0dGluZ3MiOnsiJGlkIjoiMzM2MyIsIkZvbnRTaXplIjoxMCwiRm9udE5hbWUiOiJDYWxpYnJpIiwiSXNCb2xkIjpmYWxzZSwiSXNJdGFsaWMiOmZhbHNlLCJJc1VuZGVybGluZWQiOmZhbHNlLCJQYXJlbnRTdHlsZSI6bnVsbH0sIkF1dG9TaXplIjowLCJGb3JlZ3JvdW5kIjp7IiRpZCI6IjMzNjQiLCJDb2xvciI6eyIkaWQiOiIzMz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zNjYiLCJUb3AiOjAuMCwiTGVmdCI6MC4wLCJSaWdodCI6MC4wLCJCb3R0b20iOjAuMH0sIlBhZGRpbmciOnsiJGlkIjoiMzM2NyIsIlRvcCI6MC4wLCJMZWZ0IjowLjAsIlJpZ2h0IjowLjAsIkJvdHRvbSI6MC4wfSwiQmFja2dyb3VuZCI6eyIkaWQiOiIzMzY4IiwiQ29sb3IiOnsiJGlkIjoiMzM2OSIsIkEiOjI1NSwiUiI6MCwiRyI6MCwiQiI6MH19LCJJc1Zpc2libGUiOnRydWUsIldpZHRoIjowLjAsIkhlaWdodCI6MC4wLCJCb3JkZXJTdHlsZSI6eyIkaWQiOiIzMzcwIiwiTGluZUNvbG9yIjpudWxsLCJMaW5lV2VpZ2h0IjowLjAsIkxpbmVUeXBlIjowLCJQYXJlbnRTdHlsZSI6bnVsbH0sIlBhcmVudFN0eWxlIjpudWxsfSwiUGFyZW50U3R5bGUiOm51bGx9LCJQYXJlbnRTdHlsZSI6bnVsbH0sIkRlZmF1bHRTd2ltbGFuZU1pbGVzdG9uZVN0eWxlIjp7IiRpZCI6IjMzNzEiLCJUaXRsZVBvc2l0aW9uIjoiTGVmdCIsIkRhdGVQb3NpdGlvbiI6IlJpZ2h0IiwiVmFyaWFuY2VQb3NpdGlvbiI6IlJpZ2h0IiwiU2hhcGVUeXBlIjoxLCJTaGFwZVNpemUiOjAsIlNwYWNpbmciOjUsIlNoYXBlU3R5bGUiOnsiJGlkIjoiMzM3MiIsIk1hcmdpbiI6eyIkaWQiOiIzMzczIiwiVG9wIjowLjAsIkxlZnQiOjAuMCwiUmlnaHQiOjAuMCwiQm90dG9tIjowLjB9LCJQYWRkaW5nIjp7IiRpZCI6IjMzNzQiLCJUb3AiOjAuMCwiTGVmdCI6MC4wLCJSaWdodCI6MC4wLCJCb3R0b20iOjAuMH0sIkJhY2tncm91bmQiOnsiJGlkIjoiMzM3NSIsIkNvbG9yIjp7IiRpZCI6IjMzNzYiLCJBIjoyNTUsIlIiOjI1NSwiRyI6MTkyLCJCIjowfX0sIklzVmlzaWJsZSI6dHJ1ZSwiV2lkdGgiOjEyLjAsIkhlaWdodCI6MTQuMCwiQm9yZGVyU3R5bGUiOnsiJGlkIjoiMzM3NyIsIkxpbmVDb2xvciI6eyIkaWQiOiIzMzc4IiwiJHR5cGUiOiJOTFJFLkNvbW1vbi5Eb20uU29saWRDb2xvckJydXNoLCBOTFJFLkNvbW1vbiIsIkNvbG9yIjp7IiRpZCI6IjMzNzkiLCJBIjoyNTUsIlIiOjIzNCwiRyI6MjIsIkIiOjMwfX0sIkxpbmVXZWlnaHQiOjAuMCwiTGluZVR5cGUiOjAsIlBhcmVudFN0eWxlIjpudWxsfSwiUGFyZW50U3R5bGUiOm51bGx9LCJUaXRsZVN0eWxlIjp7IiRpZCI6IjMzODAiLCJGb250U2V0dGluZ3MiOnsiJGlkIjoiMzM4MSIsIkZvbnRTaXplIjoxMSwiRm9udE5hbWUiOiJDYWxpYnJpIiwiSXNCb2xkIjpmYWxzZSwiSXNJdGFsaWMiOmZhbHNlLCJJc1VuZGVybGluZWQiOmZhbHNlLCJQYXJlbnRTdHlsZSI6bnVsbH0sIkF1dG9TaXplIjowLCJGb3JlZ3JvdW5kIjp7IiRpZCI6IjMzODIiLCJDb2xvciI6eyIkaWQiOiIzMz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MzODQiLCJUb3AiOjAuMCwiTGVmdCI6MC4wLCJSaWdodCI6MC4wLCJCb3R0b20iOjAuMH0sIlBhZGRpbmciOnsiJGlkIjoiMzM4NSIsIlRvcCI6MC4wLCJMZWZ0IjowLjAsIlJpZ2h0IjowLjAsIkJvdHRvbSI6MC4wfSwiQmFja2dyb3VuZCI6eyIkaWQiOiIzMzg2IiwiQ29sb3IiOnsiJGlkIjoiMzM4NyIsIkEiOjI1NSwiUiI6MCwiRyI6MCwiQiI6MH19LCJJc1Zpc2libGUiOnRydWUsIldpZHRoIjowLjAsIkhlaWdodCI6MC4wLCJCb3JkZXJTdHlsZSI6eyIkaWQiOiIzMzg4IiwiTGluZUNvbG9yIjpudWxsLCJMaW5lV2VpZ2h0IjowLjAsIkxpbmVUeXBlIjowLCJQYXJlbnRTdHlsZSI6bnVsbH0sIlBhcmVudFN0eWxlIjpudWxsfSwiRGF0ZVN0eWxlIjp7IiRpZCI6IjMzODkiLCJGb250U2V0dGluZ3MiOnsiJGlkIjoiMzM5MCIsIkZvbnRTaXplIjoxMCwiRm9udE5hbWUiOiJDYWxpYnJpIiwiSXNCb2xkIjpmYWxzZSwiSXNJdGFsaWMiOmZhbHNlLCJJc1VuZGVybGluZWQiOmZhbHNlLCJQYXJlbnRTdHlsZSI6bnVsbH0sIkF1dG9TaXplIjowLCJGb3JlZ3JvdW5kIjp7IiRpZCI6IjMzOTEiLCJDb2xvciI6eyIkaWQiOiIzMzk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zkzIiwiVG9wIjowLjAsIkxlZnQiOjAuMCwiUmlnaHQiOjAuMCwiQm90dG9tIjowLjB9LCJQYWRkaW5nIjp7IiRpZCI6IjMzOTQiLCJUb3AiOjAuMCwiTGVmdCI6MC4wLCJSaWdodCI6MC4wLCJCb3R0b20iOjAuMH0sIkJhY2tncm91bmQiOnsiJGlkIjoiMzM5NSIsIkNvbG9yIjp7IiRpZCI6IjMzOTYiLCJBIjoyNTUsIlIiOjY4LCJHIjo4NCwiQiI6MTA2fX0sIklzVmlzaWJsZSI6dHJ1ZSwiV2lkdGgiOjAuMCwiSGVpZ2h0IjowLjAsIkJvcmRlclN0eWxlIjp7IiRpZCI6IjMzOTciLCJMaW5lQ29sb3IiOm51bGwsIkxpbmVXZWlnaHQiOjAuMCwiTGluZVR5cGUiOjAsIlBhcmVudFN0eWxlIjpudWxsfSwiUGFyZW50U3R5bGUiOm51bGx9LCJEYXRlRm9ybWF0Ijp7IiRpZCI6IjMzOTg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M5OSIsIkZvcm1hdCI6MCwiSXNWaXNpYmxlIjpmYWxzZSwiTGFzdEtub3duVmlzaWJpbGl0eVN0YXRlIjpmYWxzZX0sIklzVmlzaWJsZSI6dHJ1ZSwiVmFyaWFuY2VTdHlsZSI6eyIkaWQiOiIzNDAwIiwiVGV4dFN0eWxlIjp7IiRpZCI6IjM0MDEiLCJGb250U2V0dGluZ3MiOnsiJGlkIjoiMzQwMiIsIkZvbnRTaXplIjoxMCwiRm9udE5hbWUiOiJDYWxpYnJpIiwiSXNCb2xkIjpmYWxzZSwiSXNJdGFsaWMiOmZhbHNlLCJJc1VuZGVybGluZWQiOmZhbHNlLCJQYXJlbnRTdHlsZSI6bnVsbH0sIkF1dG9TaXplIjowLCJGb3JlZ3JvdW5kIjp7IiRpZCI6IjM0MDMiLCJDb2xvciI6eyIkaWQiOiIzN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0MDUiLCJUb3AiOjAuMCwiTGVmdCI6MC4wLCJSaWdodCI6MC4wLCJCb3R0b20iOjAuMH0sIlBhZGRpbmciOnsiJGlkIjoiMzQwNiIsIlRvcCI6MC4wLCJMZWZ0IjowLjAsIlJpZ2h0IjowLjAsIkJvdHRvbSI6MC4wfSwiQmFja2dyb3VuZCI6eyIkaWQiOiIzNDA3IiwiQ29sb3IiOnsiJGlkIjoiMzQwOCIsIkEiOjI1NSwiUiI6MCwiRyI6MCwiQiI6MH19LCJJc1Zpc2libGUiOnRydWUsIldpZHRoIjowLjAsIkhlaWdodCI6MC4wLCJCb3JkZXJTdHlsZSI6eyIkaWQiOiIzNDA5IiwiTGluZUNvbG9yIjpudWxsLCJMaW5lV2VpZ2h0IjowLjAsIkxpbmVUeXBlIjowLCJQYXJlbnRTdHlsZSI6bnVsbH0sIlBhcmVudFN0eWxlIjpudWxsfSwiUGFyZW50U3R5bGUiOm51bGx9LCJQYXJlbnRTdHlsZSI6bnVsbH0sIkRlZmF1bHRTd2ltbGFuZUFjdGl2aXR5U3R5bGUiOnsiJGlkIjoiMzQxMCIsIkhlYWRlclN0eWxlIjp7IiRpZCI6IjM0MTEiLCJUZXh0U3R5bGUiOnsiJGlkIjoiMzQxMiIsIkZvbnRTZXR0aW5ncyI6eyIkaWQiOiIzNDEzIiwiRm9udFNpemUiOjExLCJGb250TmFtZSI6IkNhbGlicmkiLCJJc0JvbGQiOmZhbHNlLCJJc0l0YWxpYyI6ZmFsc2UsIklzVW5kZXJsaW5lZCI6ZmFsc2UsIlBhcmVudFN0eWxlIjpudWxsfSwiQXV0b1NpemUiOjIsIkZvcmVncm91bmQiOnsiJGlkIjoiMzQxNCIsIkNvbG9yIjp7IiRpZCI6IjM0MTU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zNDE2IiwiVG9wIjowLjAsIkxlZnQiOjAuMCwiUmlnaHQiOjAuMCwiQm90dG9tIjowLjB9LCJQYWRkaW5nIjp7IiRpZCI6IjM0MTciLCJUb3AiOjAuMCwiTGVmdCI6MC4wLCJSaWdodCI6MC4wLCJCb3R0b20iOjAuMH0sIkJhY2tncm91bmQiOnsiJGlkIjoiMzQxOCIsIkNvbG9yIjp7IiRpZCI6IjM0MTkiLCJBIjoyNTUsIlIiOjY0LCJHIjo2NCwiQiI6NjR9fSwiSXNWaXNpYmxlIjp0cnVlLCJXaWR0aCI6MC4wLCJIZWlnaHQiOjAuMCwiQm9yZGVyU3R5bGUiOm51bGwsIlBhcmVudFN0eWxlIjpudWxsfSwiUmVjdGFuZ2xlU3R5bGUiOnsiJGlkIjoiMzQyMCIsIk1hcmdpbiI6eyIkaWQiOiIzNDIxIiwiVG9wIjowLjAsIkxlZnQiOjAuMCwiUmlnaHQiOjAuMCwiQm90dG9tIjowLjB9LCJQYWRkaW5nIjp7IiRpZCI6IjM0MjIiLCJUb3AiOjAuMCwiTGVmdCI6MC4wLCJSaWdodCI6MC4wLCJCb3R0b20iOjAuMH0sIkJhY2tncm91bmQiOnsiJGlkIjoiMzQyMyIsIkNvbG9yIjp7IiRpZCI6IjM0MjQiLCJBIjoxMjcsIlIiOjI1NSwiRyI6MTkyLCJCIjowfX0sIklzVmlzaWJsZSI6dHJ1ZSwiV2lkdGgiOjAuMCwiSGVpZ2h0IjowLjAsIkJvcmRlclN0eWxlIjp7IiRpZCI6IjM0MjUiLCJMaW5lQ29sb3IiOnsiJGlkIjoiMzQyNiIsIiR0eXBlIjoiTkxSRS5Db21tb24uRG9tLlNvbGlkQ29sb3JCcnVzaCwgTkxSRS5Db21tb24iLCJDb2xvciI6eyIkaWQiOiIzNDI3IiwiQSI6MjU1LCJSIjoyNTUsIkciOjI1NSwiQiI6MjU1fX0sIkxpbmVXZWlnaHQiOjAuMCwiTGluZVR5cGUiOjAsIlBhcmVudFN0eWxlIjpudWxsfSwiUGFyZW50U3R5bGUiOm51bGx9LCJNYXJnaW4iOnsiJGlkIjoiMzQyOCIsIlRvcCI6MC4wLCJMZWZ0IjowLjAsIlJpZ2h0IjowLjAsIkJvdHRvbSI6MC4wfSwiUGFkZGluZyI6eyIkaWQiOiIzNDI5IiwiVG9wIjowLjAsIkxlZnQiOjAuMCwiUmlnaHQiOjAuMCwiQm90dG9tIjowLjB9LCJCYWNrZ3JvdW5kIjpudWxsLCJJc1Zpc2libGUiOnRydWUsIldpZHRoIjowLjAsIkhlaWdodCI6MC4wLCJCb3JkZXJTdHlsZSI6bnVsbCwiUGFyZW50U3R5bGUiOm51bGx9LCJCYWNrZ3JvdW5kU3R5bGUiOnsiJGlkIjoiMzQzMCIsIk1hcmdpbiI6eyIkaWQiOiIzNDMxIiwiVG9wIjowLjAsIkxlZnQiOjAuMCwiUmlnaHQiOjAuMCwiQm90dG9tIjowLjB9LCJQYWRkaW5nIjp7IiRpZCI6IjM0MzIiLCJUb3AiOjAuMCwiTGVmdCI6MC4wLCJSaWdodCI6MC4wLCJCb3R0b20iOjAuMH0sIkJhY2tncm91bmQiOnsiJGlkIjoiMzQzMyIsIkNvbG9yIjp7IiRpZCI6IjM0MzQiLCJBIjo1MSwiUiI6MjAwLCJHIjoyMDAsIkIiOjIwMH19LCJJc1Zpc2libGUiOnRydWUsIldpZHRoIjowLjAsIkhlaWdodCI6MC4wLCJCb3JkZXJTdHlsZSI6eyIkaWQiOiIzNDM1IiwiTGluZUNvbG9yIjp7IiRpZCI6IjM0MzYiLCIkdHlwZSI6Ik5MUkUuQ29tbW9uLkRvbS5Tb2xpZENvbG9yQnJ1c2gsIE5MUkUuQ29tbW9uIiwiQ29sb3IiOnsiJGlkIjoiMzQzNyIsIkEiOjI1NSwiUiI6MjM0LCJHIjoyMiwiQiI6MzB9fSwiTGluZVdlaWdodCI6MC4wLCJMaW5lVHlwZSI6MCwiUGFyZW50U3R5bGUiOm51bGx9LCJQYXJlbnRTdHlsZSI6bnVsbH0sIk1hcmdpbiI6eyIkaWQiOiIzNDM4IiwiVG9wIjowLjAsIkxlZnQiOjAuMCwiUmlnaHQiOjAuMCwiQm90dG9tIjowLjB9LCJQYWRkaW5nIjp7IiRpZCI6IjM0MzkiLCJUb3AiOjAuMCwiTGVmdCI6MC4wLCJSaWdodCI6MC4wLCJCb3R0b20iOjAuMH0sIklzVmlzaWJsZSI6dHJ1ZSwiV2lkdGgiOjAuMCwiSGVpZ2h0IjowLjAsIkJvcmRlclN0eWxlIjp7IiRpZCI6IjM0NDAiLCJMaW5lQ29sb3IiOm51bGwsIkxpbmVXZWlnaHQiOjAuMCwiTGluZVR5cGUiOjAsIlBhcmVudFN0eWxlIjpudWxsfSwiUGFyZW50U3R5bGUiOm51bGx9LCJNYXJnaW4iOnsiJGlkIjoiMzQ0MSIsIlRvcCI6MC4wLCJMZWZ0IjowLjAsIlJpZ2h0IjowLjAsIkJvdHRvbSI6MC4wfSwiUGFkZGluZyI6eyIkaWQiOiIzNDQyIiwiVG9wIjowLjAsIkxlZnQiOjAuMCwiUmlnaHQiOjAuMCwiQm90dG9tIjowLjB9LCJJc1Zpc2libGUiOmZhbHNlLCJXaWR0aCI6MC4wLCJIZWlnaHQiOjAuMCwiQm9yZGVyU3R5bGUiOnsiJGlkIjoiMzQ0MyIsIkxpbmVDb2xvciI6bnVsbCwiTGluZVdlaWdodCI6MC4wLCJMaW5lVHlwZSI6MCwiUGFyZW50U3R5bGUiOm51bGx9LCJQYXJlbnRTdHlsZSI6bnVsbH19LHsiJGlkIjoiMzQ0NCIsIl9hY3Rpdml0aWVzIjpbeyIkaWQiOiIzNDQ1IiwiX3Jvd3MiOlt7IiRpZCI6IjM0NDYiLCJfdGFza3MiOlt7IiRpZCI6IjM0NDciLCJfYXR0YWNoZWRNaWxlc3RvbmVzIjpbXSwiVGFza0RlZmluaXRpb24iOnsiJGlkIjoiMzQ0OCIsIkdyb3VwTmFtZSI6bnVsbCwiU3RhcnREYXRlIjoiMjAyNy0xMC0yNVQwMDowMDowMFoiLCJFbmREYXRlIjoiMjAyNy0xMi0zMVQyMzo1OTowMFoiLCJQZXJjZW50YWdlQ29tcGxldGUiOm51bGwsIlN0eWxlIjp7IiRpZCI6IjM0NDkiLCJTaGFwZSI6MSwiU2hhcGVUaGlja25lc3MiOjAsIkR1cmF0aW9uRm9ybWF0IjowLCJJbmNsdWRlTm9uV29ya2luZ0RheXNJbkR1cmF0aW9uIjpmYWxzZSwiUGVyY2VudGFnZUNvbXBsZXRlU3R5bGUiOnsiJGlkIjoiMzQ1MCIsIkZvbnRTZXR0aW5ncyI6eyIkaWQiOiIzNDUxIiwiRm9udFNpemUiOjEwLCJGb250TmFtZSI6IkNhbGlicmkiLCJJc0JvbGQiOmZhbHNlLCJJc0l0YWxpYyI6ZmFsc2UsIklzVW5kZXJsaW5lZCI6ZmFsc2UsIlBhcmVudFN0eWxlIjpudWxsfSwiQXV0b1NpemUiOjAsIkZvcmVncm91bmQiOnsiJGlkIjoiMzQ1MiIsIkNvbG9yIjp7IiRpZCI6IjM0NTM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Q1NCIsIlRvcCI6MC4wLCJMZWZ0IjowLjAsIlJpZ2h0IjowLjAsIkJvdHRvbSI6MC4wfSwiUGFkZGluZyI6eyIkaWQiOiIzNDU1IiwiVG9wIjowLjAsIkxlZnQiOjAuMCwiUmlnaHQiOjAuMCwiQm90dG9tIjowLjB9LCJCYWNrZ3JvdW5kIjp7IiRpZCI6IjM0NTYiLCJDb2xvciI6eyIkaWQiOiIzNDU3IiwiQSI6ODksIlIiOjAsIkciOjAsIkIiOjB9fSwiSXNWaXNpYmxlIjp0cnVlLCJXaWR0aCI6MC4wLCJIZWlnaHQiOjAuMCwiQm9yZGVyU3R5bGUiOnsiJGlkIjoiMzQ1OCIsIkxpbmVDb2xvciI6bnVsbCwiTGluZVdlaWdodCI6MC4wLCJMaW5lVHlwZSI6MCwiUGFyZW50U3R5bGUiOm51bGx9LCJQYXJlbnRTdHlsZSI6bnVsbH0sIkR1cmF0aW9uU3R5bGUiOnsiJGlkIjoiMzQ1OSIsIkZvbnRTZXR0aW5ncyI6eyIkaWQiOiIzNDYwIiwiRm9udFNpemUiOjEwLCJGb250TmFtZSI6IkNhbGlicmkiLCJJc0JvbGQiOmZhbHNlLCJJc0l0YWxpYyI6ZmFsc2UsIklzVW5kZXJsaW5lZCI6ZmFsc2UsIlBhcmVudFN0eWxlIjpudWxsfSwiQXV0b1NpemUiOjAsIkZvcmVncm91bmQiOnsiJGlkIjoiMzQ2MSIsIkNvbG9yIjp7IiRpZCI6IjM0NjI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0NjMiLCJUb3AiOjAuMCwiTGVmdCI6MC4wLCJSaWdodCI6MC4wLCJCb3R0b20iOjAuMH0sIlBhZGRpbmciOnsiJGlkIjoiMzQ2NCIsIlRvcCI6MC4wLCJMZWZ0IjowLjAsIlJpZ2h0IjowLjAsIkJvdHRvbSI6MC4wfSwiQmFja2dyb3VuZCI6eyIkaWQiOiIzNDY1IiwiQ29sb3IiOnsiJGlkIjoiMzQ2NiIsIkEiOjI1NSwiUiI6NjgsIkciOjg0LCJCIjoxMDZ9fSwiSXNWaXNpYmxlIjp0cnVlLCJXaWR0aCI6MC4wLCJIZWlnaHQiOjAuMCwiQm9yZGVyU3R5bGUiOnsiJGlkIjoiMzQ2NyIsIkxpbmVDb2xvciI6bnVsbCwiTGluZVdlaWdodCI6MC4wLCJMaW5lVHlwZSI6MCwiUGFyZW50U3R5bGUiOm51bGx9LCJQYXJlbnRTdHlsZSI6bnVsbH0sIkhvcml6b250YWxDb25uZWN0b3JTdHlsZSI6eyIkaWQiOiIzNDY4IiwiTGluZUNvbG9yIjp7IiRpZCI6IjM0NjkiLCIkdHlwZSI6Ik5MUkUuQ29tbW9uLkRvbS5Tb2xpZENvbG9yQnJ1c2gsIE5MUkUuQ29tbW9uIiwiQ29sb3IiOnsiJGlkIjoiMzQ3MCIsIkEiOjI1NSwiUiI6MCwiRyI6MCwiQiI6MH19LCJMaW5lV2VpZ2h0IjowLjAsIkxpbmVUeXBlIjowLCJQYXJlbnRTdHlsZSI6bnVsbH0sIlZlcnRpY2FsQ29ubmVjdG9yU3R5bGUiOnsiJGlkIjoiMzQ3MSIsIkxpbmVDb2xvciI6eyIkaWQiOiIzNDcyIiwiJHR5cGUiOiJOTFJFLkNvbW1vbi5Eb20uU29saWRDb2xvckJydXNoLCBOTFJFLkNvbW1vbiIsIkNvbG9yIjp7IiRpZCI6IjM0NzM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0NzQiLCJTaGFwZVN0eWxlIjp7IiRpZCI6IjM0NzUiLCJNYXJnaW4iOnsiJGlkIjoiMzQ3NiIsIlRvcCI6MC4wLCJMZWZ0IjowLjAsIlJpZ2h0IjowLjAsIkJvdHRvbSI6MC4wfSwiUGFkZGluZyI6eyIkaWQiOiIzNDc3IiwiVG9wIjowLjAsIkxlZnQiOjAuMCwiUmlnaHQiOjAuMCwiQm90dG9tIjowLjB9LCJCYWNrZ3JvdW5kIjp7IiRpZCI6IjM0NzgiLCJDb2xvciI6eyIkaWQiOiIzNDc5IiwiQSI6MTUzLCJSIjowLCJHIjowLCJCIjowfX0sIklzVmlzaWJsZSI6dHJ1ZSwiV2lkdGgiOjAuMCwiSGVpZ2h0IjowLjAsIkJvcmRlclN0eWxlIjpudWxsLCJQYXJlbnRTdHlsZSI6bnVsbH0sIk1hcmdpbiI6eyIkaWQiOiIzNDgwIiwiVG9wIjowLjAsIkxlZnQiOjAuMCwiUmlnaHQiOjAuMCwiQm90dG9tIjowLjB9LCJQYWRkaW5nIjp7IiRpZCI6IjM0ODEiLCJUb3AiOjAuMCwiTGVmdCI6MC4wLCJSaWdodCI6MC4wLCJCb3R0b20iOjAuMH0sIkJhY2tncm91bmQiOm51bGwsIklzVmlzaWJsZSI6dHJ1ZSwiV2lkdGgiOjAuMCwiSGVpZ2h0IjowLjAsIkJvcmRlclN0eWxlIjpudWxsLCJQYXJlbnRTdHlsZSI6bnVsbH0sIlNoYXBlU3R5bGUiOnsiJGlkIjoiMzQ4MiIsIk1hcmdpbiI6eyIkaWQiOiIzNDgzIiwiVG9wIjowLjAsIkxlZnQiOjQuMCwiUmlnaHQiOjQuMCwiQm90dG9tIjowLjB9LCJQYWRkaW5nIjp7IiRpZCI6IjM0ODQiLCJUb3AiOjAuMCwiTGVmdCI6MC4wLCJSaWdodCI6MC4wLCJCb3R0b20iOjAuMH0sIkJhY2tncm91bmQiOnsiJGlkIjoiMzQ4NSIsIkNvbG9yIjp7IiRpZCI6IjM0ODYiLCJBIjoyNTUsIlIiOjExMiwiRyI6MTczLCJCIjo3MX19LCJJc1Zpc2libGUiOnRydWUsIldpZHRoIjowLjAsIkhlaWdodCI6MTAuMCwiQm9yZGVyU3R5bGUiOnsiJGlkIjoiMzQ4NyIsIkxpbmVDb2xvciI6eyIkaWQiOiIzNDg4IiwiJHR5cGUiOiJOTFJFLkNvbW1vbi5Eb20uU29saWRDb2xvckJydXNoLCBOTFJFLkNvbW1vbiIsIkNvbG9yIjp7IiRpZCI6IjM0ODkiLCJBIjoyNTUsIlIiOjIzNCwiRyI6MjIsIkIiOjMwfX0sIkxpbmVXZWlnaHQiOjAuMCwiTGluZVR5cGUiOjAsIlBhcmVudFN0eWxlIjpudWxsfSwiUGFyZW50U3R5bGUiOm51bGx9LCJUaXRsZVN0eWxlIjp7IiRpZCI6IjM0OTAiLCJGb250U2V0dGluZ3MiOnsiJGlkIjoiMzQ5MSIsIkZvbnRTaXplIjoxMSwiRm9udE5hbWUiOiJUaXRpbGxpdW0gV2ViIiwiSXNCb2xkIjpmYWxzZSwiSXNJdGFsaWMiOmZhbHNlLCJJc1VuZGVybGluZWQiOmZhbHNlLCJQYXJlbnRTdHlsZSI6bnVsbH0sIkF1dG9TaXplIjowLCJGb3JlZ3JvdW5kIjp7IiRpZCI6IjM0OTIiLCJDb2xvciI6eyIkaWQiOiIzNDk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0OTQiLCJUb3AiOjAuMCwiTGVmdCI6MC4wLCJSaWdodCI6MC4wLCJCb3R0b20iOjAuMH0sIlBhZGRpbmciOnsiJGlkIjoiMzQ5NSIsIlRvcCI6MC4wLCJMZWZ0IjowLjAsIlJpZ2h0IjowLjAsIkJvdHRvbSI6MC4wfSwiQmFja2dyb3VuZCI6eyIkaWQiOiIzNDk2IiwiQ29sb3IiOnsiJGlkIjoiMzQ5NyIsIkEiOjAsIlIiOjI1NSwiRyI6MjU1LCJCIjoyNTV9fSwiSXNWaXNpYmxlIjp0cnVlLCJXaWR0aCI6MC4wLCJIZWlnaHQiOjAuMCwiQm9yZGVyU3R5bGUiOnsiJGlkIjoiMzQ5OCIsIkxpbmVDb2xvciI6bnVsbCwiTGluZVdlaWdodCI6MC4wLCJMaW5lVHlwZSI6MCwiUGFyZW50U3R5bGUiOm51bGx9LCJQYXJlbnRTdHlsZSI6bnVsbH0sIkRhdGVTdHlsZSI6eyIkaWQiOiIzNDk5IiwiRm9udFNldHRpbmdzIjp7IiRpZCI6IjM1MDAiLCJGb250U2l6ZSI6MTAsIkZvbnROYW1lIjoiVGl0aWxsaXVtIFdlYiIsIklzQm9sZCI6ZmFsc2UsIklzSXRhbGljIjpmYWxzZSwiSXNVbmRlcmxpbmVkIjpmYWxzZSwiUGFyZW50U3R5bGUiOm51bGx9LCJBdXRvU2l6ZSI6MCwiRm9yZWdyb3VuZCI6eyIkaWQiOiIzNTAxIiwiQ29sb3IiOnsiJGlkIjoiMzUw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NTAzIiwiVG9wIjowLjAsIkxlZnQiOjAuMCwiUmlnaHQiOjAuMCwiQm90dG9tIjowLjB9LCJQYWRkaW5nIjp7IiRpZCI6IjM1MDQiLCJUb3AiOjAuMCwiTGVmdCI6MC4wLCJSaWdodCI6MC4wLCJCb3R0b20iOjAuMH0sIkJhY2tncm91bmQiOnsiJGlkIjoiMzUwNSIsIkNvbG9yIjp7IiRpZCI6IjM1MDYiLCJBIjowLCJSIjoyNTUsIkciOjI1NSwiQiI6MjU1fX0sIklzVmlzaWJsZSI6dHJ1ZSwiV2lkdGgiOjAuMCwiSGVpZ2h0IjowLjAsIkJvcmRlclN0eWxlIjp7IiRpZCI6IjM1MDciLCJMaW5lQ29sb3IiOm51bGwsIkxpbmVXZWlnaHQiOjAuMCwiTGluZVR5cGUiOjAsIlBhcmVudFN0eWxlIjpudWxsfSwiUGFyZW50U3R5bGUiOm51bGx9LCJEYXRlRm9ybWF0Ijp7IiRpZCI6IjM1M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UwOSIsIkZvcm1hdCI6MCwiSXNWaXNpYmxlIjpmYWxzZSwiTGFzdEtub3duVmlzaWJpbGl0eVN0YXRlIjpmYWxzZX0sIklzVmlzaWJsZSI6dHJ1ZSwiVmFyaWFuY2VTdHlsZSI6eyIkaWQiOiIzNTEwIiwiVGV4dFN0eWxlIjp7IiRpZCI6IjM1MTEiLCJGb250U2V0dGluZ3MiOnsiJGlkIjoiMzUxMiIsIkZvbnRTaXplIjoxMCwiRm9udE5hbWUiOiJDYWxpYnJpIiwiSXNCb2xkIjpmYWxzZSwiSXNJdGFsaWMiOmZhbHNlLCJJc1VuZGVybGluZWQiOmZhbHNlLCJQYXJlbnRTdHlsZSI6bnVsbH0sIkF1dG9TaXplIjowLCJGb3JlZ3JvdW5kIjp7IiRpZCI6IjM1MTMiLCJDb2xvciI6eyIkaWQiOiIzNTE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1MTUiLCJUb3AiOjAuMCwiTGVmdCI6MC4wLCJSaWdodCI6MC4wLCJCb3R0b20iOjAuMH0sIlBhZGRpbmciOnsiJGlkIjoiMzUxNiIsIlRvcCI6MC4wLCJMZWZ0IjowLjAsIlJpZ2h0IjowLjAsIkJvdHRvbSI6MC4wfSwiQmFja2dyb3VuZCI6eyIkaWQiOiIzNTE3IiwiQ29sb3IiOnsiJGlkIjoiMzUxOCIsIkEiOjI1NSwiUiI6MCwiRyI6MCwiQiI6MH19LCJJc1Zpc2libGUiOnRydWUsIldpZHRoIjowLjAsIkhlaWdodCI6MC4wLCJCb3JkZXJTdHlsZSI6eyIkaWQiOiIzNTE5IiwiTGluZUNvbG9yIjpudWxsLCJMaW5lV2VpZ2h0IjowLjAsIkxpbmVUeXBlIjowLCJQYXJlbnRTdHlsZSI6bnVsbH0sIlBhcmVudFN0eWxlIjpudWxsfSwiUGFyZW50U3R5bGUiOm51bGx9LCJQYXJlbnRTdHlsZSI6bnVsbH0sIkluZGV4IjoyMywiU21hcnREdXJhdGlvbkFjdGl2YXRlZCI6ZmFsc2UsIkRhdGVGb3JtYXQiOnsiJHJlZiI6IjM1MDgifSwiV2Vla051bWJlcmluZyI6eyIkaWQiOiIzNTIwIiwiRm9ybWF0IjowLCJJc1Zpc2libGUiOmZhbHNlLCJMYXN0S25vd25WaXNpYmlsaXR5U3RhdGUiOmZhbHNlfSwiQmFzZWxpbmVEYXRhIjp7IiRpZCI6IjM1MjEiLCJTdGFydERhdGUiOiIyMDI3LTEwLTI1VDAwOjAwOjAwIiwiRW5kRGF0ZSI6IjIwMjctMTItMzFUMjM6NTk6MDAifSwiSWQiOiI5YzEyZjhlMi03OGU4LTRhODgtYjFiNi1mZDUwNzdiOTY1ODUiLCJJbXBvcnRJZCI6bnVsbCwiVGl0bGUiOiJQcm9kdWNjacOzbiAoUTMgMjAyNykiLCJOb3RlIjpudWxsLCJIeXBlcmxpbmsiOnsiJGlkIjoiMzUyMiIsIkFkZHJlc3MiOiIiLCJTdWJBZGRyZXNzIjoiIn0sIklzQ2hhbmdlZCI6ZmFsc2UsIklzTmV3IjpmYWxzZX19XSwiX21pbGVzdG9uZXMiOltdLCJJZCI6IjAwMDAwMDAwLTAwMDAtMDAwMC0wMDAwLTAwMDAwMDAwMDAwMCIsIklzU2luZ2xlSXRlbVJvdyI6dHJ1ZX1dLCJJbmRleCI6MjIsIklkIjoiYjBkODIwNjQtM2Y5Yi00ODg4LWJmNjgtZGY4NTg2NDkxODI4IiwiSGVhZGVyVGV4dCI6bnVsbCwiSXNEZWZhdWx0Ijp0cnVlLCJTdHlsZSI6eyIkaWQiOiIzNTIzIiwiSGVhZGVyU3R5bGUiOnsiJGlkIjoiMzUyNCIsIlRleHRTdHlsZSI6eyIkaWQiOiIzNTI1IiwiRm9udFNldHRpbmdzIjp7IiRpZCI6IjM1MjYiLCJGb250U2l6ZSI6MTEsIkZvbnROYW1lIjoiQ2FsaWJyaSIsIklzQm9sZCI6ZmFsc2UsIklzSXRhbGljIjpmYWxzZSwiSXNVbmRlcmxpbmVkIjpmYWxzZSwiUGFyZW50U3R5bGUiOm51bGx9LCJBdXRvU2l6ZSI6MiwiRm9yZWdyb3VuZCI6eyIkaWQiOiIzNTI3IiwiQ29sb3IiOnsiJGlkIjoiMzUy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1MjkiLCJUb3AiOjAuMCwiTGVmdCI6MC4wLCJSaWdodCI6MC4wLCJCb3R0b20iOjAuMH0sIlBhZGRpbmciOnsiJGlkIjoiMzUzMCIsIlRvcCI6MC4wLCJMZWZ0IjowLjAsIlJpZ2h0IjowLjAsIkJvdHRvbSI6MC4wfSwiQmFja2dyb3VuZCI6eyIkaWQiOiIzNTMxIiwiQ29sb3IiOnsiJGlkIjoiMzUzMiIsIkEiOjI1NSwiUiI6NjQsIkciOjY0LCJCIjo2NH19LCJJc1Zpc2libGUiOnRydWUsIldpZHRoIjowLjAsIkhlaWdodCI6MC4wLCJCb3JkZXJTdHlsZSI6bnVsbCwiUGFyZW50U3R5bGUiOm51bGx9LCJSZWN0YW5nbGVTdHlsZSI6eyIkaWQiOiIzNTMzIiwiTWFyZ2luIjp7IiRpZCI6IjM1MzQiLCJUb3AiOjAuMCwiTGVmdCI6MC4wLCJSaWdodCI6MC4wLCJCb3R0b20iOjAuMH0sIlBhZGRpbmciOnsiJGlkIjoiMzUzNSIsIlRvcCI6MC4wLCJMZWZ0IjowLjAsIlJpZ2h0IjowLjAsIkJvdHRvbSI6MC4wfSwiQmFja2dyb3VuZCI6eyIkaWQiOiIzNTM2IiwiQ29sb3IiOnsiJGlkIjoiMzUzNyIsIkEiOjEyNywiUiI6MTEyLCJHIjoxNzMsIkIiOjcxfX0sIklzVmlzaWJsZSI6dHJ1ZSwiV2lkdGgiOjAuMCwiSGVpZ2h0IjowLjAsIkJvcmRlclN0eWxlIjp7IiRpZCI6IjM1MzgiLCJMaW5lQ29sb3IiOnsiJGlkIjoiMzUzOSIsIiR0eXBlIjoiTkxSRS5Db21tb24uRG9tLlNvbGlkQ29sb3JCcnVzaCwgTkxSRS5Db21tb24iLCJDb2xvciI6eyIkaWQiOiIzNTQwIiwiQSI6MjU1LCJSIjoyNTUsIkciOjI1NSwiQiI6MjU1fX0sIkxpbmVXZWlnaHQiOjAuMCwiTGluZVR5cGUiOjAsIlBhcmVudFN0eWxlIjpudWxsfSwiUGFyZW50U3R5bGUiOm51bGx9LCJNYXJnaW4iOnsiJGlkIjoiMzU0MSIsIlRvcCI6MC4wLCJMZWZ0IjowLjAsIlJpZ2h0IjowLjAsIkJvdHRvbSI6MC4wfSwiUGFkZGluZyI6eyIkaWQiOiIzNTQyIiwiVG9wIjowLjAsIkxlZnQiOjAuMCwiUmlnaHQiOjAuMCwiQm90dG9tIjowLjB9LCJCYWNrZ3JvdW5kIjpudWxsLCJJc1Zpc2libGUiOnRydWUsIldpZHRoIjowLjAsIkhlaWdodCI6MC4wLCJCb3JkZXJTdHlsZSI6bnVsbCwiUGFyZW50U3R5bGUiOm51bGx9LCJCYWNrZ3JvdW5kU3R5bGUiOnsiJGlkIjoiMzU0MyIsIk1hcmdpbiI6eyIkaWQiOiIzNTQ0IiwiVG9wIjowLjAsIkxlZnQiOjAuMCwiUmlnaHQiOjAuMCwiQm90dG9tIjowLjB9LCJQYWRkaW5nIjp7IiRpZCI6IjM1NDUiLCJUb3AiOjAuMCwiTGVmdCI6MC4wLCJSaWdodCI6MC4wLCJCb3R0b20iOjAuMH0sIkJhY2tncm91bmQiOnsiJGlkIjoiMzU0NiIsIkNvbG9yIjp7IiRpZCI6IjM1NDciLCJBIjo1MSwiUiI6MjAwLCJHIjoyMDAsIkIiOjIwMH19LCJJc1Zpc2libGUiOnRydWUsIldpZHRoIjowLjAsIkhlaWdodCI6MC4wLCJCb3JkZXJTdHlsZSI6eyIkaWQiOiIzNTQ4IiwiTGluZUNvbG9yIjp7IiRpZCI6IjM1NDkiLCIkdHlwZSI6Ik5MUkUuQ29tbW9uLkRvbS5Tb2xpZENvbG9yQnJ1c2gsIE5MUkUuQ29tbW9uIiwiQ29sb3IiOnsiJGlkIjoiMzU1MCIsIkEiOjI1NSwiUiI6MjM0LCJHIjoyMiwiQiI6MzB9fSwiTGluZVdlaWdodCI6MC4wLCJMaW5lVHlwZSI6MCwiUGFyZW50U3R5bGUiOm51bGx9LCJQYXJlbnRTdHlsZSI6bnVsbH0sIk1hcmdpbiI6eyIkaWQiOiIzNTUxIiwiVG9wIjowLjAsIkxlZnQiOjAuMCwiUmlnaHQiOjAuMCwiQm90dG9tIjowLjB9LCJQYWRkaW5nIjp7IiRpZCI6IjM1NTIiLCJUb3AiOjAuMCwiTGVmdCI6MC4wLCJSaWdodCI6MC4wLCJCb3R0b20iOjAuMH0sIklzVmlzaWJsZSI6dHJ1ZSwiV2lkdGgiOjAuMCwiSGVpZ2h0IjowLjAsIkJvcmRlclN0eWxlIjp7IiRpZCI6IjM1NTMiLCJMaW5lQ29sb3IiOm51bGwsIkxpbmVXZWlnaHQiOjAuMCwiTGluZVR5cGUiOjAsIlBhcmVudFN0eWxlIjpudWxsfSwiUGFyZW50U3R5bGUiOm51bGx9fV0sIklkIjoiNjg4MzE2ODgtNjZjZi00Nzk4LWFjNGEtMzdlN2Y4ZjlhODliIiwiSW5kZXgiOjIyLCJIZWFkZXJUZXh0IjoiR0EiLCJTdHlsZSI6eyIkaWQiOiIzNTU0IiwiU3R5bGVJZCI6ImIyNGY4MDQ1LWY2OWItNGE0My04MjlmLWE1NjUwM2ZkY2Q2OSIsIkhlYWRlclN0eWxlIjp7IiRpZCI6IjM1NTUiLCJUZXh0SXNWZXJ0aWNhbCI6ZmFsc2UsIlRleHRTdHlsZSI6eyIkaWQiOiIzNTU2IiwiRm9udFNldHRpbmdzIjp7IiRpZCI6IjM1NTciLCJGb250U2l6ZSI6MTEsIkZvbnROYW1lIjoiVGl0aWxsaXVtIFdlYiIsIklzQm9sZCI6ZmFsc2UsIklzSXRhbGljIjpmYWxzZSwiSXNVbmRlcmxpbmVkIjpmYWxzZSwiUGFyZW50U3R5bGUiOm51bGx9LCJBdXRvU2l6ZSI6MiwiRm9yZWdyb3VuZCI6eyIkaWQiOiIzNTU4IiwiQ29sb3IiOnsiJGlkIjoiMzU1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1NjAiLCJUb3AiOjAuMCwiTGVmdCI6MC4wLCJSaWdodCI6MC4wLCJCb3R0b20iOjAuMH0sIlBhZGRpbmciOnsiJGlkIjoiMzU2MSIsIlRvcCI6MC4wLCJMZWZ0IjowLjAsIlJpZ2h0IjowLjAsIkJvdHRvbSI6MC4wfSwiQmFja2dyb3VuZCI6eyIkaWQiOiIzNTYyIiwiQ29sb3IiOnsiJGlkIjoiMzU2MyIsIkEiOjI1NSwiUiI6MjU1LCJHIjoyNTUsIkIiOjI1NX19LCJJc1Zpc2libGUiOnRydWUsIldpZHRoIjowLjAsIkhlaWdodCI6MC4wLCJCb3JkZXJTdHlsZSI6bnVsbCwiUGFyZW50U3R5bGUiOm51bGx9LCJSZWN0YW5nbGVTdHlsZSI6eyIkaWQiOiIzNTY0IiwiTWFyZ2luIjp7IiRpZCI6IjM1NjUiLCJUb3AiOjAuMCwiTGVmdCI6MC4wLCJSaWdodCI6MC4wLCJCb3R0b20iOjAuMH0sIlBhZGRpbmciOnsiJGlkIjoiMzU2NiIsIlRvcCI6MC4wLCJMZWZ0IjowLjAsIlJpZ2h0IjowLjAsIkJvdHRvbSI6MC4wfSwiQmFja2dyb3VuZCI6eyIkaWQiOiIzNTY3IiwiQ29sb3IiOnsiJGlkIjoiMzU2OCIsIkEiOjI1NSwiUiI6MTEyLCJHIjoxNzMsIkIiOjcxfX0sIklzVmlzaWJsZSI6dHJ1ZSwiV2lkdGgiOjAuMCwiSGVpZ2h0IjowLjAsIkJvcmRlclN0eWxlIjp7IiRpZCI6IjM1NjkiLCJMaW5lQ29sb3IiOnsiJGlkIjoiMzU3MCIsIiR0eXBlIjoiTkxSRS5Db21tb24uRG9tLlNvbGlkQ29sb3JCcnVzaCwgTkxSRS5Db21tb24iLCJDb2xvciI6eyIkaWQiOiIzNTcxIiwiQSI6MjU1LCJSIjoyNTUsIkciOjI1NSwiQiI6MjU1fX0sIkxpbmVXZWlnaHQiOjAuMCwiTGluZVR5cGUiOjAsIlBhcmVudFN0eWxlIjpudWxsfSwiUGFyZW50U3R5bGUiOm51bGx9LCJNYXJnaW4iOnsiJGlkIjoiMzU3MiIsIlRvcCI6MC4wLCJMZWZ0IjowLjAsIlJpZ2h0IjowLjAsIkJvdHRvbSI6MC4wfSwiUGFkZGluZyI6eyIkaWQiOiIzNTczIiwiVG9wIjowLjAsIkxlZnQiOjAuMCwiUmlnaHQiOjAuMCwiQm90dG9tIjowLjB9LCJCYWNrZ3JvdW5kIjpudWxsLCJJc1Zpc2libGUiOnRydWUsIldpZHRoIjowLjAsIkhlaWdodCI6MC4wLCJCb3JkZXJTdHlsZSI6bnVsbCwiUGFyZW50U3R5bGUiOm51bGx9LCJCYWNrZ3JvdW5kU3R5bGUiOnsiJGlkIjoiMzU3NCIsIk1hcmdpbiI6eyIkaWQiOiIzNTc1IiwiVG9wIjowLjAsIkxlZnQiOjAuMCwiUmlnaHQiOjAuMCwiQm90dG9tIjowLjB9LCJQYWRkaW5nIjp7IiRpZCI6IjM1NzYiLCJUb3AiOjAuMCwiTGVmdCI6MC4wLCJSaWdodCI6MC4wLCJCb3R0b20iOjAuMH0sIkJhY2tncm91bmQiOnsiJGlkIjoiMzU3NyIsIkNvbG9yIjp7IiRpZCI6IjM1NzgiLCJBIjo1MSwiUiI6MjAwLCJHIjoyMDAsIkIiOjIwMH19LCJJc1Zpc2libGUiOnRydWUsIldpZHRoIjowLjAsIkhlaWdodCI6MC4wLCJCb3JkZXJTdHlsZSI6eyIkaWQiOiIzNTc5IiwiTGluZUNvbG9yIjp7IiRpZCI6IjM1ODAiLCIkdHlwZSI6Ik5MUkUuQ29tbW9uLkRvbS5Tb2xpZENvbG9yQnJ1c2gsIE5MUkUuQ29tbW9uIiwiQ29sb3IiOnsiJGlkIjoiMzU4MSIsIkEiOjI1NSwiUiI6MjM0LCJHIjoyMiwiQiI6MzB9fSwiTGluZVdlaWdodCI6MC4wLCJMaW5lVHlwZSI6MCwiUGFyZW50U3R5bGUiOm51bGx9LCJQYXJlbnRTdHlsZSI6bnVsbH0sIklzQWJvdmVUaW1lYmFuZCI6ZmFsc2UsIlNwYWNpbmciOjIsIkRlZmF1bHRTd2ltbGFuZVRhc2tTdHlsZSI6eyIkaWQiOiIzNTgyIiwiJHR5cGUiOiJOTFJFLkNvbW1vbi5Eb20uU3R5bGVzLkV4cGxpY2l0U2V0YWJsZVRhc2tTdHlsZSwgTkxSRS5Db21tb24iLCJTaGFwZSI6MSwiU2hhcGVUaGlja25lc3MiOjAsIkR1cmF0aW9uRm9ybWF0IjowLCJJbmNsdWRlTm9uV29ya2luZ0RheXNJbkR1cmF0aW9uIjpmYWxzZSwiUGVyY2VudGFnZUNvbXBsZXRlU3R5bGUiOnsiJGlkIjoiMzU4MyIsIkZvbnRTZXR0aW5ncyI6eyIkaWQiOiIzNTg0IiwiRm9udFNpemUiOjEwLCJGb250TmFtZSI6IkNhbGlicmkiLCJJc0JvbGQiOmZhbHNlLCJJc0l0YWxpYyI6ZmFsc2UsIklzVW5kZXJsaW5lZCI6ZmFsc2UsIlBhcmVudFN0eWxlIjpudWxsfSwiQXV0b1NpemUiOjAsIkZvcmVncm91bmQiOnsiJGlkIjoiMzU4NSIsIkNvbG9yIjp7IiRpZCI6IjM1ODY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U4NyIsIlRvcCI6MC4wLCJMZWZ0IjowLjAsIlJpZ2h0IjowLjAsIkJvdHRvbSI6MC4wfSwiUGFkZGluZyI6eyIkaWQiOiIzNTg4IiwiVG9wIjowLjAsIkxlZnQiOjAuMCwiUmlnaHQiOjAuMCwiQm90dG9tIjowLjB9LCJCYWNrZ3JvdW5kIjp7IiRpZCI6IjM1ODkiLCJDb2xvciI6eyIkaWQiOiIzNTkwIiwiQSI6ODksIlIiOjAsIkciOjAsIkIiOjB9fSwiSXNWaXNpYmxlIjp0cnVlLCJXaWR0aCI6MC4wLCJIZWlnaHQiOjAuMCwiQm9yZGVyU3R5bGUiOnsiJGlkIjoiMzU5MSIsIkxpbmVDb2xvciI6bnVsbCwiTGluZVdlaWdodCI6MC4wLCJMaW5lVHlwZSI6MCwiUGFyZW50U3R5bGUiOm51bGx9LCJQYXJlbnRTdHlsZSI6bnVsbH0sIkR1cmF0aW9uU3R5bGUiOnsiJGlkIjoiMzU5MiIsIkZvbnRTZXR0aW5ncyI6eyIkaWQiOiIzNTkzIiwiRm9udFNpemUiOjEwLCJGb250TmFtZSI6IkNhbGlicmkiLCJJc0JvbGQiOmZhbHNlLCJJc0l0YWxpYyI6ZmFsc2UsIklzVW5kZXJsaW5lZCI6ZmFsc2UsIlBhcmVudFN0eWxlIjpudWxsfSwiQXV0b1NpemUiOjAsIkZvcmVncm91bmQiOnsiJGlkIjoiMzU5NCIsIkNvbG9yIjp7IiRpZCI6IjM1OTU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1OTYiLCJUb3AiOjAuMCwiTGVmdCI6MC4wLCJSaWdodCI6MC4wLCJCb3R0b20iOjAuMH0sIlBhZGRpbmciOnsiJGlkIjoiMzU5NyIsIlRvcCI6MC4wLCJMZWZ0IjowLjAsIlJpZ2h0IjowLjAsIkJvdHRvbSI6MC4wfSwiQmFja2dyb3VuZCI6eyIkaWQiOiIzNTk4IiwiQ29sb3IiOnsiJGlkIjoiMzU5OSIsIkEiOjI1NSwiUiI6NjgsIkciOjg0LCJCIjoxMDZ9fSwiSXNWaXNpYmxlIjp0cnVlLCJXaWR0aCI6MC4wLCJIZWlnaHQiOjAuMCwiQm9yZGVyU3R5bGUiOnsiJGlkIjoiMzYwMCIsIkxpbmVDb2xvciI6bnVsbCwiTGluZVdlaWdodCI6MC4wLCJMaW5lVHlwZSI6MCwiUGFyZW50U3R5bGUiOm51bGx9LCJQYXJlbnRTdHlsZSI6bnVsbH0sIkhvcml6b250YWxDb25uZWN0b3JTdHlsZSI6eyIkaWQiOiIzNjAxIiwiTGluZUNvbG9yIjp7IiRpZCI6IjM2MDIiLCIkdHlwZSI6Ik5MUkUuQ29tbW9uLkRvbS5Tb2xpZENvbG9yQnJ1c2gsIE5MUkUuQ29tbW9uIiwiQ29sb3IiOnsiJGlkIjoiMzYwMyIsIkEiOjI1NSwiUiI6MCwiRyI6MCwiQiI6MH19LCJMaW5lV2VpZ2h0IjowLjAsIkxpbmVUeXBlIjowLCJQYXJlbnRTdHlsZSI6bnVsbH0sIlZlcnRpY2FsQ29ubmVjdG9yU3R5bGUiOnsiJGlkIjoiMzYwNCIsIkxpbmVDb2xvciI6eyIkaWQiOiIzNjA1IiwiJHR5cGUiOiJOTFJFLkNvbW1vbi5Eb20uU29saWRDb2xvckJydXNoLCBOTFJFLkNvbW1vbiIsIkNvbG9yIjp7IiRpZCI6IjM2MDY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zNjA3IiwiU2hhcGVTdHlsZSI6eyIkaWQiOiIzNjA4IiwiTWFyZ2luIjp7IiRpZCI6IjM2MDkiLCJUb3AiOjAuMCwiTGVmdCI6MC4wLCJSaWdodCI6MC4wLCJCb3R0b20iOjAuMH0sIlBhZGRpbmciOnsiJGlkIjoiMzYxMCIsIlRvcCI6MC4wLCJMZWZ0IjowLjAsIlJpZ2h0IjowLjAsIkJvdHRvbSI6MC4wfSwiQmFja2dyb3VuZCI6eyIkaWQiOiIzNjExIiwiQ29sb3IiOnsiJGlkIjoiMzYxMiIsIkEiOjE1MywiUiI6MCwiRyI6MCwiQiI6MH19LCJJc1Zpc2libGUiOnRydWUsIldpZHRoIjowLjAsIkhlaWdodCI6MC4wLCJCb3JkZXJTdHlsZSI6eyIkaWQiOiIzNjEzIiwiTGluZUNvbG9yIjp7IiRpZCI6IjM2MTQiLCIkdHlwZSI6Ik5MUkUuQ29tbW9uLkRvbS5Tb2xpZENvbG9yQnJ1c2gsIE5MUkUuQ29tbW9uIiwiQ29sb3IiOnsiJGlkIjoiMzYxNSIsIkEiOjI1NSwiUiI6MjU1LCJHIjowLCJCIjowfX0sIkxpbmVXZWlnaHQiOjAuMCwiTGluZVR5cGUiOjAsIlBhcmVudFN0eWxlIjpudWxsfSwiUGFyZW50U3R5bGUiOm51bGx9LCJNYXJnaW4iOnsiJGlkIjoiMzYxNiIsIlRvcCI6MC4wLCJMZWZ0IjowLjAsIlJpZ2h0IjowLjAsIkJvdHRvbSI6MC4wfSwiUGFkZGluZyI6eyIkaWQiOiIzNjE3IiwiVG9wIjowLjAsIkxlZnQiOjAuMCwiUmlnaHQiOjAuMCwiQm90dG9tIjowLjB9LCJCYWNrZ3JvdW5kIjpudWxsLCJJc1Zpc2libGUiOnRydWUsIldpZHRoIjowLjAsIkhlaWdodCI6MC4wLCJCb3JkZXJTdHlsZSI6bnVsbCwiUGFyZW50U3R5bGUiOm51bGx9LCJTaGFwZVN0eWxlIjp7IiRpZCI6IjM2MTgiLCJNYXJnaW4iOnsiJGlkIjoiMzYxOSIsIlRvcCI6MC4wLCJMZWZ0Ijo0LjAsIlJpZ2h0Ijo0LjAsIkJvdHRvbSI6MC4wfSwiUGFkZGluZyI6eyIkaWQiOiIzNjIwIiwiVG9wIjowLjAsIkxlZnQiOjAuMCwiUmlnaHQiOjAuMCwiQm90dG9tIjowLjB9LCJCYWNrZ3JvdW5kIjp7IiRpZCI6IjM2MjEiLCJDb2xvciI6eyIkaWQiOiIzNjIyIiwiQSI6MjU1LCJSIjoxMTIsIkciOjE3MywiQiI6NzF9fSwiSXNWaXNpYmxlIjp0cnVlLCJXaWR0aCI6MC4wLCJIZWlnaHQiOjEwLjAsIkJvcmRlclN0eWxlIjp7IiRpZCI6IjM2MjMiLCJMaW5lQ29sb3IiOnsiJGlkIjoiMzYyNCIsIiR0eXBlIjoiTkxSRS5Db21tb24uRG9tLlNvbGlkQ29sb3JCcnVzaCwgTkxSRS5Db21tb24iLCJDb2xvciI6eyIkaWQiOiIzNjI1IiwiQSI6MjU1LCJSIjoyMzQsIkciOjIyLCJCIjozMH19LCJMaW5lV2VpZ2h0IjowLjAsIkxpbmVUeXBlIjowLCJQYXJlbnRTdHlsZSI6bnVsbH0sIlBhcmVudFN0eWxlIjpudWxsfSwiVGl0bGVTdHlsZSI6eyIkaWQiOiIzNjI2IiwiRm9udFNldHRpbmdzIjp7IiRpZCI6IjM2MjciLCJGb250U2l6ZSI6MTEsIkZvbnROYW1lIjoiQ2FsaWJyaSIsIklzQm9sZCI6ZmFsc2UsIklzSXRhbGljIjpmYWxzZSwiSXNVbmRlcmxpbmVkIjpmYWxzZSwiUGFyZW50U3R5bGUiOm51bGx9LCJBdXRvU2l6ZSI6MCwiRm9yZWdyb3VuZCI6eyIkaWQiOiIzNjI4IiwiQ29sb3IiOnsiJGlkIjoiMzY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MwIiwiVG9wIjowLjAsIkxlZnQiOjAuMCwiUmlnaHQiOjAuMCwiQm90dG9tIjowLjB9LCJQYWRkaW5nIjp7IiRpZCI6IjM2MzEiLCJUb3AiOjAuMCwiTGVmdCI6MC4wLCJSaWdodCI6MC4wLCJCb3R0b20iOjAuMH0sIkJhY2tncm91bmQiOnsiJGlkIjoiMzYzMiIsIkNvbG9yIjp7IiRpZCI6IjM2MzMiLCJBIjoyNTUsIlIiOjAsIkciOjAsIkIiOjB9fSwiSXNWaXNpYmxlIjp0cnVlLCJXaWR0aCI6MC4wLCJIZWlnaHQiOjAuMCwiQm9yZGVyU3R5bGUiOnsiJGlkIjoiMzYzNCIsIkxpbmVDb2xvciI6bnVsbCwiTGluZVdlaWdodCI6MC4wLCJMaW5lVHlwZSI6MCwiUGFyZW50U3R5bGUiOm51bGx9LCJQYXJlbnRTdHlsZSI6bnVsbH0sIkRhdGVTdHlsZSI6eyIkaWQiOiIzNjM1IiwiRm9udFNldHRpbmdzIjp7IiRpZCI6IjM2MzYiLCJGb250U2l6ZSI6MTAsIkZvbnROYW1lIjoiQ2FsaWJyaSIsIklzQm9sZCI6ZmFsc2UsIklzSXRhbGljIjpmYWxzZSwiSXNVbmRlcmxpbmVkIjpmYWxzZSwiUGFyZW50U3R5bGUiOm51bGx9LCJBdXRvU2l6ZSI6MCwiRm9yZWdyb3VuZCI6eyIkaWQiOiIzNjM3IiwiQ29sb3IiOnsiJGlkIjoiMzYzOC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zYzOSIsIlRvcCI6MC4wLCJMZWZ0IjowLjAsIlJpZ2h0IjowLjAsIkJvdHRvbSI6MC4wfSwiUGFkZGluZyI6eyIkaWQiOiIzNjQwIiwiVG9wIjowLjAsIkxlZnQiOjAuMCwiUmlnaHQiOjAuMCwiQm90dG9tIjowLjB9LCJCYWNrZ3JvdW5kIjp7IiRpZCI6IjM2NDEiLCJDb2xvciI6eyIkaWQiOiIzNjQyIiwiQSI6MjU1LCJSIjo2OCwiRyI6ODQsIkIiOjEwNn19LCJJc1Zpc2libGUiOnRydWUsIldpZHRoIjowLjAsIkhlaWdodCI6MC4wLCJCb3JkZXJTdHlsZSI6eyIkaWQiOiIzNjQzIiwiTGluZUNvbG9yIjpudWxsLCJMaW5lV2VpZ2h0IjowLjAsIkxpbmVUeXBlIjowLCJQYXJlbnRTdHlsZSI6bnVsbH0sIlBhcmVudFN0eWxlIjpudWxsfSwiRGF0ZUZvcm1hdCI6eyIkaWQiOiIzNjQ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2NDUiLCJGb3JtYXQiOjAsIklzVmlzaWJsZSI6ZmFsc2UsIkxhc3RLbm93blZpc2liaWxpdHlTdGF0ZSI6ZmFsc2V9LCJJc1Zpc2libGUiOnRydWUsIlZhcmlhbmNlU3R5bGUiOnsiJGlkIjoiMzY0NiIsIlRleHRTdHlsZSI6eyIkaWQiOiIzNjQ3IiwiRm9udFNldHRpbmdzIjp7IiRpZCI6IjM2NDgiLCJGb250U2l6ZSI6MTAsIkZvbnROYW1lIjoiQ2FsaWJyaSIsIklzQm9sZCI6ZmFsc2UsIklzSXRhbGljIjpmYWxzZSwiSXNVbmRlcmxpbmVkIjpmYWxzZSwiUGFyZW50U3R5bGUiOm51bGx9LCJBdXRvU2l6ZSI6MCwiRm9yZWdyb3VuZCI6eyIkaWQiOiIzNjQ5IiwiQ29sb3IiOnsiJGlkIjoiMzY1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UxIiwiVG9wIjowLjAsIkxlZnQiOjAuMCwiUmlnaHQiOjAuMCwiQm90dG9tIjowLjB9LCJQYWRkaW5nIjp7IiRpZCI6IjM2NTIiLCJUb3AiOjAuMCwiTGVmdCI6MC4wLCJSaWdodCI6MC4wLCJCb3R0b20iOjAuMH0sIkJhY2tncm91bmQiOnsiJGlkIjoiMzY1MyIsIkNvbG9yIjp7IiRpZCI6IjM2NTQiLCJBIjoyNTUsIlIiOjAsIkciOjAsIkIiOjB9fSwiSXNWaXNpYmxlIjp0cnVlLCJXaWR0aCI6MC4wLCJIZWlnaHQiOjAuMCwiQm9yZGVyU3R5bGUiOnsiJGlkIjoiMzY1NSIsIkxpbmVDb2xvciI6bnVsbCwiTGluZVdlaWdodCI6MC4wLCJMaW5lVHlwZSI6MCwiUGFyZW50U3R5bGUiOm51bGx9LCJQYXJlbnRTdHlsZSI6bnVsbH0sIlBhcmVudFN0eWxlIjpudWxsfSwiUGFyZW50U3R5bGUiOm51bGwsIl9leHBsaWNpdGx5U2V0Ijp7IiRpZCI6IjM2NT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zNjU3IiwiU2hhcGUiOjEsIkNvbm5lY3Rvck1hcmdpbiI6eyIkaWQiOiIzNjU4IiwiVG9wIjowLjAsIkxlZnQiOjIuMCwiUmlnaHQiOjIuMCwiQm90dG9tIjowLjB9LCJDb25uZWN0b3JTdHlsZSI6eyIkaWQiOiIzNjU5IiwiTGluZUNvbG9yIjp7IiRpZCI6IjM2NjAiLCIkdHlwZSI6Ik5MUkUuQ29tbW9uLkRvbS5Tb2xpZENvbG9yQnJ1c2gsIE5MUkUuQ29tbW9uIiwiQ29sb3IiOnsiJGlkIjoiMzY2MSIsIkEiOjEyNywiUiI6NTYsIkciOjg2LCJCIjozNX19LCJMaW5lV2VpZ2h0IjoxLjAsIkxpbmVUeXBlIjowLCJQYXJlbnRTdHlsZSI6bnVsbH0sIklzQmVsb3dUaW1lYmFuZCI6ZmFsc2UsIlBvc2l0aW9uT25UYXNrIjoxLCJIaWRlRGF0ZSI6ZmFsc2UsIlNoYXBlU2l6ZSI6MCwiU3BhY2luZyI6MC4wLCJQYWRkaW5nIjp7IiRpZCI6IjM2NjIiLCJUb3AiOjUuMCwiTGVmdCI6My4wLCJSaWdodCI6MC4wLCJCb3R0b20iOjIuMH0sIlNoYXBlU3R5bGUiOnsiJGlkIjoiMzY2MyIsIk1hcmdpbiI6eyIkaWQiOiIzNjY0IiwiVG9wIjowLjAsIkxlZnQiOjAuMCwiUmlnaHQiOjAuMCwiQm90dG9tIjowLjB9LCJQYWRkaW5nIjp7IiRpZCI6IjM2NjUiLCJUb3AiOjAuMCwiTGVmdCI6MC4wLCJSaWdodCI6MC4wLCJCb3R0b20iOjAuMH0sIkJhY2tncm91bmQiOnsiJGlkIjoiMzY2NiIsIkNvbG9yIjp7IiRpZCI6IjM2NjciLCJBIjoyNTUsIlIiOjU2LCJHIjo4NiwiQiI6MzV9fSwiSXNWaXNpYmxlIjp0cnVlLCJXaWR0aCI6MTIuMCwiSGVpZ2h0IjoxNC4wLCJCb3JkZXJTdHlsZSI6eyIkaWQiOiIzNjY4IiwiTGluZUNvbG9yIjp7IiRpZCI6IjM2NjkiLCIkdHlwZSI6Ik5MUkUuQ29tbW9uLkRvbS5Tb2xpZENvbG9yQnJ1c2gsIE5MUkUuQ29tbW9uIiwiQ29sb3IiOnsiJGlkIjoiMzY3MCIsIkEiOjI1NSwiUiI6MjU1LCJHIjoyNTUsIkIiOjI1NX19LCJMaW5lV2VpZ2h0IjowLjAsIkxpbmVUeXBlIjowLCJQYXJlbnRTdHlsZSI6bnVsbH0sIlBhcmVudFN0eWxlIjpudWxsfSwiVGl0bGVTdHlsZSI6eyIkaWQiOiIzNjcxIiwiRm9udFNldHRpbmdzIjp7IiRpZCI6IjM2NzIiLCJGb250U2l6ZSI6MTEsIkZvbnROYW1lIjoiQ2FsaWJyaSIsIklzQm9sZCI6ZmFsc2UsIklzSXRhbGljIjpmYWxzZSwiSXNVbmRlcmxpbmVkIjpmYWxzZSwiUGFyZW50U3R5bGUiOm51bGx9LCJBdXRvU2l6ZSI6MCwiRm9yZWdyb3VuZCI6eyIkaWQiOiIzNjczIiwiQ29sb3IiOnsiJGlkIjoiMzY3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zNjc1IiwiVG9wIjowLjAsIkxlZnQiOjAuMCwiUmlnaHQiOjAuMCwiQm90dG9tIjowLjB9LCJQYWRkaW5nIjp7IiRpZCI6IjM2NzYiLCJUb3AiOjAuMCwiTGVmdCI6MC4wLCJSaWdodCI6MC4wLCJCb3R0b20iOjAuMH0sIkJhY2tncm91bmQiOnsiJGlkIjoiMzY3NyIsIkNvbG9yIjp7IiRpZCI6IjM2NzgiLCJBIjoyNTUsIlIiOjAsIkciOjAsIkIiOjB9fSwiSXNWaXNpYmxlIjp0cnVlLCJXaWR0aCI6MC4wLCJIZWlnaHQiOjAuMCwiQm9yZGVyU3R5bGUiOnsiJGlkIjoiMzY3OSIsIkxpbmVDb2xvciI6bnVsbCwiTGluZVdlaWdodCI6MC4wLCJMaW5lVHlwZSI6MCwiUGFyZW50U3R5bGUiOm51bGx9LCJQYXJlbnRTdHlsZSI6bnVsbH0sIkRhdGVTdHlsZSI6eyIkaWQiOiIzNjgwIiwiRm9udFNldHRpbmdzIjp7IiRpZCI6IjM2ODEiLCJGb250U2l6ZSI6MTAsIkZvbnROYW1lIjoiQ2FsaWJyaSIsIklzQm9sZCI6ZmFsc2UsIklzSXRhbGljIjpmYWxzZSwiSXNVbmRlcmxpbmVkIjpmYWxzZSwiUGFyZW50U3R5bGUiOm51bGx9LCJBdXRvU2l6ZSI6MCwiRm9yZWdyb3VuZCI6eyIkaWQiOiIzNjgyIiwiQ29sb3IiOnsiJGlkIjoiMzY4M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zY4NCIsIlRvcCI6MC4wLCJMZWZ0IjowLjAsIlJpZ2h0IjowLjAsIkJvdHRvbSI6MC4wfSwiUGFkZGluZyI6eyIkaWQiOiIzNjg1IiwiVG9wIjowLjAsIkxlZnQiOjAuMCwiUmlnaHQiOjAuMCwiQm90dG9tIjowLjB9LCJCYWNrZ3JvdW5kIjp7IiRpZCI6IjM2ODYiLCJDb2xvciI6eyIkaWQiOiIzNjg3IiwiQSI6MjU1LCJSIjo2OCwiRyI6ODQsIkIiOjEwNn19LCJJc1Zpc2libGUiOnRydWUsIldpZHRoIjowLjAsIkhlaWdodCI6MC4wLCJCb3JkZXJTdHlsZSI6eyIkaWQiOiIzNjg4IiwiTGluZUNvbG9yIjpudWxsLCJMaW5lV2VpZ2h0IjowLjAsIkxpbmVUeXBlIjowLCJQYXJlbnRTdHlsZSI6bnVsbH0sIlBhcmVudFN0eWxlIjpudWxsfSwiRGF0ZUZvcm1hdCI6eyIkaWQiOiIzNjg5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kwIiwiRm9ybWF0IjowLCJJc1Zpc2libGUiOmZhbHNlLCJMYXN0S25vd25WaXNpYmlsaXR5U3RhdGUiOmZhbHNlfSwiSXNWaXNpYmxlIjpmYWxzZSwiVmFyaWFuY2VTdHlsZSI6eyIkaWQiOiIzNjkxIiwiVGV4dFN0eWxlIjp7IiRpZCI6IjM2OTIiLCJGb250U2V0dGluZ3MiOnsiJGlkIjoiMzY5MyIsIkZvbnRTaXplIjoxMCwiRm9udE5hbWUiOiJDYWxpYnJpIiwiSXNCb2xkIjpmYWxzZSwiSXNJdGFsaWMiOmZhbHNlLCJJc1VuZGVybGluZWQiOmZhbHNlLCJQYXJlbnRTdHlsZSI6bnVsbH0sIkF1dG9TaXplIjowLCJGb3JlZ3JvdW5kIjp7IiRpZCI6IjM2OTQiLCJDb2xvciI6eyIkaWQiOiIzNjk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2OTYiLCJUb3AiOjAuMCwiTGVmdCI6MC4wLCJSaWdodCI6MC4wLCJCb3R0b20iOjAuMH0sIlBhZGRpbmciOnsiJGlkIjoiMzY5NyIsIlRvcCI6MC4wLCJMZWZ0IjowLjAsIlJpZ2h0IjowLjAsIkJvdHRvbSI6MC4wfSwiQmFja2dyb3VuZCI6eyIkaWQiOiIzNjk4IiwiQ29sb3IiOnsiJGlkIjoiMzY5OSIsIkEiOjI1NSwiUiI6MCwiRyI6MCwiQiI6MH19LCJJc1Zpc2libGUiOnRydWUsIldpZHRoIjowLjAsIkhlaWdodCI6MC4wLCJCb3JkZXJTdHlsZSI6eyIkaWQiOiIzNzAwIiwiTGluZUNvbG9yIjpudWxsLCJMaW5lV2VpZ2h0IjowLjAsIkxpbmVUeXBlIjowLCJQYXJlbnRTdHlsZSI6bnVsbH0sIlBhcmVudFN0eWxlIjpudWxsfSwiUGFyZW50U3R5bGUiOm51bGx9LCJQYXJlbnRTdHlsZSI6bnVsbH0sIkRlZmF1bHRTd2ltbGFuZU1pbGVzdG9uZVN0eWxlIjp7IiRpZCI6IjM3MDEiLCJUaXRsZVBvc2l0aW9uIjoiTGVmdCIsIkRhdGVQb3NpdGlvbiI6IlJpZ2h0IiwiVmFyaWFuY2VQb3NpdGlvbiI6IlJpZ2h0IiwiU2hhcGVUeXBlIjoxLCJTaGFwZVNpemUiOjAsIlNwYWNpbmciOjUsIlNoYXBlU3R5bGUiOnsiJGlkIjoiMzcwMiIsIk1hcmdpbiI6eyIkaWQiOiIzNzAzIiwiVG9wIjowLjAsIkxlZnQiOjAuMCwiUmlnaHQiOjAuMCwiQm90dG9tIjowLjB9LCJQYWRkaW5nIjp7IiRpZCI6IjM3MDQiLCJUb3AiOjAuMCwiTGVmdCI6MC4wLCJSaWdodCI6MC4wLCJCb3R0b20iOjAuMH0sIkJhY2tncm91bmQiOnsiJGlkIjoiMzcwNSIsIkNvbG9yIjp7IiRpZCI6IjM3MDYiLCJBIjoyNTUsIlIiOjExMiwiRyI6MTczLCJCIjo3MX19LCJJc1Zpc2libGUiOnRydWUsIldpZHRoIjoxMi4wLCJIZWlnaHQiOjE0LjAsIkJvcmRlclN0eWxlIjp7IiRpZCI6IjM3MDciLCJMaW5lQ29sb3IiOnsiJGlkIjoiMzcwOCIsIiR0eXBlIjoiTkxSRS5Db21tb24uRG9tLlNvbGlkQ29sb3JCcnVzaCwgTkxSRS5Db21tb24iLCJDb2xvciI6eyIkaWQiOiIzNzA5IiwiQSI6MjU1LCJSIjoyMzQsIkciOjIyLCJCIjozMH19LCJMaW5lV2VpZ2h0IjowLjAsIkxpbmVUeXBlIjowLCJQYXJlbnRTdHlsZSI6bnVsbH0sIlBhcmVudFN0eWxlIjpudWxsfSwiVGl0bGVTdHlsZSI6eyIkaWQiOiIzNzEwIiwiRm9udFNldHRpbmdzIjp7IiRpZCI6IjM3MTEiLCJGb250U2l6ZSI6MTEsIkZvbnROYW1lIjoiQ2FsaWJyaSIsIklzQm9sZCI6ZmFsc2UsIklzSXRhbGljIjpmYWxzZSwiSXNVbmRlcmxpbmVkIjpmYWxzZSwiUGFyZW50U3R5bGUiOm51bGx9LCJBdXRvU2l6ZSI6MCwiRm9yZWdyb3VuZCI6eyIkaWQiOiIzNzEyIiwiQ29sb3IiOnsiJGlkIjoiMzcx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zNzE0IiwiVG9wIjowLjAsIkxlZnQiOjAuMCwiUmlnaHQiOjAuMCwiQm90dG9tIjowLjB9LCJQYWRkaW5nIjp7IiRpZCI6IjM3MTUiLCJUb3AiOjAuMCwiTGVmdCI6MC4wLCJSaWdodCI6MC4wLCJCb3R0b20iOjAuMH0sIkJhY2tncm91bmQiOnsiJGlkIjoiMzcxNiIsIkNvbG9yIjp7IiRpZCI6IjM3MTciLCJBIjoyNTUsIlIiOjAsIkciOjAsIkIiOjB9fSwiSXNWaXNpYmxlIjp0cnVlLCJXaWR0aCI6MC4wLCJIZWlnaHQiOjAuMCwiQm9yZGVyU3R5bGUiOnsiJGlkIjoiMzcxOCIsIkxpbmVDb2xvciI6bnVsbCwiTGluZVdlaWdodCI6MC4wLCJMaW5lVHlwZSI6MCwiUGFyZW50U3R5bGUiOm51bGx9LCJQYXJlbnRTdHlsZSI6bnVsbH0sIkRhdGVTdHlsZSI6eyIkaWQiOiIzNzE5IiwiRm9udFNldHRpbmdzIjp7IiRpZCI6IjM3MjAiLCJGb250U2l6ZSI6MTAsIkZvbnROYW1lIjoiQ2FsaWJyaSIsIklzQm9sZCI6ZmFsc2UsIklzSXRhbGljIjpmYWxzZSwiSXNVbmRlcmxpbmVkIjpmYWxzZSwiUGFyZW50U3R5bGUiOm51bGx9LCJBdXRvU2l6ZSI6MCwiRm9yZWdyb3VuZCI6eyIkaWQiOiIzNzIxIiwiQ29sb3IiOnsiJGlkIjoiMzcyM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cyMyIsIlRvcCI6MC4wLCJMZWZ0IjowLjAsIlJpZ2h0IjowLjAsIkJvdHRvbSI6MC4wfSwiUGFkZGluZyI6eyIkaWQiOiIzNzI0IiwiVG9wIjowLjAsIkxlZnQiOjAuMCwiUmlnaHQiOjAuMCwiQm90dG9tIjowLjB9LCJCYWNrZ3JvdW5kIjp7IiRpZCI6IjM3MjUiLCJDb2xvciI6eyIkaWQiOiIzNzI2IiwiQSI6MjU1LCJSIjo2OCwiRyI6ODQsIkIiOjEwNn19LCJJc1Zpc2libGUiOnRydWUsIldpZHRoIjowLjAsIkhlaWdodCI6MC4wLCJCb3JkZXJTdHlsZSI6eyIkaWQiOiIzNzI3IiwiTGluZUNvbG9yIjpudWxsLCJMaW5lV2VpZ2h0IjowLjAsIkxpbmVUeXBlIjowLCJQYXJlbnRTdHlsZSI6bnVsbH0sIlBhcmVudFN0eWxlIjpudWxsfSwiRGF0ZUZvcm1hdCI6eyIkaWQiOiIzNzI4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jkiLCJGb3JtYXQiOjAsIklzVmlzaWJsZSI6ZmFsc2UsIkxhc3RLbm93blZpc2liaWxpdHlTdGF0ZSI6ZmFsc2V9LCJJc1Zpc2libGUiOnRydWUsIlZhcmlhbmNlU3R5bGUiOnsiJGlkIjoiMzczMCIsIlRleHRTdHlsZSI6eyIkaWQiOiIzNzMxIiwiRm9udFNldHRpbmdzIjp7IiRpZCI6IjM3MzIiLCJGb250U2l6ZSI6MTAsIkZvbnROYW1lIjoiQ2FsaWJyaSIsIklzQm9sZCI6ZmFsc2UsIklzSXRhbGljIjpmYWxzZSwiSXNVbmRlcmxpbmVkIjpmYWxzZSwiUGFyZW50U3R5bGUiOm51bGx9LCJBdXRvU2l6ZSI6MCwiRm9yZWdyb3VuZCI6eyIkaWQiOiIzNzMzIiwiQ29sb3IiOnsiJGlkIjoiMzc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zM1IiwiVG9wIjowLjAsIkxlZnQiOjAuMCwiUmlnaHQiOjAuMCwiQm90dG9tIjowLjB9LCJQYWRkaW5nIjp7IiRpZCI6IjM3MzYiLCJUb3AiOjAuMCwiTGVmdCI6MC4wLCJSaWdodCI6MC4wLCJCb3R0b20iOjAuMH0sIkJhY2tncm91bmQiOnsiJGlkIjoiMzczNyIsIkNvbG9yIjp7IiRpZCI6IjM3MzgiLCJBIjoyNTUsIlIiOjAsIkciOjAsIkIiOjB9fSwiSXNWaXNpYmxlIjp0cnVlLCJXaWR0aCI6MC4wLCJIZWlnaHQiOjAuMCwiQm9yZGVyU3R5bGUiOnsiJGlkIjoiMzczOSIsIkxpbmVDb2xvciI6bnVsbCwiTGluZVdlaWdodCI6MC4wLCJMaW5lVHlwZSI6MCwiUGFyZW50U3R5bGUiOm51bGx9LCJQYXJlbnRTdHlsZSI6bnVsbH0sIlBhcmVudFN0eWxlIjpudWxsfSwiUGFyZW50U3R5bGUiOm51bGx9LCJEZWZhdWx0U3dpbWxhbmVBY3Rpdml0eVN0eWxlIjp7IiRpZCI6IjM3NDAiLCJIZWFkZXJTdHlsZSI6eyIkaWQiOiIzNzQxIiwiVGV4dFN0eWxlIjp7IiRpZCI6IjM3NDIiLCJGb250U2V0dGluZ3MiOnsiJGlkIjoiMzc0MyIsIkZvbnRTaXplIjoxMSwiRm9udE5hbWUiOiJDYWxpYnJpIiwiSXNCb2xkIjpmYWxzZSwiSXNJdGFsaWMiOmZhbHNlLCJJc1VuZGVybGluZWQiOmZhbHNlLCJQYXJlbnRTdHlsZSI6bnVsbH0sIkF1dG9TaXplIjoyLCJGb3JlZ3JvdW5kIjp7IiRpZCI6IjM3NDQiLCJDb2xvciI6eyIkaWQiOiIzNzQ1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zc0NiIsIlRvcCI6MC4wLCJMZWZ0IjowLjAsIlJpZ2h0IjowLjAsIkJvdHRvbSI6MC4wfSwiUGFkZGluZyI6eyIkaWQiOiIzNzQ3IiwiVG9wIjowLjAsIkxlZnQiOjAuMCwiUmlnaHQiOjAuMCwiQm90dG9tIjowLjB9LCJCYWNrZ3JvdW5kIjp7IiRpZCI6IjM3NDgiLCJDb2xvciI6eyIkaWQiOiIzNzQ5IiwiQSI6MjU1LCJSIjo2NCwiRyI6NjQsIkIiOjY0fX0sIklzVmlzaWJsZSI6dHJ1ZSwiV2lkdGgiOjAuMCwiSGVpZ2h0IjowLjAsIkJvcmRlclN0eWxlIjpudWxsLCJQYXJlbnRTdHlsZSI6bnVsbH0sIlJlY3RhbmdsZVN0eWxlIjp7IiRpZCI6IjM3NTAiLCJNYXJnaW4iOnsiJGlkIjoiMzc1MSIsIlRvcCI6MC4wLCJMZWZ0IjowLjAsIlJpZ2h0IjowLjAsIkJvdHRvbSI6MC4wfSwiUGFkZGluZyI6eyIkaWQiOiIzNzUyIiwiVG9wIjowLjAsIkxlZnQiOjAuMCwiUmlnaHQiOjAuMCwiQm90dG9tIjowLjB9LCJCYWNrZ3JvdW5kIjp7IiRpZCI6IjM3NTMiLCJDb2xvciI6eyIkaWQiOiIzNzU0IiwiQSI6MTI3LCJSIjoxMTIsIkciOjE3MywiQiI6NzF9fSwiSXNWaXNpYmxlIjp0cnVlLCJXaWR0aCI6MC4wLCJIZWlnaHQiOjAuMCwiQm9yZGVyU3R5bGUiOnsiJGlkIjoiMzc1NSIsIkxpbmVDb2xvciI6eyIkaWQiOiIzNzU2IiwiJHR5cGUiOiJOTFJFLkNvbW1vbi5Eb20uU29saWRDb2xvckJydXNoLCBOTFJFLkNvbW1vbiIsIkNvbG9yIjp7IiRpZCI6IjM3NTciLCJBIjoyNTUsIlIiOjI1NSwiRyI6MjU1LCJCIjoyNTV9fSwiTGluZVdlaWdodCI6MC4wLCJMaW5lVHlwZSI6MCwiUGFyZW50U3R5bGUiOm51bGx9LCJQYXJlbnRTdHlsZSI6bnVsbH0sIk1hcmdpbiI6eyIkaWQiOiIzNzU4IiwiVG9wIjowLjAsIkxlZnQiOjAuMCwiUmlnaHQiOjAuMCwiQm90dG9tIjowLjB9LCJQYWRkaW5nIjp7IiRpZCI6IjM3NTkiLCJUb3AiOjAuMCwiTGVmdCI6MC4wLCJSaWdodCI6MC4wLCJCb3R0b20iOjAuMH0sIkJhY2tncm91bmQiOm51bGwsIklzVmlzaWJsZSI6dHJ1ZSwiV2lkdGgiOjAuMCwiSGVpZ2h0IjowLjAsIkJvcmRlclN0eWxlIjpudWxsLCJQYXJlbnRTdHlsZSI6bnVsbH0sIkJhY2tncm91bmRTdHlsZSI6eyIkaWQiOiIzNzYwIiwiTWFyZ2luIjp7IiRpZCI6IjM3NjEiLCJUb3AiOjAuMCwiTGVmdCI6MC4wLCJSaWdodCI6MC4wLCJCb3R0b20iOjAuMH0sIlBhZGRpbmciOnsiJGlkIjoiMzc2MiIsIlRvcCI6MC4wLCJMZWZ0IjowLjAsIlJpZ2h0IjowLjAsIkJvdHRvbSI6MC4wfSwiQmFja2dyb3VuZCI6eyIkaWQiOiIzNzYzIiwiQ29sb3IiOnsiJGlkIjoiMzc2NCIsIkEiOjUxLCJSIjoyMDAsIkciOjIwMCwiQiI6MjAwfX0sIklzVmlzaWJsZSI6dHJ1ZSwiV2lkdGgiOjAuMCwiSGVpZ2h0IjowLjAsIkJvcmRlclN0eWxlIjp7IiRpZCI6IjM3NjUiLCJMaW5lQ29sb3IiOnsiJGlkIjoiMzc2NiIsIiR0eXBlIjoiTkxSRS5Db21tb24uRG9tLlNvbGlkQ29sb3JCcnVzaCwgTkxSRS5Db21tb24iLCJDb2xvciI6eyIkaWQiOiIzNzY3IiwiQSI6MjU1LCJSIjoyMzQsIkciOjIyLCJCIjozMH19LCJMaW5lV2VpZ2h0IjowLjAsIkxpbmVUeXBlIjowLCJQYXJlbnRTdHlsZSI6bnVsbH0sIlBhcmVudFN0eWxlIjpudWxsfSwiTWFyZ2luIjp7IiRpZCI6IjM3NjgiLCJUb3AiOjAuMCwiTGVmdCI6MC4wLCJSaWdodCI6MC4wLCJCb3R0b20iOjAuMH0sIlBhZGRpbmciOnsiJGlkIjoiMzc2OSIsIlRvcCI6MC4wLCJMZWZ0IjowLjAsIlJpZ2h0IjowLjAsIkJvdHRvbSI6MC4wfSwiSXNWaXNpYmxlIjp0cnVlLCJXaWR0aCI6MC4wLCJIZWlnaHQiOjAuMCwiQm9yZGVyU3R5bGUiOnsiJGlkIjoiMzc3MCIsIkxpbmVDb2xvciI6bnVsbCwiTGluZVdlaWdodCI6MC4wLCJMaW5lVHlwZSI6MCwiUGFyZW50U3R5bGUiOm51bGx9LCJQYXJlbnRTdHlsZSI6bnVsbH0sIk1hcmdpbiI6eyIkaWQiOiIzNzcxIiwiVG9wIjowLjAsIkxlZnQiOjAuMCwiUmlnaHQiOjAuMCwiQm90dG9tIjowLjB9LCJQYWRkaW5nIjp7IiRpZCI6IjM3NzIiLCJUb3AiOjAuMCwiTGVmdCI6MC4wLCJSaWdodCI6MC4wLCJCb3R0b20iOjAuMH0sIklzVmlzaWJsZSI6ZmFsc2UsIldpZHRoIjowLjAsIkhlaWdodCI6MC4wLCJCb3JkZXJTdHlsZSI6eyIkaWQiOiIzNzczIiwiTGluZUNvbG9yIjpudWxsLCJMaW5lV2VpZ2h0IjowLjAsIkxpbmVUeXBlIjowLCJQYXJlbnRTdHlsZSI6bnVsbH0sIlBhcmVudFN0eWxlIjpudWxsfX1dLCJIYXNCYXNlbGluZXMiOmZhbHNlLCJDdWx0dXJlSW5mb05hbWUiOiJlbi1VUyIsIlN0eWxlTmFtZSI6bnVsbCwiVmVyc2lvbiI6eyIkaWQiOiIzNzc0IiwiVmVyc2lvbiI6IjUuNi4wIiwiT3JpZ2luYWxBc3NlbWJseVZlcnNpb24iOiIxMy4xNy4wMC4wMCIsIkVkaXRpb24iOm51bGwsIkxhc3RTYXZlZEVkaXRpb24iOjMsIklzUGx1c0VkaXRpb24iOmZhbHNlLCJJc1Byb0VkaXRpb24iOmZhbHNlfSwiRWZmZWN0IjowLCJTdHlsZSI6eyIkaWQiOiIzNzc1IiwiRGVmYXVsdERlcGVuZGVuY3lTdHlsZSI6eyIkaWQiOiIzNzc2IiwiTGluZVN0eWxlIjp7IiRpZCI6IjM3NzciLCJMaW5lQ29sb3IiOnsiJGlkIjoiMzc3OCIsIiR0eXBlIjoiTkxSRS5Db21tb24uRG9tLlNvbGlkQ29sb3JCcnVzaCwgTkxSRS5Db21tb24iLCJDb2xvciI6eyIkaWQiOiIzNzc5IiwiQSI6MjU1LCJSIjo2OCwiRyI6ODQsIkIiOjEwNn19LCJMaW5lV2VpZ2h0IjoxLjAsIkxpbmVUeXBlIjowLCJQYXJlbnRTdHlsZSI6bnVsbH0sIkVuZEFycm93aGVhZExpbmVTdHlsZSI6eyIkaWQiOiIzNzgwIiwiS2luZCI6MSwiV2lkdGgiOjEsIkxlbmd0aCI6MCwiUGFyZW50U3R5bGUiOm51bGx9LCJCcmluZ1RvRnJvbnQiOnRydWUsIkVsYm93UmFkaXVzIjozLjAsIk1hcmdpbiI6eyIkaWQiOiIzNzgxIiwiVG9wIjowLjAsIkxlZnQiOjAuMCwiUmlnaHQiOjAuMCwiQm90dG9tIjowLjB9LCJQYWRkaW5nIjp7IiRpZCI6IjM3ODIiLCJUb3AiOjAuMCwiTGVmdCI6MC4wLCJSaWdodCI6MC4wLCJCb3R0b20iOjAuMH0sIkJhY2tncm91bmQiOm51bGwsIklzVmlzaWJsZSI6dHJ1ZSwiV2lkdGgiOjAuMCwiSGVpZ2h0IjowLjAsIkJvcmRlclN0eWxlIjpudWxsLCJQYXJlbnRTdHlsZSI6bnVsbH0sIkNyaXRpY2FsUGF0aFN0eWxlIjp7IiRpZCI6IjM3ODMiLCJDcml0aWNhbFBhdGhTdHlsZU9wdGlvbnMiOjMwLCJMaW5lU3R5bGUiOnsiJGlkIjoiMzc4NCIsIkxpbmVDb2xvciI6eyIkaWQiOiIzNzg1IiwiJHR5cGUiOiJOTFJFLkNvbW1vbi5Eb20uU29saWRDb2xvckJydXNoLCBOTFJFLkNvbW1vbiIsIkNvbG9yIjp7IiRpZCI6IjM3ODYiLCJBIjoyNTUsIlIiOjIyMiwiRyI6NTAsIkIiOjUwfX0sIkxpbmVXZWlnaHQiOjEuMCwiTGluZVR5cGUiOjAsIlBhcmVudFN0eWxlIjpudWxsfSwiVGl0bGVGb3JlZ3JvdW5kIjp7IiRpZCI6IjM3ODciLCJDb2xvciI6eyIkaWQiOiIzNzg4IiwiQSI6MjU1LCJSIjoxNzYsIkciOjE5LCJCIjoyNX19LCJTaGFwZXNCYWNrZ3JvdW5kIjp7IiRpZCI6IjM3ODkiLCJDb2xvciI6eyIkaWQiOiIzNzkwIiwiQSI6MjU1LCJSIjoyNTMsIkciOjIwMywiQiI6MjA4fX0sIlNoYXBlc0JvcmRlclN0eWxlIjp7IiRpZCI6IjM3OTEiLCJMaW5lQ29sb3IiOnsiJGlkIjoiMzc5MiIsIiR0eXBlIjoiTkxSRS5Db21tb24uRG9tLlNvbGlkQ29sb3JCcnVzaCwgTkxSRS5Db21tb24iLCJDb2xvciI6eyIkaWQiOiIzNzkzIiwiQSI6MjU1LCJSIjoyMzQsIkciOjIyLCJCIjozMH19LCJMaW5lV2VpZ2h0IjoyLjAsIkxpbmVUeXBlIjowLCJQYXJlbnRTdHlsZSI6bnVsbH0sIk1hcmdpbiI6eyIkaWQiOiIzNzk0IiwiVG9wIjowLjAsIkxlZnQiOjAuMCwiUmlnaHQiOjAuMCwiQm90dG9tIjowLjB9LCJQYWRkaW5nIjp7IiRpZCI6IjM3OTUiLCJUb3AiOjAuMCwiTGVmdCI6MC4wLCJSaWdodCI6MC4wLCJCb3R0b20iOjAuMH0sIkJhY2tncm91bmQiOm51bGwsIklzVmlzaWJsZSI6dHJ1ZSwiV2lkdGgiOjAuMCwiSGVpZ2h0IjowLjAsIkJvcmRlclN0eWxlIjp7IiRpZCI6IjM3OTYiLCJMaW5lQ29sb3IiOm51bGwsIkxpbmVXZWlnaHQiOjAuMCwiTGluZVR5cGUiOjAsIlBhcmVudFN0eWxlIjpudWxsfSwiUGFyZW50U3R5bGUiOm51bGx9LCJQYW5lbHNTcGFjaW5nRGVmaW5pdGlvbiI6eyIkaWQiOiIzNzk3IiwiU3BhY2luZ0Fib3ZlVGltZWJhbmQiOjMsIlNwYWNpbmdCZWxvd1RpbWViYW5kIjozLCJTcGFjaW5nQWJvdmVCZXR3ZWVuU3dpbWxhbmVzQW5kVGFza3MiOjUsIlNwYWNpbmdCZWxvd0JldHdlZW5Td2ltbGFuZXNBbmRUYXNrcyI6NX0sIlRpbWViYW5kU3R5bGUiOnsiJGlkIjoiMzc5OCIsIlNjYWxlTWFya2luZyI6MCwiU2hhcGUiOjAsIlNoYXBlU3R5bGUiOnsiJGlkIjoiMzc5OSIsIk1hcmdpbiI6eyIkaWQiOiIzODAwIiwiVG9wIjowLjAsIkxlZnQiOjEwLjAsIlJpZ2h0IjoxMC4wLCJCb3R0b20iOjAuMH0sIlBhZGRpbmciOnsiJGlkIjoiMzgwMSIsIlRvcCI6MC4wLCJMZWZ0IjowLjAsIlJpZ2h0IjowLjAsIkJvdHRvbSI6MC4wfSwiQmFja2dyb3VuZCI6eyIkaWQiOiIzODAyIiwiQ29sb3IiOnsiJGlkIjoiMzgwMyIsIkEiOjI1NSwiUiI6NjgsIkciOjg0LCJCIjoxMDZ9fSwiSXNWaXNpYmxlIjp0cnVlLCJXaWR0aCI6ODU4LjAsIkhlaWdodCI6MjAuMCwiQm9yZGVyU3R5bGUiOnsiJGlkIjoiMzgwNCIsIkxpbmVDb2xvciI6eyIkaWQiOiIzODA1IiwiJHR5cGUiOiJOTFJFLkNvbW1vbi5Eb20uU29saWRDb2xvckJydXNoLCBOTFJFLkNvbW1vbiIsIkNvbG9yIjp7IiRpZCI6IjM4MDYiLCJBIjoyNTUsIlIiOjI1NSwiRyI6MCwiQiI6MH19LCJMaW5lV2VpZ2h0IjowLjAsIkxpbmVUeXBlIjowLCJQYXJlbnRTdHlsZSI6bnVsbH0sIlBhcmVudFN0eWxlIjpudWxsfSwiTWlkZGxlVGllclNoYXBlU3R5bGUiOnsiJGlkIjoiMzgwNyIsIk1hcmdpbiI6eyIkaWQiOiIzODA4IiwiVG9wIjowLjAsIkxlZnQiOjEwLjAsIlJpZ2h0IjoxMC4wLCJCb3R0b20iOjAuMH0sIlBhZGRpbmciOnsiJGlkIjoiMzgwOSIsIlRvcCI6MC4wLCJMZWZ0IjowLjAsIlJpZ2h0IjowLjAsIkJvdHRvbSI6MC4wfSwiQmFja2dyb3VuZCI6eyIkaWQiOiIzODEwIiwiQ29sb3IiOnsiJGlkIjoiMzgxMSIsIkEiOjI1NSwiUiI6NjgsIkciOjg0LCJCIjoxMDZ9fSwiSXNWaXNpYmxlIjp0cnVlLCJXaWR0aCI6ODU4LjAsIkhlaWdodCI6MjAuMCwiQm9yZGVyU3R5bGUiOnsiJGlkIjoiMzgxMiIsIkxpbmVDb2xvciI6eyIkcmVmIjoiMzgwNSJ9LCJMaW5lV2VpZ2h0IjowLjAsIkxpbmVUeXBlIjowLCJQYXJlbnRTdHlsZSI6bnVsbH0sIlBhcmVudFN0eWxlIjpudWxsfSwiQm90dG9tVGllclNoYXBlU3R5bGUiOnsiJGlkIjoiMzgxMyIsIk1hcmdpbiI6eyIkaWQiOiIzODE0IiwiVG9wIjowLjAsIkxlZnQiOjEwLjAsIlJpZ2h0IjoxMC4wLCJCb3R0b20iOjAuMH0sIlBhZGRpbmciOnsiJGlkIjoiMzgxNSIsIlRvcCI6MC4wLCJMZWZ0IjowLjAsIlJpZ2h0IjowLjAsIkJvdHRvbSI6MC4wfSwiQmFja2dyb3VuZCI6eyIkaWQiOiIzODE2IiwiQ29sb3IiOnsiJGlkIjoiMzgxNyIsIkEiOjI1NSwiUiI6NjgsIkciOjg0LCJCIjoxMDZ9fSwiSXNWaXNpYmxlIjp0cnVlLCJXaWR0aCI6ODU4LjAsIkhlaWdodCI6MjAuMCwiQm9yZGVyU3R5bGUiOnsiJGlkIjoiMzgxOCIsIkxpbmVDb2xvciI6eyIkcmVmIjoiMzgwNSJ9LCJMaW5lV2VpZ2h0IjowLjAsIkxpbmVUeXBlIjowLCJQYXJlbnRTdHlsZSI6bnVsbH0sIlBhcmVudFN0eWxlIjpudWxsfSwiUmlnaHRFbmRDYXBzU3R5bGUiOnsiJGlkIjoiMzgxOSIsIkZvbnRTZXR0aW5ncyI6eyIkaWQiOiIzODIwIiwiRm9udFNpemUiOjE4LCJGb250TmFtZSI6IlRpdGlsbGl1bSBXZWIiLCJJc0JvbGQiOnRydWUsIklzSXRhbGljIjpmYWxzZSwiSXNVbmRlcmxpbmVkIjpmYWxzZSwiUGFyZW50U3R5bGUiOm51bGx9LCJBdXRvU2l6ZSI6MCwiRm9yZWdyb3VuZCI6eyIkaWQiOiIzODIxIiwiQ29sb3IiOnsiJGlkIjoiMzgyMiIsIkEiOjI1NSwiUiI6MCwiRyI6MjYsIkIiOjY3fX0sIk1heFdpZHRoIjoiSW5maW5pdHkiLCJNYXhIZWlnaHQiOiJJbmZpbml0eSIsIlNtYXJ0Rm9yZWdyb3VuZElzQWN0aXZlIjpmYWxzZSwiSG9yaXpvbnRhbEFsaWdubWVudCI6MCwiVmVydGljYWxBbGlnbm1lbnQiOjAsIlNtYXJ0Rm9yZWdyb3VuZCI6bnVsbCwiQmFja2dyb3VuZEZpbGxUeXBlIjowLCJNYXJnaW4iOnsiJGlkIjoiMzgyMyIsIlRvcCI6MC4wLCJMZWZ0IjowLjAsIlJpZ2h0IjoyMC4wLCJCb3R0b20iOjAuMH0sIlBhZGRpbmciOnsiJGlkIjoiMzgyNCIsIlRvcCI6MC4wLCJMZWZ0IjowLjAsIlJpZ2h0IjowLjAsIkJvdHRvbSI6MC4wfSwiQmFja2dyb3VuZCI6eyIkaWQiOiIzODI1IiwiQ29sb3IiOnsiJGlkIjoiMzgyNiIsIkEiOjI1NSwiUiI6NjgsIkciOjg0LCJCIjoxMDZ9fSwiSXNWaXNpYmxlIjpmYWxzZSwiV2lkdGgiOjAuMCwiSGVpZ2h0IjowLjAsIkJvcmRlclN0eWxlIjp7IiRpZCI6IjM4MjciLCJMaW5lQ29sb3IiOm51bGwsIkxpbmVXZWlnaHQiOjAuMCwiTGluZVR5cGUiOjAsIlBhcmVudFN0eWxlIjpudWxsfSwiUGFyZW50U3R5bGUiOm51bGx9LCJMZWZ0RW5kQ2Fwc1N0eWxlIjp7IiRpZCI6IjM4MjgiLCJGb250U2V0dGluZ3MiOnsiJGlkIjoiMzgyOSIsIkZvbnRTaXplIjoxOCwiRm9udE5hbWUiOiJDYWxpYnJpIiwiSXNCb2xkIjp0cnVlLCJJc0l0YWxpYyI6ZmFsc2UsIklzVW5kZXJsaW5lZCI6ZmFsc2UsIlBhcmVudFN0eWxlIjpudWxsfSwiQXV0b1NpemUiOjAsIkZvcmVncm91bmQiOnsiJGlkIjoiMzgzMCIsIkNvbG9yIjp7IiRpZCI6IjM4MzEiLCJBIjoyNTUsIlIiOjI1NSwiRyI6MTkyLCJCIjowfX0sIk1heFdpZHRoIjoiSW5maW5pdHkiLCJNYXhIZWlnaHQiOiJJbmZpbml0eSIsIlNtYXJ0Rm9yZWdyb3VuZElzQWN0aXZlIjpmYWxzZSwiSG9yaXpvbnRhbEFsaWdubWVudCI6MCwiVmVydGljYWxBbGlnbm1lbnQiOjAsIlNtYXJ0Rm9yZWdyb3VuZCI6bnVsbCwiQmFja2dyb3VuZEZpbGxUeXBlIjowLCJNYXJnaW4iOnsiJGlkIjoiMzgzMiIsIlRvcCI6MC4wLCJMZWZ0IjozOS41MDY2NjY2NjY2NjY2NjEsIlJpZ2h0IjowLjAsIkJvdHRvbSI6MC4wfSwiUGFkZGluZyI6eyIkaWQiOiIzODMzIiwiVG9wIjowLjAsIkxlZnQiOjAuMCwiUmlnaHQiOjAuMCwiQm90dG9tIjowLjB9LCJCYWNrZ3JvdW5kIjp7IiRpZCI6IjM4MzQiLCJDb2xvciI6eyIkaWQiOiIzODM1IiwiQSI6MjU1LCJSIjoyNTUsIkciOjE5MiwiQiI6MH19LCJJc1Zpc2libGUiOmZhbHNlLCJXaWR0aCI6MC4wLCJIZWlnaHQiOjAuMCwiQm9yZGVyU3R5bGUiOnsiJGlkIjoiMzgzNiIsIkxpbmVDb2xvciI6bnVsbCwiTGluZVdlaWdodCI6MC4wLCJMaW5lVHlwZSI6MCwiUGFyZW50U3R5bGUiOm51bGx9LCJQYXJlbnRTdHlsZSI6bnVsbH0sIlRvZGF5VGV4dFN0eWxlIjp7IiRpZCI6IjM4MzciLCJGb250U2V0dGluZ3MiOnsiJGlkIjoiMzgzOCIsIkZvbnRTaXplIjoxMiwiRm9udE5hbWUiOiJUaXRpbGxpdW0gV2ViIiwiSXNCb2xkIjpmYWxzZSwiSXNJdGFsaWMiOmZhbHNlLCJJc1VuZGVybGluZWQiOmZhbHNlLCJQYXJlbnRTdHlsZSI6bnVsbH0sIkF1dG9TaXplIjowLCJGb3JlZ3JvdW5kIjp7IiRpZCI6IjM4MzkiLCJDb2xvciI6eyIkaWQiOiIzODQw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M4NDEiLCJUb3AiOjAuMCwiTGVmdCI6MC4wLCJSaWdodCI6MC4wLCJCb3R0b20iOjAuMH0sIlBhZGRpbmciOnsiJGlkIjoiMzg0MiIsIlRvcCI6MC4wLCJMZWZ0IjowLjAsIlJpZ2h0IjowLjAsIkJvdHRvbSI6MC4wfSwiQmFja2dyb3VuZCI6eyIkaWQiOiIzODQzIiwiQ29sb3IiOnsiJGlkIjoiMzg0NCIsIkEiOjI1NSwiUiI6MCwiRyI6MCwiQiI6MH19LCJJc1Zpc2libGUiOmZhbHNlLCJXaWR0aCI6MC4wLCJIZWlnaHQiOjAuMCwiQm9yZGVyU3R5bGUiOnsiJGlkIjoiMzg0NSIsIkxpbmVDb2xvciI6bnVsbCwiTGluZVdlaWdodCI6MC4wLCJMaW5lVHlwZSI6MCwiUGFyZW50U3R5bGUiOm51bGx9LCJQYXJlbnRTdHlsZSI6bnVsbH0sIlRvZGF5TWFya2VyU3R5bGUiOnsiJGlkIjoiMzg0NiIsIk1hcmdpbiI6eyIkaWQiOiIzODQ3IiwiVG9wIjowLjAsIkxlZnQiOjAuMCwiUmlnaHQiOjAuMCwiQm90dG9tIjowLjB9LCJQYWRkaW5nIjp7IiRpZCI6IjM4NDgiLCJUb3AiOjAuMCwiTGVmdCI6MC4wLCJSaWdodCI6MC4wLCJCb3R0b20iOjAuMH0sIkJhY2tncm91bmQiOnsiJGlkIjoiMzg0OSIsIkNvbG9yIjp7IiRpZCI6IjM4NTAiLCJBIjoyNTUsIlIiOjI1NSwiRyI6MCwiQiI6MH19LCJJc1Zpc2libGUiOnRydWUsIldpZHRoIjowLjAsIkhlaWdodCI6MC4wLCJCb3JkZXJTdHlsZSI6bnVsbCwiUGFyZW50U3R5bGUiOm51bGx9LCJTY2FsZVN0eWxlIjp7IiRpZCI6IjM4NTEiLCJTaGFwZSI6MywiU2hvd1NlZ21lbnRTZXBhcmF0b3JzIjp0cnVlLCJTZWdtZW50U2VwYXJhdG9yT3BhY2l0eSI6MzAsIkhhc0JlZW5WaXNpYmxlQmVmb3JlIjp0cnVlLCJGb250U2V0dGluZ3MiOnsiJGlkIjoiMzg1MiIsIkZvbnRTaXplIjoxMiwiRm9udE5hbWUiOiJUaXRpbGxpdW0gV2ViIiwiSXNCb2xkIjpmYWxzZSwiSXNJdGFsaWMiOmZhbHNlLCJJc1VuZGVybGluZWQiOmZhbHNlLCJQYXJlbnRTdHlsZSI6bnVsbH0sIkF1dG9TaXplIjowLCJGb3JlZ3JvdW5kIjp7IiRpZCI6IjM4NTMiLCJDb2xvciI6eyIkaWQiOiIzODU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M4NTUiLCJUb3AiOjAuMCwiTGVmdCI6NC4wLCJSaWdodCI6NC4wLCJCb3R0b20iOjAuMH0sIlBhZGRpbmciOnsiJGlkIjoiMzg1NiIsIlRvcCI6MC4wLCJMZWZ0IjowLjAsIlJpZ2h0IjowLjAsIkJvdHRvbSI6MC4wfSwiQmFja2dyb3VuZCI6eyIkaWQiOiIzODU3IiwiQ29sb3IiOnsiJGlkIjoiMzg1OCIsIkEiOjI1NSwiUiI6NjgsIkciOjg0LCJCIjoxMDZ9fSwiSXNWaXNpYmxlIjp0cnVlLCJXaWR0aCI6MC4wLCJIZWlnaHQiOjAuMCwiQm9yZGVyU3R5bGUiOnsiJGlkIjoiMzg1OSIsIkxpbmVDb2xvciI6bnVsbCwiTGluZVdlaWdodCI6MC4wLCJMaW5lVHlwZSI6MCwiUGFyZW50U3R5bGUiOm51bGx9LCJQYXJlbnRTdHlsZSI6bnVsbH0sIlNpbmdsZVNjYWxlU2hhcGVTdHlsZSI6eyIkaWQiOiIzODYwIiwiU2hhcGUiOjAsIkhlaWdodCI6MC4wfSwiTWlkZGxlVGllclNjYWxlU3R5bGUiOnsiJGlkIjoiMzg2MSIsIlNoYXBlIjozLCJTaG93U2VnbWVudFNlcGFyYXRvcnMiOnRydWUsIlNlZ21lbnRTZXBhcmF0b3JPcGFjaXR5IjozMCwiSGFzQmVlblZpc2libGVCZWZvcmUiOmZhbHNlLCJGb250U2V0dGluZ3MiOnsiJGlkIjoiMzg2MiIsIkZvbnRTaXplIjoxMiwiRm9udE5hbWUiOiJDYWxpYnJpIiwiSXNCb2xkIjpmYWxzZSwiSXNJdGFsaWMiOmZhbHNlLCJJc1VuZGVybGluZWQiOmZhbHNlLCJQYXJlbnRTdHlsZSI6bnVsbH0sIkF1dG9TaXplIjowLCJGb3JlZ3JvdW5kIjp7IiRpZCI6IjM4NjMiLCJDb2xvciI6eyIkaWQiOiIzODY0IiwiQSI6MjU1LCJSIjoyMzEsIkciOjIzMCwiQiI6MjMwfX0sIk1heFdpZHRoIjoyMDAuMCwiTWF4SGVpZ2h0IjoiSW5maW5pdHkiLCJTbWFydEZvcmVncm91bmRJc0FjdGl2ZSI6ZmFsc2UsIkhvcml6b250YWxBbGlnbm1lbnQiOjAsIlZlcnRpY2FsQWxpZ25tZW50IjoxLCJTbWFydEZvcmVncm91bmQiOm51bGwsIkJhY2tncm91bmRGaWxsVHlwZSI6MCwiTWFyZ2luIjp7IiRpZCI6IjM4NjUiLCJUb3AiOjAuMCwiTGVmdCI6NC4wLCJSaWdodCI6NC4wLCJCb3R0b20iOjAuMH0sIlBhZGRpbmciOnsiJGlkIjoiMzg2NiIsIlRvcCI6MC4wLCJMZWZ0IjowLjAsIlJpZ2h0IjowLjAsIkJvdHRvbSI6MC4wfSwiQmFja2dyb3VuZCI6eyIkaWQiOiIzODY3IiwiQ29sb3IiOnsiJGlkIjoiMzg2OCIsIkEiOjI1NSwiUiI6NjgsIkciOjg0LCJCIjoxMDZ9fSwiSXNWaXNpYmxlIjpmYWxzZSwiV2lkdGgiOjAuMCwiSGVpZ2h0IjowLjAsIkJvcmRlclN0eWxlIjp7IiRpZCI6IjM4NjkiLCJMaW5lQ29sb3IiOm51bGwsIkxpbmVXZWlnaHQiOjAuMCwiTGluZVR5cGUiOjAsIlBhcmVudFN0eWxlIjpudWxsfSwiUGFyZW50U3R5bGUiOm51bGx9LCJCb3R0b21UaWVyU2NhbGVTdHlsZSI6eyIkaWQiOiIzODcwIiwiU2hhcGUiOjMsIlNob3dTZWdtZW50U2VwYXJhdG9ycyI6dHJ1ZSwiU2VnbWVudFNlcGFyYXRvck9wYWNpdHkiOjMwLCJIYXNCZWVuVmlzaWJsZUJlZm9yZSI6ZmFsc2UsIkZvbnRTZXR0aW5ncyI6eyIkaWQiOiIzODcxIiwiRm9udFNpemUiOjEyLCJGb250TmFtZSI6IkNhbGlicmkiLCJJc0JvbGQiOmZhbHNlLCJJc0l0YWxpYyI6ZmFsc2UsIklzVW5kZXJsaW5lZCI6ZmFsc2UsIlBhcmVudFN0eWxlIjpudWxsfSwiQXV0b1NpemUiOjAsIkZvcmVncm91bmQiOnsiJGlkIjoiMzg3MiIsIkNvbG9yIjp7IiRpZCI6IjM4NzMiLCJBIjoyNTUsIlIiOjIzMSwiRyI6MjMwLCJCIjoyMzB9fSwiTWF4V2lkdGgiOjIwMC4wLCJNYXhIZWlnaHQiOiJJbmZpbml0eSIsIlNtYXJ0Rm9yZWdyb3VuZElzQWN0aXZlIjpmYWxzZSwiSG9yaXpvbnRhbEFsaWdubWVudCI6MCwiVmVydGljYWxBbGlnbm1lbnQiOjEsIlNtYXJ0Rm9yZWdyb3VuZCI6bnVsbCwiQmFja2dyb3VuZEZpbGxUeXBlIjowLCJNYXJnaW4iOnsiJGlkIjoiMzg3NCIsIlRvcCI6MC4wLCJMZWZ0Ijo0LjAsIlJpZ2h0Ijo0LjAsIkJvdHRvbSI6MC4wfSwiUGFkZGluZyI6eyIkaWQiOiIzODc1IiwiVG9wIjowLjAsIkxlZnQiOjAuMCwiUmlnaHQiOjAuMCwiQm90dG9tIjowLjB9LCJCYWNrZ3JvdW5kIjp7IiRpZCI6IjM4NzYiLCJDb2xvciI6eyIkaWQiOiIzODc3IiwiQSI6MjU1LCJSIjo2OCwiRyI6ODQsIkIiOjEwNn19LCJJc1Zpc2libGUiOmZhbHNlLCJXaWR0aCI6MC4wLCJIZWlnaHQiOjAuMCwiQm9yZGVyU3R5bGUiOnsiJGlkIjoiMzg3OCIsIkxpbmVDb2xvciI6bnVsbCwiTGluZVdlaWdodCI6MC4wLCJMaW5lVHlwZSI6MCwiUGFyZW50U3R5bGUiOm51bGx9LCJQYXJlbnRTdHlsZSI6bnVsbH0sIkVsYXBzZWRUaW1lQmFja2dyb3VuZCI6eyIkaWQiOiIzODc5IiwiQ29sb3IiOnsiJGlkIjoiMzg4MCIsIkEiOjE5MSwiUiI6MjU1LCJHIjowLCJCIjowfX0sIkFwcGVuZFllYXJPblllYXJDaGFuZ2UiOmZhbHNlLCJFbGFwc2VkVGltZUZvcm1hdCI6MCwiVG9kYXlNYXJrZXJQb3NpdGlvbiI6MCwiUXVpY2tQb3NpdGlvbiI6MywiQWJzb2x1dGVQb3NpdGlvbiI6MTM1LjAsIk1hcmdpbiI6eyIkaWQiOiIzODgxIiwiVG9wIjowLjAsIkxlZnQiOjEwLjAsIlJpZ2h0IjoxMC4wLCJCb3R0b20iOjAuMH0sIlBhZGRpbmciOnsiJGlkIjoiMzg4MiIsIlRvcCI6MC4wLCJMZWZ0IjowLjAsIlJpZ2h0IjowLjAsIkJvdHRvbSI6MC4wfSwiQmFja2dyb3VuZCI6eyIkaWQiOiIzODgzIiwiQ29sb3IiOnsiJGlkIjoiMzg4NCIsIkEiOjI1NSwiUiI6NDcsIkciOjU0LCJCIjoxNTN9fSwiSXNWaXNpYmxlIjpmYWxzZSwiV2lkdGgiOjAuMCwiSGVpZ2h0IjowLjAsIkJvcmRlclN0eWxlIjpudWxsLCJQYXJlbnRTdHlsZSI6bnVsbH0sIkRlZmF1bHRNaWxlc3RvbmVTdHlsZSI6eyIkaWQiOiIzODg1IiwiU2hhcGUiOjAsIkNvbm5lY3Rvck1hcmdpbiI6eyIkaWQiOiIzODg2IiwiVG9wIjowLjAsIkxlZnQiOjIuMCwiUmlnaHQiOjIuMCwiQm90dG9tIjowLjB9LCJDb25uZWN0b3JTdHlsZSI6eyIkaWQiOiIzODg3IiwiTGluZUNvbG9yIjp7IiRpZCI6IjM4ODgiLCIkdHlwZSI6Ik5MUkUuQ29tbW9uLkRvbS5Tb2xpZENvbG9yQnJ1c2gsIE5MUkUuQ29tbW9uIiwiQ29sb3IiOnsiJGlkIjoiMzg4OSIsIkEiOjEyNywiUiI6MjM3LCJHIjoxMjUsIkIiOjQ5fX0sIkxpbmVXZWlnaHQiOjEuMCwiTGluZVR5cGUiOjAsIlBhcmVudFN0eWxlIjpudWxsfSwiSXNCZWxvd1RpbWViYW5kIjpmYWxzZSwiUG9zaXRpb25PblRhc2siOjAsIkhpZGVEYXRlIjpmYWxzZSwiU2hhcGVTaXplIjoxLCJTcGFjaW5nIjowLjAsIlBhZGRpbmciOnsiJGlkIjoiMzg5MCIsIlRvcCI6NS4wLCJMZWZ0IjozLjAsIlJpZ2h0IjowLjAsIkJvdHRvbSI6Mi4wfSwiU2hhcGVTdHlsZSI6eyIkaWQiOiIzODkxIiwiTWFyZ2luIjp7IiRpZCI6IjM4OTIiLCJUb3AiOjAuMCwiTGVmdCI6MC4wLCJSaWdodCI6MC4wLCJCb3R0b20iOjAuMH0sIlBhZGRpbmciOnsiJGlkIjoiMzg5MyIsIlRvcCI6MC4wLCJMZWZ0IjowLjAsIlJpZ2h0IjowLjAsIkJvdHRvbSI6MC4wfSwiQmFja2dyb3VuZCI6eyIkaWQiOiIzODk0IiwiQ29sb3IiOnsiJGlkIjoiMzg5NSIsIkEiOjI1NSwiUiI6MjM3LCJHIjoxMjUsIkIiOjQ5fX0sIklzVmlzaWJsZSI6dHJ1ZSwiV2lkdGgiOjE4LjAsIkhlaWdodCI6MjAuMCwiQm9yZGVyU3R5bGUiOnsiJGlkIjoiMzg5NiIsIkxpbmVDb2xvciI6eyIkaWQiOiIzODk3IiwiJHR5cGUiOiJOTFJFLkNvbW1vbi5Eb20uU29saWRDb2xvckJydXNoLCBOTFJFLkNvbW1vbiIsIkNvbG9yIjp7IiRpZCI6IjM4OTgiLCJBIjoyNTUsIlIiOjIzNCwiRyI6MjIsIkIiOjMwfX0sIkxpbmVXZWlnaHQiOjAuMCwiTGluZVR5cGUiOjAsIlBhcmVudFN0eWxlIjpudWxsfSwiUGFyZW50U3R5bGUiOm51bGx9LCJUaXRsZVN0eWxlIjp7IiRpZCI6IjM4OTkiLCJGb250U2V0dGluZ3MiOnsiJGlkIjoiMzkwMCIsIkZvbnRTaXplIjoxMSwiRm9udE5hbWUiOiJDYWxpYnJpIiwiSXNCb2xkIjp0cnVlLCJJc0l0YWxpYyI6ZmFsc2UsIklzVW5kZXJsaW5lZCI6ZmFsc2UsIlBhcmVudFN0eWxlIjpudWxsfSwiQXV0b1NpemUiOjAsIkZvcmVncm91bmQiOnsiJGlkIjoiMzkwMSIsIkNvbG9yIjp7IiRpZCI6IjM5M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kwMyIsIlRvcCI6MC4wLCJMZWZ0IjowLjAsIlJpZ2h0IjowLjAsIkJvdHRvbSI6MC4wfSwiUGFkZGluZyI6eyIkaWQiOiIzOTA0IiwiVG9wIjowLjAsIkxlZnQiOjAuMCwiUmlnaHQiOjAuMCwiQm90dG9tIjowLjB9LCJCYWNrZ3JvdW5kIjp7IiRpZCI6IjM5MDUiLCJDb2xvciI6eyIkaWQiOiIzOTA2IiwiQSI6MjU1LCJSIjowLCJHIjowLCJCIjowfX0sIklzVmlzaWJsZSI6dHJ1ZSwiV2lkdGgiOjAuMCwiSGVpZ2h0IjowLjAsIkJvcmRlclN0eWxlIjp7IiRpZCI6IjM5MDciLCJMaW5lQ29sb3IiOm51bGwsIkxpbmVXZWlnaHQiOjAuMCwiTGluZVR5cGUiOjAsIlBhcmVudFN0eWxlIjpudWxsfSwiUGFyZW50U3R5bGUiOm51bGx9LCJEYXRlU3R5bGUiOnsiJGlkIjoiMzkwOCIsIkZvbnRTZXR0aW5ncyI6eyIkaWQiOiIzOTA5IiwiRm9udFNpemUiOjEwLCJGb250TmFtZSI6IkNhbGlicmkiLCJJc0JvbGQiOmZhbHNlLCJJc0l0YWxpYyI6ZmFsc2UsIklzVW5kZXJsaW5lZCI6ZmFsc2UsIlBhcmVudFN0eWxlIjpudWxsfSwiQXV0b1NpemUiOjAsIkZvcmVncm91bmQiOnsiJGlkIjoiMzkxMCIsIkNvbG9yIjp7IiRpZCI6IjM5MT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5MTIiLCJUb3AiOjAuMCwiTGVmdCI6MC4wLCJSaWdodCI6MC4wLCJCb3R0b20iOjAuMH0sIlBhZGRpbmciOnsiJGlkIjoiMzkxMyIsIlRvcCI6MC4wLCJMZWZ0IjowLjAsIlJpZ2h0IjowLjAsIkJvdHRvbSI6MC4wfSwiQmFja2dyb3VuZCI6eyIkaWQiOiIzOTE0IiwiQ29sb3IiOnsiJGlkIjoiMzkxNSIsIkEiOjI1NSwiUiI6NjgsIkciOjg0LCJCIjoxMDZ9fSwiSXNWaXNpYmxlIjp0cnVlLCJXaWR0aCI6MC4wLCJIZWlnaHQiOjAuMCwiQm9yZGVyU3R5bGUiOnsiJGlkIjoiMzkxNiIsIkxpbmVDb2xvciI6bnVsbCwiTGluZVdlaWdodCI6MC4wLCJMaW5lVHlwZSI6MCwiUGFyZW50U3R5bGUiOm51bGx9LCJQYXJlbnRTdHlsZSI6bnVsbH0sIkRhdGVGb3JtYXQiOnsiJGlkIjoiMzkxN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E4IiwiRm9ybWF0IjowLCJJc1Zpc2libGUiOmZhbHNlLCJMYXN0S25vd25WaXNpYmlsaXR5U3RhdGUiOmZhbHNlfSwiSXNWaXNpYmxlIjp0cnVlLCJWYXJpYW5jZVN0eWxlIjp7IiRpZCI6IjM5MTkiLCJUZXh0U3R5bGUiOnsiJGlkIjoiMzkyMCIsIkZvbnRTZXR0aW5ncyI6eyIkaWQiOiIzOTIxIiwiRm9udFNpemUiOjEwLCJGb250TmFtZSI6IkNhbGlicmkiLCJJc0JvbGQiOmZhbHNlLCJJc0l0YWxpYyI6ZmFsc2UsIklzVW5kZXJsaW5lZCI6ZmFsc2UsIlBhcmVudFN0eWxlIjpudWxsfSwiQXV0b1NpemUiOjAsIkZvcmVncm91bmQiOnsiJGlkIjoiMzkyMiIsIkNvbG9yIjp7IiRpZCI6IjM5Mj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yNCIsIlRvcCI6MC4wLCJMZWZ0IjowLjAsIlJpZ2h0IjowLjAsIkJvdHRvbSI6MC4wfSwiUGFkZGluZyI6eyIkaWQiOiIzOTI1IiwiVG9wIjowLjAsIkxlZnQiOjAuMCwiUmlnaHQiOjAuMCwiQm90dG9tIjowLjB9LCJCYWNrZ3JvdW5kIjp7IiRpZCI6IjM5MjYiLCJDb2xvciI6eyIkaWQiOiIzOTI3IiwiQSI6MjU1LCJSIjowLCJHIjowLCJCIjowfX0sIklzVmlzaWJsZSI6dHJ1ZSwiV2lkdGgiOjAuMCwiSGVpZ2h0IjowLjAsIkJvcmRlclN0eWxlIjpudWxsLCJQYXJlbnRTdHlsZSI6bnVsbH0sIlBhcmVudFN0eWxlIjpudWxsfSwiUGFyZW50U3R5bGUiOm51bGx9LCJEZWZhdWx0TW90U3R5bGUiOnsiJGlkIjoiMzkyOCIsIlNoYXBlIjowLCJDb25uZWN0b3JNYXJnaW4iOnsiJGlkIjoiMzkyOSIsIlRvcCI6MC4wLCJMZWZ0IjoyLjAsIlJpZ2h0IjoyLjAsIkJvdHRvbSI6MC4wfSwiQ29ubmVjdG9yU3R5bGUiOnsiJGlkIjoiMzkzMCIsIkxpbmVDb2xvciI6eyIkaWQiOiIzOTMxIiwiJHR5cGUiOiJOTFJFLkNvbW1vbi5Eb20uU29saWRDb2xvckJydXNoLCBOTFJFLkNvbW1vbiIsIkNvbG9yIjp7IiRpZCI6IjM5MzIiLCJBIjoxMjcsIlIiOjIzNywiRyI6MTI1LCJCIjo0OX19LCJMaW5lV2VpZ2h0IjoxLjAsIkxpbmVUeXBlIjowLCJQYXJlbnRTdHlsZSI6bnVsbH0sIklzQmVsb3dUaW1lYmFuZCI6ZmFsc2UsIlBvc2l0aW9uT25UYXNrIjoxLCJIaWRlRGF0ZSI6ZmFsc2UsIlNoYXBlU2l6ZSI6MSwiU3BhY2luZyI6MC4wLCJQYWRkaW5nIjp7IiRpZCI6IjM5MzMiLCJUb3AiOjUuMCwiTGVmdCI6My4wLCJSaWdodCI6MC4wLCJCb3R0b20iOjIuMH0sIlNoYXBlU3R5bGUiOnsiJGlkIjoiMzkzNCIsIk1hcmdpbiI6eyIkaWQiOiIzOTM1IiwiVG9wIjowLjAsIkxlZnQiOjAuMCwiUmlnaHQiOjAuMCwiQm90dG9tIjowLjB9LCJQYWRkaW5nIjp7IiRpZCI6IjM5MzYiLCJUb3AiOjAuMCwiTGVmdCI6MC4wLCJSaWdodCI6MC4wLCJCb3R0b20iOjAuMH0sIkJhY2tncm91bmQiOnsiJGlkIjoiMzkzNyIsIkNvbG9yIjp7IiRpZCI6IjM5MzgiLCJBIjoyNTUsIlIiOjIzNywiRyI6MTI1LCJCIjo0OX19LCJJc1Zpc2libGUiOnRydWUsIldpZHRoIjoxMy4wLCJIZWlnaHQiOjEzLjAsIkJvcmRlclN0eWxlIjp7IiRpZCI6IjM5MzkiLCJMaW5lQ29sb3IiOnsiJGlkIjoiMzk0MCIsIiR0eXBlIjoiTkxSRS5Db21tb24uRG9tLlNvbGlkQ29sb3JCcnVzaCwgTkxSRS5Db21tb24iLCJDb2xvciI6eyIkaWQiOiIzOTQxIiwiQSI6MjU1LCJSIjoyMzQsIkciOjIyLCJCIjozMH19LCJMaW5lV2VpZ2h0IjowLjAsIkxpbmVUeXBlIjowLCJQYXJlbnRTdHlsZSI6bnVsbH0sIlBhcmVudFN0eWxlIjpudWxsfSwiVGl0bGVTdHlsZSI6eyIkaWQiOiIzOTQyIiwiRm9udFNldHRpbmdzIjp7IiRpZCI6IjM5NDMiLCJGb250U2l6ZSI6MTEsIkZvbnROYW1lIjoiQ2FsaWJyaSIsIklzQm9sZCI6dHJ1ZSwiSXNJdGFsaWMiOmZhbHNlLCJJc1VuZGVybGluZWQiOmZhbHNlLCJQYXJlbnRTdHlsZSI6bnVsbH0sIkF1dG9TaXplIjowLCJGb3JlZ3JvdW5kIjp7IiRpZCI6IjM5NDQiLCJDb2xvciI6eyIkaWQiOiIzOTQ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5NDYiLCJUb3AiOjAuMCwiTGVmdCI6MC4wLCJSaWdodCI6MC4wLCJCb3R0b20iOjAuMH0sIlBhZGRpbmciOnsiJGlkIjoiMzk0NyIsIlRvcCI6MC4wLCJMZWZ0IjowLjAsIlJpZ2h0IjowLjAsIkJvdHRvbSI6MC4wfSwiQmFja2dyb3VuZCI6eyIkaWQiOiIzOTQ4IiwiQ29sb3IiOnsiJGlkIjoiMzk0OSIsIkEiOjI1NSwiUiI6MCwiRyI6MCwiQiI6MH19LCJJc1Zpc2libGUiOnRydWUsIldpZHRoIjowLjAsIkhlaWdodCI6MC4wLCJCb3JkZXJTdHlsZSI6eyIkaWQiOiIzOTUwIiwiTGluZUNvbG9yIjpudWxsLCJMaW5lV2VpZ2h0IjowLjAsIkxpbmVUeXBlIjowLCJQYXJlbnRTdHlsZSI6bnVsbH0sIlBhcmVudFN0eWxlIjpudWxsfSwiRGF0ZVN0eWxlIjp7IiRpZCI6IjM5NTEiLCJGb250U2V0dGluZ3MiOnsiJGlkIjoiMzk1MiIsIkZvbnRTaXplIjoxMCwiRm9udE5hbWUiOiJDYWxpYnJpIiwiSXNCb2xkIjpmYWxzZSwiSXNJdGFsaWMiOmZhbHNlLCJJc1VuZGVybGluZWQiOmZhbHNlLCJQYXJlbnRTdHlsZSI6bnVsbH0sIkF1dG9TaXplIjowLCJGb3JlZ3JvdW5kIjp7IiRpZCI6IjM5NTMiLCJDb2xvciI6eyIkaWQiOiIzOTU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zOTU1IiwiVG9wIjowLjAsIkxlZnQiOjAuMCwiUmlnaHQiOjAuMCwiQm90dG9tIjowLjB9LCJQYWRkaW5nIjp7IiRpZCI6IjM5NTYiLCJUb3AiOjAuMCwiTGVmdCI6MC4wLCJSaWdodCI6MC4wLCJCb3R0b20iOjAuMH0sIkJhY2tncm91bmQiOnsiJGlkIjoiMzk1NyIsIkNvbG9yIjp7IiRpZCI6IjM5NTgiLCJBIjoyNTUsIlIiOjY4LCJHIjo4NCwiQiI6MTA2fX0sIklzVmlzaWJsZSI6dHJ1ZSwiV2lkdGgiOjAuMCwiSGVpZ2h0IjowLjAsIkJvcmRlclN0eWxlIjp7IiRpZCI6IjM5NTkiLCJMaW5lQ29sb3IiOm51bGwsIkxpbmVXZWlnaHQiOjAuMCwiTGluZVR5cGUiOjAsIlBhcmVudFN0eWxlIjpudWxsfSwiUGFyZW50U3R5bGUiOm51bGx9LCJEYXRlRm9ybWF0Ijp7IiRpZCI6IjM5NjA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2MSIsIkZvcm1hdCI6MCwiSXNWaXNpYmxlIjpmYWxzZSwiTGFzdEtub3duVmlzaWJpbGl0eVN0YXRlIjpmYWxzZX0sIklzVmlzaWJsZSI6dHJ1ZSwiVmFyaWFuY2VTdHlsZSI6eyIkaWQiOiIzOTYyIiwiVGV4dFN0eWxlIjp7IiRpZCI6IjM5NjMiLCJGb250U2V0dGluZ3MiOnsiJGlkIjoiMzk2NCIsIkZvbnRTaXplIjoxMCwiRm9udE5hbWUiOiJDYWxpYnJpIiwiSXNCb2xkIjpmYWxzZSwiSXNJdGFsaWMiOmZhbHNlLCJJc1VuZGVybGluZWQiOmZhbHNlLCJQYXJlbnRTdHlsZSI6bnVsbH0sIkF1dG9TaXplIjowLCJGb3JlZ3JvdW5kIjp7IiRpZCI6IjM5NjUiLCJDb2xvciI6eyIkaWQiOiIzOTY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5NjciLCJUb3AiOjAuMCwiTGVmdCI6MC4wLCJSaWdodCI6MC4wLCJCb3R0b20iOjAuMH0sIlBhZGRpbmciOnsiJGlkIjoiMzk2OCIsIlRvcCI6MC4wLCJMZWZ0IjowLjAsIlJpZ2h0IjowLjAsIkJvdHRvbSI6MC4wfSwiQmFja2dyb3VuZCI6eyIkaWQiOiIzOTY5IiwiQ29sb3IiOnsiJGlkIjoiMzk3MCIsIkEiOjI1NSwiUiI6MCwiRyI6MCwiQiI6MH19LCJJc1Zpc2libGUiOnRydWUsIldpZHRoIjowLjAsIkhlaWdodCI6MC4wLCJCb3JkZXJTdHlsZSI6bnVsbCwiUGFyZW50U3R5bGUiOm51bGx9LCJQYXJlbnRTdHlsZSI6bnVsbH0sIlBhcmVudFN0eWxlIjpudWxsfSwiRGVmYXVsdFRhc2tTdHlsZSI6eyIkaWQiOiIzOTcxIiwiU2hhcGUiOjMsIlNoYXBlVGhpY2tuZXNzIjowLCJEdXJhdGlvbkZvcm1hdCI6MCwiSW5jbHVkZU5vbldvcmtpbmdEYXlzSW5EdXJhdGlvbiI6ZmFsc2UsIlBlcmNlbnRhZ2VDb21wbGV0ZVN0eWxlIjp7IiRpZCI6IjM5NzIiLCJGb250U2V0dGluZ3MiOnsiJGlkIjoiMzk3MyIsIkZvbnRTaXplIjoxMCwiRm9udE5hbWUiOiJDYWxpYnJpIiwiSXNCb2xkIjpmYWxzZSwiSXNJdGFsaWMiOmZhbHNlLCJJc1VuZGVybGluZWQiOmZhbHNlLCJQYXJlbnRTdHlsZSI6bnVsbH0sIkF1dG9TaXplIjowLCJGb3JlZ3JvdW5kIjp7IiRpZCI6IjM5NzQiLCJDb2xvciI6eyIkaWQiOiIzOTc1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M5NzYiLCJUb3AiOjAuMCwiTGVmdCI6MC4wLCJSaWdodCI6MC4wLCJCb3R0b20iOjAuMH0sIlBhZGRpbmciOnsiJGlkIjoiMzk3NyIsIlRvcCI6MC4wLCJMZWZ0IjowLjAsIlJpZ2h0IjowLjAsIkJvdHRvbSI6MC4wfSwiQmFja2dyb3VuZCI6eyIkaWQiOiIzOTc4IiwiQ29sb3IiOnsiJGlkIjoiMzk3OSIsIkEiOjg5LCJSIjowLCJHIjowLCJCIjowfX0sIklzVmlzaWJsZSI6dHJ1ZSwiV2lkdGgiOjAuMCwiSGVpZ2h0IjowLjAsIkJvcmRlclN0eWxlIjp7IiRpZCI6IjM5ODAiLCJMaW5lQ29sb3IiOm51bGwsIkxpbmVXZWlnaHQiOjAuMCwiTGluZVR5cGUiOjAsIlBhcmVudFN0eWxlIjpudWxsfSwiUGFyZW50U3R5bGUiOm51bGx9LCJEdXJhdGlvblN0eWxlIjp7IiRpZCI6IjM5ODEiLCJGb250U2V0dGluZ3MiOnsiJGlkIjoiMzk4MiIsIkZvbnRTaXplIjoxMCwiRm9udE5hbWUiOiJDYWxpYnJpIiwiSXNCb2xkIjpmYWxzZSwiSXNJdGFsaWMiOmZhbHNlLCJJc1VuZGVybGluZWQiOmZhbHNlLCJQYXJlbnRTdHlsZSI6bnVsbH0sIkF1dG9TaXplIjowLCJGb3JlZ3JvdW5kIjp7IiRpZCI6IjM5ODMiLCJDb2xvciI6eyIkaWQiOiIzOT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Tg1IiwiVG9wIjowLjAsIkxlZnQiOjAuMCwiUmlnaHQiOjAuMCwiQm90dG9tIjowLjB9LCJQYWRkaW5nIjp7IiRpZCI6IjM5ODYiLCJUb3AiOjAuMCwiTGVmdCI6MC4wLCJSaWdodCI6MC4wLCJCb3R0b20iOjAuMH0sIkJhY2tncm91bmQiOnsiJGlkIjoiMzk4NyIsIkNvbG9yIjp7IiRpZCI6IjM5ODgiLCJBIjoyNTUsIlIiOjY4LCJHIjo4NCwiQiI6MTA2fX0sIklzVmlzaWJsZSI6dHJ1ZSwiV2lkdGgiOjAuMCwiSGVpZ2h0IjowLjAsIkJvcmRlclN0eWxlIjp7IiRpZCI6IjM5ODkiLCJMaW5lQ29sb3IiOm51bGwsIkxpbmVXZWlnaHQiOjAuMCwiTGluZVR5cGUiOjAsIlBhcmVudFN0eWxlIjpudWxsfSwiUGFyZW50U3R5bGUiOm51bGx9LCJIb3Jpem9udGFsQ29ubmVjdG9yU3R5bGUiOnsiJGlkIjoiMzk5MCIsIkxpbmVDb2xvciI6eyIkaWQiOiIzOTkxIiwiJHR5cGUiOiJOTFJFLkNvbW1vbi5Eb20uU29saWRDb2xvckJydXNoLCBOTFJFLkNvbW1vbiIsIkNvbG9yIjp7IiRpZCI6IjM5OTIiLCJBIjo1MSwiUiI6NjgsIkciOjExNCwiQiI6MTk2fX0sIkxpbmVXZWlnaHQiOjEuMCwiTGluZVR5cGUiOjAsIlBhcmVudFN0eWxlIjpudWxsfSwiVmVydGljYWxDb25uZWN0b3JTdHlsZSI6eyIkaWQiOiIzOTkzIiwiTGluZUNvbG9yIjp7IiRpZCI6IjM5OTQiLCIkdHlwZSI6Ik5MUkUuQ29tbW9uLkRvbS5Tb2xpZENvbG9yQnJ1c2gsIE5MUkUuQ29tbW9uIiwiQ29sb3IiOnsiJGlkIjoiMzk5NSIsIkEiOjUxLCJSIjo2OCwiRyI6MTE0LCJCIjoxOTZ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zOTk2IiwiU2hhcGVTdHlsZSI6eyIkaWQiOiIzOTk3IiwiTWFyZ2luIjp7IiRpZCI6IjM5OTgiLCJUb3AiOjAuMCwiTGVmdCI6MC4wLCJSaWdodCI6MC4wLCJCb3R0b20iOjAuMH0sIlBhZGRpbmciOnsiJGlkIjoiMzk5OSIsIlRvcCI6MC4wLCJMZWZ0IjowLjAsIlJpZ2h0IjowLjAsIkJvdHRvbSI6MC4wfSwiQmFja2dyb3VuZCI6eyIkaWQiOiI0MDAwIiwiQ29sb3IiOnsiJGlkIjoiNDAwMSIsIkEiOjE1MywiUiI6MCwiRyI6MCwiQiI6MH19LCJJc1Zpc2libGUiOnRydWUsIldpZHRoIjowLjAsIkhlaWdodCI6MC4wLCJCb3JkZXJTdHlsZSI6eyIkaWQiOiI0MDAyIiwiTGluZUNvbG9yIjp7IiRpZCI6IjQwMDMiLCIkdHlwZSI6Ik5MUkUuQ29tbW9uLkRvbS5Tb2xpZENvbG9yQnJ1c2gsIE5MUkUuQ29tbW9uIiwiQ29sb3IiOnsiJGlkIjoiNDAwNCIsIkEiOjI1NSwiUiI6MjU1LCJHIjowLCJCIjowfX0sIkxpbmVXZWlnaHQiOjAuMCwiTGluZVR5cGUiOjAsIlBhcmVudFN0eWxlIjpudWxsfSwiUGFyZW50U3R5bGUiOm51bGx9LCJNYXJnaW4iOnsiJGlkIjoiNDAwNSIsIlRvcCI6MC4wLCJMZWZ0IjowLjAsIlJpZ2h0IjowLjAsIkJvdHRvbSI6MC4wfSwiUGFkZGluZyI6eyIkaWQiOiI0MDA2IiwiVG9wIjowLjAsIkxlZnQiOjAuMCwiUmlnaHQiOjAuMCwiQm90dG9tIjowLjB9LCJCYWNrZ3JvdW5kIjpudWxsLCJJc1Zpc2libGUiOnRydWUsIldpZHRoIjowLjAsIkhlaWdodCI6MC4wLCJCb3JkZXJTdHlsZSI6bnVsbCwiUGFyZW50U3R5bGUiOm51bGx9LCJTaGFwZVN0eWxlIjp7IiRpZCI6IjQwMDciLCJNYXJnaW4iOnsiJGlkIjoiNDAwOCIsIlRvcCI6MC4wLCJMZWZ0Ijo0LjAsIlJpZ2h0Ijo0LjAsIkJvdHRvbSI6MC4wfSwiUGFkZGluZyI6eyIkaWQiOiI0MDA5IiwiVG9wIjowLjAsIkxlZnQiOjAuMCwiUmlnaHQiOjAuMCwiQm90dG9tIjowLjB9LCJCYWNrZ3JvdW5kIjp7IiRpZCI6IjQwMTAiLCJDb2xvciI6eyIkaWQiOiI0MDExIiwiQSI6MjU1LCJSIjo2OCwiRyI6MTE0LCJCIjoxOTZ9fSwiSXNWaXNpYmxlIjp0cnVlLCJXaWR0aCI6MC4wLCJIZWlnaHQiOjEwLjAsIkJvcmRlclN0eWxlIjp7IiRpZCI6IjQwMTIiLCJMaW5lQ29sb3IiOnsiJGlkIjoiNDAxMyIsIiR0eXBlIjoiTkxSRS5Db21tb24uRG9tLlNvbGlkQ29sb3JCcnVzaCwgTkxSRS5Db21tb24iLCJDb2xvciI6eyIkaWQiOiI0MDE0IiwiQSI6MjU1LCJSIjoyMzQsIkciOjIyLCJCIjozMH19LCJMaW5lV2VpZ2h0IjowLjAsIkxpbmVUeXBlIjowLCJQYXJlbnRTdHlsZSI6bnVsbH0sIlBhcmVudFN0eWxlIjpudWxsfSwiVGl0bGVTdHlsZSI6eyIkaWQiOiI0MDE1IiwiRm9udFNldHRpbmdzIjp7IiRpZCI6IjQwMTYiLCJGb250U2l6ZSI6MTEsIkZvbnROYW1lIjoiQ2FsaWJyaSIsIklzQm9sZCI6ZmFsc2UsIklzSXRhbGljIjpmYWxzZSwiSXNVbmRlcmxpbmVkIjpmYWxzZSwiUGFyZW50U3R5bGUiOm51bGx9LCJBdXRvU2l6ZSI6MCwiRm9yZWdyb3VuZCI6eyIkaWQiOiI0MDE3IiwiQ29sb3IiOnsiJGlkIjoiNDAx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0MDE5IiwiVG9wIjowLjAsIkxlZnQiOjAuMCwiUmlnaHQiOjAuMCwiQm90dG9tIjowLjB9LCJQYWRkaW5nIjp7IiRpZCI6IjQwMjAiLCJUb3AiOjAuMCwiTGVmdCI6MC4wLCJSaWdodCI6MC4wLCJCb3R0b20iOjAuMH0sIkJhY2tncm91bmQiOnsiJGlkIjoiNDAyMSIsIkNvbG9yIjp7IiRpZCI6IjQwMjIiLCJBIjoyNTUsIlIiOjAsIkciOjAsIkIiOjB9fSwiSXNWaXNpYmxlIjp0cnVlLCJXaWR0aCI6MC4wLCJIZWlnaHQiOjAuMCwiQm9yZGVyU3R5bGUiOnsiJGlkIjoiNDAyMyIsIkxpbmVDb2xvciI6bnVsbCwiTGluZVdlaWdodCI6MC4wLCJMaW5lVHlwZSI6MCwiUGFyZW50U3R5bGUiOm51bGx9LCJQYXJlbnRTdHlsZSI6bnVsbH0sIkRhdGVTdHlsZSI6eyIkaWQiOiI0MDI0IiwiRm9udFNldHRpbmdzIjp7IiRpZCI6IjQwMjUiLCJGb250U2l6ZSI6MTAsIkZvbnROYW1lIjoiQ2FsaWJyaSIsIklzQm9sZCI6ZmFsc2UsIklzSXRhbGljIjpmYWxzZSwiSXNVbmRlcmxpbmVkIjpmYWxzZSwiUGFyZW50U3R5bGUiOm51bGx9LCJBdXRvU2l6ZSI6MCwiRm9yZWdyb3VuZCI6eyIkaWQiOiI0MDI2IiwiQ29sb3IiOnsiJGlkIjoiNDAy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AyOCIsIlRvcCI6MC4wLCJMZWZ0IjowLjAsIlJpZ2h0IjowLjAsIkJvdHRvbSI6MC4wfSwiUGFkZGluZyI6eyIkaWQiOiI0MDI5IiwiVG9wIjowLjAsIkxlZnQiOjAuMCwiUmlnaHQiOjAuMCwiQm90dG9tIjowLjB9LCJCYWNrZ3JvdW5kIjp7IiRpZCI6IjQwMzAiLCJDb2xvciI6eyIkaWQiOiI0MDMxIiwiQSI6MjU1LCJSIjo2OCwiRyI6ODQsIkIiOjEwNn19LCJJc1Zpc2libGUiOnRydWUsIldpZHRoIjowLjAsIkhlaWdodCI6MC4wLCJCb3JkZXJTdHlsZSI6eyIkaWQiOiI0MDMyIiwiTGluZUNvbG9yIjpudWxsLCJMaW5lV2VpZ2h0IjowLjAsIkxpbmVUeXBlIjowLCJQYXJlbnRTdHlsZSI6bnVsbH0sIlBhcmVudFN0eWxlIjpudWxsfSwiRGF0ZUZvcm1hdCI6eyIkaWQiOiI0MD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wMzQiLCJGb3JtYXQiOjAsIklzVmlzaWJsZSI6ZmFsc2UsIkxhc3RLbm93blZpc2liaWxpdHlTdGF0ZSI6ZmFsc2V9LCJJc1Zpc2libGUiOnRydWUsIlZhcmlhbmNlU3R5bGUiOnsiJGlkIjoiNDAzNSIsIlRleHRTdHlsZSI6eyIkaWQiOiI0MDM2IiwiRm9udFNldHRpbmdzIjp7IiRpZCI6IjQwMzciLCJGb250U2l6ZSI6MTAsIkZvbnROYW1lIjoiQ2FsaWJyaSIsIklzQm9sZCI6ZmFsc2UsIklzSXRhbGljIjpmYWxzZSwiSXNVbmRlcmxpbmVkIjpmYWxzZSwiUGFyZW50U3R5bGUiOm51bGx9LCJBdXRvU2l6ZSI6MCwiRm9yZWdyb3VuZCI6eyIkaWQiOiI0MDM4IiwiQ29sb3IiOnsiJGlkIjoiNDAz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DQwIiwiVG9wIjowLjAsIkxlZnQiOjAuMCwiUmlnaHQiOjAuMCwiQm90dG9tIjowLjB9LCJQYWRkaW5nIjp7IiRpZCI6IjQwNDEiLCJUb3AiOjAuMCwiTGVmdCI6MC4wLCJSaWdodCI6MC4wLCJCb3R0b20iOjAuMH0sIkJhY2tncm91bmQiOnsiJGlkIjoiNDA0MiIsIkNvbG9yIjp7IiRpZCI6IjQwNDMiLCJBIjoyNTUsIlIiOjAsIkciOjAsIkIiOjB9fSwiSXNWaXNpYmxlIjp0cnVlLCJXaWR0aCI6MC4wLCJIZWlnaHQiOjAuMCwiQm9yZGVyU3R5bGUiOm51bGwsIlBhcmVudFN0eWxlIjpudWxsfSwiUGFyZW50U3R5bGUiOm51bGx9LCJQYXJlbnRTdHlsZSI6bnVsbCwiX2V4cGxpY2l0bHlTZXQiOnsiJGlkIjoiNDA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pbGVzdG9uZVN0eWxlIjpudWxsLCJHcmlkbGluZVBhbmVsU3R5bGUiOnsiJGlkIjoiNDA0NSIsIkdyaWRsaW5lU3R5bGUiOnsiJGlkIjoiNDA0NiIsIkxpbmVDb2xvciI6eyIkaWQiOiI0MDQ3IiwiJHR5cGUiOiJOTFJFLkNvbW1vbi5Eb20uU29saWRDb2xvckJydXNoLCBOTFJFLkNvbW1vbiIsIkNvbG9yIjp7IiRpZCI6IjQwNDgiLCJBIjoyNSwiUiI6NjgsIkciOjg0LCJCIjoxMDZ9fSwiTGluZVdlaWdodCI6MS4wLCJMaW5lVHlwZSI6MCwiUGFyZW50U3R5bGUiOm51bGx9LCJNYXJnaW4iOnsiJGlkIjoiNDA0OSIsIlRvcCI6MC4wLCJMZWZ0IjowLjAsIlJpZ2h0IjowLjAsIkJvdHRvbSI6MC4wfSwiUGFkZGluZyI6eyIkaWQiOiI0MDUwIiwiVG9wIjowLjAsIkxlZnQiOjAuMCwiUmlnaHQiOjAuMCwiQm90dG9tIjowLjB9LCJCYWNrZ3JvdW5kIjpudWxsLCJJc1Zpc2libGUiOmZhbHNlLCJXaWR0aCI6MC4wLCJIZWlnaHQiOjAuMCwiQm9yZGVyU3R5bGUiOnsiJGlkIjoiNDA1MSIsIkxpbmVDb2xvciI6bnVsbCwiTGluZVdlaWdodCI6MC4wLCJMaW5lVHlwZSI6MCwiUGFyZW50U3R5bGUiOm51bGx9LCJQYXJlbnRTdHlsZSI6bnVsbH0sIkFjdGl2aXR5TGluZVBhbmVsU3R5bGUiOnsiJGlkIjoiNDA1MiIsIkFjdGl2aXR5TGluZVN0eWxlIjp7IiRpZCI6IjQwNTMiLCJMaW5lQ29sb3IiOnsiJGlkIjoiNDA1NCIsIiR0eXBlIjoiTkxSRS5Db21tb24uRG9tLlNvbGlkQ29sb3JCcnVzaCwgTkxSRS5Db21tb24iLCJDb2xvciI6eyIkaWQiOiI0MDU1IiwiQSI6MzgsIlIiOjY4LCJHIjoxMTQsIkIiOjE5Nn19LCJMaW5lV2VpZ2h0IjoxLjAsIkxpbmVUeXBlIjowLCJQYXJlbnRTdHlsZSI6bnVsbH0sIk1hcmdpbiI6eyIkaWQiOiI0MDU2IiwiVG9wIjowLjAsIkxlZnQiOjAuMCwiUmlnaHQiOjAuMCwiQm90dG9tIjowLjB9LCJQYWRkaW5nIjp7IiRpZCI6IjQwNTciLCJUb3AiOjAuMCwiTGVmdCI6MC4wLCJSaWdodCI6MC4wLCJCb3R0b20iOjAuMH0sIkJhY2tncm91bmQiOm51bGwsIklzVmlzaWJsZSI6dHJ1ZSwiV2lkdGgiOjAuMCwiSGVpZ2h0IjowLjAsIkJvcmRlclN0eWxlIjp7IiRpZCI6IjQwNTgiLCJMaW5lQ29sb3IiOm51bGwsIkxpbmVXZWlnaHQiOjAuMCwiTGluZVR5cGUiOjAsIlBhcmVudFN0eWxlIjpudWxsfSwiUGFyZW50U3R5bGUiOm51bGx9LCJfc2VsZWN0ZWRUaGVtZVByZXNldENvbG9ycyI6eyIkaWQiOiI0MDU5IiwiVGV4dExpZ2h0Ijp7IiRpZCI6IjQwNjAiLCJBIjoyNTUsIlIiOjI1NSwiRyI6MjU1LCJCIjoyNTV9LCJUZXh0RGFyayI6eyIkaWQiOiI0MDYxIiwiQSI6MjU1LCJSIjowLCJHIjowLCJCIjowfSwiQWNjZW50MSI6eyIkaWQiOiI0MDYyIiwiQSI6MjU1LCJSIjoyMzEsIkciOjIzMCwiQiI6MjMwfSwiQWNjZW50MiI6eyIkaWQiOiI0MDYzIiwiQSI6MjU1LCJSIjo2OCwiRyI6ODQsIkIiOjEwNn0sIkFjY2VudDMiOnsiJGlkIjoiNDA2NCIsIkEiOjI1NSwiUiI6NjgsIkciOjExNCwiQiI6MTk2fSwiQWNjZW50NCI6eyIkaWQiOiI0MDY1IiwiQSI6MjU1LCJSIjoyNTUsIkciOjE5MiwiQiI6MH0sIkFjY2VudDUiOnsiJGlkIjoiNDA2NiIsIkEiOjI1NSwiUiI6MTEyLCJHIjoxNzMsIkIiOjcxfSwiQWNjZW50NiI6eyIkaWQiOiI0MDY3IiwiQSI6MjU1LCJSIjoxNjUsIkciOjE2NSwiQiI6MTY1fSwiQWNjZW50NyI6eyIkaWQiOiI0MDY4IiwiQSI6MjU1LCJSIjo5MSwiRyI6MTU1LCJCIjoyMTN9LCJBY2NlbnQ4Ijp7IiRpZCI6IjQwNjkiLCJBIjoyNTUsIlIiOjIzNywiRyI6MTI1LCJCIjo0OX19LCJTaG93RWxhcHNlZFRpbWVHcmFkaWVudFN0eWxlIjpmYWxzZSwiVGltZWJhbmRSZXNlcnZlZExlZnRBcmVhU3R5bGUiOnsiJGlkIjoiNDA3MCIsIkFjdGl2aXR5SGVhZGVyV2lkdGgiOjAuMCwiSXNTZXQiOmZhbHNlfSwiRGVmYXVsdFN3aW1sYW5lU3R5bGUiOm51bGwsIkRlZmF1bHRTd2ltbGFuZVYyU3R5bGUiOnsiJGlkIjoiNDA3MSIsIlN0eWxlSWQiOiIzMzJjZmIxMy1iNDAxLTRlYzMtYjY1NS03Mzk2OGQwNGQ3NDkiLCJIZWFkZXJTdHlsZSI6eyIkaWQiOiI0MDcyIiwiVGV4dElzVmVydGljYWwiOmZhbHNlLCJUZXh0U3R5bGUiOnsiJGlkIjoiNDA3MyIsIkZvbnRTZXR0aW5ncyI6eyIkaWQiOiI0MDc0IiwiRm9udFNpemUiOjExLCJGb250TmFtZSI6IkNhbGlicmkiLCJJc0JvbGQiOmZhbHNlLCJJc0l0YWxpYyI6ZmFsc2UsIklzVW5kZXJsaW5lZCI6ZmFsc2UsIlBhcmVudFN0eWxlIjpudWxsfSwiQXV0b1NpemUiOjAsIkZvcmVncm91bmQiOnsiJGlkIjoiNDA3NSIsIkNvbG9yIjp7IiRpZCI6IjQwNzYiLCJBIjoyNTUsIlIiOjI1NSwiRyI6MjU1LCJCIjoyNTV9fSwiTWF4V2lkdGgiOjAuMCwiTWF4SGVpZ2h0IjowLjAsIlNtYXJ0Rm9yZWdyb3VuZElzQWN0aXZlIjpmYWxzZSwiSG9yaXpvbnRhbEFsaWdubWVudCI6MCwiVmVydGljYWxBbGlnbm1lbnQiOjAsIlNtYXJ0Rm9yZWdyb3VuZCI6bnVsbCwiQmFja2dyb3VuZEZpbGxUeXBlIjowLCJNYXJnaW4iOnsiJGlkIjoiNDA3NyIsIlRvcCI6MC4wLCJMZWZ0IjowLjAsIlJpZ2h0IjowLjAsIkJvdHRvbSI6MC4wfSwiUGFkZGluZyI6eyIkaWQiOiI0MDc4IiwiVG9wIjowLjAsIkxlZnQiOjAuMCwiUmlnaHQiOjAuMCwiQm90dG9tIjowLjB9LCJCYWNrZ3JvdW5kIjp7IiRpZCI6IjQwNzkiLCJDb2xvciI6eyIkaWQiOiI0MDgwIiwiQSI6MjU1LCJSIjoyNTUsIkciOjI1NSwiQiI6MjU1fX0sIklzVmlzaWJsZSI6ZmFsc2UsIldpZHRoIjowLjAsIkhlaWdodCI6MC4wLCJCb3JkZXJTdHlsZSI6bnVsbCwiUGFyZW50U3R5bGUiOm51bGx9LCJSZWN0YW5nbGVTdHlsZSI6eyIkaWQiOiI0MDgxIiwiTWFyZ2luIjp7IiRpZCI6IjQwODIiLCJUb3AiOjAuMCwiTGVmdCI6MC4wLCJSaWdodCI6MC4wLCJCb3R0b20iOjAuMH0sIlBhZGRpbmciOnsiJGlkIjoiNDA4MyIsIlRvcCI6MC4wLCJMZWZ0IjowLjAsIlJpZ2h0IjowLjAsIkJvdHRvbSI6MC4wfSwiQmFja2dyb3VuZCI6eyIkaWQiOiI0MDg0IiwiQ29sb3IiOnsiJGlkIjoiNDA4NSIsIkEiOjI1NSwiUiI6NjgsIkciOjExNCwiQiI6MTk2fX0sIklzVmlzaWJsZSI6ZmFsc2UsIldpZHRoIjowLjAsIkhlaWdodCI6MC4wLCJCb3JkZXJTdHlsZSI6eyIkaWQiOiI0MDg2IiwiTGluZUNvbG9yIjp7IiRpZCI6IjQwODciLCIkdHlwZSI6Ik5MUkUuQ29tbW9uLkRvbS5Tb2xpZENvbG9yQnJ1c2gsIE5MUkUuQ29tbW9uIiwiQ29sb3IiOnsiJGlkIjoiNDA4OCIsIkEiOjI1NSwiUiI6MjU1LCJHIjoyNTUsIkIiOjI1NX19LCJMaW5lV2VpZ2h0IjowLjAsIkxpbmVUeXBlIjowLCJQYXJlbnRTdHlsZSI6bnVsbH0sIlBhcmVudFN0eWxlIjpudWxsfSwiTWFyZ2luIjp7IiRpZCI6IjQwODkiLCJUb3AiOjAuMCwiTGVmdCI6MC4wLCJSaWdodCI6MC4wLCJCb3R0b20iOjAuMH0sIlBhZGRpbmciOnsiJGlkIjoiNDA5MCIsIlRvcCI6MC4wLCJMZWZ0IjowLjAsIlJpZ2h0IjowLjAsIkJvdHRvbSI6MC4wfSwiQmFja2dyb3VuZCI6bnVsbCwiSXNWaXNpYmxlIjp0cnVlLCJXaWR0aCI6MC4wLCJIZWlnaHQiOjAuMCwiQm9yZGVyU3R5bGUiOm51bGwsIlBhcmVudFN0eWxlIjpudWxsfSwiQmFja2dyb3VuZFN0eWxlIjp7IiRpZCI6IjQwOTEiLCJNYXJnaW4iOnsiJGlkIjoiNDA5MiIsIlRvcCI6MC4wLCJMZWZ0IjowLjAsIlJpZ2h0IjowLjAsIkJvdHRvbSI6MC4wfSwiUGFkZGluZyI6eyIkaWQiOiI0MDkzIiwiVG9wIjowLjAsIkxlZnQiOjAuMCwiUmlnaHQiOjAuMCwiQm90dG9tIjowLjB9LCJCYWNrZ3JvdW5kIjp7IiRpZCI6IjQwOTQiLCJDb2xvciI6eyIkaWQiOiI0MDk1IiwiQSI6NTEsIlIiOjIwMCwiRyI6MjAwLCJCIjoyMDB9fSwiSXNWaXNpYmxlIjp0cnVlLCJXaWR0aCI6MC4wLCJIZWlnaHQiOjAuMCwiQm9yZGVyU3R5bGUiOnsiJGlkIjoiNDA5NiIsIkxpbmVDb2xvciI6eyIkaWQiOiI0MDk3IiwiJHR5cGUiOiJOTFJFLkNvbW1vbi5Eb20uU29saWRDb2xvckJydXNoLCBOTFJFLkNvbW1vbiIsIkNvbG9yIjp7IiRpZCI6IjQwOTgiLCJBIjoyNTUsIlIiOjIzNCwiRyI6MjIsIkIiOjMwfX0sIkxpbmVXZWlnaHQiOjAuMCwiTGluZVR5cGUiOjAsIlBhcmVudFN0eWxlIjpudWxsfSwiUGFyZW50U3R5bGUiOm51bGx9LCJJc0Fib3ZlVGltZWJhbmQiOmZhbHNlLCJTcGFjaW5nIjoyLCJEZWZhdWx0U3dpbWxhbmVUYXNrU3R5bGUiOnsiJGlkIjoiNDA5OSIsIiR0eXBlIjoiTkxSRS5Db21tb24uRG9tLlN0eWxlcy5FeHBsaWNpdFNldGFibGVUYXNrU3R5bGUsIE5MUkUuQ29tbW9uIiwiU2hhcGUiOjEsIlNoYXBlVGhpY2tuZXNzIjowLCJEdXJhdGlvbkZvcm1hdCI6MCwiSW5jbHVkZU5vbldvcmtpbmdEYXlzSW5EdXJhdGlvbiI6ZmFsc2UsIlBlcmNlbnRhZ2VDb21wbGV0ZVN0eWxlIjp7IiRpZCI6IjQxMDAiLCJGb250U2V0dGluZ3MiOnsiJGlkIjoiNDEwMSIsIkZvbnRTaXplIjoxMCwiRm9udE5hbWUiOiJDYWxpYnJpIiwiSXNCb2xkIjpmYWxzZSwiSXNJdGFsaWMiOmZhbHNlLCJJc1VuZGVybGluZWQiOmZhbHNlLCJQYXJlbnRTdHlsZSI6bnVsbH0sIkF1dG9TaXplIjowLCJGb3JlZ3JvdW5kIjp7IiRpZCI6IjQxMDIiLCJDb2xvciI6eyIkaWQiOiI0MTA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QxMDQiLCJUb3AiOjAuMCwiTGVmdCI6MC4wLCJSaWdodCI6MC4wLCJCb3R0b20iOjAuMH0sIlBhZGRpbmciOnsiJGlkIjoiNDEwNSIsIlRvcCI6MC4wLCJMZWZ0IjowLjAsIlJpZ2h0IjowLjAsIkJvdHRvbSI6MC4wfSwiQmFja2dyb3VuZCI6eyIkaWQiOiI0MTA2IiwiQ29sb3IiOnsiJGlkIjoiNDEwNyIsIkEiOjg5LCJSIjowLCJHIjowLCJCIjowfX0sIklzVmlzaWJsZSI6dHJ1ZSwiV2lkdGgiOjAuMCwiSGVpZ2h0IjowLjAsIkJvcmRlclN0eWxlIjp7IiRpZCI6IjQxMDgiLCJMaW5lQ29sb3IiOm51bGwsIkxpbmVXZWlnaHQiOjAuMCwiTGluZVR5cGUiOjAsIlBhcmVudFN0eWxlIjpudWxsfSwiUGFyZW50U3R5bGUiOm51bGx9LCJEdXJhdGlvblN0eWxlIjp7IiRpZCI6IjQxMDkiLCJGb250U2V0dGluZ3MiOnsiJGlkIjoiNDExMCIsIkZvbnRTaXplIjoxMCwiRm9udE5hbWUiOiJDYWxpYnJpIiwiSXNCb2xkIjpmYWxzZSwiSXNJdGFsaWMiOmZhbHNlLCJJc1VuZGVybGluZWQiOmZhbHNlLCJQYXJlbnRTdHlsZSI6bnVsbH0sIkF1dG9TaXplIjowLCJGb3JlZ3JvdW5kIjp7IiRpZCI6IjQxMTEiLCJDb2xvciI6eyIkaWQiOiI0MTE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EzIiwiVG9wIjowLjAsIkxlZnQiOjAuMCwiUmlnaHQiOjAuMCwiQm90dG9tIjowLjB9LCJQYWRkaW5nIjp7IiRpZCI6IjQxMTQiLCJUb3AiOjAuMCwiTGVmdCI6MC4wLCJSaWdodCI6MC4wLCJCb3R0b20iOjAuMH0sIkJhY2tncm91bmQiOnsiJGlkIjoiNDExNSIsIkNvbG9yIjp7IiRpZCI6IjQxMTYiLCJBIjoyNTUsIlIiOjY4LCJHIjo4NCwiQiI6MTA2fX0sIklzVmlzaWJsZSI6dHJ1ZSwiV2lkdGgiOjAuMCwiSGVpZ2h0IjowLjAsIkJvcmRlclN0eWxlIjp7IiRpZCI6IjQxMTciLCJMaW5lQ29sb3IiOm51bGwsIkxpbmVXZWlnaHQiOjAuMCwiTGluZVR5cGUiOjAsIlBhcmVudFN0eWxlIjpudWxsfSwiUGFyZW50U3R5bGUiOm51bGx9LCJIb3Jpem9udGFsQ29ubmVjdG9yU3R5bGUiOnsiJGlkIjoiNDExOCIsIkxpbmVDb2xvciI6eyIkaWQiOiI0MTE5IiwiJHR5cGUiOiJOTFJFLkNvbW1vbi5Eb20uU29saWRDb2xvckJydXNoLCBOTFJFLkNvbW1vbiIsIkNvbG9yIjp7IiRpZCI6IjQxMjAiLCJBIjoyNTUsIlIiOjAsIkciOjAsIkIiOjB9fSwiTGluZVdlaWdodCI6MC4wLCJMaW5lVHlwZSI6MCwiUGFyZW50U3R5bGUiOm51bGx9LCJWZXJ0aWNhbENvbm5lY3RvclN0eWxlIjp7IiRpZCI6IjQxMjEiLCJMaW5lQ29sb3IiOnsiJGlkIjoiNDEyMiIsIiR0eXBlIjoiTkxSRS5Db21tb24uRG9tLlNvbGlkQ29sb3JCcnVzaCwgTkxSRS5Db21tb24iLCJDb2xvciI6eyIkaWQiOiI0MTI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0MTI0IiwiU2hhcGVTdHlsZSI6eyIkaWQiOiI0MTI1IiwiTWFyZ2luIjp7IiRpZCI6IjQxMjYiLCJUb3AiOjAuMCwiTGVmdCI6MC4wLCJSaWdodCI6MC4wLCJCb3R0b20iOjAuMH0sIlBhZGRpbmciOnsiJGlkIjoiNDEyNyIsIlRvcCI6MC4wLCJMZWZ0IjowLjAsIlJpZ2h0IjowLjAsIkJvdHRvbSI6MC4wfSwiQmFja2dyb3VuZCI6eyIkaWQiOiI0MTI4IiwiQ29sb3IiOnsiJGlkIjoiNDEyOSIsIkEiOjE1MywiUiI6MCwiRyI6MCwiQiI6MH19LCJJc1Zpc2libGUiOnRydWUsIldpZHRoIjowLjAsIkhlaWdodCI6MC4wLCJCb3JkZXJTdHlsZSI6eyIkaWQiOiI0MTMwIiwiTGluZUNvbG9yIjp7IiRpZCI6IjQxMzEiLCIkdHlwZSI6Ik5MUkUuQ29tbW9uLkRvbS5Tb2xpZENvbG9yQnJ1c2gsIE5MUkUuQ29tbW9uIiwiQ29sb3IiOnsiJGlkIjoiNDEzMiIsIkEiOjI1NSwiUiI6MjU1LCJHIjowLCJCIjowfX0sIkxpbmVXZWlnaHQiOjAuMCwiTGluZVR5cGUiOjAsIlBhcmVudFN0eWxlIjpudWxsfSwiUGFyZW50U3R5bGUiOm51bGx9LCJNYXJnaW4iOnsiJGlkIjoiNDEzMyIsIlRvcCI6MC4wLCJMZWZ0IjowLjAsIlJpZ2h0IjowLjAsIkJvdHRvbSI6MC4wfSwiUGFkZGluZyI6eyIkaWQiOiI0MTM0IiwiVG9wIjowLjAsIkxlZnQiOjAuMCwiUmlnaHQiOjAuMCwiQm90dG9tIjowLjB9LCJCYWNrZ3JvdW5kIjpudWxsLCJJc1Zpc2libGUiOnRydWUsIldpZHRoIjowLjAsIkhlaWdodCI6MC4wLCJCb3JkZXJTdHlsZSI6bnVsbCwiUGFyZW50U3R5bGUiOm51bGx9LCJTaGFwZVN0eWxlIjp7IiRpZCI6IjQxMzUiLCJNYXJnaW4iOnsiJGlkIjoiNDEzNiIsIlRvcCI6MC4wLCJMZWZ0Ijo0LjAsIlJpZ2h0Ijo0LjAsIkJvdHRvbSI6MC4wfSwiUGFkZGluZyI6eyIkaWQiOiI0MTM3IiwiVG9wIjowLjAsIkxlZnQiOjAuMCwiUmlnaHQiOjAuMCwiQm90dG9tIjowLjB9LCJCYWNrZ3JvdW5kIjp7IiRpZCI6IjQxMzgiLCJDb2xvciI6eyIkaWQiOiI0MTM5IiwiQSI6MjU1LCJSIjo2OCwiRyI6MTE0LCJCIjoxOTZ9fSwiSXNWaXNpYmxlIjp0cnVlLCJXaWR0aCI6MC4wLCJIZWlnaHQiOjEwLjAsIkJvcmRlclN0eWxlIjp7IiRpZCI6IjQxNDAiLCJMaW5lQ29sb3IiOnsiJGlkIjoiNDE0MSIsIiR0eXBlIjoiTkxSRS5Db21tb24uRG9tLlNvbGlkQ29sb3JCcnVzaCwgTkxSRS5Db21tb24iLCJDb2xvciI6eyIkaWQiOiI0MTQyIiwiQSI6MjU1LCJSIjoyMzQsIkciOjIyLCJCIjozMH19LCJMaW5lV2VpZ2h0IjowLjAsIkxpbmVUeXBlIjowLCJQYXJlbnRTdHlsZSI6bnVsbH0sIlBhcmVudFN0eWxlIjpudWxsfSwiVGl0bGVTdHlsZSI6eyIkaWQiOiI0MTQzIiwiRm9udFNldHRpbmdzIjp7IiRpZCI6IjQxNDQiLCJGb250U2l6ZSI6MTEsIkZvbnROYW1lIjoiQ2FsaWJyaSIsIklzQm9sZCI6ZmFsc2UsIklzSXRhbGljIjpmYWxzZSwiSXNVbmRlcmxpbmVkIjpmYWxzZSwiUGFyZW50U3R5bGUiOm51bGx9LCJBdXRvU2l6ZSI6MCwiRm9yZWdyb3VuZCI6eyIkaWQiOiI0MTQ1IiwiQ29sb3IiOnsiJGlkIjoiNDE0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Q3IiwiVG9wIjowLjAsIkxlZnQiOjAuMCwiUmlnaHQiOjAuMCwiQm90dG9tIjowLjB9LCJQYWRkaW5nIjp7IiRpZCI6IjQxNDgiLCJUb3AiOjAuMCwiTGVmdCI6MC4wLCJSaWdodCI6MC4wLCJCb3R0b20iOjAuMH0sIkJhY2tncm91bmQiOnsiJGlkIjoiNDE0OSIsIkNvbG9yIjp7IiRpZCI6IjQxNTAiLCJBIjoyNTUsIlIiOjAsIkciOjAsIkIiOjB9fSwiSXNWaXNpYmxlIjp0cnVlLCJXaWR0aCI6MC4wLCJIZWlnaHQiOjAuMCwiQm9yZGVyU3R5bGUiOnsiJGlkIjoiNDE1MSIsIkxpbmVDb2xvciI6bnVsbCwiTGluZVdlaWdodCI6MC4wLCJMaW5lVHlwZSI6MCwiUGFyZW50U3R5bGUiOm51bGx9LCJQYXJlbnRTdHlsZSI6bnVsbH0sIkRhdGVTdHlsZSI6eyIkaWQiOiI0MTUyIiwiRm9udFNldHRpbmdzIjp7IiRpZCI6IjQxNTMiLCJGb250U2l6ZSI6MTAsIkZvbnROYW1lIjoiQ2FsaWJyaSIsIklzQm9sZCI6ZmFsc2UsIklzSXRhbGljIjpmYWxzZSwiSXNVbmRlcmxpbmVkIjpmYWxzZSwiUGFyZW50U3R5bGUiOm51bGx9LCJBdXRvU2l6ZSI6MCwiRm9yZWdyb3VuZCI6eyIkaWQiOiI0MTU0IiwiQ29sb3IiOnsiJGlkIjoiNDE1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E1NiIsIlRvcCI6MC4wLCJMZWZ0IjowLjAsIlJpZ2h0IjowLjAsIkJvdHRvbSI6MC4wfSwiUGFkZGluZyI6eyIkaWQiOiI0MTU3IiwiVG9wIjowLjAsIkxlZnQiOjAuMCwiUmlnaHQiOjAuMCwiQm90dG9tIjowLjB9LCJCYWNrZ3JvdW5kIjp7IiRpZCI6IjQxNTgiLCJDb2xvciI6eyIkaWQiOiI0MTU5IiwiQSI6MjU1LCJSIjo2OCwiRyI6ODQsIkIiOjEwNn19LCJJc1Zpc2libGUiOnRydWUsIldpZHRoIjowLjAsIkhlaWdodCI6MC4wLCJCb3JkZXJTdHlsZSI6eyIkaWQiOiI0MTYwIiwiTGluZUNvbG9yIjpudWxsLCJMaW5lV2VpZ2h0IjowLjAsIkxpbmVUeXBlIjowLCJQYXJlbnRTdHlsZSI6bnVsbH0sIlBhcmVudFN0eWxlIjpudWxsfSwiRGF0ZUZvcm1hdCI6eyIkaWQiOiI0MTY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xNjIiLCJGb3JtYXQiOjAsIklzVmlzaWJsZSI6ZmFsc2UsIkxhc3RLbm93blZpc2liaWxpdHlTdGF0ZSI6ZmFsc2V9LCJJc1Zpc2libGUiOnRydWUsIlZhcmlhbmNlU3R5bGUiOnsiJGlkIjoiNDE2MyIsIlRleHRTdHlsZSI6eyIkaWQiOiI0MTY0IiwiRm9udFNldHRpbmdzIjp7IiRpZCI6IjQxNjUiLCJGb250U2l6ZSI6MTAsIkZvbnROYW1lIjoiQ2FsaWJyaSIsIklzQm9sZCI6ZmFsc2UsIklzSXRhbGljIjpmYWxzZSwiSXNVbmRlcmxpbmVkIjpmYWxzZSwiUGFyZW50U3R5bGUiOm51bGx9LCJBdXRvU2l6ZSI6MCwiRm9yZWdyb3VuZCI6eyIkaWQiOiI0MTY2IiwiQ29sb3IiOnsiJGlkIjoiNDE2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TY4IiwiVG9wIjowLjAsIkxlZnQiOjAuMCwiUmlnaHQiOjAuMCwiQm90dG9tIjowLjB9LCJQYWRkaW5nIjp7IiRpZCI6IjQxNjkiLCJUb3AiOjAuMCwiTGVmdCI6MC4wLCJSaWdodCI6MC4wLCJCb3R0b20iOjAuMH0sIkJhY2tncm91bmQiOnsiJGlkIjoiNDE3MCIsIkNvbG9yIjp7IiRpZCI6IjQxNzEiLCJBIjoyNTUsIlIiOjAsIkciOjAsIkIiOjB9fSwiSXNWaXNpYmxlIjp0cnVlLCJXaWR0aCI6MC4wLCJIZWlnaHQiOjAuMCwiQm9yZGVyU3R5bGUiOm51bGwsIlBhcmVudFN0eWxlIjpudWxsfSwiUGFyZW50U3R5bGUiOm51bGx9LCJQYXJlbnRTdHlsZSI6bnVsbCwiX2V4cGxpY2l0bHlTZXQiOnsiJGlkIjoiNDE3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xNzMiLCJTaGFwZSI6MSwiQ29ubmVjdG9yTWFyZ2luIjp7IiRpZCI6IjQxNzQiLCJUb3AiOjAuMCwiTGVmdCI6Mi4wLCJSaWdodCI6Mi4wLCJCb3R0b20iOjAuMH0sIkNvbm5lY3RvclN0eWxlIjp7IiRpZCI6IjQxNzUiLCJMaW5lQ29sb3IiOnsiJGlkIjoiNDE3NiIsIiR0eXBlIjoiTkxSRS5Db21tb24uRG9tLlNvbGlkQ29sb3JCcnVzaCwgTkxSRS5Db21tb24iLCJDb2xvciI6eyIkaWQiOiI0MTc3IiwiQSI6MTI3LCJSIjozNCwiRyI6NTcsIkIiOjk4fX0sIkxpbmVXZWlnaHQiOjEuMCwiTGluZVR5cGUiOjAsIlBhcmVudFN0eWxlIjpudWxsfSwiSXNCZWxvd1RpbWViYW5kIjpmYWxzZSwiUG9zaXRpb25PblRhc2siOjEsIkhpZGVEYXRlIjpmYWxzZSwiU2hhcGVTaXplIjowLCJTcGFjaW5nIjowLjAsIlBhZGRpbmciOnsiJGlkIjoiNDE3OCIsIlRvcCI6NS4wLCJMZWZ0IjozLjAsIlJpZ2h0IjowLjAsIkJvdHRvbSI6Mi4wfSwiU2hhcGVTdHlsZSI6eyIkaWQiOiI0MTc5IiwiTWFyZ2luIjp7IiRpZCI6IjQxODAiLCJUb3AiOjAuMCwiTGVmdCI6MC4wLCJSaWdodCI6MC4wLCJCb3R0b20iOjAuMH0sIlBhZGRpbmciOnsiJGlkIjoiNDE4MSIsIlRvcCI6MC4wLCJMZWZ0IjowLjAsIlJpZ2h0IjowLjAsIkJvdHRvbSI6MC4wfSwiQmFja2dyb3VuZCI6eyIkaWQiOiI0MTgyIiwiQ29sb3IiOnsiJGlkIjoiNDE4MyIsIkEiOjI1NSwiUiI6MzQsIkciOjU3LCJCIjo5OH19LCJJc1Zpc2libGUiOnRydWUsIldpZHRoIjoxMi4wLCJIZWlnaHQiOjE0LjAsIkJvcmRlclN0eWxlIjp7IiRpZCI6IjQxODQiLCJMaW5lQ29sb3IiOnsiJGlkIjoiNDE4NSIsIiR0eXBlIjoiTkxSRS5Db21tb24uRG9tLlNvbGlkQ29sb3JCcnVzaCwgTkxSRS5Db21tb24iLCJDb2xvciI6eyIkaWQiOiI0MTg2IiwiQSI6MjU1LCJSIjoyNTUsIkciOjAsIkIiOjB9fSwiTGluZVdlaWdodCI6MC4wLCJMaW5lVHlwZSI6MCwiUGFyZW50U3R5bGUiOm51bGx9LCJQYXJlbnRTdHlsZSI6bnVsbH0sIlRpdGxlU3R5bGUiOnsiJGlkIjoiNDE4NyIsIkZvbnRTZXR0aW5ncyI6eyIkaWQiOiI0MTg4IiwiRm9udFNpemUiOjExLCJGb250TmFtZSI6IkNhbGlicmkiLCJJc0JvbGQiOmZhbHNlLCJJc0l0YWxpYyI6ZmFsc2UsIklzVW5kZXJsaW5lZCI6ZmFsc2UsIlBhcmVudFN0eWxlIjpudWxsfSwiQXV0b1NpemUiOjAsIkZvcmVncm91bmQiOnsiJGlkIjoiNDE4OSIsIkNvbG9yIjp7IiRpZCI6IjQxOT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DE5MSIsIlRvcCI6MC4wLCJMZWZ0IjowLjAsIlJpZ2h0IjowLjAsIkJvdHRvbSI6MC4wfSwiUGFkZGluZyI6eyIkaWQiOiI0MTkyIiwiVG9wIjowLjAsIkxlZnQiOjAuMCwiUmlnaHQiOjAuMCwiQm90dG9tIjowLjB9LCJCYWNrZ3JvdW5kIjp7IiRpZCI6IjQxOTMiLCJDb2xvciI6eyIkaWQiOiI0MTk0IiwiQSI6MjU1LCJSIjowLCJHIjowLCJCIjowfX0sIklzVmlzaWJsZSI6dHJ1ZSwiV2lkdGgiOjAuMCwiSGVpZ2h0IjowLjAsIkJvcmRlclN0eWxlIjp7IiRpZCI6IjQxOTUiLCJMaW5lQ29sb3IiOm51bGwsIkxpbmVXZWlnaHQiOjAuMCwiTGluZVR5cGUiOjAsIlBhcmVudFN0eWxlIjpudWxsfSwiUGFyZW50U3R5bGUiOm51bGx9LCJEYXRlU3R5bGUiOnsiJGlkIjoiNDE5NiIsIkZvbnRTZXR0aW5ncyI6eyIkaWQiOiI0MTk3IiwiRm9udFNpemUiOjEwLCJGb250TmFtZSI6IkNhbGlicmkiLCJJc0JvbGQiOmZhbHNlLCJJc0l0YWxpYyI6ZmFsc2UsIklzVW5kZXJsaW5lZCI6ZmFsc2UsIlBhcmVudFN0eWxlIjpudWxsfSwiQXV0b1NpemUiOjAsIkZvcmVncm91bmQiOnsiJGlkIjoiNDE5OCIsIkNvbG9yIjp7IiRpZCI6IjQxOT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QyMDAiLCJUb3AiOjAuMCwiTGVmdCI6MC4wLCJSaWdodCI6MC4wLCJCb3R0b20iOjAuMH0sIlBhZGRpbmciOnsiJGlkIjoiNDIwMSIsIlRvcCI6MC4wLCJMZWZ0IjowLjAsIlJpZ2h0IjowLjAsIkJvdHRvbSI6MC4wfSwiQmFja2dyb3VuZCI6eyIkaWQiOiI0MjAyIiwiQ29sb3IiOnsiJGlkIjoiNDIwMyIsIkEiOjI1NSwiUiI6NjgsIkciOjg0LCJCIjoxMDZ9fSwiSXNWaXNpYmxlIjp0cnVlLCJXaWR0aCI6MC4wLCJIZWlnaHQiOjAuMCwiQm9yZGVyU3R5bGUiOnsiJGlkIjoiNDIwNCIsIkxpbmVDb2xvciI6bnVsbCwiTGluZVdlaWdodCI6MC4wLCJMaW5lVHlwZSI6MCwiUGFyZW50U3R5bGUiOm51bGx9LCJQYXJlbnRTdHlsZSI6bnVsbH0sIkRhdGVGb3JtYXQiOnsiJGlkIjoiNDIw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A2IiwiRm9ybWF0IjowLCJJc1Zpc2libGUiOmZhbHNlLCJMYXN0S25vd25WaXNpYmlsaXR5U3RhdGUiOmZhbHNlfSwiSXNWaXNpYmxlIjp0cnVlLCJWYXJpYW5jZVN0eWxlIjp7IiRpZCI6IjQyMDciLCJUZXh0U3R5bGUiOnsiJGlkIjoiNDIwOCIsIkZvbnRTZXR0aW5ncyI6eyIkaWQiOiI0MjA5IiwiRm9udFNpemUiOjEwLCJGb250TmFtZSI6IkNhbGlicmkiLCJJc0JvbGQiOmZhbHNlLCJJc0l0YWxpYyI6ZmFsc2UsIklzVW5kZXJsaW5lZCI6ZmFsc2UsIlBhcmVudFN0eWxlIjpudWxsfSwiQXV0b1NpemUiOjAsIkZvcmVncm91bmQiOnsiJGlkIjoiNDIxMCIsIkNvbG9yIjp7IiRpZCI6IjQyM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xMiIsIlRvcCI6MC4wLCJMZWZ0IjowLjAsIlJpZ2h0IjowLjAsIkJvdHRvbSI6MC4wfSwiUGFkZGluZyI6eyIkaWQiOiI0MjEzIiwiVG9wIjowLjAsIkxlZnQiOjAuMCwiUmlnaHQiOjAuMCwiQm90dG9tIjowLjB9LCJCYWNrZ3JvdW5kIjp7IiRpZCI6IjQyMTQiLCJDb2xvciI6eyIkaWQiOiI0MjE1IiwiQSI6MjU1LCJSIjowLCJHIjowLCJCIjowfX0sIklzVmlzaWJsZSI6dHJ1ZSwiV2lkdGgiOjAuMCwiSGVpZ2h0IjowLjAsIkJvcmRlclN0eWxlIjpudWxsLCJQYXJlbnRTdHlsZSI6bnVsbH0sIlBhcmVudFN0eWxlIjpudWxsfSwiUGFyZW50U3R5bGUiOm51bGx9LCJEZWZhdWx0U3dpbWxhbmVNaWxlc3RvbmVTdHlsZSI6eyIkaWQiOiI0MjE2IiwiVGl0bGVQb3NpdGlvbiI6IkxlZnQiLCJEYXRlUG9zaXRpb24iOiJSaWdodCIsIlZhcmlhbmNlUG9zaXRpb24iOiJSaWdodCIsIlNoYXBlVHlwZSI6MSwiU2hhcGVTaXplIjowLCJTcGFjaW5nIjo1LCJTaGFwZVN0eWxlIjp7IiRpZCI6IjQyMTciLCJNYXJnaW4iOnsiJGlkIjoiNDIxOCIsIlRvcCI6MC4wLCJMZWZ0IjowLjAsIlJpZ2h0IjowLjAsIkJvdHRvbSI6MC4wfSwiUGFkZGluZyI6eyIkaWQiOiI0MjE5IiwiVG9wIjowLjAsIkxlZnQiOjAuMCwiUmlnaHQiOjAuMCwiQm90dG9tIjowLjB9LCJCYWNrZ3JvdW5kIjp7IiRpZCI6IjQyMjAiLCJDb2xvciI6eyIkaWQiOiI0MjIxIiwiQSI6MjU1LCJSIjo2OCwiRyI6MTE0LCJCIjoxOTZ9fSwiSXNWaXNpYmxlIjp0cnVlLCJXaWR0aCI6MTIuMCwiSGVpZ2h0IjoxNC4wLCJCb3JkZXJTdHlsZSI6eyIkaWQiOiI0MjIyIiwiTGluZUNvbG9yIjp7IiRpZCI6IjQyMjMiLCIkdHlwZSI6Ik5MUkUuQ29tbW9uLkRvbS5Tb2xpZENvbG9yQnJ1c2gsIE5MUkUuQ29tbW9uIiwiQ29sb3IiOnsiJGlkIjoiNDIyNCIsIkEiOjI1NSwiUiI6MjM0LCJHIjoyMiwiQiI6MzB9fSwiTGluZVdlaWdodCI6MC4wLCJMaW5lVHlwZSI6MCwiUGFyZW50U3R5bGUiOm51bGx9LCJQYXJlbnRTdHlsZSI6bnVsbH0sIlRpdGxlU3R5bGUiOnsiJGlkIjoiNDIyNSIsIkZvbnRTZXR0aW5ncyI6eyIkaWQiOiI0MjI2IiwiRm9udFNpemUiOjExLCJGb250TmFtZSI6IkNhbGlicmkiLCJJc0JvbGQiOmZhbHNlLCJJc0l0YWxpYyI6ZmFsc2UsIklzVW5kZXJsaW5lZCI6ZmFsc2UsIlBhcmVudFN0eWxlIjpudWxsfSwiQXV0b1NpemUiOjAsIkZvcmVncm91bmQiOnsiJGlkIjoiNDIyNyIsIkNvbG9yIjp7IiRpZCI6IjQyM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NDIyOSIsIlRvcCI6MC4wLCJMZWZ0IjowLjAsIlJpZ2h0IjowLjAsIkJvdHRvbSI6MC4wfSwiUGFkZGluZyI6eyIkaWQiOiI0MjMwIiwiVG9wIjowLjAsIkxlZnQiOjAuMCwiUmlnaHQiOjAuMCwiQm90dG9tIjowLjB9LCJCYWNrZ3JvdW5kIjp7IiRpZCI6IjQyMzEiLCJDb2xvciI6eyIkaWQiOiI0MjMyIiwiQSI6MjU1LCJSIjowLCJHIjowLCJCIjowfX0sIklzVmlzaWJsZSI6dHJ1ZSwiV2lkdGgiOjAuMCwiSGVpZ2h0IjowLjAsIkJvcmRlclN0eWxlIjp7IiRpZCI6IjQyMzMiLCJMaW5lQ29sb3IiOm51bGwsIkxpbmVXZWlnaHQiOjAuMCwiTGluZVR5cGUiOjAsIlBhcmVudFN0eWxlIjpudWxsfSwiUGFyZW50U3R5bGUiOm51bGx9LCJEYXRlU3R5bGUiOnsiJGlkIjoiNDIzNCIsIkZvbnRTZXR0aW5ncyI6eyIkaWQiOiI0MjM1IiwiRm9udFNpemUiOjEwLCJGb250TmFtZSI6IkNhbGlicmkiLCJJc0JvbGQiOmZhbHNlLCJJc0l0YWxpYyI6ZmFsc2UsIklzVW5kZXJsaW5lZCI6ZmFsc2UsIlBhcmVudFN0eWxlIjpudWxsfSwiQXV0b1NpemUiOjAsIkZvcmVncm91bmQiOnsiJGlkIjoiNDIzNiIsIkNvbG9yIjp7IiRpZCI6IjQyM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yMzgiLCJUb3AiOjAuMCwiTGVmdCI6MC4wLCJSaWdodCI6MC4wLCJCb3R0b20iOjAuMH0sIlBhZGRpbmciOnsiJGlkIjoiNDIzOSIsIlRvcCI6MC4wLCJMZWZ0IjowLjAsIlJpZ2h0IjowLjAsIkJvdHRvbSI6MC4wfSwiQmFja2dyb3VuZCI6eyIkaWQiOiI0MjQwIiwiQ29sb3IiOnsiJGlkIjoiNDI0MSIsIkEiOjI1NSwiUiI6NjgsIkciOjg0LCJCIjoxMDZ9fSwiSXNWaXNpYmxlIjp0cnVlLCJXaWR0aCI6MC4wLCJIZWlnaHQiOjAuMCwiQm9yZGVyU3R5bGUiOnsiJGlkIjoiNDI0MiIsIkxpbmVDb2xvciI6bnVsbCwiTGluZVdlaWdodCI6MC4wLCJMaW5lVHlwZSI6MCwiUGFyZW50U3R5bGUiOm51bGx9LCJQYXJlbnRTdHlsZSI6bnVsbH0sIkRhdGVGb3JtYXQiOnsiJGlkIjoiNDI0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Q0IiwiRm9ybWF0IjowLCJJc1Zpc2libGUiOmZhbHNlLCJMYXN0S25vd25WaXNpYmlsaXR5U3RhdGUiOmZhbHNlfSwiSXNWaXNpYmxlIjp0cnVlLCJWYXJpYW5jZVN0eWxlIjp7IiRpZCI6IjQyNDUiLCJUZXh0U3R5bGUiOnsiJGlkIjoiNDI0NiIsIkZvbnRTZXR0aW5ncyI6eyIkaWQiOiI0MjQ3IiwiRm9udFNpemUiOjEwLCJGb250TmFtZSI6IkNhbGlicmkiLCJJc0JvbGQiOmZhbHNlLCJJc0l0YWxpYyI6ZmFsc2UsIklzVW5kZXJsaW5lZCI6ZmFsc2UsIlBhcmVudFN0eWxlIjpudWxsfSwiQXV0b1NpemUiOjAsIkZvcmVncm91bmQiOnsiJGlkIjoiNDI0OCIsIkNvbG9yIjp7IiRpZCI6IjQyN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1MCIsIlRvcCI6MC4wLCJMZWZ0IjowLjAsIlJpZ2h0IjowLjAsIkJvdHRvbSI6MC4wfSwiUGFkZGluZyI6eyIkaWQiOiI0MjUxIiwiVG9wIjowLjAsIkxlZnQiOjAuMCwiUmlnaHQiOjAuMCwiQm90dG9tIjowLjB9LCJCYWNrZ3JvdW5kIjp7IiRpZCI6IjQyNTIiLCJDb2xvciI6eyIkaWQiOiI0MjUzIiwiQSI6MjU1LCJSIjowLCJHIjowLCJCIjowfX0sIklzVmlzaWJsZSI6dHJ1ZSwiV2lkdGgiOjAuMCwiSGVpZ2h0IjowLjAsIkJvcmRlclN0eWxlIjpudWxsLCJQYXJlbnRTdHlsZSI6bnVsbH0sIlBhcmVudFN0eWxlIjpudWxsfSwiUGFyZW50U3R5bGUiOm51bGx9LCJEZWZhdWx0U3dpbWxhbmVBY3Rpdml0eVN0eWxlIjp7IiRpZCI6IjQyNTQiLCJIZWFkZXJTdHlsZSI6eyIkaWQiOiI0MjU1IiwiVGV4dFN0eWxlIjp7IiRpZCI6IjQyNTYiLCJGb250U2V0dGluZ3MiOnsiJGlkIjoiNDI1NyIsIkZvbnRTaXplIjoxMSwiRm9udE5hbWUiOiJDYWxpYnJpIiwiSXNCb2xkIjpmYWxzZSwiSXNJdGFsaWMiOmZhbHNlLCJJc1VuZGVybGluZWQiOmZhbHNlLCJQYXJlbnRTdHlsZSI6bnVsbH0sIkF1dG9TaXplIjowLCJGb3JlZ3JvdW5kIjp7IiRpZCI6IjQyNTgiLCJDb2xvciI6eyIkaWQiOiI0MjU5IiwiQSI6MjU1LCJSIjo2NCwiRyI6NjQsIkIiOjY0fX0sIk1heFdpZHRoIjowLjAsIk1heEhlaWdodCI6MC4wLCJTbWFydEZvcmVncm91bmRJc0FjdGl2ZSI6ZmFsc2UsIkhvcml6b250YWxBbGlnbm1lbnQiOjAsIlZlcnRpY2FsQWxpZ25tZW50IjowLCJTbWFydEZvcmVncm91bmQiOm51bGwsIkJhY2tncm91bmRGaWxsVHlwZSI6MCwiTWFyZ2luIjp7IiRpZCI6IjQyNjAiLCJUb3AiOjAuMCwiTGVmdCI6MC4wLCJSaWdodCI6MC4wLCJCb3R0b20iOjAuMH0sIlBhZGRpbmciOnsiJGlkIjoiNDI2MSIsIlRvcCI6MC4wLCJMZWZ0IjowLjAsIlJpZ2h0IjowLjAsIkJvdHRvbSI6MC4wfSwiQmFja2dyb3VuZCI6eyIkaWQiOiI0MjYyIiwiQ29sb3IiOnsiJGlkIjoiNDI2MyIsIkEiOjI1NSwiUiI6NjQsIkciOjY0LCJCIjo2NH19LCJJc1Zpc2libGUiOmZhbHNlLCJXaWR0aCI6MC4wLCJIZWlnaHQiOjAuMCwiQm9yZGVyU3R5bGUiOm51bGwsIlBhcmVudFN0eWxlIjpudWxsfSwiUmVjdGFuZ2xlU3R5bGUiOnsiJGlkIjoiNDI2NCIsIk1hcmdpbiI6eyIkaWQiOiI0MjY1IiwiVG9wIjowLjAsIkxlZnQiOjAuMCwiUmlnaHQiOjAuMCwiQm90dG9tIjowLjB9LCJQYWRkaW5nIjp7IiRpZCI6IjQyNjYiLCJUb3AiOjAuMCwiTGVmdCI6MC4wLCJSaWdodCI6MC4wLCJCb3R0b20iOjAuMH0sIkJhY2tncm91bmQiOnsiJGlkIjoiNDI2NyIsIkNvbG9yIjp7IiRpZCI6IjQyNjgiLCJBIjoxMjcsIlIiOjY4LCJHIjoxMTQsIkIiOjE5Nn19LCJJc1Zpc2libGUiOmZhbHNlLCJXaWR0aCI6MC4wLCJIZWlnaHQiOjAuMCwiQm9yZGVyU3R5bGUiOnsiJGlkIjoiNDI2OSIsIkxpbmVDb2xvciI6eyIkaWQiOiI0MjcwIiwiJHR5cGUiOiJOTFJFLkNvbW1vbi5Eb20uU29saWRDb2xvckJydXNoLCBOTFJFLkNvbW1vbiIsIkNvbG9yIjp7IiRpZCI6IjQyNzEiLCJBIjoyNTUsIlIiOjI1NSwiRyI6MCwiQiI6MH19LCJMaW5lV2VpZ2h0IjowLjAsIkxpbmVUeXBlIjowLCJQYXJlbnRTdHlsZSI6bnVsbH0sIlBhcmVudFN0eWxlIjpudWxsfSwiTWFyZ2luIjp7IiRpZCI6IjQyNzIiLCJUb3AiOjAuMCwiTGVmdCI6MC4wLCJSaWdodCI6MC4wLCJCb3R0b20iOjAuMH0sIlBhZGRpbmciOnsiJGlkIjoiNDI3MyIsIlRvcCI6MC4wLCJMZWZ0IjowLjAsIlJpZ2h0IjowLjAsIkJvdHRvbSI6MC4wfSwiQmFja2dyb3VuZCI6bnVsbCwiSXNWaXNpYmxlIjp0cnVlLCJXaWR0aCI6MC4wLCJIZWlnaHQiOjAuMCwiQm9yZGVyU3R5bGUiOm51bGwsIlBhcmVudFN0eWxlIjpudWxsfSwiQmFja2dyb3VuZFN0eWxlIjp7IiRpZCI6IjQyNzQiLCJNYXJnaW4iOnsiJGlkIjoiNDI3NSIsIlRvcCI6MC4wLCJMZWZ0IjowLjAsIlJpZ2h0IjowLjAsIkJvdHRvbSI6MC4wfSwiUGFkZGluZyI6eyIkaWQiOiI0Mjc2IiwiVG9wIjowLjAsIkxlZnQiOjAuMCwiUmlnaHQiOjAuMCwiQm90dG9tIjowLjB9LCJCYWNrZ3JvdW5kIjp7IiRpZCI6IjQyNzciLCJDb2xvciI6eyIkaWQiOiI0Mjc4IiwiQSI6NTEsIlIiOjIwMCwiRyI6MjAwLCJCIjoyMDB9fSwiSXNWaXNpYmxlIjp0cnVlLCJXaWR0aCI6MC4wLCJIZWlnaHQiOjAuMCwiQm9yZGVyU3R5bGUiOnsiJGlkIjoiNDI3OSIsIkxpbmVDb2xvciI6eyIkaWQiOiI0MjgwIiwiJHR5cGUiOiJOTFJFLkNvbW1vbi5Eb20uU29saWRDb2xvckJydXNoLCBOTFJFLkNvbW1vbiIsIkNvbG9yIjp7IiRpZCI6IjQyODEiLCJBIjoyNTUsIlIiOjIzNCwiRyI6MjIsIkIiOjMwfX0sIkxpbmVXZWlnaHQiOjAuMCwiTGluZVR5cGUiOjAsIlBhcmVudFN0eWxlIjpudWxsfSwiUGFyZW50U3R5bGUiOm51bGx9LCJNYXJnaW4iOnsiJGlkIjoiNDI4MiIsIlRvcCI6MC4wLCJMZWZ0IjowLjAsIlJpZ2h0IjowLjAsIkJvdHRvbSI6MC4wfSwiUGFkZGluZyI6eyIkaWQiOiI0MjgzIiwiVG9wIjowLjAsIkxlZnQiOjAuMCwiUmlnaHQiOjAuMCwiQm90dG9tIjowLjB9LCJJc1Zpc2libGUiOnRydWUsIldpZHRoIjowLjAsIkhlaWdodCI6MC4wLCJCb3JkZXJTdHlsZSI6eyIkaWQiOiI0Mjg0IiwiTGluZUNvbG9yIjpudWxsLCJMaW5lV2VpZ2h0IjowLjAsIkxpbmVUeXBlIjowLCJQYXJlbnRTdHlsZSI6bnVsbH0sIlBhcmVudFN0eWxlIjpudWxsfSwiTWFyZ2luIjp7IiRpZCI6IjQyODUiLCJUb3AiOjAuMCwiTGVmdCI6MC4wLCJSaWdodCI6MC4wLCJCb3R0b20iOjAuMH0sIlBhZGRpbmciOnsiJGlkIjoiNDI4NiIsIlRvcCI6MC4wLCJMZWZ0IjowLjAsIlJpZ2h0IjowLjAsIkJvdHRvbSI6MC4wfSwiSXNWaXNpYmxlIjp0cnVlLCJXaWR0aCI6MC4wLCJIZWlnaHQiOjAuMCwiQm9yZGVyU3R5bGUiOnsiJGlkIjoiNDI4NyIsIkxpbmVDb2xvciI6bnVsbCwiTGluZVdlaWdodCI6MC4wLCJMaW5lVHlwZSI6MCwiUGFyZW50U3R5bGUiOm51bGx9LCJQYXJlbnRTdHlsZSI6bnVsbH0sIl9hZGRpdGlvbmFsU3dpbWxhbmVWMlN0eWxlcyI6W3siJGlkIjoiNDI4OCIsIlN0eWxlSWQiOiI5ODUxM2UxMC01NTFjLTRmMzAtYWMxMS1hMDY5MGU5MDMxMzQiLCJIZWFkZXJTdHlsZSI6eyIkaWQiOiI0Mjg5IiwiVGV4dElzVmVydGljYWwiOmZhbHNlLCJUZXh0U3R5bGUiOnsiJGlkIjoiNDI5MCIsIkZvbnRTZXR0aW5ncyI6eyIkaWQiOiI0MjkxIiwiRm9udFNpemUiOjExLCJGb250TmFtZSI6IkNhbGlicmkiLCJJc0JvbGQiOmZhbHNlLCJJc0l0YWxpYyI6ZmFsc2UsIklzVW5kZXJsaW5lZCI6ZmFsc2UsIlBhcmVudFN0eWxlIjpudWxsfSwiQXV0b1NpemUiOjIsIkZvcmVncm91bmQiOnsiJGlkIjoiNDI5MiIsIkNvbG9yIjp7IiRpZCI6IjQyOTMiLCJBIjoyNTUsIlIiOjM4LCJHIjozOCwiQiI6Mzh9fSwiTWF4V2lkdGgiOiJJbmZpbml0eSIsIk1heEhlaWdodCI6IkluZmluaXR5IiwiU21hcnRGb3JlZ3JvdW5kSXNBY3RpdmUiOmZhbHNlLCJIb3Jpem9udGFsQWxpZ25tZW50IjoxLCJWZXJ0aWNhbEFsaWdubWVudCI6MCwiU21hcnRGb3JlZ3JvdW5kIjpudWxsLCJCYWNrZ3JvdW5kRmlsbFR5cGUiOjAsIk1hcmdpbiI6eyIkaWQiOiI0Mjk0IiwiVG9wIjowLjAsIkxlZnQiOjAuMCwiUmlnaHQiOjAuMCwiQm90dG9tIjowLjB9LCJQYWRkaW5nIjp7IiRpZCI6IjQyOTUiLCJUb3AiOjAuMCwiTGVmdCI6MC4wLCJSaWdodCI6MC4wLCJCb3R0b20iOjAuMH0sIkJhY2tncm91bmQiOnsiJGlkIjoiNDI5NiIsIkNvbG9yIjp7IiRpZCI6IjQyOTciLCJBIjoyNTUsIlIiOjM4LCJHIjozOCwiQiI6Mzh9fSwiSXNWaXNpYmxlIjp0cnVlLCJXaWR0aCI6MC4wLCJIZWlnaHQiOjAuMCwiQm9yZGVyU3R5bGUiOm51bGwsIlBhcmVudFN0eWxlIjpudWxsfSwiUmVjdGFuZ2xlU3R5bGUiOnsiJGlkIjoiNDI5OCIsIk1hcmdpbiI6eyIkaWQiOiI0Mjk5IiwiVG9wIjowLjAsIkxlZnQiOjAuMCwiUmlnaHQiOjAuMCwiQm90dG9tIjowLjB9LCJQYWRkaW5nIjp7IiRpZCI6IjQzMDAiLCJUb3AiOjAuMCwiTGVmdCI6MC4wLCJSaWdodCI6MC4wLCJCb3R0b20iOjAuMH0sIkJhY2tncm91bmQiOnsiJGlkIjoiNDMwMSIsIkNvbG9yIjp7IiRpZCI6IjQzMDIiLCJBIjoyNTUsIlIiOjI1NSwiRyI6MTkyLCJCIjowfX0sIklzVmlzaWJsZSI6dHJ1ZSwiV2lkdGgiOjAuMCwiSGVpZ2h0IjowLjAsIkJvcmRlclN0eWxlIjp7IiRpZCI6IjQzMDMiLCJMaW5lQ29sb3IiOnsiJGlkIjoiNDMwNCIsIiR0eXBlIjoiTkxSRS5Db21tb24uRG9tLlNvbGlkQ29sb3JCcnVzaCwgTkxSRS5Db21tb24iLCJDb2xvciI6eyIkaWQiOiI0MzA1IiwiQSI6MjU1LCJSIjoyNTUsIkciOjI1NSwiQiI6MjU1fX0sIkxpbmVXZWlnaHQiOjAuMCwiTGluZVR5cGUiOjAsIlBhcmVudFN0eWxlIjpudWxsfSwiUGFyZW50U3R5bGUiOm51bGx9LCJNYXJnaW4iOnsiJGlkIjoiNDMwNiIsIlRvcCI6MC4wLCJMZWZ0IjowLjAsIlJpZ2h0IjowLjAsIkJvdHRvbSI6MC4wfSwiUGFkZGluZyI6eyIkaWQiOiI0MzA3IiwiVG9wIjowLjAsIkxlZnQiOjAuMCwiUmlnaHQiOjAuMCwiQm90dG9tIjowLjB9LCJCYWNrZ3JvdW5kIjpudWxsLCJJc1Zpc2libGUiOnRydWUsIldpZHRoIjowLjAsIkhlaWdodCI6MC4wLCJCb3JkZXJTdHlsZSI6bnVsbCwiUGFyZW50U3R5bGUiOm51bGx9LCJCYWNrZ3JvdW5kU3R5bGUiOnsiJGlkIjoiNDMwOCIsIk1hcmdpbiI6eyIkaWQiOiI0MzA5IiwiVG9wIjowLjAsIkxlZnQiOjAuMCwiUmlnaHQiOjAuMCwiQm90dG9tIjowLjB9LCJQYWRkaW5nIjp7IiRpZCI6IjQzMTAiLCJUb3AiOjAuMCwiTGVmdCI6MC4wLCJSaWdodCI6MC4wLCJCb3R0b20iOjAuMH0sIkJhY2tncm91bmQiOnsiJGlkIjoiNDMxMSIsIkNvbG9yIjp7IiRpZCI6IjQzMTIiLCJBIjo1MSwiUiI6MjAwLCJHIjoyMDAsIkIiOjIwMH19LCJJc1Zpc2libGUiOnRydWUsIldpZHRoIjowLjAsIkhlaWdodCI6MC4wLCJCb3JkZXJTdHlsZSI6eyIkaWQiOiI0MzEzIiwiTGluZUNvbG9yIjp7IiRpZCI6IjQzMTQiLCIkdHlwZSI6Ik5MUkUuQ29tbW9uLkRvbS5Tb2xpZENvbG9yQnJ1c2gsIE5MUkUuQ29tbW9uIiwiQ29sb3IiOnsiJGlkIjoiNDMxNSIsIkEiOjI1NSwiUiI6MjM0LCJHIjoyMiwiQiI6MzB9fSwiTGluZVdlaWdodCI6MC4wLCJMaW5lVHlwZSI6MCwiUGFyZW50U3R5bGUiOm51bGx9LCJQYXJlbnRTdHlsZSI6bnVsbH0sIklzQWJvdmVUaW1lYmFuZCI6ZmFsc2UsIlNwYWNpbmciOjIsIkRlZmF1bHRTd2ltbGFuZVRhc2tTdHlsZSI6eyIkaWQiOiI0MzE2IiwiJHR5cGUiOiJOTFJFLkNvbW1vbi5Eb20uU3R5bGVzLkV4cGxpY2l0U2V0YWJsZVRhc2tTdHlsZSwgTkxSRS5Db21tb24iLCJTaGFwZSI6MSwiU2hhcGVUaGlja25lc3MiOjAsIkR1cmF0aW9uRm9ybWF0IjowLCJJbmNsdWRlTm9uV29ya2luZ0RheXNJbkR1cmF0aW9uIjpmYWxzZSwiUGVyY2VudGFnZUNvbXBsZXRlU3R5bGUiOnsiJGlkIjoiNDMxNyIsIkZvbnRTZXR0aW5ncyI6eyIkaWQiOiI0MzE4IiwiRm9udFNpemUiOjEwLCJGb250TmFtZSI6IkNhbGlicmkiLCJJc0JvbGQiOmZhbHNlLCJJc0l0YWxpYyI6ZmFsc2UsIklzVW5kZXJsaW5lZCI6ZmFsc2UsIlBhcmVudFN0eWxlIjpudWxsfSwiQXV0b1NpemUiOjAsIkZvcmVncm91bmQiOnsiJGlkIjoiNDMxOSIsIkNvbG9yIjp7IiRpZCI6IjQzMj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MyMSIsIlRvcCI6MC4wLCJMZWZ0IjowLjAsIlJpZ2h0IjowLjAsIkJvdHRvbSI6MC4wfSwiUGFkZGluZyI6eyIkaWQiOiI0MzIyIiwiVG9wIjowLjAsIkxlZnQiOjAuMCwiUmlnaHQiOjAuMCwiQm90dG9tIjowLjB9LCJCYWNrZ3JvdW5kIjp7IiRpZCI6IjQzMjMiLCJDb2xvciI6eyIkaWQiOiI0MzI0IiwiQSI6ODksIlIiOjAsIkciOjAsIkIiOjB9fSwiSXNWaXNpYmxlIjp0cnVlLCJXaWR0aCI6MC4wLCJIZWlnaHQiOjAuMCwiQm9yZGVyU3R5bGUiOnsiJGlkIjoiNDMyNSIsIkxpbmVDb2xvciI6bnVsbCwiTGluZVdlaWdodCI6MC4wLCJMaW5lVHlwZSI6MCwiUGFyZW50U3R5bGUiOm51bGx9LCJQYXJlbnRTdHlsZSI6bnVsbH0sIkR1cmF0aW9uU3R5bGUiOnsiJGlkIjoiNDMyNiIsIkZvbnRTZXR0aW5ncyI6eyIkaWQiOiI0MzI3IiwiRm9udFNpemUiOjEwLCJGb250TmFtZSI6IkNhbGlicmkiLCJJc0JvbGQiOmZhbHNlLCJJc0l0YWxpYyI6ZmFsc2UsIklzVW5kZXJsaW5lZCI6ZmFsc2UsIlBhcmVudFN0eWxlIjpudWxsfSwiQXV0b1NpemUiOjAsIkZvcmVncm91bmQiOnsiJGlkIjoiNDMyOCIsIkNvbG9yIjp7IiRpZCI6IjQzMj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zMzAiLCJUb3AiOjAuMCwiTGVmdCI6MC4wLCJSaWdodCI6MC4wLCJCb3R0b20iOjAuMH0sIlBhZGRpbmciOnsiJGlkIjoiNDMzMSIsIlRvcCI6MC4wLCJMZWZ0IjowLjAsIlJpZ2h0IjowLjAsIkJvdHRvbSI6MC4wfSwiQmFja2dyb3VuZCI6eyIkaWQiOiI0MzMyIiwiQ29sb3IiOnsiJGlkIjoiNDMzMyIsIkEiOjI1NSwiUiI6NjgsIkciOjg0LCJCIjoxMDZ9fSwiSXNWaXNpYmxlIjp0cnVlLCJXaWR0aCI6MC4wLCJIZWlnaHQiOjAuMCwiQm9yZGVyU3R5bGUiOnsiJGlkIjoiNDMzNCIsIkxpbmVDb2xvciI6bnVsbCwiTGluZVdlaWdodCI6MC4wLCJMaW5lVHlwZSI6MCwiUGFyZW50U3R5bGUiOm51bGx9LCJQYXJlbnRTdHlsZSI6bnVsbH0sIkhvcml6b250YWxDb25uZWN0b3JTdHlsZSI6eyIkaWQiOiI0MzM1IiwiTGluZUNvbG9yIjp7IiRpZCI6IjQzMzYiLCIkdHlwZSI6Ik5MUkUuQ29tbW9uLkRvbS5Tb2xpZENvbG9yQnJ1c2gsIE5MUkUuQ29tbW9uIiwiQ29sb3IiOnsiJGlkIjoiNDMzNyIsIkEiOjI1NSwiUiI6MCwiRyI6MCwiQiI6MH19LCJMaW5lV2VpZ2h0IjowLjAsIkxpbmVUeXBlIjowLCJQYXJlbnRTdHlsZSI6bnVsbH0sIlZlcnRpY2FsQ29ubmVjdG9yU3R5bGUiOnsiJGlkIjoiNDMzOCIsIkxpbmVDb2xvciI6eyIkaWQiOiI0MzM5IiwiJHR5cGUiOiJOTFJFLkNvbW1vbi5Eb20uU29saWRDb2xvckJydXNoLCBOTFJFLkNvbW1vbiIsIkNvbG9yIjp7IiRpZCI6IjQzND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MzQxIiwiU2hhcGVTdHlsZSI6eyIkaWQiOiI0MzQyIiwiTWFyZ2luIjp7IiRpZCI6IjQzNDMiLCJUb3AiOjAuMCwiTGVmdCI6MC4wLCJSaWdodCI6MC4wLCJCb3R0b20iOjAuMH0sIlBhZGRpbmciOnsiJGlkIjoiNDM0NCIsIlRvcCI6MC4wLCJMZWZ0IjowLjAsIlJpZ2h0IjowLjAsIkJvdHRvbSI6MC4wfSwiQmFja2dyb3VuZCI6eyIkaWQiOiI0MzQ1IiwiQ29sb3IiOnsiJGlkIjoiNDM0NiIsIkEiOjE1MywiUiI6MCwiRyI6MCwiQiI6MH19LCJJc1Zpc2libGUiOnRydWUsIldpZHRoIjowLjAsIkhlaWdodCI6MC4wLCJCb3JkZXJTdHlsZSI6eyIkaWQiOiI0MzQ3IiwiTGluZUNvbG9yIjp7IiRpZCI6IjQzNDgiLCIkdHlwZSI6Ik5MUkUuQ29tbW9uLkRvbS5Tb2xpZENvbG9yQnJ1c2gsIE5MUkUuQ29tbW9uIiwiQ29sb3IiOnsiJGlkIjoiNDM0OSIsIkEiOjI1NSwiUiI6MjU1LCJHIjowLCJCIjowfX0sIkxpbmVXZWlnaHQiOjAuMCwiTGluZVR5cGUiOjAsIlBhcmVudFN0eWxlIjpudWxsfSwiUGFyZW50U3R5bGUiOm51bGx9LCJNYXJnaW4iOnsiJGlkIjoiNDM1MCIsIlRvcCI6MC4wLCJMZWZ0IjowLjAsIlJpZ2h0IjowLjAsIkJvdHRvbSI6MC4wfSwiUGFkZGluZyI6eyIkaWQiOiI0MzUxIiwiVG9wIjowLjAsIkxlZnQiOjAuMCwiUmlnaHQiOjAuMCwiQm90dG9tIjowLjB9LCJCYWNrZ3JvdW5kIjpudWxsLCJJc1Zpc2libGUiOnRydWUsIldpZHRoIjowLjAsIkhlaWdodCI6MC4wLCJCb3JkZXJTdHlsZSI6bnVsbCwiUGFyZW50U3R5bGUiOm51bGx9LCJTaGFwZVN0eWxlIjp7IiRpZCI6IjQzNTIiLCJNYXJnaW4iOnsiJGlkIjoiNDM1MyIsIlRvcCI6MC4wLCJMZWZ0Ijo0LjAsIlJpZ2h0Ijo0LjAsIkJvdHRvbSI6MC4wfSwiUGFkZGluZyI6eyIkaWQiOiI0MzU0IiwiVG9wIjowLjAsIkxlZnQiOjAuMCwiUmlnaHQiOjAuMCwiQm90dG9tIjowLjB9LCJCYWNrZ3JvdW5kIjp7IiRpZCI6IjQzNTUiLCJDb2xvciI6eyIkaWQiOiI0MzU2IiwiQSI6MjU1LCJSIjoyNTUsIkciOjE5MiwiQiI6MH19LCJJc1Zpc2libGUiOnRydWUsIldpZHRoIjowLjAsIkhlaWdodCI6MTAuMCwiQm9yZGVyU3R5bGUiOnsiJGlkIjoiNDM1NyIsIkxpbmVDb2xvciI6eyIkaWQiOiI0MzU4IiwiJHR5cGUiOiJOTFJFLkNvbW1vbi5Eb20uU29saWRDb2xvckJydXNoLCBOTFJFLkNvbW1vbiIsIkNvbG9yIjp7IiRpZCI6IjQzNTkiLCJBIjoyNTUsIlIiOjIzNCwiRyI6MjIsIkIiOjMwfX0sIkxpbmVXZWlnaHQiOjAuMCwiTGluZVR5cGUiOjAsIlBhcmVudFN0eWxlIjpudWxsfSwiUGFyZW50U3R5bGUiOm51bGx9LCJUaXRsZVN0eWxlIjp7IiRpZCI6IjQzNjAiLCJGb250U2V0dGluZ3MiOnsiJGlkIjoiNDM2MSIsIkZvbnRTaXplIjoxMSwiRm9udE5hbWUiOiJDYWxpYnJpIiwiSXNCb2xkIjpmYWxzZSwiSXNJdGFsaWMiOmZhbHNlLCJJc1VuZGVybGluZWQiOmZhbHNlLCJQYXJlbnRTdHlsZSI6bnVsbH0sIkF1dG9TaXplIjowLCJGb3JlZ3JvdW5kIjp7IiRpZCI6IjQzNjIiLCJDb2xvciI6eyIkaWQiOiI0Mz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NjQiLCJUb3AiOjAuMCwiTGVmdCI6MC4wLCJSaWdodCI6MC4wLCJCb3R0b20iOjAuMH0sIlBhZGRpbmciOnsiJGlkIjoiNDM2NSIsIlRvcCI6MC4wLCJMZWZ0IjowLjAsIlJpZ2h0IjowLjAsIkJvdHRvbSI6MC4wfSwiQmFja2dyb3VuZCI6eyIkaWQiOiI0MzY2IiwiQ29sb3IiOnsiJGlkIjoiNDM2NyIsIkEiOjI1NSwiUiI6MCwiRyI6MCwiQiI6MH19LCJJc1Zpc2libGUiOnRydWUsIldpZHRoIjowLjAsIkhlaWdodCI6MC4wLCJCb3JkZXJTdHlsZSI6eyIkaWQiOiI0MzY4IiwiTGluZUNvbG9yIjpudWxsLCJMaW5lV2VpZ2h0IjowLjAsIkxpbmVUeXBlIjowLCJQYXJlbnRTdHlsZSI6bnVsbH0sIlBhcmVudFN0eWxlIjpudWxsfSwiRGF0ZVN0eWxlIjp7IiRpZCI6IjQzNjkiLCJGb250U2V0dGluZ3MiOnsiJGlkIjoiNDM3MCIsIkZvbnRTaXplIjoxMCwiRm9udE5hbWUiOiJDYWxpYnJpIiwiSXNCb2xkIjpmYWxzZSwiSXNJdGFsaWMiOmZhbHNlLCJJc1VuZGVybGluZWQiOmZhbHNlLCJQYXJlbnRTdHlsZSI6bnVsbH0sIkF1dG9TaXplIjowLCJGb3JlZ3JvdW5kIjp7IiRpZCI6IjQzNzEiLCJDb2xvciI6eyIkaWQiOiI0Mzc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0MzczIiwiVG9wIjowLjAsIkxlZnQiOjAuMCwiUmlnaHQiOjAuMCwiQm90dG9tIjowLjB9LCJQYWRkaW5nIjp7IiRpZCI6IjQzNzQiLCJUb3AiOjAuMCwiTGVmdCI6MC4wLCJSaWdodCI6MC4wLCJCb3R0b20iOjAuMH0sIkJhY2tncm91bmQiOnsiJGlkIjoiNDM3NSIsIkNvbG9yIjp7IiRpZCI6IjQzNzYiLCJBIjoyNTUsIlIiOjY4LCJHIjo4NCwiQiI6MTA2fX0sIklzVmlzaWJsZSI6dHJ1ZSwiV2lkdGgiOjAuMCwiSGVpZ2h0IjowLjAsIkJvcmRlclN0eWxlIjp7IiRpZCI6IjQzNzciLCJMaW5lQ29sb3IiOm51bGwsIkxpbmVXZWlnaHQiOjAuMCwiTGluZVR5cGUiOjAsIlBhcmVudFN0eWxlIjpudWxsfSwiUGFyZW50U3R5bGUiOm51bGx9LCJEYXRlRm9ybWF0Ijp7IiRpZCI6IjQz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M3OSIsIkZvcm1hdCI6MCwiSXNWaXNpYmxlIjpmYWxzZSwiTGFzdEtub3duVmlzaWJpbGl0eVN0YXRlIjpmYWxzZX0sIklzVmlzaWJsZSI6dHJ1ZSwiVmFyaWFuY2VTdHlsZSI6eyIkaWQiOiI0MzgwIiwiVGV4dFN0eWxlIjp7IiRpZCI6IjQzODEiLCJGb250U2V0dGluZ3MiOnsiJGlkIjoiNDM4MiIsIkZvbnRTaXplIjoxMCwiRm9udE5hbWUiOiJDYWxpYnJpIiwiSXNCb2xkIjpmYWxzZSwiSXNJdGFsaWMiOmZhbHNlLCJJc1VuZGVybGluZWQiOmZhbHNlLCJQYXJlbnRTdHlsZSI6bnVsbH0sIkF1dG9TaXplIjowLCJGb3JlZ3JvdW5kIjp7IiRpZCI6IjQzODMiLCJDb2xvciI6eyIkaWQiOiI0Mz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ODUiLCJUb3AiOjAuMCwiTGVmdCI6MC4wLCJSaWdodCI6MC4wLCJCb3R0b20iOjAuMH0sIlBhZGRpbmciOnsiJGlkIjoiNDM4NiIsIlRvcCI6MC4wLCJMZWZ0IjowLjAsIlJpZ2h0IjowLjAsIkJvdHRvbSI6MC4wfSwiQmFja2dyb3VuZCI6eyIkaWQiOiI0Mzg3IiwiQ29sb3IiOnsiJGlkIjoiNDM4OCIsIkEiOjI1NSwiUiI6MCwiRyI6MCwiQiI6MH19LCJJc1Zpc2libGUiOnRydWUsIldpZHRoIjowLjAsIkhlaWdodCI6MC4wLCJCb3JkZXJTdHlsZSI6eyIkaWQiOiI0Mzg5IiwiTGluZUNvbG9yIjpudWxsLCJMaW5lV2VpZ2h0IjowLjAsIkxpbmVUeXBlIjowLCJQYXJlbnRTdHlsZSI6bnVsbH0sIlBhcmVudFN0eWxlIjpudWxsfSwiUGFyZW50U3R5bGUiOm51bGx9LCJQYXJlbnRTdHlsZSI6bnVsbCwiX2V4cGxpY2l0bHlTZXQiOnsiJGlkIjoiNDM5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zOTEiLCJTaGFwZSI6MSwiQ29ubmVjdG9yTWFyZ2luIjp7IiRpZCI6IjQzOTIiLCJUb3AiOjAuMCwiTGVmdCI6Mi4wLCJSaWdodCI6Mi4wLCJCb3R0b20iOjAuMH0sIkNvbm5lY3RvclN0eWxlIjp7IiRpZCI6IjQzOTMiLCJMaW5lQ29sb3IiOnsiJGlkIjoiNDM5NCIsIiR0eXBlIjoiTkxSRS5Db21tb24uRG9tLlNvbGlkQ29sb3JCcnVzaCwgTkxSRS5Db21tb24iLCJDb2xvciI6eyIkaWQiOiI0Mzk1IiwiQSI6MTI3LCJSIjoxMjcsIkciOjk2LCJCIjowfX0sIkxpbmVXZWlnaHQiOjEuMCwiTGluZVR5cGUiOjAsIlBhcmVudFN0eWxlIjpudWxsfSwiSXNCZWxvd1RpbWViYW5kIjpmYWxzZSwiUG9zaXRpb25PblRhc2siOjEsIkhpZGVEYXRlIjpmYWxzZSwiU2hhcGVTaXplIjowLCJTcGFjaW5nIjowLjAsIlBhZGRpbmciOnsiJGlkIjoiNDM5NiIsIlRvcCI6NS4wLCJMZWZ0IjozLjAsIlJpZ2h0IjowLjAsIkJvdHRvbSI6Mi4wfSwiU2hhcGVTdHlsZSI6eyIkaWQiOiI0Mzk3IiwiTWFyZ2luIjp7IiRpZCI6IjQzOTgiLCJUb3AiOjAuMCwiTGVmdCI6MC4wLCJSaWdodCI6MC4wLCJCb3R0b20iOjAuMH0sIlBhZGRpbmciOnsiJGlkIjoiNDM5OSIsIlRvcCI6MC4wLCJMZWZ0IjowLjAsIlJpZ2h0IjowLjAsIkJvdHRvbSI6MC4wfSwiQmFja2dyb3VuZCI6eyIkaWQiOiI0NDAwIiwiQ29sb3IiOnsiJGlkIjoiNDQwMSIsIkEiOjI1NSwiUiI6MTI3LCJHIjo5NiwiQiI6MH19LCJJc1Zpc2libGUiOnRydWUsIldpZHRoIjoxMi4wLCJIZWlnaHQiOjE0LjAsIkJvcmRlclN0eWxlIjp7IiRpZCI6IjQ0MDIiLCJMaW5lQ29sb3IiOnsiJGlkIjoiNDQwMyIsIiR0eXBlIjoiTkxSRS5Db21tb24uRG9tLlNvbGlkQ29sb3JCcnVzaCwgTkxSRS5Db21tb24iLCJDb2xvciI6eyIkaWQiOiI0NDA0IiwiQSI6MjU1LCJSIjoyNTUsIkciOjI1NSwiQiI6MjU1fX0sIkxpbmVXZWlnaHQiOjAuMCwiTGluZVR5cGUiOjAsIlBhcmVudFN0eWxlIjpudWxsfSwiUGFyZW50U3R5bGUiOm51bGx9LCJUaXRsZVN0eWxlIjp7IiRpZCI6IjQ0MDUiLCJGb250U2V0dGluZ3MiOnsiJGlkIjoiNDQwNiIsIkZvbnRTaXplIjoxMSwiRm9udE5hbWUiOiJDYWxpYnJpIiwiSXNCb2xkIjpmYWxzZSwiSXNJdGFsaWMiOmZhbHNlLCJJc1VuZGVybGluZWQiOmZhbHNlLCJQYXJlbnRTdHlsZSI6bnVsbH0sIkF1dG9TaXplIjowLCJGb3JlZ3JvdW5kIjp7IiRpZCI6IjQ0MDciLCJDb2xvciI6eyIkaWQiOiI0ND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0MDkiLCJUb3AiOjAuMCwiTGVmdCI6MC4wLCJSaWdodCI6MC4wLCJCb3R0b20iOjAuMH0sIlBhZGRpbmciOnsiJGlkIjoiNDQxMCIsIlRvcCI6MC4wLCJMZWZ0IjowLjAsIlJpZ2h0IjowLjAsIkJvdHRvbSI6MC4wfSwiQmFja2dyb3VuZCI6eyIkaWQiOiI0NDExIiwiQ29sb3IiOnsiJGlkIjoiNDQxMiIsIkEiOjI1NSwiUiI6MCwiRyI6MCwiQiI6MH19LCJJc1Zpc2libGUiOnRydWUsIldpZHRoIjowLjAsIkhlaWdodCI6MC4wLCJCb3JkZXJTdHlsZSI6eyIkaWQiOiI0NDEzIiwiTGluZUNvbG9yIjpudWxsLCJMaW5lV2VpZ2h0IjowLjAsIkxpbmVUeXBlIjowLCJQYXJlbnRTdHlsZSI6bnVsbH0sIlBhcmVudFN0eWxlIjpudWxsfSwiRGF0ZVN0eWxlIjp7IiRpZCI6IjQ0MTQiLCJGb250U2V0dGluZ3MiOnsiJGlkIjoiNDQxNSIsIkZvbnRTaXplIjoxMCwiRm9udE5hbWUiOiJDYWxpYnJpIiwiSXNCb2xkIjpmYWxzZSwiSXNJdGFsaWMiOmZhbHNlLCJJc1VuZGVybGluZWQiOmZhbHNlLCJQYXJlbnRTdHlsZSI6bnVsbH0sIkF1dG9TaXplIjowLCJGb3JlZ3JvdW5kIjp7IiRpZCI6IjQ0MTYiLCJDb2xvciI6eyIkaWQiOiI0NDE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NDE4IiwiVG9wIjowLjAsIkxlZnQiOjAuMCwiUmlnaHQiOjAuMCwiQm90dG9tIjowLjB9LCJQYWRkaW5nIjp7IiRpZCI6IjQ0MTkiLCJUb3AiOjAuMCwiTGVmdCI6MC4wLCJSaWdodCI6MC4wLCJCb3R0b20iOjAuMH0sIkJhY2tncm91bmQiOnsiJGlkIjoiNDQyMCIsIkNvbG9yIjp7IiRpZCI6IjQ0MjEiLCJBIjoyNTUsIlIiOjY4LCJHIjo4NCwiQiI6MTA2fX0sIklzVmlzaWJsZSI6dHJ1ZSwiV2lkdGgiOjAuMCwiSGVpZ2h0IjowLjAsIkJvcmRlclN0eWxlIjp7IiRpZCI6IjQ0MjIiLCJMaW5lQ29sb3IiOm51bGwsIkxpbmVXZWlnaHQiOjAuMCwiTGluZVR5cGUiOjAsIlBhcmVudFN0eWxlIjpudWxsfSwiUGFyZW50U3R5bGUiOm51bGx9LCJEYXRlRm9ybWF0Ijp7IiRpZCI6IjQ0Mj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QyNCIsIkZvcm1hdCI6MCwiSXNWaXNpYmxlIjpmYWxzZSwiTGFzdEtub3duVmlzaWJpbGl0eVN0YXRlIjpmYWxzZX0sIklzVmlzaWJsZSI6ZmFsc2UsIlZhcmlhbmNlU3R5bGUiOnsiJGlkIjoiNDQyNSIsIlRleHRTdHlsZSI6eyIkaWQiOiI0NDI2IiwiRm9udFNldHRpbmdzIjp7IiRpZCI6IjQ0MjciLCJGb250U2l6ZSI6MTAsIkZvbnROYW1lIjoiQ2FsaWJyaSIsIklzQm9sZCI6ZmFsc2UsIklzSXRhbGljIjpmYWxzZSwiSXNVbmRlcmxpbmVkIjpmYWxzZSwiUGFyZW50U3R5bGUiOm51bGx9LCJBdXRvU2l6ZSI6MCwiRm9yZWdyb3VuZCI6eyIkaWQiOiI0NDI4IiwiQ29sb3IiOnsiJGlkIjoiNDQ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MwIiwiVG9wIjowLjAsIkxlZnQiOjAuMCwiUmlnaHQiOjAuMCwiQm90dG9tIjowLjB9LCJQYWRkaW5nIjp7IiRpZCI6IjQ0MzEiLCJUb3AiOjAuMCwiTGVmdCI6MC4wLCJSaWdodCI6MC4wLCJCb3R0b20iOjAuMH0sIkJhY2tncm91bmQiOnsiJGlkIjoiNDQzMiIsIkNvbG9yIjp7IiRpZCI6IjQ0MzMiLCJBIjoyNTUsIlIiOjAsIkciOjAsIkIiOjB9fSwiSXNWaXNpYmxlIjp0cnVlLCJXaWR0aCI6MC4wLCJIZWlnaHQiOjAuMCwiQm9yZGVyU3R5bGUiOnsiJGlkIjoiNDQzNCIsIkxpbmVDb2xvciI6bnVsbCwiTGluZVdlaWdodCI6MC4wLCJMaW5lVHlwZSI6MCwiUGFyZW50U3R5bGUiOm51bGx9LCJQYXJlbnRTdHlsZSI6bnVsbH0sIlBhcmVudFN0eWxlIjpudWxsfSwiUGFyZW50U3R5bGUiOm51bGx9LCJEZWZhdWx0U3dpbWxhbmVNaWxlc3RvbmVTdHlsZSI6eyIkaWQiOiI0NDM1IiwiVGl0bGVQb3NpdGlvbiI6IkxlZnQiLCJEYXRlUG9zaXRpb24iOiJSaWdodCIsIlZhcmlhbmNlUG9zaXRpb24iOiJSaWdodCIsIlNoYXBlVHlwZSI6MSwiU2hhcGVTaXplIjowLCJTcGFjaW5nIjo1LCJTaGFwZVN0eWxlIjp7IiRpZCI6IjQ0MzYiLCJNYXJnaW4iOnsiJGlkIjoiNDQzNyIsIlRvcCI6MC4wLCJMZWZ0IjowLjAsIlJpZ2h0IjowLjAsIkJvdHRvbSI6MC4wfSwiUGFkZGluZyI6eyIkaWQiOiI0NDM4IiwiVG9wIjowLjAsIkxlZnQiOjAuMCwiUmlnaHQiOjAuMCwiQm90dG9tIjowLjB9LCJCYWNrZ3JvdW5kIjp7IiRpZCI6IjQ0MzkiLCJDb2xvciI6eyIkaWQiOiI0NDQwIiwiQSI6MjU1LCJSIjoyNTUsIkciOjE5MiwiQiI6MH19LCJJc1Zpc2libGUiOnRydWUsIldpZHRoIjoxMi4wLCJIZWlnaHQiOjE0LjAsIkJvcmRlclN0eWxlIjp7IiRpZCI6IjQ0NDEiLCJMaW5lQ29sb3IiOnsiJGlkIjoiNDQ0MiIsIiR0eXBlIjoiTkxSRS5Db21tb24uRG9tLlNvbGlkQ29sb3JCcnVzaCwgTkxSRS5Db21tb24iLCJDb2xvciI6eyIkaWQiOiI0NDQzIiwiQSI6MjU1LCJSIjoyMzQsIkciOjIyLCJCIjozMH19LCJMaW5lV2VpZ2h0IjowLjAsIkxpbmVUeXBlIjowLCJQYXJlbnRTdHlsZSI6bnVsbH0sIlBhcmVudFN0eWxlIjpudWxsfSwiVGl0bGVTdHlsZSI6eyIkaWQiOiI0NDQ0IiwiRm9udFNldHRpbmdzIjp7IiRpZCI6IjQ0NDUiLCJGb250U2l6ZSI6MTEsIkZvbnROYW1lIjoiQ2FsaWJyaSIsIklzQm9sZCI6ZmFsc2UsIklzSXRhbGljIjpmYWxzZSwiSXNVbmRlcmxpbmVkIjpmYWxzZSwiUGFyZW50U3R5bGUiOm51bGx9LCJBdXRvU2l6ZSI6MCwiRm9yZWdyb3VuZCI6eyIkaWQiOiI0NDQ2IiwiQ29sb3IiOnsiJGlkIjoiNDQ0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DQ4IiwiVG9wIjowLjAsIkxlZnQiOjAuMCwiUmlnaHQiOjAuMCwiQm90dG9tIjowLjB9LCJQYWRkaW5nIjp7IiRpZCI6IjQ0NDkiLCJUb3AiOjAuMCwiTGVmdCI6MC4wLCJSaWdodCI6MC4wLCJCb3R0b20iOjAuMH0sIkJhY2tncm91bmQiOnsiJGlkIjoiNDQ1MCIsIkNvbG9yIjp7IiRpZCI6IjQ0NTEiLCJBIjoyNTUsIlIiOjAsIkciOjAsIkIiOjB9fSwiSXNWaXNpYmxlIjp0cnVlLCJXaWR0aCI6MC4wLCJIZWlnaHQiOjAuMCwiQm9yZGVyU3R5bGUiOnsiJGlkIjoiNDQ1MiIsIkxpbmVDb2xvciI6bnVsbCwiTGluZVdlaWdodCI6MC4wLCJMaW5lVHlwZSI6MCwiUGFyZW50U3R5bGUiOm51bGx9LCJQYXJlbnRTdHlsZSI6bnVsbH0sIkRhdGVTdHlsZSI6eyIkaWQiOiI0NDUzIiwiRm9udFNldHRpbmdzIjp7IiRpZCI6IjQ0NTQiLCJGb250U2l6ZSI6MTAsIkZvbnROYW1lIjoiQ2FsaWJyaSIsIklzQm9sZCI6ZmFsc2UsIklzSXRhbGljIjpmYWxzZSwiSXNVbmRlcmxpbmVkIjpmYWxzZSwiUGFyZW50U3R5bGUiOm51bGx9LCJBdXRvU2l6ZSI6MCwiRm9yZWdyb3VuZCI6eyIkaWQiOiI0NDU1IiwiQ29sb3IiOnsiJGlkIjoiNDQ1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Q1NyIsIlRvcCI6MC4wLCJMZWZ0IjowLjAsIlJpZ2h0IjowLjAsIkJvdHRvbSI6MC4wfSwiUGFkZGluZyI6eyIkaWQiOiI0NDU4IiwiVG9wIjowLjAsIkxlZnQiOjAuMCwiUmlnaHQiOjAuMCwiQm90dG9tIjowLjB9LCJCYWNrZ3JvdW5kIjp7IiRpZCI6IjQ0NTkiLCJDb2xvciI6eyIkaWQiOiI0NDYwIiwiQSI6MjU1LCJSIjo2OCwiRyI6ODQsIkIiOjEwNn19LCJJc1Zpc2libGUiOnRydWUsIldpZHRoIjowLjAsIkhlaWdodCI6MC4wLCJCb3JkZXJTdHlsZSI6eyIkaWQiOiI0NDYxIiwiTGluZUNvbG9yIjpudWxsLCJMaW5lV2VpZ2h0IjowLjAsIkxpbmVUeXBlIjowLCJQYXJlbnRTdHlsZSI6bnVsbH0sIlBhcmVudFN0eWxlIjpudWxsfSwiRGF0ZUZvcm1hdCI6eyIkaWQiOiI0NDY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0NjMiLCJGb3JtYXQiOjAsIklzVmlzaWJsZSI6ZmFsc2UsIkxhc3RLbm93blZpc2liaWxpdHlTdGF0ZSI6ZmFsc2V9LCJJc1Zpc2libGUiOnRydWUsIlZhcmlhbmNlU3R5bGUiOnsiJGlkIjoiNDQ2NCIsIlRleHRTdHlsZSI6eyIkaWQiOiI0NDY1IiwiRm9udFNldHRpbmdzIjp7IiRpZCI6IjQ0NjYiLCJGb250U2l6ZSI6MTAsIkZvbnROYW1lIjoiQ2FsaWJyaSIsIklzQm9sZCI6ZmFsc2UsIklzSXRhbGljIjpmYWxzZSwiSXNVbmRlcmxpbmVkIjpmYWxzZSwiUGFyZW50U3R5bGUiOm51bGx9LCJBdXRvU2l6ZSI6MCwiRm9yZWdyb3VuZCI6eyIkaWQiOiI0NDY3IiwiQ29sb3IiOnsiJGlkIjoiNDQ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Y5IiwiVG9wIjowLjAsIkxlZnQiOjAuMCwiUmlnaHQiOjAuMCwiQm90dG9tIjowLjB9LCJQYWRkaW5nIjp7IiRpZCI6IjQ0NzAiLCJUb3AiOjAuMCwiTGVmdCI6MC4wLCJSaWdodCI6MC4wLCJCb3R0b20iOjAuMH0sIkJhY2tncm91bmQiOnsiJGlkIjoiNDQ3MSIsIkNvbG9yIjp7IiRpZCI6IjQ0NzIiLCJBIjoyNTUsIlIiOjAsIkciOjAsIkIiOjB9fSwiSXNWaXNpYmxlIjp0cnVlLCJXaWR0aCI6MC4wLCJIZWlnaHQiOjAuMCwiQm9yZGVyU3R5bGUiOnsiJGlkIjoiNDQ3MyIsIkxpbmVDb2xvciI6bnVsbCwiTGluZVdlaWdodCI6MC4wLCJMaW5lVHlwZSI6MCwiUGFyZW50U3R5bGUiOm51bGx9LCJQYXJlbnRTdHlsZSI6bnVsbH0sIlBhcmVudFN0eWxlIjpudWxsfSwiUGFyZW50U3R5bGUiOm51bGx9LCJEZWZhdWx0U3dpbWxhbmVBY3Rpdml0eVN0eWxlIjp7IiRpZCI6IjQ0NzQiLCJIZWFkZXJTdHlsZSI6eyIkaWQiOiI0NDc1IiwiVGV4dFN0eWxlIjp7IiRpZCI6IjQ0NzYiLCJGb250U2V0dGluZ3MiOnsiJGlkIjoiNDQ3NyIsIkZvbnRTaXplIjoxMSwiRm9udE5hbWUiOiJDYWxpYnJpIiwiSXNCb2xkIjpmYWxzZSwiSXNJdGFsaWMiOmZhbHNlLCJJc1VuZGVybGluZWQiOmZhbHNlLCJQYXJlbnRTdHlsZSI6bnVsbH0sIkF1dG9TaXplIjoyLCJGb3JlZ3JvdW5kIjp7IiRpZCI6IjQ0NzgiLCJDb2xvciI6eyIkaWQiOiI0ND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Q4MCIsIlRvcCI6MC4wLCJMZWZ0IjowLjAsIlJpZ2h0IjowLjAsIkJvdHRvbSI6MC4wfSwiUGFkZGluZyI6eyIkaWQiOiI0NDgxIiwiVG9wIjowLjAsIkxlZnQiOjAuMCwiUmlnaHQiOjAuMCwiQm90dG9tIjowLjB9LCJCYWNrZ3JvdW5kIjp7IiRpZCI6IjQ0ODIiLCJDb2xvciI6eyIkaWQiOiI0NDgzIiwiQSI6MjU1LCJSIjo2NCwiRyI6NjQsIkIiOjY0fX0sIklzVmlzaWJsZSI6dHJ1ZSwiV2lkdGgiOjAuMCwiSGVpZ2h0IjowLjAsIkJvcmRlclN0eWxlIjpudWxsLCJQYXJlbnRTdHlsZSI6bnVsbH0sIlJlY3RhbmdsZVN0eWxlIjp7IiRpZCI6IjQ0ODQiLCJNYXJnaW4iOnsiJGlkIjoiNDQ4NSIsIlRvcCI6MC4wLCJMZWZ0IjowLjAsIlJpZ2h0IjowLjAsIkJvdHRvbSI6MC4wfSwiUGFkZGluZyI6eyIkaWQiOiI0NDg2IiwiVG9wIjowLjAsIkxlZnQiOjAuMCwiUmlnaHQiOjAuMCwiQm90dG9tIjowLjB9LCJCYWNrZ3JvdW5kIjp7IiRpZCI6IjQ0ODciLCJDb2xvciI6eyIkaWQiOiI0NDg4IiwiQSI6MTI3LCJSIjoyNTUsIkciOjE5MiwiQiI6MH19LCJJc1Zpc2libGUiOnRydWUsIldpZHRoIjowLjAsIkhlaWdodCI6MC4wLCJCb3JkZXJTdHlsZSI6eyIkaWQiOiI0NDg5IiwiTGluZUNvbG9yIjp7IiRpZCI6IjQ0OTAiLCIkdHlwZSI6Ik5MUkUuQ29tbW9uLkRvbS5Tb2xpZENvbG9yQnJ1c2gsIE5MUkUuQ29tbW9uIiwiQ29sb3IiOnsiJGlkIjoiNDQ5MSIsIkEiOjI1NSwiUiI6MjU1LCJHIjoyNTUsIkIiOjI1NX19LCJMaW5lV2VpZ2h0IjowLjAsIkxpbmVUeXBlIjowLCJQYXJlbnRTdHlsZSI6bnVsbH0sIlBhcmVudFN0eWxlIjpudWxsfSwiTWFyZ2luIjp7IiRpZCI6IjQ0OTIiLCJUb3AiOjAuMCwiTGVmdCI6MC4wLCJSaWdodCI6MC4wLCJCb3R0b20iOjAuMH0sIlBhZGRpbmciOnsiJGlkIjoiNDQ5MyIsIlRvcCI6MC4wLCJMZWZ0IjowLjAsIlJpZ2h0IjowLjAsIkJvdHRvbSI6MC4wfSwiQmFja2dyb3VuZCI6bnVsbCwiSXNWaXNpYmxlIjp0cnVlLCJXaWR0aCI6MC4wLCJIZWlnaHQiOjAuMCwiQm9yZGVyU3R5bGUiOm51bGwsIlBhcmVudFN0eWxlIjpudWxsfSwiQmFja2dyb3VuZFN0eWxlIjp7IiRpZCI6IjQ0OTQiLCJNYXJnaW4iOnsiJGlkIjoiNDQ5NSIsIlRvcCI6MC4wLCJMZWZ0IjowLjAsIlJpZ2h0IjowLjAsIkJvdHRvbSI6MC4wfSwiUGFkZGluZyI6eyIkaWQiOiI0NDk2IiwiVG9wIjowLjAsIkxlZnQiOjAuMCwiUmlnaHQiOjAuMCwiQm90dG9tIjowLjB9LCJCYWNrZ3JvdW5kIjp7IiRpZCI6IjQ0OTciLCJDb2xvciI6eyIkaWQiOiI0NDk4IiwiQSI6NTEsIlIiOjIwMCwiRyI6MjAwLCJCIjoyMDB9fSwiSXNWaXNpYmxlIjp0cnVlLCJXaWR0aCI6MC4wLCJIZWlnaHQiOjAuMCwiQm9yZGVyU3R5bGUiOnsiJGlkIjoiNDQ5OSIsIkxpbmVDb2xvciI6eyIkaWQiOiI0NTAwIiwiJHR5cGUiOiJOTFJFLkNvbW1vbi5Eb20uU29saWRDb2xvckJydXNoLCBOTFJFLkNvbW1vbiIsIkNvbG9yIjp7IiRpZCI6IjQ1MDEiLCJBIjoyNTUsIlIiOjIzNCwiRyI6MjIsIkIiOjMwfX0sIkxpbmVXZWlnaHQiOjAuMCwiTGluZVR5cGUiOjAsIlBhcmVudFN0eWxlIjpudWxsfSwiUGFyZW50U3R5bGUiOm51bGx9LCJNYXJnaW4iOnsiJGlkIjoiNDUwMiIsIlRvcCI6MC4wLCJMZWZ0IjowLjAsIlJpZ2h0IjowLjAsIkJvdHRvbSI6MC4wfSwiUGFkZGluZyI6eyIkaWQiOiI0NTAzIiwiVG9wIjowLjAsIkxlZnQiOjAuMCwiUmlnaHQiOjAuMCwiQm90dG9tIjowLjB9LCJJc1Zpc2libGUiOnRydWUsIldpZHRoIjowLjAsIkhlaWdodCI6MC4wLCJCb3JkZXJTdHlsZSI6eyIkaWQiOiI0NTA0IiwiTGluZUNvbG9yIjpudWxsLCJMaW5lV2VpZ2h0IjowLjAsIkxpbmVUeXBlIjowLCJQYXJlbnRTdHlsZSI6bnVsbH0sIlBhcmVudFN0eWxlIjpudWxsfSwiTWFyZ2luIjp7IiRpZCI6IjQ1MDUiLCJUb3AiOjAuMCwiTGVmdCI6MC4wLCJSaWdodCI6MC4wLCJCb3R0b20iOjAuMH0sIlBhZGRpbmciOnsiJGlkIjoiNDUwNiIsIlRvcCI6MC4wLCJMZWZ0IjowLjAsIlJpZ2h0IjowLjAsIkJvdHRvbSI6MC4wfSwiSXNWaXNpYmxlIjp0cnVlLCJXaWR0aCI6MC4wLCJIZWlnaHQiOjAuMCwiQm9yZGVyU3R5bGUiOnsiJGlkIjoiNDUwNyIsIkxpbmVDb2xvciI6bnVsbCwiTGluZVdlaWdodCI6MC4wLCJMaW5lVHlwZSI6MCwiUGFyZW50U3R5bGUiOm51bGx9LCJQYXJlbnRTdHlsZSI6bnVsbH0seyIkaWQiOiI0NTA4IiwiU3R5bGVJZCI6ImIyNGY4MDQ1LWY2OWItNGE0My04MjlmLWE1NjUwM2ZkY2Q2OSIsIkhlYWRlclN0eWxlIjp7IiRpZCI6IjQ1MDkiLCJUZXh0SXNWZXJ0aWNhbCI6ZmFsc2UsIlRleHRTdHlsZSI6eyIkaWQiOiI0NTEwIiwiRm9udFNldHRpbmdzIjp7IiRpZCI6IjQ1MTEiLCJGb250U2l6ZSI6MTEsIkZvbnROYW1lIjoiQ2FsaWJyaSIsIklzQm9sZCI6ZmFsc2UsIklzSXRhbGljIjpmYWxzZSwiSXNVbmRlcmxpbmVkIjpmYWxzZSwiUGFyZW50U3R5bGUiOm51bGx9LCJBdXRvU2l6ZSI6MiwiRm9yZWdyb3VuZCI6eyIkaWQiOiI0NTEyIiwiQ29sb3IiOnsiJGlkIjoiNDUxM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Q1MTQiLCJUb3AiOjAuMCwiTGVmdCI6MC4wLCJSaWdodCI6MC4wLCJCb3R0b20iOjAuMH0sIlBhZGRpbmciOnsiJGlkIjoiNDUxNSIsIlRvcCI6MC4wLCJMZWZ0IjowLjAsIlJpZ2h0IjowLjAsIkJvdHRvbSI6MC4wfSwiQmFja2dyb3VuZCI6eyIkaWQiOiI0NTE2IiwiQ29sb3IiOnsiJGlkIjoiNDUxNyIsIkEiOjI1NSwiUiI6MjU1LCJHIjoyNTUsIkIiOjI1NX19LCJJc1Zpc2libGUiOnRydWUsIldpZHRoIjowLjAsIkhlaWdodCI6MC4wLCJCb3JkZXJTdHlsZSI6bnVsbCwiUGFyZW50U3R5bGUiOm51bGx9LCJSZWN0YW5nbGVTdHlsZSI6eyIkaWQiOiI0NTE4IiwiTWFyZ2luIjp7IiRpZCI6IjQ1MTkiLCJUb3AiOjAuMCwiTGVmdCI6MC4wLCJSaWdodCI6MC4wLCJCb3R0b20iOjAuMH0sIlBhZGRpbmciOnsiJGlkIjoiNDUyMCIsIlRvcCI6MC4wLCJMZWZ0IjowLjAsIlJpZ2h0IjowLjAsIkJvdHRvbSI6MC4wfSwiQmFja2dyb3VuZCI6eyIkaWQiOiI0NTIxIiwiQ29sb3IiOnsiJGlkIjoiNDUyMiIsIkEiOjI1NSwiUiI6MTEyLCJHIjoxNzMsIkIiOjcxfX0sIklzVmlzaWJsZSI6dHJ1ZSwiV2lkdGgiOjAuMCwiSGVpZ2h0IjowLjAsIkJvcmRlclN0eWxlIjp7IiRpZCI6IjQ1MjMiLCJMaW5lQ29sb3IiOnsiJGlkIjoiNDUyNCIsIiR0eXBlIjoiTkxSRS5Db21tb24uRG9tLlNvbGlkQ29sb3JCcnVzaCwgTkxSRS5Db21tb24iLCJDb2xvciI6eyIkaWQiOiI0NTI1IiwiQSI6MjU1LCJSIjoyNTUsIkciOjI1NSwiQiI6MjU1fX0sIkxpbmVXZWlnaHQiOjAuMCwiTGluZVR5cGUiOjAsIlBhcmVudFN0eWxlIjpudWxsfSwiUGFyZW50U3R5bGUiOm51bGx9LCJNYXJnaW4iOnsiJGlkIjoiNDUyNiIsIlRvcCI6MC4wLCJMZWZ0IjowLjAsIlJpZ2h0IjowLjAsIkJvdHRvbSI6MC4wfSwiUGFkZGluZyI6eyIkaWQiOiI0NTI3IiwiVG9wIjowLjAsIkxlZnQiOjAuMCwiUmlnaHQiOjAuMCwiQm90dG9tIjowLjB9LCJCYWNrZ3JvdW5kIjpudWxsLCJJc1Zpc2libGUiOnRydWUsIldpZHRoIjowLjAsIkhlaWdodCI6MC4wLCJCb3JkZXJTdHlsZSI6bnVsbCwiUGFyZW50U3R5bGUiOm51bGx9LCJCYWNrZ3JvdW5kU3R5bGUiOnsiJGlkIjoiNDUyOCIsIk1hcmdpbiI6eyIkaWQiOiI0NTI5IiwiVG9wIjowLjAsIkxlZnQiOjAuMCwiUmlnaHQiOjAuMCwiQm90dG9tIjowLjB9LCJQYWRkaW5nIjp7IiRpZCI6IjQ1MzAiLCJUb3AiOjAuMCwiTGVmdCI6MC4wLCJSaWdodCI6MC4wLCJCb3R0b20iOjAuMH0sIkJhY2tncm91bmQiOnsiJGlkIjoiNDUzMSIsIkNvbG9yIjp7IiRpZCI6IjQ1MzIiLCJBIjo1MSwiUiI6MjAwLCJHIjoyMDAsIkIiOjIwMH19LCJJc1Zpc2libGUiOnRydWUsIldpZHRoIjowLjAsIkhlaWdodCI6MC4wLCJCb3JkZXJTdHlsZSI6eyIkaWQiOiI0NTMzIiwiTGluZUNvbG9yIjp7IiRpZCI6IjQ1MzQiLCIkdHlwZSI6Ik5MUkUuQ29tbW9uLkRvbS5Tb2xpZENvbG9yQnJ1c2gsIE5MUkUuQ29tbW9uIiwiQ29sb3IiOnsiJGlkIjoiNDUzNSIsIkEiOjI1NSwiUiI6MjM0LCJHIjoyMiwiQiI6MzB9fSwiTGluZVdlaWdodCI6MC4wLCJMaW5lVHlwZSI6MCwiUGFyZW50U3R5bGUiOm51bGx9LCJQYXJlbnRTdHlsZSI6bnVsbH0sIklzQWJvdmVUaW1lYmFuZCI6ZmFsc2UsIlNwYWNpbmciOjIsIkRlZmF1bHRTd2ltbGFuZVRhc2tTdHlsZSI6eyIkaWQiOiI0NTM2IiwiJHR5cGUiOiJOTFJFLkNvbW1vbi5Eb20uU3R5bGVzLkV4cGxpY2l0U2V0YWJsZVRhc2tTdHlsZSwgTkxSRS5Db21tb24iLCJTaGFwZSI6MSwiU2hhcGVUaGlja25lc3MiOjAsIkR1cmF0aW9uRm9ybWF0IjowLCJJbmNsdWRlTm9uV29ya2luZ0RheXNJbkR1cmF0aW9uIjpmYWxzZSwiUGVyY2VudGFnZUNvbXBsZXRlU3R5bGUiOnsiJGlkIjoiNDUzNyIsIkZvbnRTZXR0aW5ncyI6eyIkaWQiOiI0NTM4IiwiRm9udFNpemUiOjEwLCJGb250TmFtZSI6IkNhbGlicmkiLCJJc0JvbGQiOmZhbHNlLCJJc0l0YWxpYyI6ZmFsc2UsIklzVW5kZXJsaW5lZCI6ZmFsc2UsIlBhcmVudFN0eWxlIjpudWxsfSwiQXV0b1NpemUiOjAsIkZvcmVncm91bmQiOnsiJGlkIjoiNDUzOSIsIkNvbG9yIjp7IiRpZCI6IjQ1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U0MSIsIlRvcCI6MC4wLCJMZWZ0IjowLjAsIlJpZ2h0IjowLjAsIkJvdHRvbSI6MC4wfSwiUGFkZGluZyI6eyIkaWQiOiI0NTQyIiwiVG9wIjowLjAsIkxlZnQiOjAuMCwiUmlnaHQiOjAuMCwiQm90dG9tIjowLjB9LCJCYWNrZ3JvdW5kIjp7IiRpZCI6IjQ1NDMiLCJDb2xvciI6eyIkaWQiOiI0NTQ0IiwiQSI6ODksIlIiOjAsIkciOjAsIkIiOjB9fSwiSXNWaXNpYmxlIjp0cnVlLCJXaWR0aCI6MC4wLCJIZWlnaHQiOjAuMCwiQm9yZGVyU3R5bGUiOnsiJGlkIjoiNDU0NSIsIkxpbmVDb2xvciI6bnVsbCwiTGluZVdlaWdodCI6MC4wLCJMaW5lVHlwZSI6MCwiUGFyZW50U3R5bGUiOm51bGx9LCJQYXJlbnRTdHlsZSI6bnVsbH0sIkR1cmF0aW9uU3R5bGUiOnsiJGlkIjoiNDU0NiIsIkZvbnRTZXR0aW5ncyI6eyIkaWQiOiI0NTQ3IiwiRm9udFNpemUiOjEwLCJGb250TmFtZSI6IkNhbGlicmkiLCJJc0JvbGQiOmZhbHNlLCJJc0l0YWxpYyI6ZmFsc2UsIklzVW5kZXJsaW5lZCI6ZmFsc2UsIlBhcmVudFN0eWxlIjpudWxsfSwiQXV0b1NpemUiOjAsIkZvcmVncm91bmQiOnsiJGlkIjoiNDU0OCIsIkNvbG9yIjp7IiRpZCI6IjQ1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1NTAiLCJUb3AiOjAuMCwiTGVmdCI6MC4wLCJSaWdodCI6MC4wLCJCb3R0b20iOjAuMH0sIlBhZGRpbmciOnsiJGlkIjoiNDU1MSIsIlRvcCI6MC4wLCJMZWZ0IjowLjAsIlJpZ2h0IjowLjAsIkJvdHRvbSI6MC4wfSwiQmFja2dyb3VuZCI6eyIkaWQiOiI0NTUyIiwiQ29sb3IiOnsiJGlkIjoiNDU1MyIsIkEiOjI1NSwiUiI6NjgsIkciOjg0LCJCIjoxMDZ9fSwiSXNWaXNpYmxlIjp0cnVlLCJXaWR0aCI6MC4wLCJIZWlnaHQiOjAuMCwiQm9yZGVyU3R5bGUiOnsiJGlkIjoiNDU1NCIsIkxpbmVDb2xvciI6bnVsbCwiTGluZVdlaWdodCI6MC4wLCJMaW5lVHlwZSI6MCwiUGFyZW50U3R5bGUiOm51bGx9LCJQYXJlbnRTdHlsZSI6bnVsbH0sIkhvcml6b250YWxDb25uZWN0b3JTdHlsZSI6eyIkaWQiOiI0NTU1IiwiTGluZUNvbG9yIjp7IiRpZCI6IjQ1NTYiLCIkdHlwZSI6Ik5MUkUuQ29tbW9uLkRvbS5Tb2xpZENvbG9yQnJ1c2gsIE5MUkUuQ29tbW9uIiwiQ29sb3IiOnsiJGlkIjoiNDU1NyIsIkEiOjI1NSwiUiI6MCwiRyI6MCwiQiI6MH19LCJMaW5lV2VpZ2h0IjowLjAsIkxpbmVUeXBlIjowLCJQYXJlbnRTdHlsZSI6bnVsbH0sIlZlcnRpY2FsQ29ubmVjdG9yU3R5bGUiOnsiJGlkIjoiNDU1OCIsIkxpbmVDb2xvciI6eyIkaWQiOiI0NTU5IiwiJHR5cGUiOiJOTFJFLkNvbW1vbi5Eb20uU29saWRDb2xvckJydXNoLCBOTFJFLkNvbW1vbiIsIkNvbG9yIjp7IiRpZCI6IjQ1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NTYxIiwiU2hhcGVTdHlsZSI6eyIkaWQiOiI0NTYyIiwiTWFyZ2luIjp7IiRpZCI6IjQ1NjMiLCJUb3AiOjAuMCwiTGVmdCI6MC4wLCJSaWdodCI6MC4wLCJCb3R0b20iOjAuMH0sIlBhZGRpbmciOnsiJGlkIjoiNDU2NCIsIlRvcCI6MC4wLCJMZWZ0IjowLjAsIlJpZ2h0IjowLjAsIkJvdHRvbSI6MC4wfSwiQmFja2dyb3VuZCI6eyIkaWQiOiI0NTY1IiwiQ29sb3IiOnsiJGlkIjoiNDU2NiIsIkEiOjE1MywiUiI6MCwiRyI6MCwiQiI6MH19LCJJc1Zpc2libGUiOnRydWUsIldpZHRoIjowLjAsIkhlaWdodCI6MC4wLCJCb3JkZXJTdHlsZSI6eyIkaWQiOiI0NTY3IiwiTGluZUNvbG9yIjp7IiRpZCI6IjQ1NjgiLCIkdHlwZSI6Ik5MUkUuQ29tbW9uLkRvbS5Tb2xpZENvbG9yQnJ1c2gsIE5MUkUuQ29tbW9uIiwiQ29sb3IiOnsiJGlkIjoiNDU2OSIsIkEiOjI1NSwiUiI6MjU1LCJHIjowLCJCIjowfX0sIkxpbmVXZWlnaHQiOjAuMCwiTGluZVR5cGUiOjAsIlBhcmVudFN0eWxlIjpudWxsfSwiUGFyZW50U3R5bGUiOm51bGx9LCJNYXJnaW4iOnsiJGlkIjoiNDU3MCIsIlRvcCI6MC4wLCJMZWZ0IjowLjAsIlJpZ2h0IjowLjAsIkJvdHRvbSI6MC4wfSwiUGFkZGluZyI6eyIkaWQiOiI0NTcxIiwiVG9wIjowLjAsIkxlZnQiOjAuMCwiUmlnaHQiOjAuMCwiQm90dG9tIjowLjB9LCJCYWNrZ3JvdW5kIjpudWxsLCJJc1Zpc2libGUiOnRydWUsIldpZHRoIjowLjAsIkhlaWdodCI6MC4wLCJCb3JkZXJTdHlsZSI6bnVsbCwiUGFyZW50U3R5bGUiOm51bGx9LCJTaGFwZVN0eWxlIjp7IiRpZCI6IjQ1NzIiLCJNYXJnaW4iOnsiJGlkIjoiNDU3MyIsIlRvcCI6MC4wLCJMZWZ0Ijo0LjAsIlJpZ2h0Ijo0LjAsIkJvdHRvbSI6MC4wfSwiUGFkZGluZyI6eyIkaWQiOiI0NTc0IiwiVG9wIjowLjAsIkxlZnQiOjAuMCwiUmlnaHQiOjAuMCwiQm90dG9tIjowLjB9LCJCYWNrZ3JvdW5kIjp7IiRpZCI6IjQ1NzUiLCJDb2xvciI6eyIkaWQiOiI0NTc2IiwiQSI6MjU1LCJSIjoxMTIsIkciOjE3MywiQiI6NzF9fSwiSXNWaXNpYmxlIjp0cnVlLCJXaWR0aCI6MC4wLCJIZWlnaHQiOjEwLjAsIkJvcmRlclN0eWxlIjp7IiRpZCI6IjQ1NzciLCJMaW5lQ29sb3IiOnsiJGlkIjoiNDU3OCIsIiR0eXBlIjoiTkxSRS5Db21tb24uRG9tLlNvbGlkQ29sb3JCcnVzaCwgTkxSRS5Db21tb24iLCJDb2xvciI6eyIkaWQiOiI0NTc5IiwiQSI6MjU1LCJSIjoyMzQsIkciOjIyLCJCIjozMH19LCJMaW5lV2VpZ2h0IjowLjAsIkxpbmVUeXBlIjowLCJQYXJlbnRTdHlsZSI6bnVsbH0sIlBhcmVudFN0eWxlIjpudWxsfSwiVGl0bGVTdHlsZSI6eyIkaWQiOiI0NTgwIiwiRm9udFNldHRpbmdzIjp7IiRpZCI6IjQ1ODEiLCJGb250U2l6ZSI6MTEsIkZvbnROYW1lIjoiQ2FsaWJyaSIsIklzQm9sZCI6ZmFsc2UsIklzSXRhbGljIjpmYWxzZSwiSXNVbmRlcmxpbmVkIjpmYWxzZSwiUGFyZW50U3R5bGUiOm51bGx9LCJBdXRvU2l6ZSI6MCwiRm9yZWdyb3VuZCI6eyIkaWQiOiI0NTgyIiwiQ29sb3IiOnsiJGlkIjoiNDU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Tg0IiwiVG9wIjowLjAsIkxlZnQiOjAuMCwiUmlnaHQiOjAuMCwiQm90dG9tIjowLjB9LCJQYWRkaW5nIjp7IiRpZCI6IjQ1ODUiLCJUb3AiOjAuMCwiTGVmdCI6MC4wLCJSaWdodCI6MC4wLCJCb3R0b20iOjAuMH0sIkJhY2tncm91bmQiOnsiJGlkIjoiNDU4NiIsIkNvbG9yIjp7IiRpZCI6IjQ1ODciLCJBIjoyNTUsIlIiOjAsIkciOjAsIkIiOjB9fSwiSXNWaXNpYmxlIjp0cnVlLCJXaWR0aCI6MC4wLCJIZWlnaHQiOjAuMCwiQm9yZGVyU3R5bGUiOnsiJGlkIjoiNDU4OCIsIkxpbmVDb2xvciI6bnVsbCwiTGluZVdlaWdodCI6MC4wLCJMaW5lVHlwZSI6MCwiUGFyZW50U3R5bGUiOm51bGx9LCJQYXJlbnRTdHlsZSI6bnVsbH0sIkRhdGVTdHlsZSI6eyIkaWQiOiI0NTg5IiwiRm9udFNldHRpbmdzIjp7IiRpZCI6IjQ1OTAiLCJGb250U2l6ZSI6MTAsIkZvbnROYW1lIjoiQ2FsaWJyaSIsIklzQm9sZCI6ZmFsc2UsIklzSXRhbGljIjpmYWxzZSwiSXNVbmRlcmxpbmVkIjpmYWxzZSwiUGFyZW50U3R5bGUiOm51bGx9LCJBdXRvU2l6ZSI6MCwiRm9yZWdyb3VuZCI6eyIkaWQiOiI0NTkxIiwiQ29sb3IiOnsiJGlkIjoiNDU5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U5MyIsIlRvcCI6MC4wLCJMZWZ0IjowLjAsIlJpZ2h0IjowLjAsIkJvdHRvbSI6MC4wfSwiUGFkZGluZyI6eyIkaWQiOiI0NTk0IiwiVG9wIjowLjAsIkxlZnQiOjAuMCwiUmlnaHQiOjAuMCwiQm90dG9tIjowLjB9LCJCYWNrZ3JvdW5kIjp7IiRpZCI6IjQ1OTUiLCJDb2xvciI6eyIkaWQiOiI0NTk2IiwiQSI6MjU1LCJSIjo2OCwiRyI6ODQsIkIiOjEwNn19LCJJc1Zpc2libGUiOnRydWUsIldpZHRoIjowLjAsIkhlaWdodCI6MC4wLCJCb3JkZXJTdHlsZSI6eyIkaWQiOiI0NTk3IiwiTGluZUNvbG9yIjpudWxsLCJMaW5lV2VpZ2h0IjowLjAsIkxpbmVUeXBlIjowLCJQYXJlbnRTdHlsZSI6bnVsbH0sIlBhcmVudFN0eWxlIjpudWxsfSwiRGF0ZUZvcm1hdCI6eyIkaWQiOiI0NT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OTkiLCJGb3JtYXQiOjAsIklzVmlzaWJsZSI6ZmFsc2UsIkxhc3RLbm93blZpc2liaWxpdHlTdGF0ZSI6ZmFsc2V9LCJJc1Zpc2libGUiOnRydWUsIlZhcmlhbmNlU3R5bGUiOnsiJGlkIjoiNDYwMCIsIlRleHRTdHlsZSI6eyIkaWQiOiI0NjAxIiwiRm9udFNldHRpbmdzIjp7IiRpZCI6IjQ2MDIiLCJGb250U2l6ZSI6MTAsIkZvbnROYW1lIjoiQ2FsaWJyaSIsIklzQm9sZCI6ZmFsc2UsIklzSXRhbGljIjpmYWxzZSwiSXNVbmRlcmxpbmVkIjpmYWxzZSwiUGFyZW50U3R5bGUiOm51bGx9LCJBdXRvU2l6ZSI6MCwiRm9yZWdyb3VuZCI6eyIkaWQiOiI0NjAzIiwiQ29sb3IiOnsiJGlkIjoiNDY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A1IiwiVG9wIjowLjAsIkxlZnQiOjAuMCwiUmlnaHQiOjAuMCwiQm90dG9tIjowLjB9LCJQYWRkaW5nIjp7IiRpZCI6IjQ2MDYiLCJUb3AiOjAuMCwiTGVmdCI6MC4wLCJSaWdodCI6MC4wLCJCb3R0b20iOjAuMH0sIkJhY2tncm91bmQiOnsiJGlkIjoiNDYwNyIsIkNvbG9yIjp7IiRpZCI6IjQ2MDgiLCJBIjoyNTUsIlIiOjAsIkciOjAsIkIiOjB9fSwiSXNWaXNpYmxlIjp0cnVlLCJXaWR0aCI6MC4wLCJIZWlnaHQiOjAuMCwiQm9yZGVyU3R5bGUiOnsiJGlkIjoiNDYwOSIsIkxpbmVDb2xvciI6bnVsbCwiTGluZVdlaWdodCI6MC4wLCJMaW5lVHlwZSI6MCwiUGFyZW50U3R5bGUiOm51bGx9LCJQYXJlbnRTdHlsZSI6bnVsbH0sIlBhcmVudFN0eWxlIjpudWxsfSwiUGFyZW50U3R5bGUiOm51bGwsIl9leHBsaWNpdGx5U2V0Ijp7IiRpZCI6IjQ2MT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NjExIiwiU2hhcGUiOjEsIkNvbm5lY3Rvck1hcmdpbiI6eyIkaWQiOiI0NjEyIiwiVG9wIjowLjAsIkxlZnQiOjIuMCwiUmlnaHQiOjIuMCwiQm90dG9tIjowLjB9LCJDb25uZWN0b3JTdHlsZSI6eyIkaWQiOiI0NjEzIiwiTGluZUNvbG9yIjp7IiRpZCI6IjQ2MTQiLCIkdHlwZSI6Ik5MUkUuQ29tbW9uLkRvbS5Tb2xpZENvbG9yQnJ1c2gsIE5MUkUuQ29tbW9uIiwiQ29sb3IiOnsiJGlkIjoiNDYxNSIsIkEiOjEyNywiUiI6NTYsIkciOjg2LCJCIjozNX19LCJMaW5lV2VpZ2h0IjoxLjAsIkxpbmVUeXBlIjowLCJQYXJlbnRTdHlsZSI6bnVsbH0sIklzQmVsb3dUaW1lYmFuZCI6ZmFsc2UsIlBvc2l0aW9uT25UYXNrIjoxLCJIaWRlRGF0ZSI6ZmFsc2UsIlNoYXBlU2l6ZSI6MCwiU3BhY2luZyI6MC4wLCJQYWRkaW5nIjp7IiRpZCI6IjQ2MTYiLCJUb3AiOjUuMCwiTGVmdCI6My4wLCJSaWdodCI6MC4wLCJCb3R0b20iOjIuMH0sIlNoYXBlU3R5bGUiOnsiJGlkIjoiNDYxNyIsIk1hcmdpbiI6eyIkaWQiOiI0NjE4IiwiVG9wIjowLjAsIkxlZnQiOjAuMCwiUmlnaHQiOjAuMCwiQm90dG9tIjowLjB9LCJQYWRkaW5nIjp7IiRpZCI6IjQ2MTkiLCJUb3AiOjAuMCwiTGVmdCI6MC4wLCJSaWdodCI6MC4wLCJCb3R0b20iOjAuMH0sIkJhY2tncm91bmQiOnsiJGlkIjoiNDYyMCIsIkNvbG9yIjp7IiRpZCI6IjQ2MjEiLCJBIjoyNTUsIlIiOjU2LCJHIjo4NiwiQiI6MzV9fSwiSXNWaXNpYmxlIjp0cnVlLCJXaWR0aCI6MTIuMCwiSGVpZ2h0IjoxNC4wLCJCb3JkZXJTdHlsZSI6eyIkaWQiOiI0NjIyIiwiTGluZUNvbG9yIjp7IiRpZCI6IjQ2MjMiLCIkdHlwZSI6Ik5MUkUuQ29tbW9uLkRvbS5Tb2xpZENvbG9yQnJ1c2gsIE5MUkUuQ29tbW9uIiwiQ29sb3IiOnsiJGlkIjoiNDYyNCIsIkEiOjI1NSwiUiI6MjU1LCJHIjoyNTUsIkIiOjI1NX19LCJMaW5lV2VpZ2h0IjowLjAsIkxpbmVUeXBlIjowLCJQYXJlbnRTdHlsZSI6bnVsbH0sIlBhcmVudFN0eWxlIjpudWxsfSwiVGl0bGVTdHlsZSI6eyIkaWQiOiI0NjI1IiwiRm9udFNldHRpbmdzIjp7IiRpZCI6IjQ2MjYiLCJGb250U2l6ZSI6MTEsIkZvbnROYW1lIjoiQ2FsaWJyaSIsIklzQm9sZCI6ZmFsc2UsIklzSXRhbGljIjpmYWxzZSwiSXNVbmRlcmxpbmVkIjpmYWxzZSwiUGFyZW50U3R5bGUiOm51bGx9LCJBdXRvU2l6ZSI6MCwiRm9yZWdyb3VuZCI6eyIkaWQiOiI0NjI3IiwiQ29sb3IiOnsiJGlkIjoiNDYy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0NjI5IiwiVG9wIjowLjAsIkxlZnQiOjAuMCwiUmlnaHQiOjAuMCwiQm90dG9tIjowLjB9LCJQYWRkaW5nIjp7IiRpZCI6IjQ2MzAiLCJUb3AiOjAuMCwiTGVmdCI6MC4wLCJSaWdodCI6MC4wLCJCb3R0b20iOjAuMH0sIkJhY2tncm91bmQiOnsiJGlkIjoiNDYzMSIsIkNvbG9yIjp7IiRpZCI6IjQ2MzIiLCJBIjoyNTUsIlIiOjAsIkciOjAsIkIiOjB9fSwiSXNWaXNpYmxlIjp0cnVlLCJXaWR0aCI6MC4wLCJIZWlnaHQiOjAuMCwiQm9yZGVyU3R5bGUiOnsiJGlkIjoiNDYzMyIsIkxpbmVDb2xvciI6bnVsbCwiTGluZVdlaWdodCI6MC4wLCJMaW5lVHlwZSI6MCwiUGFyZW50U3R5bGUiOm51bGx9LCJQYXJlbnRTdHlsZSI6bnVsbH0sIkRhdGVTdHlsZSI6eyIkaWQiOiI0NjM0IiwiRm9udFNldHRpbmdzIjp7IiRpZCI6IjQ2MzUiLCJGb250U2l6ZSI6MTAsIkZvbnROYW1lIjoiQ2FsaWJyaSIsIklzQm9sZCI6ZmFsc2UsIklzSXRhbGljIjpmYWxzZSwiSXNVbmRlcmxpbmVkIjpmYWxzZSwiUGFyZW50U3R5bGUiOm51bGx9LCJBdXRvU2l6ZSI6MCwiRm9yZWdyb3VuZCI6eyIkaWQiOiI0NjM2IiwiQ29sb3IiOnsiJGlkIjoiNDYz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NDYzOCIsIlRvcCI6MC4wLCJMZWZ0IjowLjAsIlJpZ2h0IjowLjAsIkJvdHRvbSI6MC4wfSwiUGFkZGluZyI6eyIkaWQiOiI0NjM5IiwiVG9wIjowLjAsIkxlZnQiOjAuMCwiUmlnaHQiOjAuMCwiQm90dG9tIjowLjB9LCJCYWNrZ3JvdW5kIjp7IiRpZCI6IjQ2NDAiLCJDb2xvciI6eyIkaWQiOiI0NjQxIiwiQSI6MjU1LCJSIjo2OCwiRyI6ODQsIkIiOjEwNn19LCJJc1Zpc2libGUiOnRydWUsIldpZHRoIjowLjAsIkhlaWdodCI6MC4wLCJCb3JkZXJTdHlsZSI6eyIkaWQiOiI0NjQyIiwiTGluZUNvbG9yIjpudWxsLCJMaW5lV2VpZ2h0IjowLjAsIkxpbmVUeXBlIjowLCJQYXJlbnRTdHlsZSI6bnVsbH0sIlBhcmVudFN0eWxlIjpudWxsfSwiRGF0ZUZvcm1hdCI6eyIkaWQiOiI0NjQ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jQ0IiwiRm9ybWF0IjowLCJJc1Zpc2libGUiOmZhbHNlLCJMYXN0S25vd25WaXNpYmlsaXR5U3RhdGUiOmZhbHNlfSwiSXNWaXNpYmxlIjpmYWxzZSwiVmFyaWFuY2VTdHlsZSI6eyIkaWQiOiI0NjQ1IiwiVGV4dFN0eWxlIjp7IiRpZCI6IjQ2NDYiLCJGb250U2V0dGluZ3MiOnsiJGlkIjoiNDY0NyIsIkZvbnRTaXplIjoxMCwiRm9udE5hbWUiOiJDYWxpYnJpIiwiSXNCb2xkIjpmYWxzZSwiSXNJdGFsaWMiOmZhbHNlLCJJc1VuZGVybGluZWQiOmZhbHNlLCJQYXJlbnRTdHlsZSI6bnVsbH0sIkF1dG9TaXplIjowLCJGb3JlZ3JvdW5kIjp7IiRpZCI6IjQ2NDgiLCJDb2xvciI6eyIkaWQiOiI0NjQ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2NTAiLCJUb3AiOjAuMCwiTGVmdCI6MC4wLCJSaWdodCI6MC4wLCJCb3R0b20iOjAuMH0sIlBhZGRpbmciOnsiJGlkIjoiNDY1MSIsIlRvcCI6MC4wLCJMZWZ0IjowLjAsIlJpZ2h0IjowLjAsIkJvdHRvbSI6MC4wfSwiQmFja2dyb3VuZCI6eyIkaWQiOiI0NjUyIiwiQ29sb3IiOnsiJGlkIjoiNDY1MyIsIkEiOjI1NSwiUiI6MCwiRyI6MCwiQiI6MH19LCJJc1Zpc2libGUiOnRydWUsIldpZHRoIjowLjAsIkhlaWdodCI6MC4wLCJCb3JkZXJTdHlsZSI6eyIkaWQiOiI0NjU0IiwiTGluZUNvbG9yIjpudWxsLCJMaW5lV2VpZ2h0IjowLjAsIkxpbmVUeXBlIjowLCJQYXJlbnRTdHlsZSI6bnVsbH0sIlBhcmVudFN0eWxlIjpudWxsfSwiUGFyZW50U3R5bGUiOm51bGx9LCJQYXJlbnRTdHlsZSI6bnVsbH0sIkRlZmF1bHRTd2ltbGFuZU1pbGVzdG9uZVN0eWxlIjp7IiRpZCI6IjQ2NTUiLCJUaXRsZVBvc2l0aW9uIjoiTGVmdCIsIkRhdGVQb3NpdGlvbiI6IlJpZ2h0IiwiVmFyaWFuY2VQb3NpdGlvbiI6IlJpZ2h0IiwiU2hhcGVUeXBlIjoxLCJTaGFwZVNpemUiOjAsIlNwYWNpbmciOjUsIlNoYXBlU3R5bGUiOnsiJGlkIjoiNDY1NiIsIk1hcmdpbiI6eyIkaWQiOiI0NjU3IiwiVG9wIjowLjAsIkxlZnQiOjAuMCwiUmlnaHQiOjAuMCwiQm90dG9tIjowLjB9LCJQYWRkaW5nIjp7IiRpZCI6IjQ2NTgiLCJUb3AiOjAuMCwiTGVmdCI6MC4wLCJSaWdodCI6MC4wLCJCb3R0b20iOjAuMH0sIkJhY2tncm91bmQiOnsiJGlkIjoiNDY1OSIsIkNvbG9yIjp7IiRpZCI6IjQ2NjAiLCJBIjoyNTUsIlIiOjExMiwiRyI6MTczLCJCIjo3MX19LCJJc1Zpc2libGUiOnRydWUsIldpZHRoIjoxMi4wLCJIZWlnaHQiOjE0LjAsIkJvcmRlclN0eWxlIjp7IiRpZCI6IjQ2NjEiLCJMaW5lQ29sb3IiOnsiJGlkIjoiNDY2MiIsIiR0eXBlIjoiTkxSRS5Db21tb24uRG9tLlNvbGlkQ29sb3JCcnVzaCwgTkxSRS5Db21tb24iLCJDb2xvciI6eyIkaWQiOiI0NjYzIiwiQSI6MjU1LCJSIjoyMzQsIkciOjIyLCJCIjozMH19LCJMaW5lV2VpZ2h0IjowLjAsIkxpbmVUeXBlIjowLCJQYXJlbnRTdHlsZSI6bnVsbH0sIlBhcmVudFN0eWxlIjpudWxsfSwiVGl0bGVTdHlsZSI6eyIkaWQiOiI0NjY0IiwiRm9udFNldHRpbmdzIjp7IiRpZCI6IjQ2NjUiLCJGb250U2l6ZSI6MTEsIkZvbnROYW1lIjoiQ2FsaWJyaSIsIklzQm9sZCI6ZmFsc2UsIklzSXRhbGljIjpmYWxzZSwiSXNVbmRlcmxpbmVkIjpmYWxzZSwiUGFyZW50U3R5bGUiOm51bGx9LCJBdXRvU2l6ZSI6MCwiRm9yZWdyb3VuZCI6eyIkaWQiOiI0NjY2IiwiQ29sb3IiOnsiJGlkIjoiNDY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Y4IiwiVG9wIjowLjAsIkxlZnQiOjAuMCwiUmlnaHQiOjAuMCwiQm90dG9tIjowLjB9LCJQYWRkaW5nIjp7IiRpZCI6IjQ2NjkiLCJUb3AiOjAuMCwiTGVmdCI6MC4wLCJSaWdodCI6MC4wLCJCb3R0b20iOjAuMH0sIkJhY2tncm91bmQiOnsiJGlkIjoiNDY3MCIsIkNvbG9yIjp7IiRpZCI6IjQ2NzEiLCJBIjoyNTUsIlIiOjAsIkciOjAsIkIiOjB9fSwiSXNWaXNpYmxlIjp0cnVlLCJXaWR0aCI6MC4wLCJIZWlnaHQiOjAuMCwiQm9yZGVyU3R5bGUiOnsiJGlkIjoiNDY3MiIsIkxpbmVDb2xvciI6bnVsbCwiTGluZVdlaWdodCI6MC4wLCJMaW5lVHlwZSI6MCwiUGFyZW50U3R5bGUiOm51bGx9LCJQYXJlbnRTdHlsZSI6bnVsbH0sIkRhdGVTdHlsZSI6eyIkaWQiOiI0NjczIiwiRm9udFNldHRpbmdzIjp7IiRpZCI6IjQ2NzQiLCJGb250U2l6ZSI6MTAsIkZvbnROYW1lIjoiQ2FsaWJyaSIsIklzQm9sZCI6ZmFsc2UsIklzSXRhbGljIjpmYWxzZSwiSXNVbmRlcmxpbmVkIjpmYWxzZSwiUGFyZW50U3R5bGUiOm51bGx9LCJBdXRvU2l6ZSI6MCwiRm9yZWdyb3VuZCI6eyIkaWQiOiI0Njc1IiwiQ29sb3IiOnsiJGlkIjoiNDY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Y3NyIsIlRvcCI6MC4wLCJMZWZ0IjowLjAsIlJpZ2h0IjowLjAsIkJvdHRvbSI6MC4wfSwiUGFkZGluZyI6eyIkaWQiOiI0Njc4IiwiVG9wIjowLjAsIkxlZnQiOjAuMCwiUmlnaHQiOjAuMCwiQm90dG9tIjowLjB9LCJCYWNrZ3JvdW5kIjp7IiRpZCI6IjQ2NzkiLCJDb2xvciI6eyIkaWQiOiI0NjgwIiwiQSI6MjU1LCJSIjo2OCwiRyI6ODQsIkIiOjEwNn19LCJJc1Zpc2libGUiOnRydWUsIldpZHRoIjowLjAsIkhlaWdodCI6MC4wLCJCb3JkZXJTdHlsZSI6eyIkaWQiOiI0NjgxIiwiTGluZUNvbG9yIjpudWxsLCJMaW5lV2VpZ2h0IjowLjAsIkxpbmVUeXBlIjowLCJQYXJlbnRTdHlsZSI6bnVsbH0sIlBhcmVudFN0eWxlIjpudWxsfSwiRGF0ZUZvcm1hdCI6eyIkaWQiOiI0Nj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2ODMiLCJGb3JtYXQiOjAsIklzVmlzaWJsZSI6ZmFsc2UsIkxhc3RLbm93blZpc2liaWxpdHlTdGF0ZSI6ZmFsc2V9LCJJc1Zpc2libGUiOnRydWUsIlZhcmlhbmNlU3R5bGUiOnsiJGlkIjoiNDY4NCIsIlRleHRTdHlsZSI6eyIkaWQiOiI0Njg1IiwiRm9udFNldHRpbmdzIjp7IiRpZCI6IjQ2ODYiLCJGb250U2l6ZSI6MTAsIkZvbnROYW1lIjoiQ2FsaWJyaSIsIklzQm9sZCI6ZmFsc2UsIklzSXRhbGljIjpmYWxzZSwiSXNVbmRlcmxpbmVkIjpmYWxzZSwiUGFyZW50U3R5bGUiOm51bGx9LCJBdXRvU2l6ZSI6MCwiRm9yZWdyb3VuZCI6eyIkaWQiOiI0Njg3IiwiQ29sb3IiOnsiJGlkIjoiNDY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g5IiwiVG9wIjowLjAsIkxlZnQiOjAuMCwiUmlnaHQiOjAuMCwiQm90dG9tIjowLjB9LCJQYWRkaW5nIjp7IiRpZCI6IjQ2OTAiLCJUb3AiOjAuMCwiTGVmdCI6MC4wLCJSaWdodCI6MC4wLCJCb3R0b20iOjAuMH0sIkJhY2tncm91bmQiOnsiJGlkIjoiNDY5MSIsIkNvbG9yIjp7IiRpZCI6IjQ2OTIiLCJBIjoyNTUsIlIiOjAsIkciOjAsIkIiOjB9fSwiSXNWaXNpYmxlIjp0cnVlLCJXaWR0aCI6MC4wLCJIZWlnaHQiOjAuMCwiQm9yZGVyU3R5bGUiOnsiJGlkIjoiNDY5MyIsIkxpbmVDb2xvciI6bnVsbCwiTGluZVdlaWdodCI6MC4wLCJMaW5lVHlwZSI6MCwiUGFyZW50U3R5bGUiOm51bGx9LCJQYXJlbnRTdHlsZSI6bnVsbH0sIlBhcmVudFN0eWxlIjpudWxsfSwiUGFyZW50U3R5bGUiOm51bGx9LCJEZWZhdWx0U3dpbWxhbmVBY3Rpdml0eVN0eWxlIjp7IiRpZCI6IjQ2OTQiLCJIZWFkZXJTdHlsZSI6eyIkaWQiOiI0Njk1IiwiVGV4dFN0eWxlIjp7IiRpZCI6IjQ2OTYiLCJGb250U2V0dGluZ3MiOnsiJGlkIjoiNDY5NyIsIkZvbnRTaXplIjoxMSwiRm9udE5hbWUiOiJDYWxpYnJpIiwiSXNCb2xkIjpmYWxzZSwiSXNJdGFsaWMiOmZhbHNlLCJJc1VuZGVybGluZWQiOmZhbHNlLCJQYXJlbnRTdHlsZSI6bnVsbH0sIkF1dG9TaXplIjoyLCJGb3JlZ3JvdW5kIjp7IiRpZCI6IjQ2OTgiLCJDb2xvciI6eyIkaWQiOiI0Nj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cwMCIsIlRvcCI6MC4wLCJMZWZ0IjowLjAsIlJpZ2h0IjowLjAsIkJvdHRvbSI6MC4wfSwiUGFkZGluZyI6eyIkaWQiOiI0NzAxIiwiVG9wIjowLjAsIkxlZnQiOjAuMCwiUmlnaHQiOjAuMCwiQm90dG9tIjowLjB9LCJCYWNrZ3JvdW5kIjp7IiRpZCI6IjQ3MDIiLCJDb2xvciI6eyIkaWQiOiI0NzAzIiwiQSI6MjU1LCJSIjo2NCwiRyI6NjQsIkIiOjY0fX0sIklzVmlzaWJsZSI6dHJ1ZSwiV2lkdGgiOjAuMCwiSGVpZ2h0IjowLjAsIkJvcmRlclN0eWxlIjpudWxsLCJQYXJlbnRTdHlsZSI6bnVsbH0sIlJlY3RhbmdsZVN0eWxlIjp7IiRpZCI6IjQ3MDQiLCJNYXJnaW4iOnsiJGlkIjoiNDcwNSIsIlRvcCI6MC4wLCJMZWZ0IjowLjAsIlJpZ2h0IjowLjAsIkJvdHRvbSI6MC4wfSwiUGFkZGluZyI6eyIkaWQiOiI0NzA2IiwiVG9wIjowLjAsIkxlZnQiOjAuMCwiUmlnaHQiOjAuMCwiQm90dG9tIjowLjB9LCJCYWNrZ3JvdW5kIjp7IiRpZCI6IjQ3MDciLCJDb2xvciI6eyIkaWQiOiI0NzA4IiwiQSI6MTI3LCJSIjoxMTIsIkciOjE3MywiQiI6NzF9fSwiSXNWaXNpYmxlIjp0cnVlLCJXaWR0aCI6MC4wLCJIZWlnaHQiOjAuMCwiQm9yZGVyU3R5bGUiOnsiJGlkIjoiNDcwOSIsIkxpbmVDb2xvciI6eyIkaWQiOiI0NzEwIiwiJHR5cGUiOiJOTFJFLkNvbW1vbi5Eb20uU29saWRDb2xvckJydXNoLCBOTFJFLkNvbW1vbiIsIkNvbG9yIjp7IiRpZCI6IjQ3MTEiLCJBIjoyNTUsIlIiOjI1NSwiRyI6MjU1LCJCIjoyNTV9fSwiTGluZVdlaWdodCI6MC4wLCJMaW5lVHlwZSI6MCwiUGFyZW50U3R5bGUiOm51bGx9LCJQYXJlbnRTdHlsZSI6bnVsbH0sIk1hcmdpbiI6eyIkaWQiOiI0NzEyIiwiVG9wIjowLjAsIkxlZnQiOjAuMCwiUmlnaHQiOjAuMCwiQm90dG9tIjowLjB9LCJQYWRkaW5nIjp7IiRpZCI6IjQ3MTMiLCJUb3AiOjAuMCwiTGVmdCI6MC4wLCJSaWdodCI6MC4wLCJCb3R0b20iOjAuMH0sIkJhY2tncm91bmQiOm51bGwsIklzVmlzaWJsZSI6dHJ1ZSwiV2lkdGgiOjAuMCwiSGVpZ2h0IjowLjAsIkJvcmRlclN0eWxlIjpudWxsLCJQYXJlbnRTdHlsZSI6bnVsbH0sIkJhY2tncm91bmRTdHlsZSI6eyIkaWQiOiI0NzE0IiwiTWFyZ2luIjp7IiRpZCI6IjQ3MTUiLCJUb3AiOjAuMCwiTGVmdCI6MC4wLCJSaWdodCI6MC4wLCJCb3R0b20iOjAuMH0sIlBhZGRpbmciOnsiJGlkIjoiNDcxNiIsIlRvcCI6MC4wLCJMZWZ0IjowLjAsIlJpZ2h0IjowLjAsIkJvdHRvbSI6MC4wfSwiQmFja2dyb3VuZCI6eyIkaWQiOiI0NzE3IiwiQ29sb3IiOnsiJGlkIjoiNDcxOCIsIkEiOjUxLCJSIjoyMDAsIkciOjIwMCwiQiI6MjAwfX0sIklzVmlzaWJsZSI6dHJ1ZSwiV2lkdGgiOjAuMCwiSGVpZ2h0IjowLjAsIkJvcmRlclN0eWxlIjp7IiRpZCI6IjQ3MTkiLCJMaW5lQ29sb3IiOnsiJGlkIjoiNDcyMCIsIiR0eXBlIjoiTkxSRS5Db21tb24uRG9tLlNvbGlkQ29sb3JCcnVzaCwgTkxSRS5Db21tb24iLCJDb2xvciI6eyIkaWQiOiI0NzIxIiwiQSI6MjU1LCJSIjoyMzQsIkciOjIyLCJCIjozMH19LCJMaW5lV2VpZ2h0IjowLjAsIkxpbmVUeXBlIjowLCJQYXJlbnRTdHlsZSI6bnVsbH0sIlBhcmVudFN0eWxlIjpudWxsfSwiTWFyZ2luIjp7IiRpZCI6IjQ3MjIiLCJUb3AiOjAuMCwiTGVmdCI6MC4wLCJSaWdodCI6MC4wLCJCb3R0b20iOjAuMH0sIlBhZGRpbmciOnsiJGlkIjoiNDcyMyIsIlRvcCI6MC4wLCJMZWZ0IjowLjAsIlJpZ2h0IjowLjAsIkJvdHRvbSI6MC4wfSwiSXNWaXNpYmxlIjp0cnVlLCJXaWR0aCI6MC4wLCJIZWlnaHQiOjAuMCwiQm9yZGVyU3R5bGUiOnsiJGlkIjoiNDcyNCIsIkxpbmVDb2xvciI6bnVsbCwiTGluZVdlaWdodCI6MC4wLCJMaW5lVHlwZSI6MCwiUGFyZW50U3R5bGUiOm51bGx9LCJQYXJlbnRTdHlsZSI6bnVsbH0sIk1hcmdpbiI6eyIkaWQiOiI0NzI1IiwiVG9wIjowLjAsIkxlZnQiOjAuMCwiUmlnaHQiOjAuMCwiQm90dG9tIjowLjB9LCJQYWRkaW5nIjp7IiRpZCI6IjQ3MjYiLCJUb3AiOjAuMCwiTGVmdCI6MC4wLCJSaWdodCI6MC4wLCJCb3R0b20iOjAuMH0sIklzVmlzaWJsZSI6dHJ1ZSwiV2lkdGgiOjAuMCwiSGVpZ2h0IjowLjAsIkJvcmRlclN0eWxlIjp7IiRpZCI6IjQ3MjciLCJMaW5lQ29sb3IiOm51bGwsIkxpbmVXZWlnaHQiOjAuMCwiTGluZVR5cGUiOjAsIlBhcmVudFN0eWxlIjpudWxsfSwiUGFyZW50U3R5bGUiOm51bGx9LHsiJGlkIjoiNDcyOCIsIlN0eWxlSWQiOiIwNzAyZGVhOC1jMTE0LTRkNzEtYmU0MC1jZDMwNjJjNDY5NzAiLCJIZWFkZXJTdHlsZSI6eyIkaWQiOiI0NzI5IiwiVGV4dElzVmVydGljYWwiOmZhbHNlLCJUZXh0U3R5bGUiOnsiJGlkIjoiNDczMCIsIkZvbnRTZXR0aW5ncyI6eyIkaWQiOiI0NzMxIiwiRm9udFNpemUiOjExLCJGb250TmFtZSI6IkNhbGlicmkiLCJJc0JvbGQiOmZhbHNlLCJJc0l0YWxpYyI6ZmFsc2UsIklzVW5kZXJsaW5lZCI6ZmFsc2UsIlBhcmVudFN0eWxlIjpudWxsfSwiQXV0b1NpemUiOjIsIkZvcmVncm91bmQiOnsiJGlkIjoiNDczMiIsIkNvbG9yIjp7IiRpZCI6IjQ3Mz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M0IiwiVG9wIjowLjAsIkxlZnQiOjAuMCwiUmlnaHQiOjAuMCwiQm90dG9tIjowLjB9LCJQYWRkaW5nIjp7IiRpZCI6IjQ3MzUiLCJUb3AiOjAuMCwiTGVmdCI6MC4wLCJSaWdodCI6MC4wLCJCb3R0b20iOjAuMH0sIkJhY2tncm91bmQiOnsiJGlkIjoiNDczNiIsIkNvbG9yIjp7IiRpZCI6IjQ3MzciLCJBIjoyNTUsIlIiOjI1NSwiRyI6MjU1LCJCIjoyNTV9fSwiSXNWaXNpYmxlIjp0cnVlLCJXaWR0aCI6MC4wLCJIZWlnaHQiOjAuMCwiQm9yZGVyU3R5bGUiOm51bGwsIlBhcmVudFN0eWxlIjpudWxsfSwiUmVjdGFuZ2xlU3R5bGUiOnsiJGlkIjoiNDczOCIsIk1hcmdpbiI6eyIkaWQiOiI0NzM5IiwiVG9wIjowLjAsIkxlZnQiOjAuMCwiUmlnaHQiOjAuMCwiQm90dG9tIjowLjB9LCJQYWRkaW5nIjp7IiRpZCI6IjQ3NDAiLCJUb3AiOjAuMCwiTGVmdCI6MC4wLCJSaWdodCI6MC4wLCJCb3R0b20iOjAuMH0sIkJhY2tncm91bmQiOnsiJGlkIjoiNDc0MSIsIkNvbG9yIjp7IiRpZCI6IjQ3NDIiLCJBIjoyNTUsIlIiOjE2NSwiRyI6MTY1LCJCIjoxNjV9fSwiSXNWaXNpYmxlIjp0cnVlLCJXaWR0aCI6MC4wLCJIZWlnaHQiOjAuMCwiQm9yZGVyU3R5bGUiOnsiJGlkIjoiNDc0MyIsIkxpbmVDb2xvciI6eyIkaWQiOiI0NzQ0IiwiJHR5cGUiOiJOTFJFLkNvbW1vbi5Eb20uU29saWRDb2xvckJydXNoLCBOTFJFLkNvbW1vbiIsIkNvbG9yIjp7IiRpZCI6IjQ3NDUiLCJBIjoyNTUsIlIiOjI1NSwiRyI6MjU1LCJCIjoyNTV9fSwiTGluZVdlaWdodCI6MC4wLCJMaW5lVHlwZSI6MCwiUGFyZW50U3R5bGUiOm51bGx9LCJQYXJlbnRTdHlsZSI6bnVsbH0sIk1hcmdpbiI6eyIkaWQiOiI0NzQ2IiwiVG9wIjowLjAsIkxlZnQiOjAuMCwiUmlnaHQiOjAuMCwiQm90dG9tIjowLjB9LCJQYWRkaW5nIjp7IiRpZCI6IjQ3NDciLCJUb3AiOjAuMCwiTGVmdCI6MC4wLCJSaWdodCI6MC4wLCJCb3R0b20iOjAuMH0sIkJhY2tncm91bmQiOm51bGwsIklzVmlzaWJsZSI6dHJ1ZSwiV2lkdGgiOjAuMCwiSGVpZ2h0IjowLjAsIkJvcmRlclN0eWxlIjpudWxsLCJQYXJlbnRTdHlsZSI6bnVsbH0sIkJhY2tncm91bmRTdHlsZSI6eyIkaWQiOiI0NzQ4IiwiTWFyZ2luIjp7IiRpZCI6IjQ3NDkiLCJUb3AiOjAuMCwiTGVmdCI6MC4wLCJSaWdodCI6MC4wLCJCb3R0b20iOjAuMH0sIlBhZGRpbmciOnsiJGlkIjoiNDc1MCIsIlRvcCI6MC4wLCJMZWZ0IjowLjAsIlJpZ2h0IjowLjAsIkJvdHRvbSI6MC4wfSwiQmFja2dyb3VuZCI6eyIkaWQiOiI0NzUxIiwiQ29sb3IiOnsiJGlkIjoiNDc1MiIsIkEiOjUxLCJSIjoyMDAsIkciOjIwMCwiQiI6MjAwfX0sIklzVmlzaWJsZSI6dHJ1ZSwiV2lkdGgiOjAuMCwiSGVpZ2h0IjowLjAsIkJvcmRlclN0eWxlIjp7IiRpZCI6IjQ3NTMiLCJMaW5lQ29sb3IiOnsiJGlkIjoiNDc1NCIsIiR0eXBlIjoiTkxSRS5Db21tb24uRG9tLlNvbGlkQ29sb3JCcnVzaCwgTkxSRS5Db21tb24iLCJDb2xvciI6eyIkaWQiOiI0NzU1IiwiQSI6MjU1LCJSIjoyMzQsIkciOjIyLCJCIjozMH19LCJMaW5lV2VpZ2h0IjowLjAsIkxpbmVUeXBlIjowLCJQYXJlbnRTdHlsZSI6bnVsbH0sIlBhcmVudFN0eWxlIjpudWxsfSwiSXNBYm92ZVRpbWViYW5kIjpmYWxzZSwiU3BhY2luZyI6MiwiRGVmYXVsdFN3aW1sYW5lVGFza1N0eWxlIjp7IiRpZCI6IjQ3NTYiLCIkdHlwZSI6Ik5MUkUuQ29tbW9uLkRvbS5TdHlsZXMuRXhwbGljaXRTZXRhYmxlVGFza1N0eWxlLCBOTFJFLkNvbW1vbiIsIlNoYXBlIjoxLCJTaGFwZVRoaWNrbmVzcyI6MCwiRHVyYXRpb25Gb3JtYXQiOjAsIkluY2x1ZGVOb25Xb3JraW5nRGF5c0luRHVyYXRpb24iOmZhbHNlLCJQZXJjZW50YWdlQ29tcGxldGVTdHlsZSI6eyIkaWQiOiI0NzU3IiwiRm9udFNldHRpbmdzIjp7IiRpZCI6IjQ3NTgiLCJGb250U2l6ZSI6MTAsIkZvbnROYW1lIjoiQ2FsaWJyaSIsIklzQm9sZCI6ZmFsc2UsIklzSXRhbGljIjpmYWxzZSwiSXNVbmRlcmxpbmVkIjpmYWxzZSwiUGFyZW50U3R5bGUiOm51bGx9LCJBdXRvU2l6ZSI6MCwiRm9yZWdyb3VuZCI6eyIkaWQiOiI0NzU5IiwiQ29sb3IiOnsiJGlkIjoiNDc2M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0NzYxIiwiVG9wIjowLjAsIkxlZnQiOjAuMCwiUmlnaHQiOjAuMCwiQm90dG9tIjowLjB9LCJQYWRkaW5nIjp7IiRpZCI6IjQ3NjIiLCJUb3AiOjAuMCwiTGVmdCI6MC4wLCJSaWdodCI6MC4wLCJCb3R0b20iOjAuMH0sIkJhY2tncm91bmQiOnsiJGlkIjoiNDc2MyIsIkNvbG9yIjp7IiRpZCI6IjQ3NjQiLCJBIjo4OSwiUiI6MCwiRyI6MCwiQiI6MH19LCJJc1Zpc2libGUiOnRydWUsIldpZHRoIjowLjAsIkhlaWdodCI6MC4wLCJCb3JkZXJTdHlsZSI6eyIkaWQiOiI0NzY1IiwiTGluZUNvbG9yIjpudWxsLCJMaW5lV2VpZ2h0IjowLjAsIkxpbmVUeXBlIjowLCJQYXJlbnRTdHlsZSI6bnVsbH0sIlBhcmVudFN0eWxlIjpudWxsfSwiRHVyYXRpb25TdHlsZSI6eyIkaWQiOiI0NzY2IiwiRm9udFNldHRpbmdzIjp7IiRpZCI6IjQ3NjciLCJGb250U2l6ZSI6MTAsIkZvbnROYW1lIjoiQ2FsaWJyaSIsIklzQm9sZCI6ZmFsc2UsIklzSXRhbGljIjpmYWxzZSwiSXNVbmRlcmxpbmVkIjpmYWxzZSwiUGFyZW50U3R5bGUiOm51bGx9LCJBdXRvU2l6ZSI6MCwiRm9yZWdyb3VuZCI6eyIkaWQiOiI0NzY4IiwiQ29sb3IiOnsiJGlkIjoiNDc2O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c3MCIsIlRvcCI6MC4wLCJMZWZ0IjowLjAsIlJpZ2h0IjowLjAsIkJvdHRvbSI6MC4wfSwiUGFkZGluZyI6eyIkaWQiOiI0NzcxIiwiVG9wIjowLjAsIkxlZnQiOjAuMCwiUmlnaHQiOjAuMCwiQm90dG9tIjowLjB9LCJCYWNrZ3JvdW5kIjp7IiRpZCI6IjQ3NzIiLCJDb2xvciI6eyIkaWQiOiI0NzczIiwiQSI6MjU1LCJSIjo2OCwiRyI6ODQsIkIiOjEwNn19LCJJc1Zpc2libGUiOnRydWUsIldpZHRoIjowLjAsIkhlaWdodCI6MC4wLCJCb3JkZXJTdHlsZSI6eyIkaWQiOiI0Nzc0IiwiTGluZUNvbG9yIjpudWxsLCJMaW5lV2VpZ2h0IjowLjAsIkxpbmVUeXBlIjowLCJQYXJlbnRTdHlsZSI6bnVsbH0sIlBhcmVudFN0eWxlIjpudWxsfSwiSG9yaXpvbnRhbENvbm5lY3RvclN0eWxlIjp7IiRpZCI6IjQ3NzUiLCJMaW5lQ29sb3IiOnsiJGlkIjoiNDc3NiIsIiR0eXBlIjoiTkxSRS5Db21tb24uRG9tLlNvbGlkQ29sb3JCcnVzaCwgTkxSRS5Db21tb24iLCJDb2xvciI6eyIkaWQiOiI0Nzc3IiwiQSI6MjU1LCJSIjowLCJHIjowLCJCIjowfX0sIkxpbmVXZWlnaHQiOjAuMCwiTGluZVR5cGUiOjAsIlBhcmVudFN0eWxlIjpudWxsfSwiVmVydGljYWxDb25uZWN0b3JTdHlsZSI6eyIkaWQiOiI0Nzc4IiwiTGluZUNvbG9yIjp7IiRpZCI6IjQ3NzkiLCIkdHlwZSI6Ik5MUkUuQ29tbW9uLkRvbS5Tb2xpZENvbG9yQnJ1c2gsIE5MUkUuQ29tbW9uIiwiQ29sb3IiOnsiJGlkIjoiNDc4M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Q3ODEiLCJTaGFwZVN0eWxlIjp7IiRpZCI6IjQ3ODIiLCJNYXJnaW4iOnsiJGlkIjoiNDc4MyIsIlRvcCI6MC4wLCJMZWZ0IjowLjAsIlJpZ2h0IjowLjAsIkJvdHRvbSI6MC4wfSwiUGFkZGluZyI6eyIkaWQiOiI0Nzg0IiwiVG9wIjowLjAsIkxlZnQiOjAuMCwiUmlnaHQiOjAuMCwiQm90dG9tIjowLjB9LCJCYWNrZ3JvdW5kIjp7IiRpZCI6IjQ3ODUiLCJDb2xvciI6eyIkaWQiOiI0Nzg2IiwiQSI6MTUzLCJSIjowLCJHIjowLCJCIjowfX0sIklzVmlzaWJsZSI6dHJ1ZSwiV2lkdGgiOjAuMCwiSGVpZ2h0IjowLjAsIkJvcmRlclN0eWxlIjp7IiRpZCI6IjQ3ODciLCJMaW5lQ29sb3IiOnsiJGlkIjoiNDc4OCIsIiR0eXBlIjoiTkxSRS5Db21tb24uRG9tLlNvbGlkQ29sb3JCcnVzaCwgTkxSRS5Db21tb24iLCJDb2xvciI6eyIkaWQiOiI0Nzg5IiwiQSI6MjU1LCJSIjoyNTUsIkciOjAsIkIiOjB9fSwiTGluZVdlaWdodCI6MC4wLCJMaW5lVHlwZSI6MCwiUGFyZW50U3R5bGUiOm51bGx9LCJQYXJlbnRTdHlsZSI6bnVsbH0sIk1hcmdpbiI6eyIkaWQiOiI0NzkwIiwiVG9wIjowLjAsIkxlZnQiOjAuMCwiUmlnaHQiOjAuMCwiQm90dG9tIjowLjB9LCJQYWRkaW5nIjp7IiRpZCI6IjQ3OTEiLCJUb3AiOjAuMCwiTGVmdCI6MC4wLCJSaWdodCI6MC4wLCJCb3R0b20iOjAuMH0sIkJhY2tncm91bmQiOm51bGwsIklzVmlzaWJsZSI6dHJ1ZSwiV2lkdGgiOjAuMCwiSGVpZ2h0IjowLjAsIkJvcmRlclN0eWxlIjpudWxsLCJQYXJlbnRTdHlsZSI6bnVsbH0sIlNoYXBlU3R5bGUiOnsiJGlkIjoiNDc5MiIsIk1hcmdpbiI6eyIkaWQiOiI0NzkzIiwiVG9wIjowLjAsIkxlZnQiOjQuMCwiUmlnaHQiOjQuMCwiQm90dG9tIjowLjB9LCJQYWRkaW5nIjp7IiRpZCI6IjQ3OTQiLCJUb3AiOjAuMCwiTGVmdCI6MC4wLCJSaWdodCI6MC4wLCJCb3R0b20iOjAuMH0sIkJhY2tncm91bmQiOnsiJGlkIjoiNDc5NSIsIkNvbG9yIjp7IiRpZCI6IjQ3OTYiLCJBIjoyNTUsIlIiOjE2NSwiRyI6MTY1LCJCIjoxNjV9fSwiSXNWaXNpYmxlIjp0cnVlLCJXaWR0aCI6MC4wLCJIZWlnaHQiOjEwLjAsIkJvcmRlclN0eWxlIjp7IiRpZCI6IjQ3OTciLCJMaW5lQ29sb3IiOnsiJGlkIjoiNDc5OCIsIiR0eXBlIjoiTkxSRS5Db21tb24uRG9tLlNvbGlkQ29sb3JCcnVzaCwgTkxSRS5Db21tb24iLCJDb2xvciI6eyIkaWQiOiI0Nzk5IiwiQSI6MjU1LCJSIjoyMzQsIkciOjIyLCJCIjozMH19LCJMaW5lV2VpZ2h0IjowLjAsIkxpbmVUeXBlIjowLCJQYXJlbnRTdHlsZSI6bnVsbH0sIlBhcmVudFN0eWxlIjpudWxsfSwiVGl0bGVTdHlsZSI6eyIkaWQiOiI0ODAwIiwiRm9udFNldHRpbmdzIjp7IiRpZCI6IjQ4MDEiLCJGb250U2l6ZSI6MTEsIkZvbnROYW1lIjoiQ2FsaWJyaSIsIklzQm9sZCI6ZmFsc2UsIklzSXRhbGljIjpmYWxzZSwiSXNVbmRlcmxpbmVkIjpmYWxzZSwiUGFyZW50U3R5bGUiOm51bGx9LCJBdXRvU2l6ZSI6MCwiRm9yZWdyb3VuZCI6eyIkaWQiOiI0ODAyIiwiQ29sb3IiOnsiJGlkIjoiNDg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A0IiwiVG9wIjowLjAsIkxlZnQiOjAuMCwiUmlnaHQiOjAuMCwiQm90dG9tIjowLjB9LCJQYWRkaW5nIjp7IiRpZCI6IjQ4MDUiLCJUb3AiOjAuMCwiTGVmdCI6MC4wLCJSaWdodCI6MC4wLCJCb3R0b20iOjAuMH0sIkJhY2tncm91bmQiOnsiJGlkIjoiNDgwNiIsIkNvbG9yIjp7IiRpZCI6IjQ4MDciLCJBIjoyNTUsIlIiOjAsIkciOjAsIkIiOjB9fSwiSXNWaXNpYmxlIjp0cnVlLCJXaWR0aCI6MC4wLCJIZWlnaHQiOjAuMCwiQm9yZGVyU3R5bGUiOnsiJGlkIjoiNDgwOCIsIkxpbmVDb2xvciI6bnVsbCwiTGluZVdlaWdodCI6MC4wLCJMaW5lVHlwZSI6MCwiUGFyZW50U3R5bGUiOm51bGx9LCJQYXJlbnRTdHlsZSI6bnVsbH0sIkRhdGVTdHlsZSI6eyIkaWQiOiI0ODA5IiwiRm9udFNldHRpbmdzIjp7IiRpZCI6IjQ4MTAiLCJGb250U2l6ZSI6MTAsIkZvbnROYW1lIjoiQ2FsaWJyaSIsIklzQm9sZCI6ZmFsc2UsIklzSXRhbGljIjpmYWxzZSwiSXNVbmRlcmxpbmVkIjpmYWxzZSwiUGFyZW50U3R5bGUiOm51bGx9LCJBdXRvU2l6ZSI6MCwiRm9yZWdyb3VuZCI6eyIkaWQiOiI0ODExIiwiQ29sb3IiOnsiJGlkIjoiNDgx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gxMyIsIlRvcCI6MC4wLCJMZWZ0IjowLjAsIlJpZ2h0IjowLjAsIkJvdHRvbSI6MC4wfSwiUGFkZGluZyI6eyIkaWQiOiI0ODE0IiwiVG9wIjowLjAsIkxlZnQiOjAuMCwiUmlnaHQiOjAuMCwiQm90dG9tIjowLjB9LCJCYWNrZ3JvdW5kIjp7IiRpZCI6IjQ4MTUiLCJDb2xvciI6eyIkaWQiOiI0ODE2IiwiQSI6MjU1LCJSIjo2OCwiRyI6ODQsIkIiOjEwNn19LCJJc1Zpc2libGUiOnRydWUsIldpZHRoIjowLjAsIkhlaWdodCI6MC4wLCJCb3JkZXJTdHlsZSI6eyIkaWQiOiI0ODE3IiwiTGluZUNvbG9yIjpudWxsLCJMaW5lV2VpZ2h0IjowLjAsIkxpbmVUeXBlIjowLCJQYXJlbnRTdHlsZSI6bnVsbH0sIlBhcmVudFN0eWxlIjpudWxsfSwiRGF0ZUZvcm1hdCI6eyIkaWQiOiI0ODE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MTkiLCJGb3JtYXQiOjAsIklzVmlzaWJsZSI6ZmFsc2UsIkxhc3RLbm93blZpc2liaWxpdHlTdGF0ZSI6ZmFsc2V9LCJJc1Zpc2libGUiOnRydWUsIlZhcmlhbmNlU3R5bGUiOnsiJGlkIjoiNDgyMCIsIlRleHRTdHlsZSI6eyIkaWQiOiI0ODIxIiwiRm9udFNldHRpbmdzIjp7IiRpZCI6IjQ4MjIiLCJGb250U2l6ZSI6MTAsIkZvbnROYW1lIjoiQ2FsaWJyaSIsIklzQm9sZCI6ZmFsc2UsIklzSXRhbGljIjpmYWxzZSwiSXNVbmRlcmxpbmVkIjpmYWxzZSwiUGFyZW50U3R5bGUiOm51bGx9LCJBdXRvU2l6ZSI6MCwiRm9yZWdyb3VuZCI6eyIkaWQiOiI0ODIzIiwiQ29sb3IiOnsiJGlkIjoiNDgy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I1IiwiVG9wIjowLjAsIkxlZnQiOjAuMCwiUmlnaHQiOjAuMCwiQm90dG9tIjowLjB9LCJQYWRkaW5nIjp7IiRpZCI6IjQ4MjYiLCJUb3AiOjAuMCwiTGVmdCI6MC4wLCJSaWdodCI6MC4wLCJCb3R0b20iOjAuMH0sIkJhY2tncm91bmQiOnsiJGlkIjoiNDgyNyIsIkNvbG9yIjp7IiRpZCI6IjQ4MjgiLCJBIjoyNTUsIlIiOjAsIkciOjAsIkIiOjB9fSwiSXNWaXNpYmxlIjp0cnVlLCJXaWR0aCI6MC4wLCJIZWlnaHQiOjAuMCwiQm9yZGVyU3R5bGUiOnsiJGlkIjoiNDgyOSIsIkxpbmVDb2xvciI6bnVsbCwiTGluZVdlaWdodCI6MC4wLCJMaW5lVHlwZSI6MCwiUGFyZW50U3R5bGUiOm51bGx9LCJQYXJlbnRTdHlsZSI6bnVsbH0sIlBhcmVudFN0eWxlIjpudWxsfSwiUGFyZW50U3R5bGUiOm51bGwsIl9leHBsaWNpdGx5U2V0Ijp7IiRpZCI6IjQ4Mz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ODMxIiwiU2hhcGUiOjEsIkNvbm5lY3Rvck1hcmdpbiI6eyIkaWQiOiI0ODMyIiwiVG9wIjowLjAsIkxlZnQiOjIuMCwiUmlnaHQiOjIuMCwiQm90dG9tIjowLjB9LCJDb25uZWN0b3JTdHlsZSI6eyIkaWQiOiI0ODMzIiwiTGluZUNvbG9yIjp7IiRpZCI6IjQ4MzQiLCIkdHlwZSI6Ik5MUkUuQ29tbW9uLkRvbS5Tb2xpZENvbG9yQnJ1c2gsIE5MUkUuQ29tbW9uIiwiQ29sb3IiOnsiJGlkIjoiNDgzNSIsIkEiOjEyNywiUiI6NTcsIkciOjU3LCJCIjo1N319LCJMaW5lV2VpZ2h0IjoxLjAsIkxpbmVUeXBlIjowLCJQYXJlbnRTdHlsZSI6bnVsbH0sIklzQmVsb3dUaW1lYmFuZCI6ZmFsc2UsIlBvc2l0aW9uT25UYXNrIjoxLCJIaWRlRGF0ZSI6ZmFsc2UsIlNoYXBlU2l6ZSI6MCwiU3BhY2luZyI6MC4wLCJQYWRkaW5nIjp7IiRpZCI6IjQ4MzYiLCJUb3AiOjUuMCwiTGVmdCI6My4wLCJSaWdodCI6MC4wLCJCb3R0b20iOjIuMH0sIlNoYXBlU3R5bGUiOnsiJGlkIjoiNDgzNyIsIk1hcmdpbiI6eyIkaWQiOiI0ODM4IiwiVG9wIjowLjAsIkxlZnQiOjAuMCwiUmlnaHQiOjAuMCwiQm90dG9tIjowLjB9LCJQYWRkaW5nIjp7IiRpZCI6IjQ4MzkiLCJUb3AiOjAuMCwiTGVmdCI6MC4wLCJSaWdodCI6MC4wLCJCb3R0b20iOjAuMH0sIkJhY2tncm91bmQiOnsiJGlkIjoiNDg0MCIsIkNvbG9yIjp7IiRpZCI6IjQ4NDEiLCJBIjoyNTUsIlIiOjU3LCJHIjo1NywiQiI6NTd9fSwiSXNWaXNpYmxlIjp0cnVlLCJXaWR0aCI6MTIuMCwiSGVpZ2h0IjoxNC4wLCJCb3JkZXJTdHlsZSI6eyIkaWQiOiI0ODQyIiwiTGluZUNvbG9yIjp7IiRpZCI6IjQ4NDMiLCIkdHlwZSI6Ik5MUkUuQ29tbW9uLkRvbS5Tb2xpZENvbG9yQnJ1c2gsIE5MUkUuQ29tbW9uIiwiQ29sb3IiOnsiJGlkIjoiNDg0NCIsIkEiOjI1NSwiUiI6MjU1LCJHIjowLCJCIjowfX0sIkxpbmVXZWlnaHQiOjAuMCwiTGluZVR5cGUiOjAsIlBhcmVudFN0eWxlIjpudWxsfSwiUGFyZW50U3R5bGUiOm51bGx9LCJUaXRsZVN0eWxlIjp7IiRpZCI6IjQ4NDUiLCJGb250U2V0dGluZ3MiOnsiJGlkIjoiNDg0NiIsIkZvbnRTaXplIjoxMSwiRm9udE5hbWUiOiJDYWxpYnJpIiwiSXNCb2xkIjpmYWxzZSwiSXNJdGFsaWMiOmZhbHNlLCJJc1VuZGVybGluZWQiOmZhbHNlLCJQYXJlbnRTdHlsZSI6bnVsbH0sIkF1dG9TaXplIjowLCJGb3JlZ3JvdW5kIjp7IiRpZCI6IjQ4NDciLCJDb2xvciI6eyIkaWQiOiI0ODQ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4NDkiLCJUb3AiOjAuMCwiTGVmdCI6MC4wLCJSaWdodCI6MC4wLCJCb3R0b20iOjAuMH0sIlBhZGRpbmciOnsiJGlkIjoiNDg1MCIsIlRvcCI6MC4wLCJMZWZ0IjowLjAsIlJpZ2h0IjowLjAsIkJvdHRvbSI6MC4wfSwiQmFja2dyb3VuZCI6eyIkaWQiOiI0ODUxIiwiQ29sb3IiOnsiJGlkIjoiNDg1MiIsIkEiOjI1NSwiUiI6MCwiRyI6MCwiQiI6MH19LCJJc1Zpc2libGUiOnRydWUsIldpZHRoIjowLjAsIkhlaWdodCI6MC4wLCJCb3JkZXJTdHlsZSI6eyIkaWQiOiI0ODUzIiwiTGluZUNvbG9yIjpudWxsLCJMaW5lV2VpZ2h0IjowLjAsIkxpbmVUeXBlIjowLCJQYXJlbnRTdHlsZSI6bnVsbH0sIlBhcmVudFN0eWxlIjpudWxsfSwiRGF0ZVN0eWxlIjp7IiRpZCI6IjQ4NTQiLCJGb250U2V0dGluZ3MiOnsiJGlkIjoiNDg1NSIsIkZvbnRTaXplIjoxMCwiRm9udE5hbWUiOiJDYWxpYnJpIiwiSXNCb2xkIjpmYWxzZSwiSXNJdGFsaWMiOmZhbHNlLCJJc1VuZGVybGluZWQiOmZhbHNlLCJQYXJlbnRTdHlsZSI6bnVsbH0sIkF1dG9TaXplIjowLCJGb3JlZ3JvdW5kIjp7IiRpZCI6IjQ4NTYiLCJDb2xvciI6eyIkaWQiOiI0ODU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ODU4IiwiVG9wIjowLjAsIkxlZnQiOjAuMCwiUmlnaHQiOjAuMCwiQm90dG9tIjowLjB9LCJQYWRkaW5nIjp7IiRpZCI6IjQ4NTkiLCJUb3AiOjAuMCwiTGVmdCI6MC4wLCJSaWdodCI6MC4wLCJCb3R0b20iOjAuMH0sIkJhY2tncm91bmQiOnsiJGlkIjoiNDg2MCIsIkNvbG9yIjp7IiRpZCI6IjQ4NjEiLCJBIjoyNTUsIlIiOjY4LCJHIjo4NCwiQiI6MTA2fX0sIklzVmlzaWJsZSI6dHJ1ZSwiV2lkdGgiOjAuMCwiSGVpZ2h0IjowLjAsIkJvcmRlclN0eWxlIjp7IiRpZCI6IjQ4NjIiLCJMaW5lQ29sb3IiOm51bGwsIkxpbmVXZWlnaHQiOjAuMCwiTGluZVR5cGUiOjAsIlBhcmVudFN0eWxlIjpudWxsfSwiUGFyZW50U3R5bGUiOm51bGx9LCJEYXRlRm9ybWF0Ijp7IiRpZCI6IjQ4NjMiLCJGb3JtYXRTdHJpbmciOiJN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NjQiLCJGb3JtYXQiOjAsIklzVmlzaWJsZSI6ZmFsc2UsIkxhc3RLbm93blZpc2liaWxpdHlTdGF0ZSI6ZmFsc2V9LCJJc1Zpc2libGUiOmZhbHNlLCJWYXJpYW5jZVN0eWxlIjp7IiRpZCI6IjQ4NjUiLCJUZXh0U3R5bGUiOnsiJGlkIjoiNDg2NiIsIkZvbnRTZXR0aW5ncyI6eyIkaWQiOiI0ODY3IiwiRm9udFNpemUiOjEwLCJGb250TmFtZSI6IkNhbGlicmkiLCJJc0JvbGQiOmZhbHNlLCJJc0l0YWxpYyI6ZmFsc2UsIklzVW5kZXJsaW5lZCI6ZmFsc2UsIlBhcmVudFN0eWxlIjpudWxsfSwiQXV0b1NpemUiOjAsIkZvcmVncm91bmQiOnsiJGlkIjoiNDg2OCIsIkNvbG9yIjp7IiRpZCI6IjQ4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3MCIsIlRvcCI6MC4wLCJMZWZ0IjowLjAsIlJpZ2h0IjowLjAsIkJvdHRvbSI6MC4wfSwiUGFkZGluZyI6eyIkaWQiOiI0ODcxIiwiVG9wIjowLjAsIkxlZnQiOjAuMCwiUmlnaHQiOjAuMCwiQm90dG9tIjowLjB9LCJCYWNrZ3JvdW5kIjp7IiRpZCI6IjQ4NzIiLCJDb2xvciI6eyIkaWQiOiI0ODczIiwiQSI6MjU1LCJSIjowLCJHIjowLCJCIjowfX0sIklzVmlzaWJsZSI6dHJ1ZSwiV2lkdGgiOjAuMCwiSGVpZ2h0IjowLjAsIkJvcmRlclN0eWxlIjp7IiRpZCI6IjQ4NzQiLCJMaW5lQ29sb3IiOm51bGwsIkxpbmVXZWlnaHQiOjAuMCwiTGluZVR5cGUiOjAsIlBhcmVudFN0eWxlIjpudWxsfSwiUGFyZW50U3R5bGUiOm51bGx9LCJQYXJlbnRTdHlsZSI6bnVsbH0sIlBhcmVudFN0eWxlIjpudWxsfSwiRGVmYXVsdFN3aW1sYW5lTWlsZXN0b25lU3R5bGUiOnsiJGlkIjoiNDg3NSIsIlRpdGxlUG9zaXRpb24iOiJMZWZ0IiwiRGF0ZVBvc2l0aW9uIjoiUmlnaHQiLCJWYXJpYW5jZVBvc2l0aW9uIjoiUmlnaHQiLCJTaGFwZVR5cGUiOjEsIlNoYXBlU2l6ZSI6MCwiU3BhY2luZyI6NSwiU2hhcGVTdHlsZSI6eyIkaWQiOiI0ODc2IiwiTWFyZ2luIjp7IiRpZCI6IjQ4NzciLCJUb3AiOjAuMCwiTGVmdCI6MC4wLCJSaWdodCI6MC4wLCJCb3R0b20iOjAuMH0sIlBhZGRpbmciOnsiJGlkIjoiNDg3OCIsIlRvcCI6MC4wLCJMZWZ0IjowLjAsIlJpZ2h0IjowLjAsIkJvdHRvbSI6MC4wfSwiQmFja2dyb3VuZCI6eyIkaWQiOiI0ODc5IiwiQ29sb3IiOnsiJGlkIjoiNDg4MCIsIkEiOjI1NSwiUiI6MTY1LCJHIjoxNjUsIkIiOjE2NX19LCJJc1Zpc2libGUiOnRydWUsIldpZHRoIjoxMi4wLCJIZWlnaHQiOjE0LjAsIkJvcmRlclN0eWxlIjp7IiRpZCI6IjQ4ODEiLCJMaW5lQ29sb3IiOnsiJGlkIjoiNDg4MiIsIiR0eXBlIjoiTkxSRS5Db21tb24uRG9tLlNvbGlkQ29sb3JCcnVzaCwgTkxSRS5Db21tb24iLCJDb2xvciI6eyIkaWQiOiI0ODgzIiwiQSI6MjU1LCJSIjoyMzQsIkciOjIyLCJCIjozMH19LCJMaW5lV2VpZ2h0IjowLjAsIkxpbmVUeXBlIjowLCJQYXJlbnRTdHlsZSI6bnVsbH0sIlBhcmVudFN0eWxlIjpudWxsfSwiVGl0bGVTdHlsZSI6eyIkaWQiOiI0ODg0IiwiRm9udFNldHRpbmdzIjp7IiRpZCI6IjQ4ODUiLCJGb250U2l6ZSI6MTEsIkZvbnROYW1lIjoiQ2FsaWJyaSIsIklzQm9sZCI6ZmFsc2UsIklzSXRhbGljIjpmYWxzZSwiSXNVbmRlcmxpbmVkIjpmYWxzZSwiUGFyZW50U3R5bGUiOm51bGx9LCJBdXRvU2l6ZSI6MCwiRm9yZWdyb3VuZCI6eyIkaWQiOiI0ODg2IiwiQ29sb3IiOnsiJGlkIjoiNDg4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ODg4IiwiVG9wIjowLjAsIkxlZnQiOjAuMCwiUmlnaHQiOjAuMCwiQm90dG9tIjowLjB9LCJQYWRkaW5nIjp7IiRpZCI6IjQ4ODkiLCJUb3AiOjAuMCwiTGVmdCI6MC4wLCJSaWdodCI6MC4wLCJCb3R0b20iOjAuMH0sIkJhY2tncm91bmQiOnsiJGlkIjoiNDg5MCIsIkNvbG9yIjp7IiRpZCI6IjQ4OTEiLCJBIjoyNTUsIlIiOjAsIkciOjAsIkIiOjB9fSwiSXNWaXNpYmxlIjp0cnVlLCJXaWR0aCI6MC4wLCJIZWlnaHQiOjAuMCwiQm9yZGVyU3R5bGUiOnsiJGlkIjoiNDg5MiIsIkxpbmVDb2xvciI6bnVsbCwiTGluZVdlaWdodCI6MC4wLCJMaW5lVHlwZSI6MCwiUGFyZW50U3R5bGUiOm51bGx9LCJQYXJlbnRTdHlsZSI6bnVsbH0sIkRhdGVTdHlsZSI6eyIkaWQiOiI0ODkzIiwiRm9udFNldHRpbmdzIjp7IiRpZCI6IjQ4OTQiLCJGb250U2l6ZSI6MTAsIkZvbnROYW1lIjoiQ2FsaWJyaSIsIklzQm9sZCI6ZmFsc2UsIklzSXRhbGljIjpmYWxzZSwiSXNVbmRlcmxpbmVkIjpmYWxzZSwiUGFyZW50U3R5bGUiOm51bGx9LCJBdXRvU2l6ZSI6MCwiRm9yZWdyb3VuZCI6eyIkaWQiOiI0ODk1IiwiQ29sb3IiOnsiJGlkIjoiNDg5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g5NyIsIlRvcCI6MC4wLCJMZWZ0IjowLjAsIlJpZ2h0IjowLjAsIkJvdHRvbSI6MC4wfSwiUGFkZGluZyI6eyIkaWQiOiI0ODk4IiwiVG9wIjowLjAsIkxlZnQiOjAuMCwiUmlnaHQiOjAuMCwiQm90dG9tIjowLjB9LCJCYWNrZ3JvdW5kIjp7IiRpZCI6IjQ4OTkiLCJDb2xvciI6eyIkaWQiOiI0OTAwIiwiQSI6MjU1LCJSIjo2OCwiRyI6ODQsIkIiOjEwNn19LCJJc1Zpc2libGUiOnRydWUsIldpZHRoIjowLjAsIkhlaWdodCI6MC4wLCJCb3JkZXJTdHlsZSI6eyIkaWQiOiI0OTAxIiwiTGluZUNvbG9yIjpudWxsLCJMaW5lV2VpZ2h0IjowLjAsIkxpbmVUeXBlIjowLCJQYXJlbnRTdHlsZSI6bnVsbH0sIlBhcmVudFN0eWxlIjpudWxsfSwiRGF0ZUZvcm1hdCI6eyIkaWQiOiI0OTA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5MDMiLCJGb3JtYXQiOjAsIklzVmlzaWJsZSI6ZmFsc2UsIkxhc3RLbm93blZpc2liaWxpdHlTdGF0ZSI6ZmFsc2V9LCJJc1Zpc2libGUiOnRydWUsIlZhcmlhbmNlU3R5bGUiOnsiJGlkIjoiNDkwNCIsIlRleHRTdHlsZSI6eyIkaWQiOiI0OTA1IiwiRm9udFNldHRpbmdzIjp7IiRpZCI6IjQ5MDYiLCJGb250U2l6ZSI6MTAsIkZvbnROYW1lIjoiQ2FsaWJyaSIsIklzQm9sZCI6ZmFsc2UsIklzSXRhbGljIjpmYWxzZSwiSXNVbmRlcmxpbmVkIjpmYWxzZSwiUGFyZW50U3R5bGUiOm51bGx9LCJBdXRvU2l6ZSI6MCwiRm9yZWdyb3VuZCI6eyIkaWQiOiI0OTA3IiwiQ29sb3IiOnsiJGlkIjoiNDkw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TA5IiwiVG9wIjowLjAsIkxlZnQiOjAuMCwiUmlnaHQiOjAuMCwiQm90dG9tIjowLjB9LCJQYWRkaW5nIjp7IiRpZCI6IjQ5MTAiLCJUb3AiOjAuMCwiTGVmdCI6MC4wLCJSaWdodCI6MC4wLCJCb3R0b20iOjAuMH0sIkJhY2tncm91bmQiOnsiJGlkIjoiNDkxMSIsIkNvbG9yIjp7IiRpZCI6IjQ5MTIiLCJBIjoyNTUsIlIiOjAsIkciOjAsIkIiOjB9fSwiSXNWaXNpYmxlIjp0cnVlLCJXaWR0aCI6MC4wLCJIZWlnaHQiOjAuMCwiQm9yZGVyU3R5bGUiOnsiJGlkIjoiNDkxMyIsIkxpbmVDb2xvciI6bnVsbCwiTGluZVdlaWdodCI6MC4wLCJMaW5lVHlwZSI6MCwiUGFyZW50U3R5bGUiOm51bGx9LCJQYXJlbnRTdHlsZSI6bnVsbH0sIlBhcmVudFN0eWxlIjpudWxsfSwiUGFyZW50U3R5bGUiOm51bGx9LCJEZWZhdWx0U3dpbWxhbmVBY3Rpdml0eVN0eWxlIjp7IiRpZCI6IjQ5MTQiLCJIZWFkZXJTdHlsZSI6eyIkaWQiOiI0OTE1IiwiVGV4dFN0eWxlIjp7IiRpZCI6IjQ5MTYiLCJGb250U2V0dGluZ3MiOnsiJGlkIjoiNDkxNyIsIkZvbnRTaXplIjoxMSwiRm9udE5hbWUiOiJDYWxpYnJpIiwiSXNCb2xkIjpmYWxzZSwiSXNJdGFsaWMiOmZhbHNlLCJJc1VuZGVybGluZWQiOmZhbHNlLCJQYXJlbnRTdHlsZSI6bnVsbH0sIkF1dG9TaXplIjoyLCJGb3JlZ3JvdW5kIjp7IiRpZCI6IjQ5MTgiLCJDb2xvciI6eyIkaWQiOiI0OTE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kyMCIsIlRvcCI6MC4wLCJMZWZ0IjowLjAsIlJpZ2h0IjowLjAsIkJvdHRvbSI6MC4wfSwiUGFkZGluZyI6eyIkaWQiOiI0OTIxIiwiVG9wIjowLjAsIkxlZnQiOjAuMCwiUmlnaHQiOjAuMCwiQm90dG9tIjowLjB9LCJCYWNrZ3JvdW5kIjp7IiRpZCI6IjQ5MjIiLCJDb2xvciI6eyIkaWQiOiI0OTIzIiwiQSI6MjU1LCJSIjo2NCwiRyI6NjQsIkIiOjY0fX0sIklzVmlzaWJsZSI6dHJ1ZSwiV2lkdGgiOjAuMCwiSGVpZ2h0IjowLjAsIkJvcmRlclN0eWxlIjpudWxsLCJQYXJlbnRTdHlsZSI6bnVsbH0sIlJlY3RhbmdsZVN0eWxlIjp7IiRpZCI6IjQ5MjQiLCJNYXJnaW4iOnsiJGlkIjoiNDkyNSIsIlRvcCI6MC4wLCJMZWZ0IjowLjAsIlJpZ2h0IjowLjAsIkJvdHRvbSI6MC4wfSwiUGFkZGluZyI6eyIkaWQiOiI0OTI2IiwiVG9wIjowLjAsIkxlZnQiOjAuMCwiUmlnaHQiOjAuMCwiQm90dG9tIjowLjB9LCJCYWNrZ3JvdW5kIjp7IiRpZCI6IjQ5MjciLCJDb2xvciI6eyIkaWQiOiI0OTI4IiwiQSI6MTI3LCJSIjoxNjUsIkciOjE2NSwiQiI6MTY1fX0sIklzVmlzaWJsZSI6dHJ1ZSwiV2lkdGgiOjAuMCwiSGVpZ2h0IjowLjAsIkJvcmRlclN0eWxlIjp7IiRpZCI6IjQ5MjkiLCJMaW5lQ29sb3IiOnsiJGlkIjoiNDkzMCIsIiR0eXBlIjoiTkxSRS5Db21tb24uRG9tLlNvbGlkQ29sb3JCcnVzaCwgTkxSRS5Db21tb24iLCJDb2xvciI6eyIkaWQiOiI0OTMxIiwiQSI6MjU1LCJSIjoyNTUsIkciOjAsIkIiOjB9fSwiTGluZVdlaWdodCI6MC4wLCJMaW5lVHlwZSI6MCwiUGFyZW50U3R5bGUiOm51bGx9LCJQYXJlbnRTdHlsZSI6bnVsbH0sIk1hcmdpbiI6eyIkaWQiOiI0OTMyIiwiVG9wIjowLjAsIkxlZnQiOjAuMCwiUmlnaHQiOjAuMCwiQm90dG9tIjowLjB9LCJQYWRkaW5nIjp7IiRpZCI6IjQ5MzMiLCJUb3AiOjAuMCwiTGVmdCI6MC4wLCJSaWdodCI6MC4wLCJCb3R0b20iOjAuMH0sIkJhY2tncm91bmQiOm51bGwsIklzVmlzaWJsZSI6dHJ1ZSwiV2lkdGgiOjAuMCwiSGVpZ2h0IjowLjAsIkJvcmRlclN0eWxlIjpudWxsLCJQYXJlbnRTdHlsZSI6bnVsbH0sIkJhY2tncm91bmRTdHlsZSI6eyIkaWQiOiI0OTM0IiwiTWFyZ2luIjp7IiRpZCI6IjQ5MzUiLCJUb3AiOjAuMCwiTGVmdCI6MC4wLCJSaWdodCI6MC4wLCJCb3R0b20iOjAuMH0sIlBhZGRpbmciOnsiJGlkIjoiNDkzNiIsIlRvcCI6MC4wLCJMZWZ0IjowLjAsIlJpZ2h0IjowLjAsIkJvdHRvbSI6MC4wfSwiQmFja2dyb3VuZCI6eyIkaWQiOiI0OTM3IiwiQ29sb3IiOnsiJGlkIjoiNDkzOCIsIkEiOjUxLCJSIjoyMDAsIkciOjIwMCwiQiI6MjAwfX0sIklzVmlzaWJsZSI6dHJ1ZSwiV2lkdGgiOjAuMCwiSGVpZ2h0IjowLjAsIkJvcmRlclN0eWxlIjp7IiRpZCI6IjQ5MzkiLCJMaW5lQ29sb3IiOnsiJGlkIjoiNDk0MCIsIiR0eXBlIjoiTkxSRS5Db21tb24uRG9tLlNvbGlkQ29sb3JCcnVzaCwgTkxSRS5Db21tb24iLCJDb2xvciI6eyIkaWQiOiI0OTQxIiwiQSI6MjU1LCJSIjoyMzQsIkciOjIyLCJCIjozMH19LCJMaW5lV2VpZ2h0IjowLjAsIkxpbmVUeXBlIjowLCJQYXJlbnRTdHlsZSI6bnVsbH0sIlBhcmVudFN0eWxlIjpudWxsfSwiTWFyZ2luIjp7IiRpZCI6IjQ5NDIiLCJUb3AiOjAuMCwiTGVmdCI6MC4wLCJSaWdodCI6MC4wLCJCb3R0b20iOjAuMH0sIlBhZGRpbmciOnsiJGlkIjoiNDk0MyIsIlRvcCI6MC4wLCJMZWZ0IjowLjAsIlJpZ2h0IjowLjAsIkJvdHRvbSI6MC4wfSwiSXNWaXNpYmxlIjp0cnVlLCJXaWR0aCI6MC4wLCJIZWlnaHQiOjAuMCwiQm9yZGVyU3R5bGUiOnsiJGlkIjoiNDk0NCIsIkxpbmVDb2xvciI6bnVsbCwiTGluZVdlaWdodCI6MC4wLCJMaW5lVHlwZSI6MCwiUGFyZW50U3R5bGUiOm51bGx9LCJQYXJlbnRTdHlsZSI6bnVsbH0sIk1hcmdpbiI6eyIkaWQiOiI0OTQ1IiwiVG9wIjowLjAsIkxlZnQiOjAuMCwiUmlnaHQiOjAuMCwiQm90dG9tIjowLjB9LCJQYWRkaW5nIjp7IiRpZCI6IjQ5NDYiLCJUb3AiOjAuMCwiTGVmdCI6MC4wLCJSaWdodCI6MC4wLCJCb3R0b20iOjAuMH0sIklzVmlzaWJsZSI6dHJ1ZSwiV2lkdGgiOjAuMCwiSGVpZ2h0IjowLjAsIkJvcmRlclN0eWxlIjp7IiRpZCI6IjQ5NDciLCJMaW5lQ29sb3IiOm51bGwsIkxpbmVXZWlnaHQiOjAuMCwiTGluZVR5cGUiOjAsIlBhcmVudFN0eWxlIjpudWxsfSwiUGFyZW50U3R5bGUiOm51bGx9XSwiQ29uZGl0aW9uYWxGb3JtYXR0aW5nIjp7IiRpZCI6IjQ5NDgiLCJQdkFGb3JtYXR0aW5nIjp7IiRpZCI6IjQ5NDkiLCJEZWxheVRhc2tTdHlsZSI6eyIkaWQiOiI0OTUwIiwiU3R5bGVPcHRpb25zIjoyNCwiVGl0bGVGb3JlZ3JvdW5kIjp7IiRpZCI6IjQ5NTEiLCJDb2xvciI6eyIkaWQiOiI0OTUyIiwiQSI6MjU1LCJSIjoxNzUsIkciOjAsIkIiOjB9fSwiQWN0dWFsU2hhcGVzQmFja2dyb3VuZCI6eyIkaWQiOiI0OTUzIiwiQ29sb3IiOnsiJGlkIjoiNDk1NCIsIkEiOjYyLCJSIjoyNTUsIkciOjAsIkIiOjB9fSwiQWN0dWFsU2hhcGVzQm9yZGVyU3R5bGUiOnsiJGlkIjoiNDk1NSIsIkxpbmVDb2xvciI6eyIkaWQiOiI0OTU2IiwiJHR5cGUiOiJOTFJFLkNvbW1vbi5Eb20uU29saWRDb2xvckJydXNoLCBOTFJFLkNvbW1vbiIsIkNvbG9yIjp7IiRpZCI6IjQ5NTciLCJBIjoxNjMsIlIiOjI1NSwiRyI6MCwiQiI6MH19LCJMaW5lV2VpZ2h0IjozLjAsIkxpbmVUeXBlIjowLCJQYXJlbnRTdHlsZSI6bnVsbH0sIkJhc2VsaW5lU2hhcGVzQmFja2dyb3VuZCI6eyIkaWQiOiI0OTU4IiwiQ29sb3IiOnsiJGlkIjoiNDk1OSIsIkEiOjE4NCwiUiI6MjU1LCJHIjowLCJCIjowfX0sIlZhcmlhbmNlRm9yZWdyb3VuZCI6eyIkaWQiOiI0OTYwIiwiQ29sb3IiOnsiJGlkIjoiNDk2MSIsIkEiOjI1NSwiUiI6MTc1LCJHIjowLCJCIjowfX0sIklzVmlzaWJsZSI6dHJ1ZX0sIkRlbGF5TWlsZXN0b25lU3R5bGUiOnsiJGlkIjoiNDk2MiIsIlN0eWxlT3B0aW9ucyI6MTgsIlRpdGxlRm9yZWdyb3VuZCI6eyIkaWQiOiI0OTYzIiwiQ29sb3IiOnsiJGlkIjoiNDk2NCIsIkEiOjI1NSwiUiI6MTc1LCJHIjowLCJCIjowfX0sIkFjdHVhbFNoYXBlc0JhY2tncm91bmQiOnsiJGlkIjoiNDk2NSIsIkNvbG9yIjp7IiRpZCI6IjQ5NjYiLCJBIjoyNTUsIlIiOjIyMiwiRyI6ODAsIkIiOjUwfX0sIkFjdHVhbFNoYXBlc0JvcmRlclN0eWxlIjp7IiRpZCI6IjQ5NjciLCJMaW5lQ29sb3IiOnsiJGlkIjoiNDk2OCIsIiR0eXBlIjoiTkxSRS5Db21tb24uRG9tLlNvbGlkQ29sb3JCcnVzaCwgTkxSRS5Db21tb24iLCJDb2xvciI6eyIkaWQiOiI0OTY5IiwiQSI6MTYzLCJSIjoyNTUsIkciOjAsIkIiOjB9fSwiTGluZVdlaWdodCI6My4wLCJMaW5lVHlwZSI6MCwiUGFyZW50U3R5bGUiOm51bGx9LCJCYXNlbGluZVNoYXBlc0JhY2tncm91bmQiOnsiJGlkIjoiNDk3MCIsIkNvbG9yIjp7IiRpZCI6IjQ5NzEiLCJBIjoxODQsIlIiOjI1NSwiRyI6MCwiQiI6MH19LCJWYXJpYW5jZUZvcmVncm91bmQiOnsiJGlkIjoiNDk3MiIsIkNvbG9yIjp7IiRpZCI6IjQ5NzMiLCJBIjoyNTUsIlIiOjE3NSwiRyI6MCwiQiI6MH19LCJJc1Zpc2libGUiOnRydWV9LCJBZHZhbmNlVGFza1N0eWxlIjp7IiRpZCI6IjQ5NzQiLCJTdHlsZU9wdGlvbnMiOjI0LCJUaXRsZUZvcmVncm91bmQiOnsiJGlkIjoiNDk3NSIsIkNvbG9yIjp7IiRpZCI6IjQ5NzYiLCJBIjoyNTUsIlIiOjAsIkciOjExMCwiQiI6MH19LCJBY3R1YWxTaGFwZXNCYWNrZ3JvdW5kIjp7IiRpZCI6IjQ5NzciLCJDb2xvciI6eyIkaWQiOiI0OTc4IiwiQSI6NjEsIlIiOjAsIkciOjEyOCwiQiI6MH19LCJBY3R1YWxTaGFwZXNCb3JkZXJTdHlsZSI6eyIkaWQiOiI0OTc5IiwiTGluZUNvbG9yIjp7IiRpZCI6IjQ5ODAiLCIkdHlwZSI6Ik5MUkUuQ29tbW9uLkRvbS5Tb2xpZENvbG9yQnJ1c2gsIE5MUkUuQ29tbW9uIiwiQ29sb3IiOnsiJGlkIjoiNDk4MSIsIkEiOjE2MywiUiI6MCwiRyI6MTI4LCJCIjowfX0sIkxpbmVXZWlnaHQiOjMuMCwiTGluZVR5cGUiOjAsIlBhcmVudFN0eWxlIjpudWxsfSwiQmFzZWxpbmVTaGFwZXNCYWNrZ3JvdW5kIjp7IiRpZCI6IjQ5ODIiLCJDb2xvciI6eyIkaWQiOiI0OTgzIiwiQSI6MTg0LCJSIjowLCJHIjoxMjgsIkIiOjB9fSwiVmFyaWFuY2VGb3JlZ3JvdW5kIjp7IiRpZCI6IjQ5ODQiLCJDb2xvciI6eyIkaWQiOiI0OTg1IiwiQSI6MjU1LCJSIjowLCJHIjoxMTAsIkIiOjB9fSwiSXNWaXNpYmxlIjp0cnVlfSwiQWR2YW5jZU1pbGVzdG9uZVN0eWxlIjp7IiRpZCI6IjQ5ODYiLCJTdHlsZU9wdGlvbnMiOjE4LCJUaXRsZUZvcmVncm91bmQiOnsiJGlkIjoiNDk4NyIsIkNvbG9yIjp7IiRpZCI6IjQ5ODgiLCJBIjoyNTUsIlIiOjAsIkciOjExMCwiQiI6MH19LCJBY3R1YWxTaGFwZXNCYWNrZ3JvdW5kIjp7IiRpZCI6IjQ5ODkiLCJDb2xvciI6eyIkaWQiOiI0OTkwIiwiQSI6MjU1LCJSIjoyMCwiRyI6MTAwLCJCIjowfX0sIkFjdHVhbFNoYXBlc0JvcmRlclN0eWxlIjp7IiRpZCI6IjQ5OTEiLCJMaW5lQ29sb3IiOnsiJGlkIjoiNDk5MiIsIiR0eXBlIjoiTkxSRS5Db21tb24uRG9tLlNvbGlkQ29sb3JCcnVzaCwgTkxSRS5Db21tb24iLCJDb2xvciI6eyIkaWQiOiI0OTkzIiwiQSI6MTYzLCJSIjowLCJHIjoxMjgsIkIiOjB9fSwiTGluZVdlaWdodCI6My4wLCJMaW5lVHlwZSI6MCwiUGFyZW50U3R5bGUiOm51bGx9LCJCYXNlbGluZVNoYXBlc0JhY2tncm91bmQiOnsiJGlkIjoiNDk5NCIsIkNvbG9yIjp7IiRpZCI6IjQ5OTUiLCJBIjoxODQsIlIiOjAsIkciOjEyOCwiQiI6MH19LCJWYXJpYW5jZUZvcmVncm91bmQiOnsiJGlkIjoiNDk5NiIsIkNvbG9yIjp7IiRpZCI6IjQ5OTciLCJBIjoyNTUsIlIiOjAsIkciOjExMCwiQiI6MH19LCJJc1Zpc2libGUiOnRydWV9fSwiVmFyaWFuY2VEaXNwbGF5U2V0dGluZ3MiOnsiJGlkIjoiNDk5OCIsIlRhc2tWYXJpYW5jZURpc3BsYXlPcHRpb25zIjp7IiRpZCI6IjQ5OTkiLCJTaG93RGVsYXlWYXJpYW5jZSI6dHJ1ZSwiU2hvd0FkdmFuY2VWYXJpYW5jZSI6dHJ1ZSwiU2hvd18wX1ZhcmlhbmNlIjpmYWxzZX0sIk1pbGVzdG9uZVZhcmlhbmNlRGlzcGxheU9wdGlvbnMiOnsiJGlkIjoiNTAwMCIsIlNob3dEZWxheVZhcmlhbmNlIjp0cnVlLCJTaG93QWR2YW5jZVZhcmlhbmNlIjp0cnVlLCJTaG93XzBfVmFyaWFuY2UiOmZhbHNlfX19fSwiU2NhbGUiOm51bGwsIlNjYWxlVjIiOnsiJGlkIjoiNTAwMSIsIlN0YXJ0RGF0ZSI6IjAwMDEtMDEtMDFUMDA6MDA6MDAiLCJFbmREYXRlIjoiMjAyNy0xMi0zMVQyMzo1OTowMCIsIkF1dG9EYXRlUmFuZ2UiOnRydWUsIldvcmtpbmdEYXlzIjozMSwiRmlzY2FsWWVhciI6eyIkaWQiOiI1MDAyIiwiU3RhcnRNb250aCI6MSwiVXNlU3RhcnRpbmdZZWFyRm9yTnVtYmVyaW5nIjp0cnVlLCJTaG93RmlzY2FsWWVhckxhYmVsIjp0cnVlfSwiVG9kYXlNYXJrZXJUZXh0IjoiVG9kYXkiLCJBdXRvU2NhbGVUeXBlIjp0cnVlLCJUaW1lYmFuZFNjYWxlcyI6eyIkaWQiOiI1MDAzIiwiVG9wU2NhbGVMYXllciI6eyIkaWQiOiI1MDA0IiwiRm9ybWF0IjoiTU1NTSIsIlR5cGUiOjIsIkdyb3VwaW5nSW50ZXJ2YWxzIjp7IiRpZCI6IjUwMDUiLCJJc1NldCI6ZmFsc2UsIkdyb3VwaW5nU3RlcENvdW50IjoxfX0sIk1pZGRsZVNjYWxlTGF5ZXIiOnsiJGlkIjoiNTAwNiIsIkZvcm1hdCI6bnVsbCwiVHlwZSI6MCwiR3JvdXBpbmdJbnRlcnZhbHMiOnsiJGlkIjoiNTAwNyIsIklzU2V0IjpmYWxzZSwiR3JvdXBpbmdTdGVwQ291bnQiOjF9fSwiQm90dG9tU2NhbGVMYXllciI6eyIkaWQiOiI1MDA4IiwiRm9ybWF0IjpudWxsLCJUeXBlIjowLCJHcm91cGluZ0ludGVydmFscyI6eyIkaWQiOiI1MDA5IiwiSXNTZXQiOmZhbHNlLCJHcm91cGluZ1N0ZXBDb3VudCI6MX19fX0sIk1pbGVzdG9uZXMiOltdLCJUYXNrcyI6W10sIlN3aW1sYW5lcyI6W10sIk1zUHJvamVjdEl0ZW1zVHJlZSI6eyIkaWQiOiI1MDEwIiwiUm9vdCI6eyJJbXBvcnRJZCI6bnVsbCwiSXNJbXBvcnRlZCI6ZmFsc2UsIkNoaWxkcmVuIjpbXX19LCJNZXRhZGF0YSI6eyIkaWQiOiI1MDExIiwiU291cmNlVGhlbWUiOiJ7XCIkaWRcIjpcIjFcIixcIklkXCI6XCIwYzhiMmZjYi0wM2QwLTQyYmMtYTMyOS0yZjFmY2E4Zjg4MWRcIixcIkNhdGVnb3J5XCI6MSxcIkN1bHR1cmVJbmZvTmFtZVwiOlwiZW4tVVNcIixcIlZlcnNpb25cIjp7XCIkaWRcIjpcIjJcIixcIlRoZW1lRG9tVmVyc2lvblwiOlwiMi4x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Y4LFwiR1wiOjg0LFwiQlwiOjEwNn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1NSxcIkdcIjoxOTIsXCJCXCI6MH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EsXCJHXCI6MjMwLFwiQlwiOjIzMH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NjgsXCJHXCI6ODQsXCJCXCI6MTA2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z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Y4LFwiR1wiOjg0LFwiQlwiOjEwNn19LFwiSG9yaXpvbnRhbEFsaWdubWVudFwiOjAsXCJJc1Zpc2libGVcIjpmYWxzZX0sXCJIb3Jpem9udGFsQ29ubmVjdG9yU3R5bGVcIjp7XCIkaWRcIjpcIjU2XCIsXCJMaW5lU3R5bGVcIjp7XCIkaWRcIjpcIjU3XCIsXCJMaW5lQ29sb3JcIjp7XCIkaWRcIjpcIjU4XCIsXCJDb2xvclwiOntcIiRpZFwiOlwiNTlcIixcIkFcIjo1MSxcIlJcIjo2OCxcIkdcIjoxMTQsXCJCXCI6MTk2fX0sXCJMaW5lV2VpZ2h0XCI6MS4wLFwiTGluZVR5cGVcIjowfSxcIklzVmlzaWJsZVwiOnRydWV9LFwiVmVydGljYWxDb25uZWN0b3JTdHlsZVwiOntcIiRpZFwiOlwiNjBcIixcIkxpbmVTdHlsZVwiOntcIiRpZFwiOlwiNjFcIixcIkxpbmVDb2xvclwiOntcIiRpZFwiOlwiNjJcIixcIkNvbG9yXCI6e1wiJGlkXCI6XCI2M1wiLFwiQVwiOjUxLFwiUlwiOjY4LFwiR1wiOjExNCxcIkJcIjoxOTZ9fSxcIkxpbmVXZWlnaHRcIjoxLjAsXCJMaW5lVHlwZVwiOjB9LFwiSXNWaXNpYmxlXCI6ZmFsc2V9LFwiTWFyZ2luXCI6e1wiJGlkXCI6XCI2NFwiLFwiVG9wXCI6MC4wLFwiTGVmdFwiOjAuMCxcIlJpZ2h0XCI6MC4wLFwiQm90dG9tXCI6MC4wfSxcIlN0YXJ0RGF0ZVBvc2l0aW9uXCI6NCxcIkVuZERhdGVQb3NpdGlvblwiOjQsXCJUaXRsZVBvc2l0aW9uXCI6MyxcIkR1cmF0aW9uUG9zaXRpb25cIjowLFwiUGVyY2VudGFnZUNvbXBsZXRlZFBvc2l0aW9uXCI6MixcIlZhcmlhbmNlUG9zaXRpb25cIjoyLFwiU3BhY2luZ1wiOjM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Y4LFwiR1wiOjExNCxcIkJcIjoxOTZ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NjgsXCJHXCI6ODQsXCJCXCI6MTA2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0cnVlfX19LFwiTWlsZXN0b25lU3R5bGVcIjp7XCIkaWRcIjpcIjk5XCIsXCJTaGFwZVwiOjA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IzNyxcIkdcIjoxMjUsXCJCXCI6NDl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E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NjgsXCJHXCI6ODQsXCJCXCI6MTA2fX0sXCJIb3Jpem9udGFsQWxpZ25tZW50XCI6MSxcIklzVmlzaWJsZVwiOnRydWV9LFwiRGF0ZUZvcm1hdFwiOntcIiRpZFwiOlwiMTE4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xOVwiLFwiRm9ybWF0XCI6MCxcIklzVmlzaWJsZVwiOmZhbHNlLFwiTGFzdEtub3duVmlzaWJpbGl0eVN0YXRlXCI6ZmFsc2V9LFwiVmFyaWFuY2VTdHlsZVwiOntcIiRpZFwiOlwiMTIwXCIsXCJWYXJpYW5jZVRleHRTdHlsZVwiOntcIiRpZFwiOlwiMTIxXCIsXCJGb250U2V0dGluZ3NcIjp7XCIkaWRcIjpcIjEyMlwiLFwiRm9udFNpemVcIjoxMCxcIkZvbnROYW1lXCI6XCJDYWxpYnJpXCIsXCJJc0JvbGRcIjpmYWxzZSxcIklzSXRhbGljXCI6ZmFsc2UsXCJJc1VuZGVybGluZWRcIjpmYWxzZX0sXCJGb3JlZ3JvdW5kXCI6e1wiJGlkXCI6XCIxMjNcIixcIkNvbG9yXCI6e1wiJGlkXCI6XCIxMjRcIixcIkFcIjoyNTUsXCJSXCI6MCxcIkdcIjowLFwiQlwiOjB9fSxcIkhvcml6b250YWxBbGlnbm1lbnRcIjowLFwiSXNWaXNpYmxlXCI6dHJ1ZX19fSxcIk1vdFN0eWxlXCI6e1wiJGlkXCI6XCIxMjVcIixcIlNoYXBlXCI6M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jM3LFwiR1wiOjEyNSxcIkJcIjo0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2OCxcIkdcIjo4NCxcIkJcIjoxMDZ9fSxcIkhvcml6b250YWxBbGlnbm1lbnRcIjox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4LFwiR1wiOjExNCxcIkJcIjoxOTZ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gsXCJHXCI6MTE0LFwiQlwiOjE5Nn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NjgsXCJHXCI6MTE0LFwiQlwiOjE5Nn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NjgsXCJHXCI6ODQsXCJCXCI6MTA2fX0sXCJIb3Jpem9udGFsQWxpZ25tZW50XCI6MCxcIklzVmlzaWJsZVwiOnRydWV9LFwiRGF0ZUZvcm1hdFwiOntcIiRpZFwiOlwiMjE3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dHJ1ZX19fSxcIkRlZmF1bHRTd2ltbGFuZVRhc2tTdHlsZVwiOntcIiRpZFwiOlwiMjI0XCIsXCJTaGFwZVwiOjEsXCJTaGFwZVRoaWNrbmVzc1wiOjAsXCJEdXJhdGlvbkZvcm1hdFwiOjA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IzMixcIkdcIjoyMzIsXCJCXCI6MjMy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EwLFwiRm9udE5hbWVcIjpcIkNhbGlicmlcIixcIklzQm9sZFwiOmZhbHNlLFwiSXNJdGFsaWNcIjpmYWxzZSxcIklzVW5kZXJsaW5lZFwiOmZhbHNlfSxcIkZvcmVncm91bmRcIjp7XCIkaWRcIjpcIjIzNFwiLFwiQ29sb3JcIjp7XCIkaWRcIjpcIjIzNVwiLFwiQVwiOjI1NSxcIlJcIjo2OCxcIkdcIjo4NCxcIkJcIjoxMDZ9fSxcIkhvcml6b250YWxBbGlnbm1lbnRcIjowLFwiSXNWaXNpYmxlXCI6ZmFsc2V9LFwiTWFyZ2luXCI6e1wiJGlkXCI6XCIyMzZ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NjgsXCJHXCI6MTE0LFwiQlwiOjE5Nn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2OCxcIkdcIjo4NCxcIkJcIjoxMDZ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zNCxcIkdcIjo1NyxcIkJcIjo5OH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Y4LFwiR1wiOjg0LFwiQlwiOjEwNn19LFwiSG9yaXpvbnRhbEFsaWdubWVudFwiOjEsXCJJc1Zpc2libGVcIjp0cnVlfSxcIkRhdGVGb3JtYXRcIjp7XCIkaWRcIjpcIjI5M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nRydW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zgsXCJHXCI6MzgsXCJCXCI6Mzh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yNTUsXCJHXCI6MTkyLFwiQlwiOj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jU1LFwiR1wiOjE5MixcIkJcIjo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U1LFwiR1wiOjE5MixcIkJcIjow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2OCxcIkdcIjo4NCxcIkJcIjoxMDZ9fSxcIkhvcml6b250YWxBbGlnbm1lbnRcIjowLFwiSXNWaXNpYmxlXCI6dHJ1ZX0sXCJEYXRlRm9ybWF0XCI6e1wiJGlkXCI6XCIzNjN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Y4LFwiR1wiOjg0LFwiQlwiOjEwNn19LFwiSG9yaXpvbnRhbEFsaWdubWVudFwiOjAsXCJJc1Zpc2libGVcIjpmYWxzZX0sXCJNYXJnaW5cIjp7XCIkaWRcIjpcIjM4M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zODNcIixcIkJhc2VsaW5lU2hhcGVTdHlsZVwiOntcIiRpZFwiOlwiMzg0XCIsXCJNYXJnaW5cIjp7XCIkaWRcIjpcIjM4NVwiLFwiVG9wXCI6MC4wLFwiTGVmdFwiOjAuMCxcIlJpZ2h0XCI6MC4wLFwiQm90dG9tXCI6MC4wfSxcIlBhZGRpbmdcIjp7XCIkaWRcIjpcIjM4NlwiLFwiVG9wXCI6MC4wLFwiTGVmdFwiOjAuMCxcIlJpZ2h0XCI6MC4wLFwiQm90dG9tXCI6MC4wfSxcIkJhY2tncm91bmRcIjp7XCIkaWRcIjpcIjM4N1wiLFwiQ29sb3JcIjp7XCIkaWRcIjpcIjM4OFwiLFwiQVwiOjE1MyxcIlJcIjowLFwiR1wiOjAsXCJCXCI6MH19LFwiSXNWaXNpYmxlXCI6ZmFsc2UsXCJXaWR0aFwiOjAuMCxcIkhlaWdodFwiOjAuMCxcIkJvcmRlclN0eWxlXCI6e1wiJGlkXCI6XCIzODlcIixcIkxpbmVTdHlsZVwiOntcIiRpZFwiOlwiMzkwXCIsXCJMaW5lQ29sb3JcIjp7XCIkaWRcIjpcIjM5MVwiLFwiQ29sb3JcIjp7XCIkaWRcIjpcIjM5MlwiLFwiQVwiOjI1NSxcIlJcIjoyNTUsXCJHXCI6MCxcIkJcIjowfX0sXCJMaW5lV2VpZ2h0XCI6Mi4wLFwiTGluZVR5cGVcIjowfSxcIklzVmlzaWJsZVwiOmZhbHNlfX19LFwiU2hhcGVTdHlsZVwiOntcIiRpZFwiOlwiMzkzXCIsXCJNYXJnaW5cIjp7XCIkaWRcIjpcIjM5NFwiLFwiVG9wXCI6MC4wLFwiTGVmdFwiOjQuMCxcIlJpZ2h0XCI6NC4wLFwiQm90dG9tXCI6MC4wfSxcIlBhZGRpbmdcIjp7XCIkaWRcIjpcIjM5NVwiLFwiVG9wXCI6MC4wLFwiTGVmdFwiOjAuMCxcIlJpZ2h0XCI6MC4wLFwiQm90dG9tXCI6MC4wfSxcIkJhY2tncm91bmRcIjp7XCIkaWRcIjpcIjM5NlwiLFwiQ29sb3JcIjp7XCIkaWRcIjpcIjM5N1wiLFwiQVwiOjI1NSxcIlJcIjoyNTUsXCJHXCI6MTkyLFwiQlwiOjB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NjgsXCJHXCI6ODQsXCJCXCI6MTA2fX0sXCJIb3Jpem9udGFsQWxpZ25tZW50XCI6MixcIklzVmlzaWJsZVwiOnRydWV9LFwiRGF0ZUZvcm1hdFwiOntcIiRpZFwiOlwiNDE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xMVwiLFwiRm9ybWF0XCI6MCxcIklzVmlzaWJsZVwiOmZhbHNlLFwiTGFzdEtub3duVmlzaWJpbGl0eVN0YXRlXCI6ZmFsc2V9LFwiVmFyaWFuY2VTdHlsZVwiOntcIiRpZFwiOlwiNDEyXCIsXCJWYXJpYW5jZVRleHRTdHlsZVwiOntcIiRpZFwiOlwiNDEzXCIsXCJGb250U2V0dGluZ3NcIjp7XCIkaWRcIjpcIjQxNFwiLFwiRm9udFNpemVcIjoxMCxcIkZvbnROYW1lXCI6XCJDYWxpYnJpXCIsXCJJc0JvbGRcIjpmYWxzZSxcIklzSXRhbGljXCI6ZmFsc2UsXCJJc1VuZGVybGluZWRcIjpmYWxzZX0sXCJGb3JlZ3JvdW5kXCI6e1wiJGlkXCI6XCI0MTVcIixcIkNvbG9yXCI6e1wiJGlkXCI6XCI0MTZcIixcIkFcIjoyNTUsXCJSXCI6MCxcIkdcIjowLFwiQlwiOjB9fSxcIkhvcml6b250YWxBbGlnbm1lbnRcIjowLFwiSXNWaXNpYmxlXCI6dHJ1ZX19fSxcIkRlZmF1bHRTd2ltbGFuZU1vdFN0eWxlXCI6e1wiJGlkXCI6XCI0MTdcIixcIlNoYXBlXCI6MS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3LFwiR1wiOjk2LFwiQlwiOjB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NjgsXCJHXCI6ODQsXCJCXCI6MTA2fX0sXCJIb3Jpem9udGFsQWxpZ25tZW50XCI6MSxcIklzVmlzaWJsZVwiOnRydWV9LFwiRGF0ZUZvcm1hdFwiOntcIiRpZFwiOlwiNDM2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QzN1wiLFwiRm9ybWF0XCI6MCxcIklzVmlzaWJsZVwiOmZhbHNlLFwiTGFzdEtub3duVmlzaWJpbGl0eVN0YXRlXCI6ZmFsc2V9LFwiVmFyaWFuY2VTdHlsZVwiOntcIiRpZFwiOlwiNDM4XCIsXCJWYXJpYW5jZVRleHRTdHlsZVwiOntcIiRpZFwiOlwiNDM5XCIsXCJGb250U2V0dGluZ3NcIjp7XCIkaWRcIjpcIjQ0MFwiLFwiRm9udFNpemVcIjoxMCxcIkZvbnROYW1lXCI6XCJDYWxpYnJpXCIsXCJJc0JvbGRcIjpmYWxzZSxcIklzSXRhbGljXCI6ZmFsc2UsXCJJc1VuZGVybGluZWRcIjpmYWxzZX0sXCJGb3JlZ3JvdW5kXCI6e1wiJGlkXCI6XCI0NDFcIixcIkNvbG9yXCI6e1wiJGlkXCI6XCI0NDJcIixcIkFcIjoyNTUsXCJSXCI6MCxcIkdcIjowLFwiQlwiOjB9fSxcIkhvcml6b250YWxBbGlnbm1lbnRcIjowLFwiSXNWaXNpYmxlXCI6dHJ1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ExMixcIkdcIjoxNzMsXCJCXCI6NzF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y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Y0LFwiR1wiOjY0LFwiQlwiOjY0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xMjcsXCJSXCI6MTEyLFwiR1wiOjE3MyxcIkJcIjo3MX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sXCJTaGFwZVNpemVcIjowLFwiU3BhY2luZ1wiOjUsXCJTaGFwZVN0eWxlXCI6e1wiJGlkXCI6XCI0OTJcIixcIk1hcmdpblwiOntcIiRpZFwiOlwiNDkzXCIsXCJUb3BcIjowLjAsXCJMZWZ0XCI6MC4wLFwiUmlnaHRcIjowLjAsXCJCb3R0b21cIjowLjB9LFwiUGFkZGluZ1wiOntcIiRpZFwiOlwiNDk0XCIsXCJUb3BcIjowLjAsXCJMZWZ0XCI6MC4wLFwiUmlnaHRcIjowLjAsXCJCb3R0b21cIjowLjB9LFwiQmFja2dyb3VuZFwiOntcIiRpZFwiOlwiNDk1XCIsXCJDb2xvclwiOntcIiRpZFwiOlwiNDk2XCIsXCJBXCI6MjU1LFwiUlwiOjExMixcIkdcIjoxNzMsXCJCXCI6NzF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Y4LFwiR1wiOjg0LFwiQlwiOjEwNn19LFwiSG9yaXpvbnRhbEFsaWdubWVudFwiOjAsXCJJc1Zpc2libGVcIjp0cnVlfSxcIkRhdGVGb3JtYXRcIjp7XCIkaWRcIjpcIjUwO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nRydWV9fX0sXCJEZWZhdWx0U3dpbWxhbmVUYXNrU3R5bGVcIjp7XCIkaWRcIjpcIjUxNlwiLFwiU2hhcGVcIjox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IsXCJHXCI6MjMyLFwiQlwiOjIzMn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NjgsXCJHXCI6ODQsXCJCXCI6MTA2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ExMixcIkdcIjoxNzMsXCJCXCI6NzF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NjgsXCJHXCI6ODQsXCJCXCI6MTA2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dHJ1ZX19fSxcIkRlZmF1bHRTd2ltbGFuZU1vdFN0eWxlXCI6e1wiJGlkXCI6XCI1NjNcIixcIlNoYXBlXCI6MSxcIlNoYXBlU2l6ZVwiOjAsXCJEZXRhaWxzU3BhY2luZ1wiOjAuMCxcIlBhZGRpbmdcIjp7XCIkaWRcIjpcIjU2NFwiLFwiVG9wXCI6NS4wLFwiTGVmdFwiOjMuMCxcIlJpZ2h0XCI6MC4wLFwiQm90dG9tXCI6Mi4wfSxcIlBvc2l0aW9uT25UYXNrXCI6MSxcIlNoYXBlU3R5bGVcIjp7XCIkaWRcIjpcIjU2NVwiLFwiTWFyZ2luXCI6e1wiJGlkXCI6XCI1NjZcIixcIlRvcFwiOjAuMCxcIkxlZnRcIjowLjAsXCJSaWdodFwiOjAuMCxcIkJvdHRvbVwiOjAuMH0sXCJQYWRkaW5nXCI6e1wiJGlkXCI6XCI1NjdcIixcIlRvcFwiOjAuMCxcIkxlZnRcIjowLjAsXCJSaWdodFwiOjAuMCxcIkJvdHRvbVwiOjAuMH0sXCJCYWNrZ3JvdW5kXCI6e1wiJGlkXCI6XCI1NjhcIixcIkNvbG9yXCI6e1wiJGlkXCI6XCI1NjlcIixcIkFcIjoyNTUsXCJSXCI6NTYsXCJHXCI6ODYsXCJCXCI6MzV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NjgsXCJHXCI6ODQsXCJCXCI6MTA2fX0sXCJIb3Jpem9udGFsQWxpZ25tZW50XCI6MSxcIklzVmlzaWJsZVwiOnRydWV9LFwiRGF0ZUZvcm1hdFwiOntcIiRpZFwiOlwiNTgy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nRydW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NjUsXCJHXCI6MTY1LFwiQlwiOjE2NX19LFwiSXNWaXNpYmxlXCI6dHJ1ZSxcIldpZHRoXCI6MC4wLFwiSGVpZ2h0XCI6MC4wLFwiQm9yZGVyU3R5bGVcIjp7XCIkaWRcIjpcIjYwMFwiLFwiTGluZVN0eWxlXCI6e1wiJGlkXCI6XCI2MDFcIixcIkxpbmVDb2xvclwiOntcIiRpZFwiOlwiNjAyXCIsXCJDb2xvclwiOntcIiRpZFwiOlwiNjAzXCIsXCJBXCI6MjU1LFwiUlwiOjI1NSxcIkdcIjoyNTUsXCJCXCI6MjU1fX0sXCJMaW5lV2VpZ2h0XCI6MC4wLFwiTGluZVR5cGVcIjowfSxcIklzVmlzaWJsZVwiOmZhbHNlfX19LFwiQmFja2dyb3VuZFN0eWxlXCI6e1wiJGlkXCI6XCI2MDRcIixcIk1hcmdpblwiOntcIiRpZFwiOlwiNjA1XCIsXCJUb3BcIjowLjAsXCJMZWZ0XCI6MC4wLFwiUmlnaHRcIjowLjAsXCJCb3R0b21cIjowLjB9LFwiUGFkZGluZ1wiOntcIiRpZFwiOlwiNjA2XCIsXCJUb3BcIjowLjAsXCJMZWZ0XCI6MC4wLFwiUmlnaHRcIjowLjAsXCJCb3R0b21cIjowLjB9LFwiQmFja2dyb3VuZFwiOntcIiRpZFwiOlwiNjA3XCIsXCJDb2xvclwiOntcIiRpZFwiOlwiNjA4XCIsXCJBXCI6NTEsXCJSXCI6MjAwLFwiR1wiOjIwMCxcIkJcIjoyMDB9fSxcIklzVmlzaWJsZVwiOnRydWUsXCJXaWR0aFwiOjAuMCxcIkhlaWdodFwiOjAuMCxcIkJvcmRlclN0eWxlXCI6e1wiJGlkXCI6XCI2MDlcIixcIkxpbmVTdHlsZVwiOntcIiRpZFwiOlwiNjEwXCIsXCJMaW5lQ29sb3JcIjp7XCIkaWRcIjpcIjYxMVwiLFwiQ29sb3JcIjp7XCIkaWRcIjpcIjYxMlwiLFwiQVwiOjI1NSxcIlJcIjoyMzQsXCJHXCI6MjIsXCJCXCI6MzB9fSxcIkxpbmVXZWlnaHRcIjoyLjAsXCJMaW5lVHlwZVwiOjB9LFwiSXNWaXNpYmxlXCI6ZmFsc2V9fSxcIklzQWJvdmVUaW1lYmFuZFwiOmZhbHNlLFwiU3BhY2luZ1wiOjIsXCJEZWZhdWx0U3dpbWxhbmVBY3Rpdml0eVN0eWxlXCI6e1wiJGlkXCI6XCI2MTNcIixcIkhlYWRlclN0eWxlXCI6e1wiJGlkXCI6XCI2MTRcIixcIlRleHRTdHlsZVwiOntcIiRpZFwiOlwiNjE1XCIsXCJGb250U2V0dGluZ3NcIjp7XCIkaWRcIjpcIjYxNlwiLFwiRm9udFNpemVcIjoxMSxcIkZvbnROYW1lXCI6XCJDYWxpYnJpXCIsXCJJc0JvbGRcIjpmYWxzZSxcIklzSXRhbGljXCI6ZmFsc2UsXCJJc1VuZGVybGluZWRcIjpmYWxzZX0sXCJGb3JlZ3JvdW5kXCI6e1wiJGlkXCI6XCI2MTdcIixcIkNvbG9yXCI6e1wiJGlkXCI6XCI2MThcIixcIkFcIjoyNTUsXCJSXCI6NjQsXCJHXCI6NjQsXCJCXCI6NjR9fSxcIkhvcml6b250YWxBbGlnbm1lbnRcIjowLFwiSXNWaXNpYmxlXCI6dHJ1ZX0sXCJSZWN0YW5nbGVTdHlsZVwiOntcIiRpZFwiOlwiNjE5XCIsXCJNYXJnaW5cIjp7XCIkaWRcIjpcIjYyMFwiLFwiVG9wXCI6MC4wLFwiTGVmdFwiOjAuMCxcIlJpZ2h0XCI6MC4wLFwiQm90dG9tXCI6MC4wfSxcIlBhZGRpbmdcIjp7XCIkaWRcIjpcIjYyMVwiLFwiVG9wXCI6MC4wLFwiTGVmdFwiOjAuMCxcIlJpZ2h0XCI6MC4wLFwiQm90dG9tXCI6MC4wfSxcIkJhY2tncm91bmRcIjp7XCIkaWRcIjpcIjYyMlwiLFwiQ29sb3JcIjp7XCIkaWRcIjpcIjYyM1wiLFwiQVwiOjEyNyxcIlJcIjoxNjUsXCJHXCI6MTY1LFwiQlwiOjE2NX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Y1LFwiR1wiOjE2NSxcIkJcIjoxNjV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Y4LFwiR1wiOjg0LFwiQlwiOjEwNn19LFwiSG9yaXpvbnRhbEFsaWdubWVudFwiOjAsXCJJc1Zpc2libGVcIjp0cnVlfSxcIkRhdGVGb3JtYXRcIjp7XCIkaWRcIjpcIjY1N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2NTZcIixcIkZvcm1hdFwiOjAsXCJJc1Zpc2libGVcIjpmYWxzZSxcIkxhc3RLbm93blZpc2liaWxpdHlTdGF0ZVwiOmZhbHNlfSxcIlZhcmlhbmNlU3R5bGVcIjp7XCIkaWRcIjpcIjY1N1wiLFwiVmFyaWFuY2VUZXh0U3R5bGVcIjp7XCIkaWRcIjpcIjY1OFwiLFwiRm9udFNldHRpbmdzXCI6e1wiJGlkXCI6XCI2NTlcIixcIkZvbnRTaXplXCI6MTAsXCJGb250TmFtZVwiOlwiQ2FsaWJyaVwiLFwiSXNCb2xkXCI6ZmFsc2UsXCJJc0l0YWxpY1wiOmZhbHNlLFwiSXNVbmRlcmxpbmVkXCI6ZmFsc2V9LFwiRm9yZWdyb3VuZFwiOntcIiRpZFwiOlwiNjYwXCIsXCJDb2xvclwiOntcIiRpZFwiOlwiNjYxXCIsXCJBXCI6MjU1LFwiUlwiOjAsXCJHXCI6MCxcIkJcIjowfX0sXCJIb3Jpem9udGFsQWxpZ25tZW50XCI6MCxcIklzVmlzaWJsZVwiOnRydWV9fX0sXCJEZWZhdWx0U3dpbWxhbmVUYXNrU3R5bGVcIjp7XCIkaWRcIjpcIjY2MlwiLFwiU2hhcGVcIjoxLFwiU2hhcGVUaGlja25lc3NcIjowLFwiRHVyYXRpb25Gb3JtYXRcIjow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yMzIsXCJHXCI6MjMyLFwiQlwiOjIzMn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xMCxcIkZvbnROYW1lXCI6XCJDYWxpYnJpXCIsXCJJc0JvbGRcIjpmYWxzZSxcIklzSXRhbGljXCI6ZmFsc2UsXCJJc1VuZGVybGluZWRcIjpmYWxzZX0sXCJGb3JlZ3JvdW5kXCI6e1wiJGlkXCI6XCI2NzJcIixcIkNvbG9yXCI6e1wiJGlkXCI6XCI2NzNcIixcIkFcIjoyNTUsXCJSXCI6NjgsXCJHXCI6ODQsXCJCXCI6MTA2fX0sXCJIb3Jpem9udGFsQWxpZ25tZW50XCI6MCxcIklzVmlzaWJsZVwiOmZhbHNlfSxcIk1hcmdpblwiOntcIiRpZFwiOlwiNjc0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2NSxcIkdcIjoxNjUsXCJCXCI6MTY1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Y4LFwiR1wiOjg0LFwiQlwiOjEwNn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U3LFwiR1wiOjU3LFwiQlwiOjU3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NjgsXCJHXCI6ODQsXCJCXCI6MTA2fX0sXCJIb3Jpem9udGFsQWxpZ25tZW50XCI6MSxcIklzVmlzaWJsZVwiOnRydWV9LFwiRGF0ZUZvcm1hdFwiOntcIiRpZFwiOlwiNzI4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jUsXCJSXCI6NjgsXCJHXCI6ODQsXCJCXCI6MTA2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2OCxcIkdcIjo4NCxcIkJcIjoxMDZ9fSxcIkxpbmVXZWlnaHRcIjoxLjAsXCJMaW5lVHlwZVwiOjB9LFwiRW5kQXJyb3doZWFkTGluZVN0eWxlXCI6e1wiJGlkXCI6XCI3NDdcIixcIktpbmRcIjoxLFwiV2lkdGhcIjoxLFwiTGVuZ3RoXCI6MH0sXCJCcmluZ1RvRnJvbnRcIjp0cnVlLFwiUmFkaXVzXCI6My4wfSxcIkNyaXRpY2FsUGF0aFN0eWxlXCI6e1wiJGlkXCI6XCI3NDhcIixcIkNyaXRpY2FsUGF0aFN0eWxlT3B0aW9uc1wiOjMwLFwiTGluZVN0eWxlXCI6e1wiJGlkXCI6XCI3NDlcIixcIkxpbmVDb2xvclwiOntcIiRpZFwiOlwiNzUwXCIsXCJDb2xvclwiOntcIiRpZFwiOlwiNzUxXCIsXCJBXCI6MjU1LFwiUlwiOjIyMixcIkdcIjo1MCxcIkJcIjo1MH19LFwiTGluZVdlaWdodFwiOjEuMCxcIkxpbmVUeXBlXCI6MH0sXCJUaXRsZUZvcmVncm91bmRcIjp7XCIkaWRcIjpcIjc1MlwiLFwiQ29sb3JcIjp7XCIkaWRcIjpcIjc1M1wiLFwiQVwiOjI1NSxcIlJcIjoxNzYsXCJHXCI6MTksXCJCXCI6MjV9fSxcIlNoYXBlc0JhY2tncm91bmRcIjp7XCIkaWRcIjpcIjc1NFwiLFwiQ29sb3JcIjp7XCIkaWRcIjpcIjc1NVwiLFwiQVwiOjI1NSxcIlJcIjoyNTMsXCJHXCI6MjAzLFwiQlwiOjIwOH19LFwiU2hhcGVzQm9yZGVyU3R5bGVcIjp7XCIkaWRcIjpcIjc1NlwiLFwiTGluZUNvbG9yXCI6e1wiJGlkXCI6XCI3NTdcIixcIkNvbG9yXCI6e1wiJGlkXCI6XCI3NThcIixcIkFcIjoyNTUsXCJSXCI6MjM0LFwiR1wiOjIyLFwiQlwiOjMwfX0sXCJMaW5lV2VpZ2h0XCI6Mi4wLFwiTGluZVR5cGVcIjowfX0sXCJQYW5lbHNTcGFjaW5nRGVmaW5pdGlvblwiOntcIiRpZFwiOlwiNzU5XCIsXCJTcGFjaW5nQWJvdmVUaW1lYmFuZFwiOjMsXCJTcGFjaW5nQmVsb3dUaW1lYmFuZFwiOjMsXCJTcGFjaW5nQWJvdmVCZXR3ZWVuU3dpbWxhbmVzQW5kVGFza3NcIjo1LFwiU3BhY2luZ0JlbG93QmV0d2VlblN3aW1sYW5lc0FuZFRhc2tzXCI6NX0sXCJDb25kaXRpb25hbEZvcm1hdHRpbmdcIjp7XCIkaWRcIjpcIjc2MFwiLFwiUHZBRm9ybWF0dGluZ1wiOntcIiRpZFwiOlwiNzYxXCIsXCJEZWxheVRhc2tTdHlsZVwiOntcIiRpZFwiOlwiNzYyXCIsXCJTdHlsZU9wdGlvbnNcIjoyNCxcIlRpdGxlRm9yZWdyb3VuZFwiOntcIiRpZFwiOlwiNzYzXCIsXCJDb2xvclwiOntcIiRpZFwiOlwiNzY0XCIsXCJBXCI6MjU1LFwiUlwiOjE3NSxcIkdcIjowLFwiQlwiOjB9fSxcIkFjdHVhbFNoYXBlc0JhY2tncm91bmRcIjp7XCIkaWRcIjpcIjc2NVwiLFwiQ29sb3JcIjp7XCIkaWRcIjpcIjc2NlwiLFwiQVwiOjYyLFwiUlwiOjI1NSxcIkdcIjowLFwiQlwiOjB9fSxcIkFjdHVhbFNoYXBlc0JvcmRlclN0eWxlXCI6e1wiJGlkXCI6XCI3NjdcIixcIkxpbmVDb2xvclwiOntcIiRpZFwiOlwiNzY4XCIsXCJDb2xvclwiOntcIiRpZFwiOlwiNzY5XCIsXCJBXCI6MTYzLFwiUlwiOjI1NSxcIkdcIjowLFwiQlwiOjB9fSxcIkxpbmVXZWlnaHRcIjozLjAsXCJMaW5lVHlwZVwiOjB9LFwiQmFzZWxpbmVTaGFwZXNCYWNrZ3JvdW5kXCI6e1wiJGlkXCI6XCI3NzBcIixcIkNvbG9yXCI6e1wiJGlkXCI6XCI3NzFcIixcIkFcIjoxODQsXCJSXCI6MjU1LFwiR1wiOjAsXCJCXCI6MH19LFwiVmFyaWFuY2VGb3JlZ3JvdW5kXCI6e1wiJGlkXCI6XCI3NzJcIixcIkNvbG9yXCI6e1wiJGlkXCI6XCI3NzNcIixcIkFcIjoyNTUsXCJSXCI6MTc1LFwiR1wiOjAsXCJCXCI6MH19fSxcIkRlbGF5TWlsZXN0b25lU3R5bGVcIjp7XCIkaWRcIjpcIjc3NFwiLFwiU3R5bGVPcHRpb25zXCI6MTgsXCJUaXRsZUZvcmVncm91bmRcIjp7XCIkaWRcIjpcIjc3NVwiLFwiQ29sb3JcIjp7XCIkaWRcIjpcIjc3NlwiLFwiQVwiOjI1NSxcIlJcIjoxNzUsXCJHXCI6MCxcIkJcIjowfX0sXCJBY3R1YWxTaGFwZXNCYWNrZ3JvdW5kXCI6e1wiJGlkXCI6XCI3NzdcIixcIkNvbG9yXCI6e1wiJGlkXCI6XCI3NzhcIixcIkFcIjoyNTUsXCJSXCI6MjIyLFwiR1wiOjgwLFwiQlwiOjUwfX0sXCJBY3R1YWxTaGFwZXNCb3JkZXJTdHlsZVwiOntcIiRpZFwiOlwiNzc5XCIsXCJMaW5lQ29sb3JcIjp7XCIkaWRcIjpcIjc4MFwiLFwiQ29sb3JcIjp7XCIkaWRcIjpcIjc4MVwiLFwiQVwiOjE2MyxcIlJcIjoyNTUsXCJHXCI6MCxcIkJcIjowfX0sXCJMaW5lV2VpZ2h0XCI6My4wLFwiTGluZVR5cGVcIjowfSxcIkJhc2VsaW5lU2hhcGVzQmFja2dyb3VuZFwiOntcIiRpZFwiOlwiNzgyXCIsXCJDb2xvclwiOntcIiRpZFwiOlwiNzgzXCIsXCJBXCI6MTg0LFwiUlwiOjI1NSxcIkdcIjowLFwiQlwiOjB9fSxcIlZhcmlhbmNlRm9yZWdyb3VuZFwiOntcIiRpZFwiOlwiNzg0XCIsXCJDb2xvclwiOntcIiRpZFwiOlwiNzg1XCIsXCJBXCI6MjU1LFwiUlwiOjE3NSxcIkdcIjowLFwiQlwiOjB9fX0sXCJBZHZhbmNlVGFza1N0eWxlXCI6e1wiJGlkXCI6XCI3ODZcIixcIlN0eWxlT3B0aW9uc1wiOjI0LFwiVGl0bGVGb3JlZ3JvdW5kXCI6e1wiJGlkXCI6XCI3ODdcIixcIkNvbG9yXCI6e1wiJGlkXCI6XCI3ODhcIixcIkFcIjoyNTUsXCJSXCI6MCxcIkdcIjoxMTAsXCJCXCI6MH19LFwiQWN0dWFsU2hhcGVzQmFja2dyb3VuZFwiOntcIiRpZFwiOlwiNzg5XCIsXCJDb2xvclwiOntcIiRpZFwiOlwiNzkwXCIsXCJBXCI6NjEsXCJSXCI6MCxcIkdcIjoxMjgsXCJCXCI6MH19LFwiQWN0dWFsU2hhcGVzQm9yZGVyU3R5bGVcIjp7XCIkaWRcIjpcIjc5MVwiLFwiTGluZUNvbG9yXCI6e1wiJGlkXCI6XCI3OTJcIixcIkNvbG9yXCI6e1wiJGlkXCI6XCI3OTNcIixcIkFcIjoxNjMsXCJSXCI6MCxcIkdcIjoxMjgsXCJCXCI6MH19LFwiTGluZVdlaWdodFwiOjMuMCxcIkxpbmVUeXBlXCI6MH0sXCJCYXNlbGluZVNoYXBlc0JhY2tncm91bmRcIjp7XCIkaWRcIjpcIjc5NFwiLFwiQ29sb3JcIjp7XCIkaWRcIjpcIjc5NVwiLFwiQVwiOjE4NCxcIlJcIjowLFwiR1wiOjEyOCxcIkJcIjowfX0sXCJWYXJpYW5jZUZvcmVncm91bmRcIjp7XCIkaWRcIjpcIjc5NlwiLFwiQ29sb3JcIjp7XCIkaWRcIjpcIjc5N1wiLFwiQVwiOjI1NSxcIlJcIjowLFwiR1wiOjExMCxcIkJcIjowfX19LFwiQWR2YW5jZU1pbGVzdG9uZVN0eWxlXCI6e1wiJGlkXCI6XCI3OThcIixcIlN0eWxlT3B0aW9uc1wiOjE4LFwiVGl0bGVGb3JlZ3JvdW5kXCI6e1wiJGlkXCI6XCI3OTlcIixcIkNvbG9yXCI6e1wiJGlkXCI6XCI4MDBcIixcIkFcIjoyNTUsXCJSXCI6MCxcIkdcIjoxMTAsXCJCXCI6MH19LFwiQWN0dWFsU2hhcGVzQmFja2dyb3VuZFwiOntcIiRpZFwiOlwiODAxXCIsXCJDb2xvclwiOntcIiRpZFwiOlwiODAyXCIsXCJBXCI6MjU1LFwiUlwiOjIwLFwiR1wiOjEwMCxcIkJcIjowfX0sXCJBY3R1YWxTaGFwZXNCb3JkZXJTdHlsZVwiOntcIiRpZFwiOlwiODAzXCIsXCJMaW5lQ29sb3JcIjp7XCIkaWRcIjpcIjgwNFwiLFwiQ29sb3JcIjp7XCIkaWRcIjpcIjgwNVwiLFwiQVwiOjE2MyxcIlJcIjowLFwiR1wiOjEyOCxcIkJcIjowfX0sXCJMaW5lV2VpZ2h0XCI6My4wLFwiTGluZVR5cGVcIjowfSxcIkJhc2VsaW5lU2hhcGVzQmFja2dyb3VuZFwiOntcIiRpZFwiOlwiODA2XCIsXCJDb2xvclwiOntcIiRpZFwiOlwiODA3XCIsXCJBXCI6MTg0LFwiUlwiOjAsXCJHXCI6MTI4LFwiQlwiOjB9fSxcIlZhcmlhbmNlRm9yZWdyb3VuZFwiOntcIiRpZFwiOlwiODA4XCIsXCJDb2xvclwiOntcIiRpZFwiOlwiODA5XCIsXCJBXCI6MjU1LFwiUlwiOjAsXCJHXCI6MTEwLFwiQlwiOjB9fX19fSxcIl9zZWxlY3RlZFRoZW1lUHJlc2V0Q29sb3JzXCI6e1wiJGlkXCI6XCI4MTBcIixcIlRleHRMaWdodFwiOntcIiRpZFwiOlwiODExXCIsXCJBXCI6MjU1LFwiUlwiOjI1NSxcIkdcIjoyNTUsXCJCXCI6MjU1fSxcIlRleHREYXJrXCI6e1wiJGlkXCI6XCI4MTJcIixcIkFcIjoyNTUsXCJSXCI6MCxcIkdcIjowLFwiQlwiOjB9LFwiQWNjZW50MVwiOntcIiRpZFwiOlwiODEzXCIsXCJBXCI6MjU1LFwiUlwiOjIzMSxcIkdcIjoyMzAsXCJCXCI6MjMwfSxcIkFjY2VudDJcIjp7XCIkaWRcIjpcIjgxNFwiLFwiQVwiOjI1NSxcIlJcIjo2OCxcIkdcIjo4NCxcIkJcIjoxMDZ9LFwiQWNjZW50M1wiOntcIiRpZFwiOlwiODE1XCIsXCJBXCI6MjU1LFwiUlwiOjY4LFwiR1wiOjExNCxcIkJcIjoxOTZ9LFwiQWNjZW50NFwiOntcIiRpZFwiOlwiODE2XCIsXCJBXCI6MjU1LFwiUlwiOjI1NSxcIkdcIjoxOTIsXCJCXCI6MH0sXCJBY2NlbnQ1XCI6e1wiJGlkXCI6XCI4MTdcIixcIkFcIjoyNTUsXCJSXCI6MTEyLFwiR1wiOjE3MyxcIkJcIjo3MX0sXCJBY2NlbnQ2XCI6e1wiJGlkXCI6XCI4MThcIixcIkFcIjoyNTUsXCJSXCI6MTY1LFwiR1wiOjE2NSxcIkJcIjoxNjV9LFwiQWNjZW50N1wiOntcIiRpZFwiOlwiODE5XCIsXCJBXCI6MjU1LFwiUlwiOjkxLFwiR1wiOjE1NSxcIkJcIjoyMTN9LFwiQWNjZW50OFwiOntcIiRpZFwiOlwiODIwXCIsXCJBXCI6MjU1LFwiUlwiOjIzNyxcIkdcIjoxMjUsXCJCXCI6NDl9fSxcIl9jdXN0b21QcmVzZXRDb2xvcnNcIjp7XCIkaWRcIjpcIjgyMVwiLFwiVGV4dExpZ2h0XCI6e1wiJGlkXCI6XCI4MjJcIixcIkFcIjoyNTUsXCJSXCI6MjU1LFwiR1wiOjI1NSxcIkJcIjoyNTV9LFwiVGV4dERhcmtcIjp7XCIkaWRcIjpcIjgyM1wiLFwiQVwiOjI1NSxcIlJcIjowLFwiR1wiOjAsXCJCXCI6MH0sXCJBY2NlbnQxXCI6e1wiJGlkXCI6XCI4MjRcIixcIkFcIjoyNTUsXCJSXCI6MjMxLFwiR1wiOjIzMCxcIkJcIjoyMzB9LFwiQWNjZW50MlwiOntcIiRpZFwiOlwiODI1XCIsXCJBXCI6MjU1LFwiUlwiOjY4LFwiR1wiOjg0LFwiQlwiOjEwNn0sXCJBY2NlbnQzXCI6e1wiJGlkXCI6XCI4MjZcIixcIkFcIjoyNTUsXCJSXCI6NjgsXCJHXCI6MTE0LFwiQlwiOjE5Nn0sXCJBY2NlbnQ0XCI6e1wiJGlkXCI6XCI4MjdcIixcIkFcIjoyNTUsXCJSXCI6MjU1LFwiR1wiOjE5MixcIkJcIjowfSxcIkFjY2VudDVcIjp7XCIkaWRcIjpcIjgyOFwiLFwiQVwiOjI1NSxcIlJcIjoxMTIsXCJHXCI6MTczLFwiQlwiOjcxfSxcIkFjY2VudDZcIjp7XCIkaWRcIjpcIjgyOVwiLFwiQVwiOjI1NSxcIlJcIjoxNjUsXCJHXCI6MTY1LFwiQlwiOjE2NX0sXCJBY2NlbnQ3XCI6e1wiJGlkXCI6XCI4MzBcIixcIkFcIjoyNTUsXCJSXCI6OTEsXCJHXCI6MTU1LFwiQlwiOjIxM30sXCJBY2NlbnQ4XCI6e1wiJGlkXCI6XCI4MzFcIixcIkFcIjoyNTUsXCJSXCI6MjM3LFwiR1wiOjEyNSxcIkJcIjo0OX19fX0iLCJSZWNlbnRDb2xvcnNDb2xsZWN0aW9uIjoiW1wiI0ZGODE5NTVCXCIsXCIjRkY4RDYzNzRcIixcIiNGRjYxODE5N1wiLFwiI0ZGNkY2Rjc0XCIsXCIjRkY5ODdENUFcIl0ifSwiU2V0dGluZ3MiOnsiJGlkIjoiNTAxMiIsIkltcGFPcHRpb25zIjp7IiRpZCI6IjUwMTM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1MDE0IiwiVXNlVGltZSI6ZmFsc2UsIldvcmtEYXlTdGFydCI6IjAwOjAwOjAwIiwiV29ya0RheUVuZCI6IjIzOjU5OjAwIn0sIkxhc3RVc2VkVGVtcGxhdGVJZCI6ImI2ZTU0Yjg4LTdkYzUtNDJkOC04Yzk4LThlODgxNTIzNTcwMiIsIkxhc3RVc2VkVGhlbWVEZXRhaWxzIjp7IiRpZCI6IjUwMTUiLCJJZCI6ImY5NWFhYjExLTE2YmEtNGQ5YS1iMjhlLTAwZjlkNDZmNzRhNCIsIlRpdGxlIjoiRnJhbWV3b3JrIiwiQ2F0ZWdvcnkiOjF9LCJGaXJzdFdlZWtPZlllYXIiOjAsIlBsYWNlTWlsZXN0b25lQXRUaGVCZWdpbm5pbmdPZlRoZURheSI6ZmFsc2UsIkRlcGVuZGVuY3lTY2hlZHVsaW5nU2V0dGluZ3MiOnsiJGlkIjoiNTAxNi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dHJ1ZSwiUGxhbm5lZE1vZHVsZUVuYWJsZWQiOmZhbHNlLCJPbGRGaXhlZEludGVydmFsc1JlbmRlcmluZ1N0cmF0ZWd5VXNlZEJlZm9yZSI6ZmFsc2UsIkRlcGVuZGVuY2llcyI6eyJfZGVwZW5kZW5jaWVzIjpbXX19"/>
  <p:tag name="__MASTER" val="__part_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Hid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Hid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0LTAxVDAwOjAwOjAwWiIsIkVuZERhdGUiOiIyMDI2LTA1LTE1VDIzOjU5OjAwWiIsIlBlcmNlbnRhZ2VDb21wbGV0ZSI6bnVsbCwiU3R5bGUiOnsiJGlkIjoiNyIsIlNoYXBlIjox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SIsIlRvcCI6MC4wLCJMZWZ0IjowLjAsIlJpZ2h0IjowLjAsIkJvdHRvbSI6MC4wfSwiUGFkZGluZyI6eyIkaWQiOiIyMiIsIlRvcCI6MC4wLCJMZWZ0IjowLjAsIlJpZ2h0IjowLjAsIkJvdHRvbSI6MC4wfSwiQmFja2dyb3VuZCI6eyIkaWQiOiIyMyIsIkNvbG9yIjp7IiRpZCI6IjI0IiwiQSI6MjU1LCJSIjo2OCwiRyI6ODQsIkIiOjEwNn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CwiRyI6MCwiQiI6MH19LCJMaW5lV2VpZ2h0IjowLjAsIkxpbmVUeXBlIjowLCJQYXJlbnRTdHlsZSI6bnVsbH0sIlZlcnRpY2FsQ29ubmVjdG9yU3R5bGUiOnsiJGlkIjoiMjkiLCJMaW5lQ29sb3IiOnsiJGlkIjoiMzAiLCIkdHlwZSI6Ik5MUkUuQ29tbW9uLkRvbS5Tb2xpZENvbG9yQnJ1c2gsIE5MUkUuQ29tbW9uIiwiQ29sb3IiOnsiJGlkIjoiM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yIiwiU2hhcGVTdHlsZSI6eyIkaWQiOiIzMyIsIk1hcmdpbiI6eyIkaWQiOiIzNCIsIlRvcCI6MC4wLCJMZWZ0IjowLjAsIlJpZ2h0IjowLjAsIkJvdHRvbSI6MC4wfSwiUGFkZGluZyI6eyIkaWQiOiIzNSIsIlRvcCI6MC4wLCJMZWZ0IjowLjAsIlJpZ2h0IjowLjAsIkJvdHRvbSI6MC4wfSwiQmFja2dyb3VuZCI6eyIkaWQiOiIzNiIsIkNvbG9yIjp7IiRpZCI6IjM3IiwiQSI6MTUzLCJSIjowLCJHIjowLCJCIjowfX0sIklzVmlzaWJsZSI6dHJ1ZSwiV2lkdGgiOjAuMCwiSGVpZ2h0IjowLjAsIkJvcmRlclN0eWxlIjpudWxsLCJQYXJlbnRTdHlsZSI6bnVsbH0sIk1hcmdpbiI6eyIkaWQiOiIzOCIsIlRvcCI6MC4wLCJMZWZ0IjowLjAsIlJpZ2h0IjowLjAsIkJvdHRvbSI6MC4wfSwiUGFkZGluZyI6eyIkaWQiOiIzOSIsIlRvcCI6MC4wLCJMZWZ0IjowLjAsIlJpZ2h0IjowLjAsIkJvdHRvbSI6MC4wfSwiQmFja2dyb3VuZCI6bnVsbCwiSXNWaXNpYmxlIjp0cnVlLCJXaWR0aCI6MC4wLCJIZWlnaHQiOjAuMCwiQm9yZGVyU3R5bGUiOm51bGwsIlBhcmVudFN0eWxlIjpudWxsfSwiU2hhcGVTdHlsZSI6eyIkaWQiOiI0MCIsIk1hcmdpbiI6eyIkaWQiOiI0MSIsIlRvcCI6MC4wLCJMZWZ0Ijo0LjAsIlJpZ2h0Ijo0LjAsIkJvdHRvbSI6MC4wfSwiUGFkZGluZyI6eyIkaWQiOiI0MiIsIlRvcCI6MC4wLCJMZWZ0IjowLjAsIlJpZ2h0IjowLjAsIkJvdHRvbSI6MC4wfSwiQmFja2dyb3VuZCI6eyIkaWQiOiI0MyIsIkNvbG9yIjp7IiRpZCI6IjQ0IiwiQSI6MjU1LCJSIjo2OCwiRyI6MTE0LCJCIjoxOTZ9fSwiSXNWaXNpYmxlIjp0cnVlLCJXaWR0aCI6MC4wLCJIZWlnaHQiOjEwLjAsIkJvcmRlclN0eWxlIjp7IiRpZCI6IjQ1IiwiTGluZUNvbG9yIjp7IiRpZCI6IjQ2IiwiJHR5cGUiOiJOTFJFLkNvbW1vbi5Eb20uU29saWRDb2xvckJydXNoLCBOTFJFLkNvbW1vbiIsIkNvbG9yIjp7IiRpZCI6IjQ3IiwiQSI6MjU1LCJSIjoyMzQsIkciOjIyLCJCIjozMH19LCJMaW5lV2VpZ2h0IjowLjAsIkxpbmVUeXBlIjowLCJQYXJlbnRTdHlsZSI6bnVsbH0sIlBhcmVudFN0eWxlIjpudWxsfSwiVGl0bGVTdHlsZSI6eyIkaWQiOiI0OCIsIkZvbnRTZXR0aW5ncyI6eyIkaWQiOiI0OSIsIkZvbnRTaXplIjoxMSwiRm9udE5hbWUiOiJUaXRpbGxpdW0gV2ViIiwiSXNCb2xkIjpmYWxzZSwiSXNJdGFsaWMiOmZhbHNlLCJJc1VuZGVybGluZWQiOmZhbHNlLCJQYXJlbnRTdHlsZSI6bnVsbH0sIkF1dG9TaXplIjowLCJGb3JlZ3JvdW5kIjp7IiRpZCI6IjUwIiwiQ29sb3IiOnsiJGlkIjoiNTEiLCJBIjoyNTUsIlIiOjI1NSwiRyI6MjU1LCJCIjoyNTV9fSwiTWF4V2lkdGgiOjcy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AsIlIiOjI1NSwiRyI6MjU1LCJCIjoyNTV9fSwiSXNWaXNpYmxlIjp0cnVlLCJXaWR0aCI6MC4wLCJIZWlnaHQiOjAuMCwiQm9yZGVyU3R5bGUiOnsiJGlkIjoiNTYiLCJMaW5lQ29sb3IiOm51bGwsIkxpbmVXZWlnaHQiOjAuMCwiTGluZVR5cGUiOjAsIlBhcmVudFN0eWxlIjpudWxsfSwiUGFyZW50U3R5bGUiOm51bGx9LCJEYXRlU3R5bGUiOnsiJGlkIjoiNTciLCJGb250U2V0dGluZ3MiOnsiJGlkIjoiNTgiLCJGb250U2l6ZSI6MTAsIkZvbnROYW1lIjoiVGl0aWxsaXVtIFdlYiIsIklzQm9sZCI6ZmFsc2UsIklzSXRhbGljIjpmYWxzZSwiSXNVbmRlcmxpbmVkIjpmYWxzZSwiUGFyZW50U3R5bGUiOm51bGx9LCJBdXRvU2l6ZSI6MCwiRm9yZWdyb3VuZCI6eyIkaWQiOiI1OSIsIkNvbG9yIjp7IiRpZCI6IjYw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pZCI6IjYxIiwiVG9wIjowLjAsIkxlZnQiOjAuMCwiUmlnaHQiOjAuMCwiQm90dG9tIjowLjB9LCJQYWRkaW5nIjp7IiRpZCI6IjYyIiwiVG9wIjowLjAsIkxlZnQiOjAuMCwiUmlnaHQiOjAuMCwiQm90dG9tIjowLjB9LCJCYWNrZ3JvdW5kIjp7IiRpZCI6IjYzIiwiQ29sb3IiOnsiJGlkIjoiNjQiLCJBIjowLCJSIjoyNTUsIkciOjI1NSwiQiI6MjU1fX0sIklzVmlzaWJsZSI6dHJ1ZSwiV2lkdGgiOjAuMCwiSGVpZ2h0IjowLjAsIkJvcmRlclN0eWxlIjp7IiRpZCI6IjY1IiwiTGluZUNvbG9yIjpudWxsLCJMaW5lV2VpZ2h0IjowLjAsIkxpbmVUeXBlIjowLCJQYXJlbnRTdHlsZSI6bnVsbH0sIlBhcmVudFN0eWxlIjpudWxsfSwiRGF0ZUZvcm1hdCI6eyIkaWQiOiI2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yIsIkZvcm1hdCI6MCwiSXNWaXNpYmxlIjpmYWxzZSwiTGFzdEtub3duVmlzaWJpbGl0eVN0YXRlIjpmYWxzZX0sIklzVmlzaWJsZSI6dHJ1ZSwiVmFyaWFuY2VTdHlsZSI6eyIkaWQiOiI2OCIsIlRleHRTdHlsZSI6eyIkaWQiOiI2OSIsIkZvbnRTZXR0aW5ncyI6eyIkaWQiOiI3MCIsIkZvbnRTaXplIjoxMCwiRm9udE5hbWUiOiJDYWxpYnJpIiwiSXNCb2xkIjpmYWxzZSwiSXNJdGFsaWMiOmZhbHNlLCJJc1VuZGVybGluZWQiOmZhbHNlLCJQYXJlbnRTdHlsZSI6bnVsbH0sIkF1dG9TaXplIjowLCJGb3JlZ3JvdW5kIjp7IiRpZCI6IjcxIiwiQ29sb3IiOnsiJGlkIjoiN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MiLCJUb3AiOjAuMCwiTGVmdCI6MC4wLCJSaWdodCI6MC4wLCJCb3R0b20iOjAuMH0sIlBhZGRpbmciOnsiJGlkIjoiNzQiLCJUb3AiOjAuMCwiTGVmdCI6MC4wLCJSaWdodCI6MC4wLCJCb3R0b20iOjAuMH0sIkJhY2tncm91bmQiOnsiJGlkIjoiNzUiLCJDb2xvciI6eyIkaWQiOiI3NiIsIkEiOjI1NSwiUiI6MCwiRyI6MCwiQiI6MH19LCJJc1Zpc2libGUiOnRydWUsIldpZHRoIjowLjAsIkhlaWdodCI6MC4wLCJCb3JkZXJTdHlsZSI6bnVsbCwiUGFyZW50U3R5bGUiOm51bGx9LCJQYXJlbnRTdHlsZSI6bnVsbH0sIlBhcmVudFN0eWxlIjpudWxsfSwiSW5kZXgiOjEsIlNtYXJ0RHVyYXRpb25BY3RpdmF0ZWQiOmZhbHNlLCJEYXRlRm9ybWF0Ijp7IiRyZWYiOiI2NiJ9LCJXZWVrTnVtYmVyaW5nIjp7IiRpZCI6Ijc3IiwiRm9ybWF0IjowLCJJc1Zpc2libGUiOmZhbHNlLCJMYXN0S25vd25WaXNpYmlsaXR5U3RhdGUiOmZhbHNlfSwiQmFzZWxpbmVEYXRhIjp7IiRpZCI6Ijc4IiwiU3RhcnREYXRlIjoiMjAyNi0wNC0wMVQwMDowMDowMCIsIkVuZERhdGUiOiIyMDI2LTA1LTE1VDIzOjU5OjAwIn0sIklkIjoiMWMyOGQyYmMtMTRjNS00YWRhLTk3YTAtMDVhMmFlY2Y0NjE4IiwiSW1wb3J0SWQiOm51bGwsIlRpdGxlIjoiVmlzacOzbiIsIk5vdGUiOm51bGwsIkh5cGVybGluayI6eyIkaWQiOiI3OSIsIkFkZHJlc3MiOiIiLCJTdWJBZGRyZXNzIjoiIn0sIklzQ2hhbmdlZCI6ZmFsc2UsIklzTmV3IjpmYWxzZX19XSwiX21pbGVzdG9uZXMiOltdLCJJZCI6IjAwMDAwMDAwLTAwMDAtMDAwMC0wMDAwLTAwMDAwMDAwMDAwMCIsIklzU2luZ2xlSXRlbVJvdyI6dHJ1ZX1dLCJJbmRleCI6MCwiSWQiOiI2NWRjMDcyMy0xZmUxLTRjMzQtYTNlNC02N2M3ODMyODZkNWQiLCJIZWFkZXJUZXh0IjpudWxsLCJJc0RlZmF1bHQiOnRydWUsIlN0eWxlIjp7IiRpZCI6IjgwIiwiSGVhZGVyU3R5bGUiOnsiJGlkIjoiODEiLCJUZXh0U3R5bGUiOnsiJGlkIjoiODIiLCJGb250U2V0dGluZ3MiOnsiJGlkIjoiODMiLCJGb250U2l6ZSI6MTEsIkZvbnROYW1lIjoiQ2FsaWJyaSIsIklzQm9sZCI6ZmFsc2UsIklzSXRhbGljIjpmYWxzZSwiSXNVbmRlcmxpbmVkIjpmYWxzZSwiUGFyZW50U3R5bGUiOm51bGx9LCJBdXRvU2l6ZSI6MCwiRm9yZWdyb3VuZCI6eyIkaWQiOiI4NCIsIkNvbG9yIjp7IiRpZCI6Ijg1IiwiQSI6MjU1LCJSIjo2NCwiRyI6NjQsIkIiOjY0fX0sIk1heFdpZHRoIjowLjAsIk1heEhlaWdodCI6MC4wLCJTbWFydEZvcmVncm91bmRJc0FjdGl2ZSI6ZmFsc2UsIkhvcml6b250YWxBbGlnbm1lbnQiOjA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pZCI6Ijg4IiwiQ29sb3IiOnsiJGlkIjoiODkiLCJBIjoyNTUsIlIiOjY0LCJHIjo2NCwiQiI6NjR9fSwiSXNWaXNpYmxlIjpmYWxzZSwiV2lkdGgiOjAuMCwiSGVpZ2h0IjowLjAsIkJvcmRlclN0eWxlIjpudWxsLCJQYXJlbnRTdHlsZSI6bnVsbH0sIlJlY3RhbmdsZVN0eWxlIjp7IiRpZCI6IjkwIiwiTWFyZ2luIjp7IiRpZCI6IjkxIiwiVG9wIjowLjAsIkxlZnQiOjAuMCwiUmlnaHQiOjAuMCwiQm90dG9tIjowLjB9LCJQYWRkaW5nIjp7IiRpZCI6IjkyIiwiVG9wIjowLjAsIkxlZnQiOjAuMCwiUmlnaHQiOjAuMCwiQm90dG9tIjowLjB9LCJCYWNrZ3JvdW5kIjp7IiRpZCI6IjkzIiwiQ29sb3IiOnsiJGlkIjoiOTQiLCJBIjoxMjcsIlIiOjY4LCJHIjoxMTQsIkIiOjE5Nn19LCJJc1Zpc2libGUiOmZhbHNlLCJXaWR0aCI6MC4wLCJIZWlnaHQiOjAuMCwiQm9yZGVyU3R5bGUiOnsiJGlkIjoiOTUiLCJMaW5lQ29sb3IiOnsiJGlkIjoiOTYiLCIkdHlwZSI6Ik5MUkUuQ29tbW9uLkRvbS5Tb2xpZENvbG9yQnJ1c2gsIE5MUkUuQ29tbW9uIiwiQ29sb3IiOnsiJGlkIjoiOTciLCJBIjoyNTUsIlIiOjI1NSwiRyI6MCwiQiI6MH19LCJMaW5lV2VpZ2h0IjowLjAsIkxpbmVUeXBlIjowLCJQYXJlbnRTdHlsZSI6bnVsbH0sIlBhcmVudFN0eWxlIjpudWxsfSwiTWFyZ2luIjp7IiRpZCI6Ijk4IiwiVG9wIjowLjAsIkxlZnQiOjAuMCwiUmlnaHQiOjAuMCwiQm90dG9tIjowLjB9LCJQYWRkaW5nIjp7IiRpZCI6Ijk5IiwiVG9wIjowLjAsIkxlZnQiOjAuMCwiUmlnaHQiOjAuMCwiQm90dG9tIjowLjB9LCJCYWNrZ3JvdW5kIjpudWxsLCJJc1Zpc2libGUiOnRydWUsIldpZHRoIjowLjAsIkhlaWdodCI6MC4wLCJCb3JkZXJTdHlsZSI6bnVsbCwiUGFyZW50U3R5bGUiOm51bGx9LCJCYWNrZ3JvdW5kU3R5bGUiOnsiJGlkIjoiMTAwIiwiTWFyZ2luIjp7IiRpZCI6IjEwMSIsIlRvcCI6MC4wLCJMZWZ0IjowLjAsIlJpZ2h0IjowLjAsIkJvdHRvbSI6MC4wfSwiUGFkZGluZyI6eyIkaWQiOiIxMDIiLCJUb3AiOjAuMCwiTGVmdCI6MC4wLCJSaWdodCI6MC4wLCJCb3R0b20iOjAuMH0sIkJhY2tncm91bmQiOnsiJGlkIjoiMTAzIiwiQ29sb3IiOnsiJGlkIjoiMTA0IiwiQSI6NTEsIlIiOjIwMCwiRyI6MjAwLCJCIjoyMDB9fSwiSXNWaXNpYmxlIjp0cnVlLCJXaWR0aCI6MC4wLCJIZWlnaHQiOjAuMCwiQm9yZGVyU3R5bGUiOnsiJGlkIjoiMTA1IiwiTGluZUNvbG9yIjp7IiRpZCI6IjEwNiIsIiR0eXBlIjoiTkxSRS5Db21tb24uRG9tLlNvbGlkQ29sb3JCcnVzaCwgTkxSRS5Db21tb24iLCJDb2xvciI6eyIkaWQiOiIxMDciLCJBIjoyNTUsIlIiOjIzNCwiRyI6MjIsIkIiOjMwfX0sIkxpbmVXZWlnaHQiOjAuMCwiTGluZVR5cGUiOjAsIlBhcmVudFN0eWxlIjpudWxsfSwiUGFyZW50U3R5bGUiOm51bGx9LCJNYXJnaW4iOnsiJGlkIjoiMTA4IiwiVG9wIjowLjAsIkxlZnQiOjAuMCwiUmlnaHQiOjAuMCwiQm90dG9tIjowLjB9LCJQYWRkaW5nIjp7IiRpZCI6IjEwOSIsIlRvcCI6MC4wLCJMZWZ0IjowLjAsIlJpZ2h0IjowLjAsIkJvdHRvbSI6MC4wfSwiSXNWaXNpYmxlIjp0cnVlLCJXaWR0aCI6MC4wLCJIZWlnaHQiOjAuMCwiQm9yZGVyU3R5bGUiOnsiJGlkIjoiMTEwIiwiTGluZUNvbG9yIjpudWxsLCJMaW5lV2VpZ2h0IjowLjAsIkxpbmVUeXBlIjowLCJQYXJlbnRTdHlsZSI6bnVsbH0sIlBhcmVudFN0eWxlIjpudWxsfX1dLCJJZCI6ImYzNWMyMjkxLWM1YjQtNDE4NC1iYmVmLWIzODE4ODhjZmZmNyIsIkluZGV4IjowLCJIZWFkZXJUZXh0IjoiUHJlLUlkZWFjacOzbiIsIlN0eWxlIjp7IiRpZCI6IjExMSIsIlN0eWxlSWQiOiIzMzJjZmIxMy1iNDAxLTRlYzMtYjY1NS03Mzk2OGQwNGQ3NDkiLCJIZWFkZXJTdHlsZSI6eyIkaWQiOiIxMTIiLCJUZXh0SXNWZXJ0aWNhbCI6ZmFsc2UsIlRleHRTdHlsZSI6eyIkaWQiOiIxMTMiLCJGb250U2V0dGluZ3MiOnsiJGlkIjoiMTE0IiwiRm9udFNpemUiOjExLCJGb250TmFtZSI6IkNhbGlicmkiLCJJc0JvbGQiOmZhbHNlLCJJc0l0YWxpYyI6ZmFsc2UsIklzVW5kZXJsaW5lZCI6ZmFsc2UsIlBhcmVudFN0eWxlIjpudWxsfSwiQXV0b1NpemUiOjIsIkZvcmVncm91bmQiOnsiJGlkIjoiMTE1IiwiQ29sb3IiOnsiJGlkIjoiMTE2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E3IiwiVG9wIjowLjAsIkxlZnQiOjAuMCwiUmlnaHQiOjAuMCwiQm90dG9tIjowLjB9LCJQYWRkaW5nIjp7IiRpZCI6IjExOCIsIlRvcCI6MC4wLCJMZWZ0IjowLjAsIlJpZ2h0IjowLjAsIkJvdHRvbSI6MC4wfSwiQmFja2dyb3VuZCI6eyIkaWQiOiIxMTkiLCJDb2xvciI6eyIkaWQiOiIxMjAiLCJBIjoyNTUsIlIiOjI1NSwiRyI6MjU1LCJCIjoyNTV9fSwiSXNWaXNpYmxlIjpmYWxzZSwiV2lkdGgiOjAuMCwiSGVpZ2h0IjowLjAsIkJvcmRlclN0eWxlIjpudWxsLCJQYXJlbnRTdHlsZSI6bnVsbH0sIlJlY3RhbmdsZVN0eWxlIjp7IiRpZCI6IjEyMSIsIk1hcmdpbiI6eyIkaWQiOiIxMjIiLCJUb3AiOjAuMCwiTGVmdCI6MC4wLCJSaWdodCI6MC4wLCJCb3R0b20iOjAuMH0sIlBhZGRpbmciOnsiJGlkIjoiMTIzIiwiVG9wIjowLjAsIkxlZnQiOjAuMCwiUmlnaHQiOjAuMCwiQm90dG9tIjowLjB9LCJCYWNrZ3JvdW5kIjp7IiRpZCI6IjEyNCIsIkNvbG9yIjp7IiRpZCI6IjEyNSIsIkEiOjI1NSwiUiI6NjgsIkciOjExNCwiQiI6MTk2fX0sIklzVmlzaWJsZSI6dHJ1ZSwiV2lkdGgiOjAuMCwiSGVpZ2h0IjowLjAsIkJvcmRlclN0eWxlIjp7IiRpZCI6IjEyNiIsIkxpbmVDb2xvciI6eyIkaWQiOiIxMjciLCIkdHlwZSI6Ik5MUkUuQ29tbW9uLkRvbS5Tb2xpZENvbG9yQnJ1c2gsIE5MUkUuQ29tbW9uIiwiQ29sb3IiOnsiJGlkIjoiMTI4IiwiQSI6MjU1LCJSIjoyNTUsIkciOjI1NSwiQiI6MjU1fX0sIkxpbmVXZWlnaHQiOjAuMCwiTGluZVR5cGUiOjAsIlBhcmVudFN0eWxlIjpudWxsfSwiUGFyZW50U3R5bGUiOm51bGx9LCJNYXJnaW4iOnsiJGlkIjoiMTI5IiwiVG9wIjowLjAsIkxlZnQiOjAuMCwiUmlnaHQiOjAuMCwiQm90dG9tIjowLjB9LCJQYWRkaW5nIjp7IiRpZCI6IjEzMCIsIlRvcCI6MC4wLCJMZWZ0IjowLjAsIlJpZ2h0IjowLjAsIkJvdHRvbSI6MC4wfSwiQmFja2dyb3VuZCI6bnVsbCwiSXNWaXNpYmxlIjp0cnVlLCJXaWR0aCI6MC4wLCJIZWlnaHQiOjAuMCwiQm9yZGVyU3R5bGUiOm51bGwsIlBhcmVudFN0eWxlIjpudWxsfSwiQmFja2dyb3VuZF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UxLCJSIjoyMDAsIkciOjIwMCwiQiI6MjAwfX0sIklzVmlzaWJsZSI6dHJ1ZSwiV2lkdGgiOjAuMCwiSGVpZ2h0IjowLjAsIkJvcmRlclN0eWxlIjp7IiRpZCI6IjEzNiIsIkxpbmVDb2xvciI6eyIkaWQiOiIxMzciLCIkdHlwZSI6Ik5MUkUuQ29tbW9uLkRvbS5Tb2xpZENvbG9yQnJ1c2gsIE5MUkUuQ29tbW9uIiwiQ29sb3IiOnsiJGlkIjoiMTM4IiwiQSI6MjU1LCJSIjoyMzQsIkciOjIyLCJCIjozMH19LCJMaW5lV2VpZ2h0IjowLjAsIkxpbmVUeXBlIjowLCJQYXJlbnRTdHlsZSI6bnVsbH0sIlBhcmVudFN0eWxlIjpudWxsfSwiSXNBYm92ZVRpbWViYW5kIjpmYWxzZSwiU3BhY2luZyI6MiwiRGVmYXVsdFN3aW1sYW5lVGFza1N0eWxlIjp7IiRpZCI6IjEzOSIsIiR0eXBlIjoiTkxSRS5Db21tb24uRG9tLlN0eWxlcy5FeHBsaWNpdFNldGFibGVUYXNrU3R5bGUsIE5MUkUuQ29tbW9uIiwiU2hhcGUiOjEsIlNoYXBlVGhpY2tuZXNzIjowLCJEdXJhdGlvbkZvcm1hdCI6MCwiSW5jbHVkZU5vbldvcmtpbmdEYXlzSW5EdXJhdGlvbiI6ZmFsc2UsIlBlcmNlbnRhZ2VDb21wbGV0ZVN0eWxlIjp7IiRpZCI6IjE0MCIsIkZvbnRTZXR0aW5ncyI6eyIkaWQiOiIxNDEiLCJGb250U2l6ZSI6MTAsIkZvbnROYW1lIjoiQ2FsaWJyaSIsIklzQm9sZCI6ZmFsc2UsIklzSXRhbGljIjpmYWxzZSwiSXNVbmRlcmxpbmVkIjpmYWxzZSwiUGFyZW50U3R5bGUiOm51bGx9LCJBdXRvU2l6ZSI6MCwiRm9yZWdyb3VuZCI6eyIkaWQiOiIxNDIiLCJDb2xvciI6eyIkaWQiOiIxNDM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0IiwiVG9wIjowLjAsIkxlZnQiOjAuMCwiUmlnaHQiOjAuMCwiQm90dG9tIjowLjB9LCJQYWRkaW5nIjp7IiRpZCI6IjE0NSIsIlRvcCI6MC4wLCJMZWZ0IjowLjAsIlJpZ2h0IjowLjAsIkJvdHRvbSI6MC4wfSwiQmFja2dyb3VuZCI6eyIkaWQiOiIxNDYiLCJDb2xvciI6eyIkaWQiOiIxNDciLCJBIjo4OSwiUiI6MCwiRyI6MCwiQiI6MH19LCJJc1Zpc2libGUiOnRydWUsIldpZHRoIjowLjAsIkhlaWdodCI6MC4wLCJCb3JkZXJTdHlsZSI6eyIkaWQiOiIxNDgiLCJMaW5lQ29sb3IiOm51bGwsIkxpbmVXZWlnaHQiOjAuMCwiTGluZVR5cGUiOjAsIlBhcmVudFN0eWxlIjpudWxsfSwiUGFyZW50U3R5bGUiOm51bGx9LCJEdXJhdGlvblN0eWxlIjp7IiRpZCI6IjE0OSIsIkZvbnRTZXR0aW5ncyI6eyIkaWQiOiIxNTAiLCJGb250U2l6ZSI6MTAsIkZvbnROYW1lIjoiQ2FsaWJyaSIsIklzQm9sZCI6ZmFsc2UsIklzSXRhbGljIjpmYWxzZSwiSXNVbmRlcmxpbmVkIjpmYWxzZSwiUGFyZW50U3R5bGUiOm51bGx9LCJBdXRvU2l6ZSI6MCwiRm9yZWdyb3VuZCI6eyIkaWQiOiIxNTEiLCJDb2xvciI6eyIkaWQiOiIxN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1MyIsIlRvcCI6MC4wLCJMZWZ0IjowLjAsIlJpZ2h0IjowLjAsIkJvdHRvbSI6MC4wfSwiUGFkZGluZyI6eyIkaWQiOiIxNTQiLCJUb3AiOjAuMCwiTGVmdCI6MC4wLCJSaWdodCI6MC4wLCJCb3R0b20iOjAuMH0sIkJhY2tncm91bmQiOnsiJGlkIjoiMTU1IiwiQ29sb3IiOnsiJGlkIjoiMTU2IiwiQSI6MjU1LCJSIjo2OCwiRyI6ODQsIkIiOjEwNn19LCJJc1Zpc2libGUiOnRydWUsIldpZHRoIjowLjAsIkhlaWdodCI6MC4wLCJCb3JkZXJTdHlsZSI6eyIkaWQiOiIxNTciLCJMaW5lQ29sb3IiOm51bGwsIkxpbmVXZWlnaHQiOjAuMCwiTGluZVR5cGUiOjAsIlBhcmVudFN0eWxlIjpudWxsfSwiUGFyZW50U3R5bGUiOm51bGx9LCJIb3Jpem9udGFsQ29ubmVjdG9yU3R5bGUiOnsiJGlkIjoiMTU4IiwiTGluZUNvbG9yIjp7IiRpZCI6IjE1OSIsIiR0eXBlIjoiTkxSRS5Db21tb24uRG9tLlNvbGlkQ29sb3JCcnVzaCwgTkxSRS5Db21tb24iLCJDb2xvciI6eyIkaWQiOiIxNjAiLCJBIjoyNTUsIlIiOjAsIkciOjAsIkIiOjB9fSwiTGluZVdlaWdodCI6MC4wLCJMaW5lVHlwZSI6MCwiUGFyZW50U3R5bGUiOm51bGx9LCJWZXJ0aWNhbENvbm5lY3RvclN0eWxlIjp7IiRpZCI6IjE2MSIsIkxpbmVDb2xvciI6eyIkaWQiOiIxNjIiLCIkdHlwZSI6Ik5MUkUuQ29tbW9uLkRvbS5Tb2xpZENvbG9yQnJ1c2gsIE5MUkUuQ29tbW9uIiwiQ29sb3IiOnsiJGlkIjoiMTY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QiLCJTaGFwZVN0eWxlIjp7IiRpZCI6IjE2NSIsIk1hcmdpbiI6eyIkaWQiOiIxNjYiLCJUb3AiOjAuMCwiTGVmdCI6MC4wLCJSaWdodCI6MC4wLCJCb3R0b20iOjAuMH0sIlBhZGRpbmciOnsiJGlkIjoiMTY3IiwiVG9wIjowLjAsIkxlZnQiOjAuMCwiUmlnaHQiOjAuMCwiQm90dG9tIjowLjB9LCJCYWNrZ3JvdW5kIjp7IiRpZCI6IjE2OCIsIkNvbG9yIjp7IiRpZCI6IjE2OSIsIkEiOjE1MywiUiI6MCwiRyI6MCwiQiI6MH19LCJJc1Zpc2libGUiOnRydWUsIldpZHRoIjowLjAsIkhlaWdodCI6MC4wLCJCb3JkZXJTdHlsZSI6eyIkaWQiOiIxNzAiLCJMaW5lQ29sb3IiOnsiJGlkIjoiMTcxIiwiJHR5cGUiOiJOTFJFLkNvbW1vbi5Eb20uU29saWRDb2xvckJydXNoLCBOTFJFLkNvbW1vbiIsIkNvbG9yIjp7IiRpZCI6IjE3MiIsIkEiOjI1NSwiUiI6MjU1LCJHIjowLCJCIjowfX0sIkxpbmVXZWlnaHQiOjAuMCwiTGluZVR5cGUiOjAsIlBhcmVudFN0eWxlIjpudWxsfSwiUGFyZW50U3R5bGUiOm51bGx9LCJNYXJnaW4iOnsiJGlkIjoiMTczIiwiVG9wIjowLjAsIkxlZnQiOjAuMCwiUmlnaHQiOjAuMCwiQm90dG9tIjowLjB9LCJQYWRkaW5nIjp7IiRpZCI6IjE3NCIsIlRvcCI6MC4wLCJMZWZ0IjowLjAsIlJpZ2h0IjowLjAsIkJvdHRvbSI6MC4wfSwiQmFja2dyb3VuZCI6bnVsbCwiSXNWaXNpYmxlIjp0cnVlLCJXaWR0aCI6MC4wLCJIZWlnaHQiOjAuMCwiQm9yZGVyU3R5bGUiOm51bGwsIlBhcmVudFN0eWxlIjpudWxsfSwiU2hhcGVTdHlsZSI6eyIkaWQiOiIxNzUiLCJNYXJnaW4iOnsiJGlkIjoiMTc2IiwiVG9wIjowLjAsIkxlZnQiOjQuMCwiUmlnaHQiOjQuMCwiQm90dG9tIjowLjB9LCJQYWRkaW5nIjp7IiRpZCI6IjE3NyIsIlRvcCI6MC4wLCJMZWZ0IjowLjAsIlJpZ2h0IjowLjAsIkJvdHRvbSI6MC4wfSwiQmFja2dyb3VuZCI6eyIkaWQiOiIxNzgiLCJDb2xvciI6eyIkaWQiOiIxNzkiLCJBIjoyNTUsIlIiOjY4LCJHIjoxMTQsIkIiOjE5Nn19LCJJc1Zpc2libGUiOnRydWUsIldpZHRoIjowLjAsIkhlaWdodCI6MTAuMCwiQm9yZGVyU3R5bGUiOnsiJGlkIjoiMTgwIiwiTGluZUNvbG9yIjp7IiRpZCI6IjE4MSIsIiR0eXBlIjoiTkxSRS5Db21tb24uRG9tLlNvbGlkQ29sb3JCcnVzaCwgTkxSRS5Db21tb24iLCJDb2xvciI6eyIkaWQiOiIxODIiLCJBIjoyNTUsIlIiOjIzNCwiRyI6MjIsIkIiOjMwfX0sIkxpbmVXZWlnaHQiOjAuMCwiTGluZVR5cGUiOjAsIlBhcmVudFN0eWxlIjpudWxsfSwiUGFyZW50U3R5bGUiOm51bGx9LCJUaXRsZVN0eWxlIjp7IiRpZCI6IjE4MyIsIkZvbnRTZXR0aW5ncyI6eyIkaWQiOiIxODQiLCJGb250U2l6ZSI6MTEsIkZvbnROYW1lIjoiQ2FsaWJyaSIsIklzQm9sZCI6ZmFsc2UsIklzSXRhbGljIjpmYWxzZSwiSXNVbmRlcmxpbmVkIjpmYWxzZSwiUGFyZW50U3R5bGUiOm51bGx9LCJBdXRvU2l6ZSI6MCwiRm9yZWdyb3VuZCI6eyIkaWQiOiIxODUiLCJDb2xvciI6eyIkaWQiOiIx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g3IiwiVG9wIjowLjAsIkxlZnQiOjAuMCwiUmlnaHQiOjAuMCwiQm90dG9tIjowLjB9LCJQYWRkaW5nIjp7IiRpZCI6IjE4OCIsIlRvcCI6MC4wLCJMZWZ0IjowLjAsIlJpZ2h0IjowLjAsIkJvdHRvbSI6MC4wfSwiQmFja2dyb3VuZCI6eyIkaWQiOiIxODkiLCJDb2xvciI6eyIkaWQiOiIxOTAiLCJBIjoyNTUsIlIiOjAsIkciOjAsIkIiOjB9fSwiSXNWaXNpYmxlIjp0cnVlLCJXaWR0aCI6MC4wLCJIZWlnaHQiOjAuMCwiQm9yZGVyU3R5bGUiOnsiJGlkIjoiMTkxIiwiTGluZUNvbG9yIjpudWxsLCJMaW5lV2VpZ2h0IjowLjAsIkxpbmVUeXBlIjowLCJQYXJlbnRTdHlsZSI6bnVsbH0sIlBhcmVudFN0eWxlIjpudWxsfSwiRGF0ZV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5NiIsIlRvcCI6MC4wLCJMZWZ0IjowLjAsIlJpZ2h0IjowLjAsIkJvdHRvbSI6MC4wfSwiUGFkZGluZyI6eyIkaWQiOiIxOTciLCJUb3AiOjAuMCwiTGVmdCI6MC4wLCJSaWdodCI6MC4wLCJCb3R0b20iOjAuMH0sIkJhY2tncm91bmQiOnsiJGlkIjoiMTk4IiwiQ29sb3IiOnsiJGlkIjoiMTk5IiwiQSI6MjU1LCJSIjo2OCwiRyI6ODQsIkIiOjEwNn19LCJJc1Zpc2libGUiOnRydWUsIldpZHRoIjowLjAsIkhlaWdodCI6MC4wLCJCb3JkZXJTdHlsZSI6eyIkaWQiOiIyMDAiLCJMaW5lQ29sb3IiOm51bGwsIkxpbmVXZWlnaHQiOjAuMCwiTGluZVR5cGUiOjAsIlBhcmVudFN0eWxlIjpudWxsfSwiUGFyZW50U3R5bGUiOm51bGx9LCJEYXRlRm9ybWF0Ijp7IiRpZCI6IjIw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IiLCJGb3JtYXQiOjAsIklzVmlzaWJsZSI6ZmFsc2UsIkxhc3RLbm93blZpc2liaWxpdHlTdGF0ZSI6ZmFsc2V9LCJJc1Zpc2libGUiOnRydWUsIlZhcmlhbmNlU3R5bGUiOnsiJGlkIjoiMjAzIiwiVGV4dFN0eWxlIjp7IiRpZCI6IjIwNCIsIkZvbnRTZXR0aW5ncyI6eyIkaWQiOiIyMDUiLCJGb250U2l6ZSI6MTAsIkZvbnROYW1lIjoiQ2FsaWJyaSIsIklzQm9sZCI6ZmFsc2UsIklzSXRhbGljIjpmYWxzZSwiSXNVbmRlcmxpbmVkIjpmYWxzZSwiUGFyZW50U3R5bGUiOm51bGx9LCJBdXRvU2l6ZSI6MCwiRm9yZWdyb3VuZCI6eyIkaWQiOiIyMDYiLCJDb2xvciI6eyIkaWQiOiIyM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A4IiwiVG9wIjowLjAsIkxlZnQiOjAuMCwiUmlnaHQiOjAuMCwiQm90dG9tIjowLjB9LCJQYWRkaW5nIjp7IiRpZCI6IjIwOSIsIlRvcCI6MC4wLCJMZWZ0IjowLjAsIlJpZ2h0IjowLjAsIkJvdHRvbSI6MC4wfSwiQmFja2dyb3VuZCI6eyIkaWQiOiIyMTAiLCJDb2xvciI6eyIkaWQiOiIyMTEiLCJBIjoyNTUsIlIiOjAsIkciOjAsIkIiOjB9fSwiSXNWaXNpYmxlIjp0cnVlLCJXaWR0aCI6MC4wLCJIZWlnaHQiOjAuMCwiQm9yZGVyU3R5bGUiOm51bGwsIlBhcmVudFN0eWxlIjpudWxsfSwiUGFyZW50U3R5bGUiOm51bGx9LCJQYXJlbnRTdHlsZSI6bnVsbCwiX2V4cGxpY2l0bHlTZXQiOnsiJGlkIjoiMjEy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jEzIiwiU2hhcGUiOjEsIkNvbm5lY3Rvck1hcmdpbiI6eyIkaWQiOiIyMTQiLCJUb3AiOjAuMCwiTGVmdCI6Mi4wLCJSaWdodCI6Mi4wLCJCb3R0b20iOjAuMH0sIkNvbm5lY3RvclN0eWxlIjp7IiRpZCI6IjIxNSIsIkxpbmVDb2xvciI6eyIkaWQiOiIyMTYiLCIkdHlwZSI6Ik5MUkUuQ29tbW9uLkRvbS5Tb2xpZENvbG9yQnJ1c2gsIE5MUkUuQ29tbW9uIiwiQ29sb3IiOnsiJGlkIjoiMjE3IiwiQSI6MTI3LCJSIjozNCwiRyI6NTcsIkIiOjk4fX0sIkxpbmVXZWlnaHQiOjEuMCwiTGluZVR5cGUiOjAsIlBhcmVudFN0eWxlIjpudWxsfSwiSXNCZWxvd1RpbWViYW5kIjpmYWxzZSwiUG9zaXRpb25PblRhc2siOjEsIkhpZGVEYXRlIjpmYWxzZSwiU2hhcGVTaXplIjowLCJTcGFjaW5nIjowLjAsIlBhZGRpbmciOnsiJGlkIjoiMjE4IiwiVG9wIjo1LjAsIkxlZnQiOjMuMCwiUmlnaHQiOjAuMCwiQm90dG9tIjoyLjB9LCJTaGFwZVN0eWxlIjp7IiRpZCI6IjIxOSIsIk1hcmdpbiI6eyIkaWQiOiIyMjAiLCJUb3AiOjAuMCwiTGVmdCI6MC4wLCJSaWdodCI6MC4wLCJCb3R0b20iOjAuMH0sIlBhZGRpbmciOnsiJGlkIjoiMjIxIiwiVG9wIjowLjAsIkxlZnQiOjAuMCwiUmlnaHQiOjAuMCwiQm90dG9tIjowLjB9LCJCYWNrZ3JvdW5kIjp7IiRpZCI6IjIyMiIsIkNvbG9yIjp7IiRpZCI6IjIyMyIsIkEiOjI1NSwiUiI6MzQsIkciOjU3LCJCIjo5OH19LCJJc1Zpc2libGUiOnRydWUsIldpZHRoIjoxMi4wLCJIZWlnaHQiOjE0LjAsIkJvcmRlclN0eWxlIjp7IiRpZCI6IjIyNCIsIkxpbmVDb2xvciI6eyIkaWQiOiIyMjUiLCIkdHlwZSI6Ik5MUkUuQ29tbW9uLkRvbS5Tb2xpZENvbG9yQnJ1c2gsIE5MUkUuQ29tbW9uIiwiQ29sb3IiOnsiJGlkIjoiMjI2IiwiQSI6MjU1LCJSIjoyNTUsIkciOjAsIkIiOjB9fSwiTGluZVdlaWdodCI6MC4wLCJMaW5lVHlwZSI6MCwiUGFyZW50U3R5bGUiOm51bGx9LCJQYXJlbnRTdHlsZSI6bnVsbH0sIlRpdGxlU3R5bGUiOnsiJGlkIjoiMjI3IiwiRm9udFNldHRpbmdzIjp7IiRpZCI6IjIyOCIsIkZvbnRTaXplIjoxMSwiRm9udE5hbWUiOiJDYWxpYnJpIiwiSXNCb2xkIjpmYWxzZSwiSXNJdGFsaWMiOmZhbHNlLCJJc1VuZGVybGluZWQiOmZhbHNlLCJQYXJlbnRTdHlsZSI6bnVsbH0sIkF1dG9TaXplIjowLCJGb3JlZ3JvdW5kIjp7IiRpZCI6IjIyOSIsIkNvbG9yIjp7IiRpZCI6IjIz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MzEiLCJUb3AiOjAuMCwiTGVmdCI6MC4wLCJSaWdodCI6MC4wLCJCb3R0b20iOjAuMH0sIlBhZGRpbmciOnsiJGlkIjoiMjMyIiwiVG9wIjowLjAsIkxlZnQiOjAuMCwiUmlnaHQiOjAuMCwiQm90dG9tIjowLjB9LCJCYWNrZ3JvdW5kIjp7IiRpZCI6IjIzMyIsIkNvbG9yIjp7IiRpZCI6IjIzNCIsIkEiOjI1NSwiUiI6MCwiRyI6MCwiQiI6MH19LCJJc1Zpc2libGUiOnRydWUsIldpZHRoIjowLjAsIkhlaWdodCI6MC4wLCJCb3JkZXJTdHlsZSI6eyIkaWQiOiIyMzUiLCJMaW5lQ29sb3IiOm51bGwsIkxpbmVXZWlnaHQiOjAuMCwiTGluZVR5cGUiOjAsIlBhcmVudFN0eWxlIjpudWxsfSwiUGFyZW50U3R5bGUiOm51bGx9LCJEYXRlU3R5bGUiOnsiJGlkIjoiMjM2IiwiRm9udFNldHRpbmdzIjp7IiRpZCI6IjIzNyIsIkZvbnRTaXplIjoxMCwiRm9udE5hbWUiOiJDYWxpYnJpIiwiSXNCb2xkIjpmYWxzZSwiSXNJdGFsaWMiOmZhbHNlLCJJc1VuZGVybGluZWQiOmZhbHNlLCJQYXJlbnRTdHlsZSI6bnVsbH0sIkF1dG9TaXplIjowLCJGb3JlZ3JvdW5kIjp7IiRpZCI6IjIzOCIsIkNvbG9yIjp7IiRpZCI6IjIzO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QwIiwiVG9wIjowLjAsIkxlZnQiOjAuMCwiUmlnaHQiOjAuMCwiQm90dG9tIjowLjB9LCJQYWRkaW5nIjp7IiRpZCI6IjI0MSIsIlRvcCI6MC4wLCJMZWZ0IjowLjAsIlJpZ2h0IjowLjAsIkJvdHRvbSI6MC4wfSwiQmFja2dyb3VuZCI6eyIkaWQiOiIyNDIiLCJDb2xvciI6eyIkaWQiOiIyNDMiLCJBIjoyNTUsIlIiOjY4LCJHIjo4NCwiQiI6MTA2fX0sIklzVmlzaWJsZSI6dHJ1ZSwiV2lkdGgiOjAuMCwiSGVpZ2h0IjowLjAsIkJvcmRlclN0eWxlIjp7IiRpZCI6IjI0NCIsIkxpbmVDb2xvciI6bnVsbCwiTGluZVdlaWdodCI6MC4wLCJMaW5lVHlwZSI6MCwiUGFyZW50U3R5bGUiOm51bGx9LCJQYXJlbnRTdHlsZSI6bnVsbH0sIkRhdGVGb3JtYXQiOnsiJGlkIjoiMj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NiIsIkZvcm1hdCI6MCwiSXNWaXNpYmxlIjpmYWxzZSwiTGFzdEtub3duVmlzaWJpbGl0eVN0YXRlIjpmYWxzZX0sIklzVmlzaWJsZSI6dHJ1ZSwiVmFyaWFuY2VTdHlsZSI6eyIkaWQiOiIyNDciLCJUZXh0U3R5bGUiOnsiJGlkIjoiMjQ4IiwiRm9udFNldHRpbmdzIjp7IiRpZCI6IjI0OSIsIkZvbnRTaXplIjoxMCwiRm9udE5hbWUiOiJDYWxpYnJpIiwiSXNCb2xkIjpmYWxzZSwiSXNJdGFsaWMiOmZhbHNlLCJJc1VuZGVybGluZWQiOmZhbHNlLCJQYXJlbnRTdHlsZSI6bnVsbH0sIkF1dG9TaXplIjowLCJGb3JlZ3JvdW5kIjp7IiRpZCI6IjI1MCIsIkNvbG9yIjp7IiRpZCI6IjI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I1NSwiUiI6MCwiRyI6MCwiQiI6MH19LCJJc1Zpc2libGUiOnRydWUsIldpZHRoIjowLjAsIkhlaWdodCI6MC4wLCJCb3JkZXJTdHlsZSI6bnVsbCwiUGFyZW50U3R5bGUiOm51bGx9LCJQYXJlbnRTdHlsZSI6bnVsbH0sIlBhcmVudFN0eWxlIjpudWxsfSwiRGVmYXVsdFN3aW1sYW5lTWlsZXN0b25lU3R5bGUiOnsiJGlkIjoiMjU2IiwiVGl0bGVQb3NpdGlvbiI6IkxlZnQiLCJEYXRlUG9zaXRpb24iOiJSaWdodCIsIlZhcmlhbmNlUG9zaXRpb24iOiJSaWdodCIsIlNoYXBlVHlwZSI6MSwiU2hhcGVTaXplIjowLCJTcGFjaW5nIjo1LCJTaGFwZVN0eWxlIjp7IiRpZCI6IjI1NyIsIk1hcmdpbiI6eyIkaWQiOiIyNTgiLCJUb3AiOjAuMCwiTGVmdCI6MC4wLCJSaWdodCI6MC4wLCJCb3R0b20iOjAuMH0sIlBhZGRpbmciOnsiJGlkIjoiMjU5IiwiVG9wIjowLjAsIkxlZnQiOjAuMCwiUmlnaHQiOjAuMCwiQm90dG9tIjowLjB9LCJCYWNrZ3JvdW5kIjp7IiRpZCI6IjI2MCIsIkNvbG9yIjp7IiRpZCI6IjI2MSIsIkEiOjI1NSwiUiI6NjgsIkciOjExNCwiQiI6MTk2fX0sIklzVmlzaWJsZSI6dHJ1ZSwiV2lkdGgiOjEyLjAsIkhlaWdodCI6MTQuMCwiQm9yZGVyU3R5bGUiOnsiJGlkIjoiMjYyIiwiTGluZUNvbG9yIjp7IiRpZCI6IjI2MyIsIiR0eXBlIjoiTkxSRS5Db21tb24uRG9tLlNvbGlkQ29sb3JCcnVzaCwgTkxSRS5Db21tb24iLCJDb2xvciI6eyIkaWQiOiIyNjQiLCJBIjoyNTUsIlIiOjIzNCwiRyI6MjIsIkIiOjMwfX0sIkxpbmVXZWlnaHQiOjAuMCwiTGluZVR5cGUiOjAsIlBhcmVudFN0eWxlIjpudWxsfSwiUGFyZW50U3R5bGUiOm51bGx9LCJUaXRsZVN0eWxlIjp7IiRpZCI6IjI2NSIsIkZvbnRTZXR0aW5ncyI6eyIkaWQiOiIyNjYiLCJGb250U2l6ZSI6MTEsIkZvbnROYW1lIjoiQ2FsaWJyaSIsIklzQm9sZCI6ZmFsc2UsIklzSXRhbGljIjpmYWxzZSwiSXNVbmRlcmxpbmVkIjpmYWxzZSwiUGFyZW50U3R5bGUiOm51bGx9LCJBdXRvU2l6ZSI6MCwiRm9yZWdyb3VuZCI6eyIkaWQiOiIyNjciLCJDb2xvciI6eyIkaWQiOiIyN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Y5IiwiVG9wIjowLjAsIkxlZnQiOjAuMCwiUmlnaHQiOjAuMCwiQm90dG9tIjowLjB9LCJQYWRkaW5nIjp7IiRpZCI6IjI3MCIsIlRvcCI6MC4wLCJMZWZ0IjowLjAsIlJpZ2h0IjowLjAsIkJvdHRvbSI6MC4wfSwiQmFja2dyb3VuZCI6eyIkaWQiOiIyNzEiLCJDb2xvciI6eyIkaWQiOiIyNzIiLCJBIjoyNTUsIlIiOjAsIkciOjAsIkIiOjB9fSwiSXNWaXNpYmxlIjp0cnVlLCJXaWR0aCI6MC4wLCJIZWlnaHQiOjAuMCwiQm9yZGVyU3R5bGUiOnsiJGlkIjoiMjczIiwiTGluZUNvbG9yIjpudWxsLCJMaW5lV2VpZ2h0IjowLjAsIkxpbmVUeXBlIjowLCJQYXJlbnRTdHlsZSI6bnVsbH0sIlBhcmVudFN0eWxlIjpudWxsfSwiRGF0ZVN0eWxlIjp7IiRpZCI6IjI3NCIsIkZvbnRTZXR0aW5ncyI6eyIkaWQiOiIyNzUiLCJGb250U2l6ZSI6MTAsIkZvbnROYW1lIjoiQ2FsaWJyaSIsIklzQm9sZCI6ZmFsc2UsIklzSXRhbGljIjpmYWxzZSwiSXNVbmRlcmxpbmVkIjpmYWxzZSwiUGFyZW50U3R5bGUiOm51bGx9LCJBdXRvU2l6ZSI6MCwiRm9yZWdyb3VuZCI6eyIkaWQiOiIyNzYiLCJDb2xvciI6eyIkaWQiOiIy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3OCIsIlRvcCI6MC4wLCJMZWZ0IjowLjAsIlJpZ2h0IjowLjAsIkJvdHRvbSI6MC4wfSwiUGFkZGluZyI6eyIkaWQiOiIyNzkiLCJUb3AiOjAuMCwiTGVmdCI6MC4wLCJSaWdodCI6MC4wLCJCb3R0b20iOjAuMH0sIkJhY2tncm91bmQiOnsiJGlkIjoiMjgwIiwiQ29sb3IiOnsiJGlkIjoiMjgxIiwiQSI6MjU1LCJSIjo2OCwiRyI6ODQsIkIiOjEwNn19LCJJc1Zpc2libGUiOnRydWUsIldpZHRoIjowLjAsIkhlaWdodCI6MC4wLCJCb3JkZXJTdHlsZSI6eyIkaWQiOiIyODIiLCJMaW5lQ29sb3IiOm51bGwsIkxpbmVXZWlnaHQiOjAuMCwiTGluZVR5cGUiOjAsIlBhcmVudFN0eWxlIjpudWxsfSwiUGFyZW50U3R5bGUiOm51bGx9LCJEYXRlRm9ybWF0Ijp7IiRpZCI6IjI4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QiLCJGb3JtYXQiOjAsIklzVmlzaWJsZSI6ZmFsc2UsIkxhc3RLbm93blZpc2liaWxpdHlTdGF0ZSI6ZmFsc2V9LCJJc1Zpc2libGUiOnRydWUsIlZhcmlhbmNlU3R5bGUiOnsiJGlkIjoiMjg1IiwiVGV4dFN0eWxlIjp7IiRpZCI6IjI4NiIsIkZvbnRTZXR0aW5ncyI6eyIkaWQiOiIyODciLCJGb250U2l6ZSI6MTAsIkZvbnROYW1lIjoiQ2FsaWJyaSIsIklzQm9sZCI6ZmFsc2UsIklzSXRhbGljIjpmYWxzZSwiSXNVbmRlcmxpbmVkIjpmYWxzZSwiUGFyZW50U3R5bGUiOm51bGx9LCJBdXRvU2l6ZSI6MCwiRm9yZWdyb3VuZCI6eyIkaWQiOiIyODgiLCJDb2xvciI6eyIkaWQiOiIyO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kwIiwiVG9wIjowLjAsIkxlZnQiOjAuMCwiUmlnaHQiOjAuMCwiQm90dG9tIjowLjB9LCJQYWRkaW5nIjp7IiRpZCI6IjI5MSIsIlRvcCI6MC4wLCJMZWZ0IjowLjAsIlJpZ2h0IjowLjAsIkJvdHRvbSI6MC4wfSwiQmFja2dyb3VuZCI6eyIkaWQiOiIyOTIiLCJDb2xvciI6eyIkaWQiOiIyOTMiLCJBIjoyNTUsIlIiOjAsIkciOjAsIkIiOjB9fSwiSXNWaXNpYmxlIjp0cnVlLCJXaWR0aCI6MC4wLCJIZWlnaHQiOjAuMCwiQm9yZGVyU3R5bGUiOm51bGwsIlBhcmVudFN0eWxlIjpudWxsfSwiUGFyZW50U3R5bGUiOm51bGx9LCJQYXJlbnRTdHlsZSI6bnVsbH0sIkRlZmF1bHRTd2ltbGFuZUFjdGl2aXR5U3R5bGUiOnsiJGlkIjoiMjk0IiwiSGVhZGVyU3R5bGUiOnsiJGlkIjoiMjk1IiwiVGV4dFN0eWxlIjp7IiRpZCI6IjI5NiIsIkZvbnRTZXR0aW5ncyI6eyIkaWQiOiIyOTciLCJGb250U2l6ZSI6MTEsIkZvbnROYW1lIjoiQ2FsaWJyaSIsIklzQm9sZCI6ZmFsc2UsIklzSXRhbGljIjpmYWxzZSwiSXNVbmRlcmxpbmVkIjpmYWxzZSwiUGFyZW50U3R5bGUiOm51bGx9LCJBdXRvU2l6ZSI6MCwiRm9yZWdyb3VuZCI6eyIkaWQiOiIyOTgiLCJDb2xvciI6eyIkaWQiOiIyOTkiLCJBIjoyNTUsIlIiOjY0LCJHIjo2NCwiQiI6NjR9fSwiTWF4V2lkdGgiOjAuMCwiTWF4SGVpZ2h0IjowLjAsIlNtYXJ0Rm9yZWdyb3VuZElzQWN0aXZlIjpmYWxzZSwiSG9yaXpvbnRhbEFsaWdubWVudCI6MCwiVmVydGljYWxBbGlnbm1lbnQiOjAsIlNtYXJ0Rm9yZWdyb3VuZCI6bnVsbCwiQmFja2dyb3VuZEZpbGxUeXBlIjowLCJNYXJnaW4iOnsiJGlkIjoiMzAwIiwiVG9wIjowLjAsIkxlZnQiOjAuMCwiUmlnaHQiOjAuMCwiQm90dG9tIjowLjB9LCJQYWRkaW5nIjp7IiRpZCI6IjMwMSIsIlRvcCI6MC4wLCJMZWZ0IjowLjAsIlJpZ2h0IjowLjAsIkJvdHRvbSI6MC4wfSwiQmFja2dyb3VuZCI6eyIkaWQiOiIzMDIiLCJDb2xvciI6eyIkaWQiOiIzMDMiLCJBIjoyNTUsIlIiOjY0LCJHIjo2NCwiQiI6NjR9fSwiSXNWaXNpYmxlIjpmYWxzZSwiV2lkdGgiOjAuMCwiSGVpZ2h0IjowLjAsIkJvcmRlclN0eWxlIjpudWxsLCJQYXJlbnRTdHlsZSI6bnVsbH0sIlJlY3RhbmdsZVN0eWxlIjp7IiRpZCI6IjMwNCIsIk1hcmdpbiI6eyIkaWQiOiIzMDUiLCJUb3AiOjAuMCwiTGVmdCI6MC4wLCJSaWdodCI6MC4wLCJCb3R0b20iOjAuMH0sIlBhZGRpbmciOnsiJGlkIjoiMzA2IiwiVG9wIjowLjAsIkxlZnQiOjAuMCwiUmlnaHQiOjAuMCwiQm90dG9tIjowLjB9LCJCYWNrZ3JvdW5kIjp7IiRpZCI6IjMwNyIsIkNvbG9yIjp7IiRpZCI6IjMwOCIsIkEiOjEyNywiUiI6NjgsIkciOjExNCwiQiI6MTk2fX0sIklzVmlzaWJsZSI6ZmFsc2UsIldpZHRoIjowLjAsIkhlaWdodCI6MC4wLCJCb3JkZXJTdHlsZSI6eyIkaWQiOiIzMDkiLCJMaW5lQ29sb3IiOnsiJGlkIjoiMzEwIiwiJHR5cGUiOiJOTFJFLkNvbW1vbi5Eb20uU29saWRDb2xvckJydXNoLCBOTFJFLkNvbW1vbiIsIkNvbG9yIjp7IiRpZCI6IjMxMSIsIkEiOjI1NSwiUiI6MjU1LCJHIjowLCJCIjowfX0sIkxpbmVXZWlnaHQiOjAuMCwiTGluZVR5cGUiOjAsIlBhcmVudFN0eWxlIjpudWxsfSwiUGFyZW50U3R5bGUiOm51bGx9LCJNYXJnaW4iOnsiJGlkIjoiMzEyIiwiVG9wIjowLjAsIkxlZnQiOjAuMCwiUmlnaHQiOjAuMCwiQm90dG9tIjowLjB9LCJQYWRkaW5nIjp7IiRpZCI6IjMxMyIsIlRvcCI6MC4wLCJMZWZ0IjowLjAsIlJpZ2h0IjowLjAsIkJvdHRvbSI6MC4wfSwiQmFja2dyb3VuZCI6bnVsbCwiSXNWaXNpYmxlIjp0cnVlLCJXaWR0aCI6MC4wLCJIZWlnaHQiOjAuMCwiQm9yZGVyU3R5bGUiOm51bGwsIlBhcmVudFN0eWxlIjpudWxsfSwiQmFja2dyb3VuZFN0eWxlIjp7IiRpZCI6IjMxNCIsIk1hcmdpbiI6eyIkaWQiOiIzMTUiLCJUb3AiOjAuMCwiTGVmdCI6MC4wLCJSaWdodCI6MC4wLCJCb3R0b20iOjAuMH0sIlBhZGRpbmciOnsiJGlkIjoiMzE2IiwiVG9wIjowLjAsIkxlZnQiOjAuMCwiUmlnaHQiOjAuMCwiQm90dG9tIjowLjB9LCJCYWNrZ3JvdW5kIjp7IiRpZCI6IjMxNyIsIkNvbG9yIjp7IiRpZCI6IjMxOCIsIkEiOjUxLCJSIjoyMDAsIkciOjIwMCwiQiI6MjAwfX0sIklzVmlzaWJsZSI6dHJ1ZSwiV2lkdGgiOjAuMCwiSGVpZ2h0IjowLjAsIkJvcmRlclN0eWxlIjp7IiRpZCI6IjMxOSIsIkxpbmVDb2xvciI6eyIkaWQiOiIzMjAiLCIkdHlwZSI6Ik5MUkUuQ29tbW9uLkRvbS5Tb2xpZENvbG9yQnJ1c2gsIE5MUkUuQ29tbW9uIiwiQ29sb3IiOnsiJGlkIjoiMzIxIiwiQSI6MjU1LCJSIjoyMzQsIkciOjIyLCJCIjozMH19LCJMaW5lV2VpZ2h0IjowLjAsIkxpbmVUeXBlIjowLCJQYXJlbnRTdHlsZSI6bnVsbH0sIlBhcmVudFN0eWxlIjpudWxsfSwiTWFyZ2luIjp7IiRpZCI6IjMyMiIsIlRvcCI6MC4wLCJMZWZ0IjowLjAsIlJpZ2h0IjowLjAsIkJvdHRvbSI6MC4wfSwiUGFkZGluZyI6eyIkaWQiOiIzMjMiLCJUb3AiOjAuMCwiTGVmdCI6MC4wLCJSaWdodCI6MC4wLCJCb3R0b20iOjAuMH0sIklzVmlzaWJsZSI6dHJ1ZSwiV2lkdGgiOjAuMCwiSGVpZ2h0IjowLjAsIkJvcmRlclN0eWxlIjp7IiRpZCI6IjMyNCIsIkxpbmVDb2xvciI6bnVsbCwiTGluZVdlaWdodCI6MC4wLCJMaW5lVHlwZSI6MCwiUGFyZW50U3R5bGUiOm51bGx9LCJQYXJlbnRTdHlsZSI6bnVsbH0sIk1hcmdpbiI6eyIkaWQiOiIzMjUiLCJUb3AiOjAuMCwiTGVmdCI6MC4wLCJSaWdodCI6MC4wLCJCb3R0b20iOjAuMH0sIlBhZGRpbmciOnsiJGlkIjoiMzI2IiwiVG9wIjowLjAsIkxlZnQiOjAuMCwiUmlnaHQiOjAuMCwiQm90dG9tIjowLjB9LCJJc1Zpc2libGUiOmZhbHNlLCJXaWR0aCI6MC4wLCJIZWlnaHQiOjAuMCwiQm9yZGVyU3R5bGUiOnsiJGlkIjoiMzI3IiwiTGluZUNvbG9yIjpudWxsLCJMaW5lV2VpZ2h0IjowLjAsIkxpbmVUeXBlIjowLCJQYXJlbnRTdHlsZSI6bnVsbH0sIlBhcmVudFN0eWxlIjpudWxsfX0seyIkaWQiOiIzMjgiLCJfYWN0aXZpdGllcyI6W3siJGlkIjoiMzI5IiwiX3Jvd3MiOlt7IiRpZCI6IjMzMCIsIl90YXNrcyI6W3siJGlkIjoiMzMxIiwiX2F0dGFjaGVkTWlsZXN0b25lcyI6W10sIlRhc2tEZWZpbml0aW9uIjp7IiRpZCI6IjMzMiIsIkdyb3VwTmFtZSI6bnVsbCwiU3RhcnREYXRlIjoiMjAyNi0wNS0wM1QwMDowMDowMFoiLCJFbmREYXRlIjoiMjAyNi0wNS0yOVQyMzo1OTowMFoiLCJQZXJjZW50YWdlQ29tcGxldGUiOm51bGwsIlN0eWxlIjp7IiRpZCI6IjMzMyIsIlNoYXBlIjoxLCJTaGFwZVRoaWNrbmVzcyI6MCwiRHVyYXRpb25Gb3JtYXQiOjAsIkluY2x1ZGVOb25Xb3JraW5nRGF5c0luRHVyYXRpb24iOmZhbHNlLCJQZXJjZW50YWdlQ29tcGxldGVTdHlsZSI6eyIkaWQiOiIzMzQiLCJGb250U2V0dGluZ3MiOnsiJGlkIjoiMzM1IiwiRm9udFNpemUiOjEwLCJGb250TmFtZSI6IkNhbGlicmkiLCJJc0JvbGQiOmZhbHNlLCJJc0l0YWxpYyI6ZmFsc2UsIklzVW5kZXJsaW5lZCI6ZmFsc2UsIlBhcmVudFN0eWxlIjpudWxsfSwiQXV0b1NpemUiOjAsIkZvcmVncm91bmQiOnsiJGlkIjoiMzM2IiwiQ29sb3IiOnsiJGlkIjoiMz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zOCIsIlRvcCI6MC4wLCJMZWZ0IjowLjAsIlJpZ2h0IjowLjAsIkJvdHRvbSI6MC4wfSwiUGFkZGluZyI6eyIkaWQiOiIzMzkiLCJUb3AiOjAuMCwiTGVmdCI6MC4wLCJSaWdodCI6MC4wLCJCb3R0b20iOjAuMH0sIkJhY2tncm91bmQiOnsiJGlkIjoiMzQwIiwiQ29sb3IiOnsiJGlkIjoiMzQxIiwiQSI6ODksIlIiOjAsIkciOjAsIkIiOjB9fSwiSXNWaXNpYmxlIjp0cnVlLCJXaWR0aCI6MC4wLCJIZWlnaHQiOjAuMCwiQm9yZGVyU3R5bGUiOnsiJGlkIjoiMzQyIiwiTGluZUNvbG9yIjpudWxsLCJMaW5lV2VpZ2h0IjowLjAsIkxpbmVUeXBlIjowLCJQYXJlbnRTdHlsZSI6bnVsbH0sIlBhcmVudFN0eWxlIjpudWxsfSwiRHVyYXRpb25TdHlsZSI6eyIkaWQiOiIzNDMiLCJGb250U2V0dGluZ3MiOnsiJGlkIjoiMzQ0IiwiRm9udFNpemUiOjEwLCJGb250TmFtZSI6IkNhbGlicmkiLCJJc0JvbGQiOmZhbHNlLCJJc0l0YWxpYyI6ZmFsc2UsIklzVW5kZXJsaW5lZCI6ZmFsc2UsIlBhcmVudFN0eWxlIjpudWxsfSwiQXV0b1NpemUiOjAsIkZvcmVncm91bmQiOnsiJGlkIjoiMzQ1IiwiQ29sb3IiOnsiJGlkIjoiMz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NDciLCJUb3AiOjAuMCwiTGVmdCI6MC4wLCJSaWdodCI6MC4wLCJCb3R0b20iOjAuMH0sIlBhZGRpbmciOnsiJGlkIjoiMzQ4IiwiVG9wIjowLjAsIkxlZnQiOjAuMCwiUmlnaHQiOjAuMCwiQm90dG9tIjowLjB9LCJCYWNrZ3JvdW5kIjp7IiRpZCI6IjM0OSIsIkNvbG9yIjp7IiRpZCI6IjM1MCIsIkEiOjI1NSwiUiI6NjgsIkciOjg0LCJCIjoxMDZ9fSwiSXNWaXNpYmxlIjp0cnVlLCJXaWR0aCI6MC4wLCJIZWlnaHQiOjAuMCwiQm9yZGVyU3R5bGUiOnsiJGlkIjoiMzUxIiwiTGluZUNvbG9yIjpudWxsLCJMaW5lV2VpZ2h0IjowLjAsIkxpbmVUeXBlIjowLCJQYXJlbnRTdHlsZSI6bnVsbH0sIlBhcmVudFN0eWxlIjpudWxsfSwiSG9yaXpvbnRhbENvbm5lY3RvclN0eWxlIjp7IiRpZCI6IjM1MiIsIkxpbmVDb2xvciI6eyIkaWQiOiIzNTMiLCIkdHlwZSI6Ik5MUkUuQ29tbW9uLkRvbS5Tb2xpZENvbG9yQnJ1c2gsIE5MUkUuQ29tbW9uIiwiQ29sb3IiOnsiJGlkIjoiMzU0IiwiQSI6MjU1LCJSIjowLCJHIjowLCJCIjowfX0sIkxpbmVXZWlnaHQiOjAuMCwiTGluZVR5cGUiOjAsIlBhcmVudFN0eWxlIjpudWxsfSwiVmVydGljYWxDb25uZWN0b3JTdHlsZSI6eyIkaWQiOiIzNTUiLCJMaW5lQ29sb3IiOnsiJGlkIjoiMzU2IiwiJHR5cGUiOiJOTFJFLkNvbW1vbi5Eb20uU29saWRDb2xvckJydXNoLCBOTFJFLkNvbW1vbiIsIkNvbG9yIjp7IiRpZCI6IjM1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zU4IiwiU2hhcGVTdHlsZSI6eyIkaWQiOiIzNTkiLCJNYXJnaW4iOnsiJGlkIjoiMzYwIiwiVG9wIjowLjAsIkxlZnQiOjAuMCwiUmlnaHQiOjAuMCwiQm90dG9tIjowLjB9LCJQYWRkaW5nIjp7IiRpZCI6IjM2MSIsIlRvcCI6MC4wLCJMZWZ0IjowLjAsIlJpZ2h0IjowLjAsIkJvdHRvbSI6MC4wfSwiQmFja2dyb3VuZCI6eyIkaWQiOiIzNjIiLCJDb2xvciI6eyIkaWQiOiIzNjMiLCJBIjoxNTMsIlIiOjAsIkciOjAsIkIiOjB9fSwiSXNWaXNpYmxlIjp0cnVlLCJXaWR0aCI6MC4wLCJIZWlnaHQiOjAuMCwiQm9yZGVyU3R5bGUiOm51bGwsIlBhcmVudFN0eWxlIjpudWxsfSwiTWFyZ2luIjp7IiRpZCI6IjM2NCIsIlRvcCI6MC4wLCJMZWZ0IjowLjAsIlJpZ2h0IjowLjAsIkJvdHRvbSI6MC4wfSwiUGFkZGluZyI6eyIkaWQiOiIzNjUiLCJUb3AiOjAuMCwiTGVmdCI6MC4wLCJSaWdodCI6MC4wLCJCb3R0b20iOjAuMH0sIkJhY2tncm91bmQiOm51bGwsIklzVmlzaWJsZSI6dHJ1ZSwiV2lkdGgiOjAuMCwiSGVpZ2h0IjowLjAsIkJvcmRlclN0eWxlIjpudWxsLCJQYXJlbnRTdHlsZSI6bnVsbH0sIlNoYXBlU3R5bGUiOnsiJGlkIjoiMzY2IiwiTWFyZ2luIjp7IiRpZCI6IjM2NyIsIlRvcCI6MC4wLCJMZWZ0Ijo0LjAsIlJpZ2h0Ijo0LjAsIkJvdHRvbSI6MC4wfSwiUGFkZGluZyI6eyIkaWQiOiIzNjgiLCJUb3AiOjAuMCwiTGVmdCI6MC4wLCJSaWdodCI6MC4wLCJCb3R0b20iOjAuMH0sIkJhY2tncm91bmQiOnsiJGlkIjoiMzY5IiwiQ29sb3IiOnsiJGlkIjoiMzcwIiwiQSI6MjU1LCJSIjoyNTUsIkciOjE5MiwiQiI6MH19LCJJc1Zpc2libGUiOnRydWUsIldpZHRoIjowLjAsIkhlaWdodCI6MTAuMCwiQm9yZGVyU3R5bGUiOnsiJGlkIjoiMzcxIiwiTGluZUNvbG9yIjp7IiRpZCI6IjM3MiIsIiR0eXBlIjoiTkxSRS5Db21tb24uRG9tLlNvbGlkQ29sb3JCcnVzaCwgTkxSRS5Db21tb24iLCJDb2xvciI6eyIkaWQiOiIzNzMiLCJBIjoyNTUsIlIiOjIzNCwiRyI6MjIsIkIiOjMwfX0sIkxpbmVXZWlnaHQiOjAuMCwiTGluZVR5cGUiOjAsIlBhcmVudFN0eWxlIjpudWxsfSwiUGFyZW50U3R5bGUiOm51bGx9LCJUaXRsZVN0eWxlIjp7IiRpZCI6IjM3NCIsIkZvbnRTZXR0aW5ncyI6eyIkaWQiOiIzNzUiLCJGb250U2l6ZSI6MTEsIkZvbnROYW1lIjoiVGl0aWxsaXVtIFdlYiIsIklzQm9sZCI6ZmFsc2UsIklzSXRhbGljIjpmYWxzZSwiSXNVbmRlcmxpbmVkIjpmYWxzZSwiUGFyZW50U3R5bGUiOm51bGx9LCJBdXRvU2l6ZSI6MCwiRm9yZWdyb3VuZCI6eyIkaWQiOiIzNzYiLCJDb2xvciI6eyIkaWQiOiIzNz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Mzc4IiwiVG9wIjowLjAsIkxlZnQiOjAuMCwiUmlnaHQiOjAuMCwiQm90dG9tIjowLjB9LCJQYWRkaW5nIjp7IiRpZCI6IjM3OSIsIlRvcCI6MC4wLCJMZWZ0IjowLjAsIlJpZ2h0IjowLjAsIkJvdHRvbSI6MC4wfSwiQmFja2dyb3VuZCI6eyIkaWQiOiIzODAiLCJDb2xvciI6eyIkaWQiOiIzODEiLCJBIjowLCJSIjoyNTUsIkciOjI1NSwiQiI6MjU1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lRpdGlsbGl1bSBXZWIiLCJJc0JvbGQiOmZhbHNlLCJJc0l0YWxpYyI6ZmFsc2UsIklzVW5kZXJsaW5lZCI6ZmFsc2UsIlBhcmVudFN0eWxlIjpudWxsfSwiQXV0b1NpemUiOjAsIkZvcmVncm91bmQiOnsiJGlkIjoiMzg1IiwiQ29sb3IiOnsiJGlkIjoiMzg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CwiUiI6MjU1LCJHIjoyNTUsIkIiOjI1NX19LCJJc1Zpc2libGUiOnRydWUsIldpZHRoIjowLjAsIkhlaWdodCI6MC4wLCJCb3JkZXJTdHlsZSI6eyIkaWQiOiIzOTEiLCJMaW5lQ29sb3IiOm51bGwsIkxpbmVXZWlnaHQiOjAuMCwiTGluZVR5cGUiOjAsIlBhcmVudFN0eWxlIjpudWxsfSwiUGFyZW50U3R5bGUiOm51bGx9LCJEYXRlRm9ybWF0Ijp7IiRpZCI6IjM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MiLCJGb3JtYXQiOjAsIklzVmlzaWJsZSI6ZmFsc2UsIkxhc3RLbm93blZpc2liaWxpdHlTdGF0ZSI6ZmFsc2V9LCJJc1Zpc2libGUiOnRydWUsIlZhcmlhbmNlU3R5bGUiOnsiJGlkIjoiMzk0IiwiVGV4dFN0eWxlIjp7IiRpZCI6IjM5NSIsIkZvbnRTZXR0aW5ncyI6eyIkaWQiOiIzOTYiLCJGb250U2l6ZSI6MTAsIkZvbnROYW1lIjoiQ2FsaWJyaSIsIklzQm9sZCI6ZmFsc2UsIklzSXRhbGljIjpmYWxzZSwiSXNVbmRlcmxpbmVkIjpmYWxzZSwiUGFyZW50U3R5bGUiOm51bGx9LCJBdXRvU2l6ZSI6MCwiRm9yZWdyb3VuZCI6eyIkaWQiOiIzOTciLCJDb2xvciI6eyIkaWQiOiIzOT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5IiwiVG9wIjowLjAsIkxlZnQiOjAuMCwiUmlnaHQiOjAuMCwiQm90dG9tIjowLjB9LCJQYWRkaW5nIjp7IiRpZCI6IjQwMCIsIlRvcCI6MC4wLCJMZWZ0IjowLjAsIlJpZ2h0IjowLjAsIkJvdHRvbSI6MC4wfSwiQmFja2dyb3VuZCI6eyIkaWQiOiI0MDEiLCJDb2xvciI6eyIkaWQiOiI0MDIiLCJBIjoyNTUsIlIiOjAsIkciOjAsIkIiOjB9fSwiSXNWaXNpYmxlIjp0cnVlLCJXaWR0aCI6MC4wLCJIZWlnaHQiOjAuMCwiQm9yZGVyU3R5bGUiOnsiJGlkIjoiNDAzIiwiTGluZUNvbG9yIjpudWxsLCJMaW5lV2VpZ2h0IjowLjAsIkxpbmVUeXBlIjowLCJQYXJlbnRTdHlsZSI6bnVsbH0sIlBhcmVudFN0eWxlIjpudWxsfSwiUGFyZW50U3R5bGUiOm51bGx9LCJQYXJlbnRTdHlsZSI6bnVsbH0sIkluZGV4IjozLCJTbWFydER1cmF0aW9uQWN0aXZhdGVkIjpmYWxzZSwiRGF0ZUZvcm1hdCI6eyIkcmVmIjoiMzkyIn0sIldlZWtOdW1iZXJpbmciOnsiJGlkIjoiNDA0IiwiRm9ybWF0IjowLCJJc1Zpc2libGUiOmZhbHNlLCJMYXN0S25vd25WaXNpYmlsaXR5U3RhdGUiOmZhbHNlfSwiQmFzZWxpbmVEYXRhIjp7IiRpZCI6IjQwNSIsIlN0YXJ0RGF0ZSI6IjIwMjYtMDUtMDNUMDA6MDA6MDAiLCJFbmREYXRlIjoiMjAyNi0wNS0yOVQyMzo1OTowMCJ9LCJJZCI6IjViYzJmZjZkLWY5MDktNDJlYy05OGQwLWM3MTE1MjRkNjZjYSIsIkltcG9ydElkIjpudWxsLCJUaXRsZSI6IkNhc29zIGRlIHVzbyB5IGFycXVpdGVjdHVyYSBjb25jZXB0dWFsIChTcHJpbnQgMSB5IDIpIiwiTm90ZSI6bnVsbCwiSHlwZXJsaW5rIjp7IiRpZCI6IjQwNiIsIkFkZHJlc3MiOiIiLCJTdWJBZGRyZXNzIjoiIn0sIklzQ2hhbmdlZCI6ZmFsc2UsIklzTmV3IjpmYWxzZX19XSwiX21pbGVzdG9uZXMiOltdLCJJZCI6IjAwMDAwMDAwLTAwMDAtMDAwMC0wMDAwLTAwMDAwMDAwMDAwMCIsIklzU2luZ2xlSXRlbVJvdyI6dHJ1ZX1dLCJJbmRleCI6MiwiSWQiOiI0YzNjZjgzYy1lMzZjLTRkOGMtYjQ4ZS1hZmM1MzY4ZmVlY2EiLCJIZWFkZXJUZXh0IjpudWxsLCJJc0RlZmF1bHQiOnRydWUsIlN0eWxlIjp7IiRpZCI6IjQwNyIsIkhlYWRlclN0eWxlIjp7IiRpZCI6IjQwOCIsIlRleHRTdHlsZSI6eyIkaWQiOiI0MDkiLCJGb250U2V0dGluZ3MiOnsiJGlkIjoiNDEwIiwiRm9udFNpemUiOjExLCJGb250TmFtZSI6IkNhbGlicmkiLCJJc0JvbGQiOmZhbHNlLCJJc0l0YWxpYyI6ZmFsc2UsIklzVW5kZXJsaW5lZCI6ZmFsc2UsIlBhcmVudFN0eWxlIjpudWxsfSwiQXV0b1NpemUiOjIsIkZvcmVncm91bmQiOnsiJGlkIjoiNDExIiwiQ29sb3IiOnsiJGlkIjoiNDE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EzIiwiVG9wIjowLjAsIkxlZnQiOjAuMCwiUmlnaHQiOjAuMCwiQm90dG9tIjowLjB9LCJQYWRkaW5nIjp7IiRpZCI6IjQxNCIsIlRvcCI6MC4wLCJMZWZ0IjowLjAsIlJpZ2h0IjowLjAsIkJvdHRvbSI6MC4wfSwiQmFja2dyb3VuZCI6eyIkaWQiOiI0MTUiLCJDb2xvciI6eyIkaWQiOiI0MTYiLCJBIjoyNTUsIlIiOjY0LCJHIjo2NCwiQiI6NjR9fSwiSXNWaXNpYmxlIjp0cnVlLCJXaWR0aCI6MC4wLCJIZWlnaHQiOjAuMCwiQm9yZGVyU3R5bGUiOm51bGwsIlBhcmVudFN0eWxlIjpudWxsfSwiUmVjdGFuZ2xlU3R5bGUiOnsiJGlkIjoiNDE3IiwiTWFyZ2luIjp7IiRpZCI6IjQxOCIsIlRvcCI6MC4wLCJMZWZ0IjowLjAsIlJpZ2h0IjowLjAsIkJvdHRvbSI6MC4wfSwiUGFkZGluZyI6eyIkaWQiOiI0MTkiLCJUb3AiOjAuMCwiTGVmdCI6MC4wLCJSaWdodCI6MC4wLCJCb3R0b20iOjAuMH0sIkJhY2tncm91bmQiOnsiJGlkIjoiNDIwIiwiQ29sb3IiOnsiJGlkIjoiNDIxIiwiQSI6MTI3LCJSIjoyNTUsIkciOjE5MiwiQiI6MH19LCJJc1Zpc2libGUiOnRydWUsIldpZHRoIjowLjAsIkhlaWdodCI6MC4wLCJCb3JkZXJTdHlsZSI6eyIkaWQiOiI0MjIiLCJMaW5lQ29sb3IiOnsiJGlkIjoiNDIzIiwiJHR5cGUiOiJOTFJFLkNvbW1vbi5Eb20uU29saWRDb2xvckJydXNoLCBOTFJFLkNvbW1vbiIsIkNvbG9yIjp7IiRpZCI6IjQyNCIsIkEiOjI1NSwiUiI6MjU1LCJHIjoyNTUsIkIiOjI1NX19LCJMaW5lV2VpZ2h0IjowLjAsIkxpbmVUeXBlIjowLCJQYXJlbnRTdHlsZSI6bnVsbH0sIlBhcmVudFN0eWxlIjpudWxsfSwiTWFyZ2luIjp7IiRpZCI6IjQyNSIsIlRvcCI6MC4wLCJMZWZ0IjowLjAsIlJpZ2h0IjowLjAsIkJvdHRvbSI6MC4wfSwiUGFkZGluZyI6eyIkaWQiOiI0MjYiLCJUb3AiOjAuMCwiTGVmdCI6MC4wLCJSaWdodCI6MC4wLCJCb3R0b20iOjAuMH0sIkJhY2tncm91bmQiOm51bGwsIklzVmlzaWJsZSI6dHJ1ZSwiV2lkdGgiOjAuMCwiSGVpZ2h0IjowLjAsIkJvcmRlclN0eWxlIjpudWxsLCJQYXJlbnRTdHlsZSI6bnVsbH0sIkJhY2tncm91bmRTdHlsZSI6eyIkaWQiOiI0MjciLCJNYXJnaW4iOnsiJGlkIjoiNDI4IiwiVG9wIjowLjAsIkxlZnQiOjAuMCwiUmlnaHQiOjAuMCwiQm90dG9tIjowLjB9LCJQYWRkaW5nIjp7IiRpZCI6IjQyOSIsIlRvcCI6MC4wLCJMZWZ0IjowLjAsIlJpZ2h0IjowLjAsIkJvdHRvbSI6MC4wfSwiQmFja2dyb3VuZCI6eyIkaWQiOiI0MzAiLCJDb2xvciI6eyIkaWQiOiI0MzEiLCJBIjo1MSwiUiI6MjAwLCJHIjoyMDAsIkIiOjIwMH19LCJJc1Zpc2libGUiOnRydWUsIldpZHRoIjowLjAsIkhlaWdodCI6MC4wLCJCb3JkZXJTdHlsZSI6eyIkaWQiOiI0MzIiLCJMaW5lQ29sb3IiOnsiJGlkIjoiNDMzIiwiJHR5cGUiOiJOTFJFLkNvbW1vbi5Eb20uU29saWRDb2xvckJydXNoLCBOTFJFLkNvbW1vbiIsIkNvbG9yIjp7IiRpZCI6IjQzNCIsIkEiOjI1NSwiUiI6MjM0LCJHIjoyMiwiQiI6MzB9fSwiTGluZVdlaWdodCI6MC4wLCJMaW5lVHlwZSI6MCwiUGFyZW50U3R5bGUiOm51bGx9LCJQYXJlbnRTdHlsZSI6bnVsbH0sIk1hcmdpbiI6eyIkaWQiOiI0MzUiLCJUb3AiOjAuMCwiTGVmdCI6MC4wLCJSaWdodCI6MC4wLCJCb3R0b20iOjAuMH0sIlBhZGRpbmciOnsiJGlkIjoiNDM2IiwiVG9wIjowLjAsIkxlZnQiOjAuMCwiUmlnaHQiOjAuMCwiQm90dG9tIjowLjB9LCJJc1Zpc2libGUiOnRydWUsIldpZHRoIjowLjAsIkhlaWdodCI6MC4wLCJCb3JkZXJTdHlsZSI6eyIkaWQiOiI0MzciLCJMaW5lQ29sb3IiOm51bGwsIkxpbmVXZWlnaHQiOjAuMCwiTGluZVR5cGUiOjAsIlBhcmVudFN0eWxlIjpudWxsfSwiUGFyZW50U3R5bGUiOm51bGx9fV0sIklkIjoiNmI1Nzc0OGMtZGYyMS00ZDE1LWI3YWMtMTFiZjg4OTUxYzY5IiwiSW5kZXgiOjIsIkhlYWRlclRleHQiOiJJZGVhY2nDs25cclxuIiwiU3R5bGUiOnsiJGlkIjoiNDM4IiwiU3R5bGVJZCI6Ijk4NTEzZTEwLTU1MWMtNGYzMC1hYzExLWEwNjkwZTkwMzEzNCIsIkhlYWRlclN0eWxlIjp7IiRpZCI6IjQzOSIsIlRleHRJc1ZlcnRpY2FsIjpmYWxzZSwiVGV4dFN0eWxlIjp7IiRpZCI6IjQ0MCIsIkZvbnRTZXR0aW5ncyI6eyIkaWQiOiI0NDEiLCJGb250U2l6ZSI6MTEsIkZvbnROYW1lIjoiVGl0aWxsaXVtIFdlYiIsIklzQm9sZCI6ZmFsc2UsIklzSXRhbGljIjpmYWxzZSwiSXNVbmRlcmxpbmVkIjpmYWxzZSwiUGFyZW50U3R5bGUiOm51bGx9LCJBdXRvU2l6ZSI6MiwiRm9yZWdyb3VuZCI6eyIkaWQiOiI0NDIiLCJDb2xvciI6eyIkaWQiOiI0ND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zgsIkciOjM4LCJCIjozOH19LCJJc1Zpc2libGUiOnRydWUsIldpZHRoIjowLjAsIkhlaWdodCI6MC4wLCJCb3JkZXJTdHlsZSI6bnVsbCwiUGFyZW50U3R5bGUiOm51bGx9LCJSZWN0YW5nbGVTdHlsZSI6eyIkaWQiOiI0NDgiLCJNYXJnaW4iOnsiJGlkIjoiNDQ5IiwiVG9wIjowLjAsIkxlZnQiOjAuMCwiUmlnaHQiOjAuMCwiQm90dG9tIjowLjB9LCJQYWRkaW5nIjp7IiRpZCI6IjQ1MCIsIlRvcCI6MC4wLCJMZWZ0IjowLjAsIlJpZ2h0IjowLjAsIkJvdHRvbSI6MC4wfSwiQmFja2dyb3VuZCI6eyIkaWQiOiI0NTEiLCJDb2xvciI6eyIkaWQiOiI0NTIiLCJBIjoyNTUsIlIiOjI1NSwiRyI6MTkyLCJCIjowfX0sIklzVmlzaWJsZSI6dHJ1ZSwiV2lkdGgiOjAuMCwiSGVpZ2h0IjowLjAsIkJvcmRlclN0eWxlIjp7IiRpZCI6IjQ1MyIsIkxpbmVDb2xvciI6eyIkaWQiOiI0NTQiLCIkdHlwZSI6Ik5MUkUuQ29tbW9uLkRvbS5Tb2xpZENvbG9yQnJ1c2gsIE5MUkUuQ29tbW9uIiwiQ29sb3IiOnsiJGlkIjoiNDU1IiwiQSI6MjU1LCJSIjoyNTUsIkciOjI1NSwiQiI6MjU1fX0sIkxpbmVXZWlnaHQiOjAuMCwiTGluZVR5cGUiOjAsIlBhcmVudFN0eWxlIjpudWxsfSwiUGFyZW50U3R5bGUiOm51bGx9LCJNYXJnaW4iOnsiJGlkIjoiNDU2IiwiVG9wIjowLjAsIkxlZnQiOjAuMCwiUmlnaHQiOjAuMCwiQm90dG9tIjowLjB9LCJQYWRkaW5nIjp7IiRpZCI6IjQ1NyIsIlRvcCI6MC4wLCJMZWZ0IjowLjAsIlJpZ2h0IjowLjAsIkJvdHRvbSI6MC4wfSwiQmFja2dyb3VuZCI6bnVsbCwiSXNWaXNpYmxlIjp0cnVlLCJXaWR0aCI6MC4wLCJIZWlnaHQiOjAuMCwiQm9yZGVyU3R5bGUiOm51bGwsIlBhcmVudFN0eWxlIjpudWxsfSwiQmFja2dyb3VuZFN0eWxlIjp7IiRpZCI6IjQ1OCIsIk1hcmdpbiI6eyIkaWQiOiI0NTkiLCJUb3AiOjAuMCwiTGVmdCI6MC4wLCJSaWdodCI6MC4wLCJCb3R0b20iOjAuMH0sIlBhZGRpbmciOnsiJGlkIjoiNDYwIiwiVG9wIjowLjAsIkxlZnQiOjAuMCwiUmlnaHQiOjAuMCwiQm90dG9tIjowLjB9LCJCYWNrZ3JvdW5kIjp7IiRpZCI6IjQ2MSIsIkNvbG9yIjp7IiRpZCI6IjQ2MiIsIkEiOjUxLCJSIjoyMDAsIkciOjIwMCwiQiI6MjAwfX0sIklzVmlzaWJsZSI6dHJ1ZSwiV2lkdGgiOjAuMCwiSGVpZ2h0IjowLjAsIkJvcmRlclN0eWxlIjp7IiRpZCI6IjQ2MyIsIkxpbmVDb2xvciI6eyIkaWQiOiI0NjQiLCIkdHlwZSI6Ik5MUkUuQ29tbW9uLkRvbS5Tb2xpZENvbG9yQnJ1c2gsIE5MUkUuQ29tbW9uIiwiQ29sb3IiOnsiJGlkIjoiNDY1IiwiQSI6MjU1LCJSIjoyMzQsIkciOjIyLCJCIjozMH19LCJMaW5lV2VpZ2h0IjowLjAsIkxpbmVUeXBlIjowLCJQYXJlbnRTdHlsZSI6bnVsbH0sIlBhcmVudFN0eWxlIjpudWxsfSwiSXNBYm92ZVRpbWViYW5kIjpmYWxzZSwiU3BhY2luZyI6MiwiRGVmYXVsdFN3aW1sYW5lVGFza1N0eWxlIjp7IiRpZCI6IjQ2NiIsIiR0eXBlIjoiTkxSRS5Db21tb24uRG9tLlN0eWxlcy5FeHBsaWNpdFNldGFibGVUYXNrU3R5bGUsIE5MUkUuQ29tbW9uIiwiU2hhcGUiOjEsIlNoYXBlVGhpY2tuZXNzIjowLCJEdXJhdGlvbkZvcm1hdCI6MCwiSW5jbHVkZU5vbldvcmtpbmdEYXlzSW5EdXJhdGlvbiI6ZmFsc2UsIlBlcmNlbnRhZ2VDb21wbGV0ZVN0eWxlIjp7IiRpZCI6IjQ2NyIsIkZvbnRTZXR0aW5ncyI6eyIkaWQiOiI0NjgiLCJGb250U2l6ZSI6MTAsIkZvbnROYW1lIjoiQ2FsaWJyaSIsIklzQm9sZCI6ZmFsc2UsIklzSXRhbGljIjpmYWxzZSwiSXNVbmRlcmxpbmVkIjpmYWxzZSwiUGFyZW50U3R5bGUiOm51bGx9LCJBdXRvU2l6ZSI6MCwiRm9yZWdyb3VuZCI6eyIkaWQiOiI0NjkiLCJDb2xvciI6eyIkaWQiOiI0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cxIiwiVG9wIjowLjAsIkxlZnQiOjAuMCwiUmlnaHQiOjAuMCwiQm90dG9tIjowLjB9LCJQYWRkaW5nIjp7IiRpZCI6IjQ3MiIsIlRvcCI6MC4wLCJMZWZ0IjowLjAsIlJpZ2h0IjowLjAsIkJvdHRvbSI6MC4wfSwiQmFja2dyb3VuZCI6eyIkaWQiOiI0NzMiLCJDb2xvciI6eyIkaWQiOiI0NzQiLCJBIjo4OSwiUiI6MCwiRyI6MCwiQiI6MH19LCJJc1Zpc2libGUiOnRydWUsIldpZHRoIjowLjAsIkhlaWdodCI6MC4wLCJCb3JkZXJTdHlsZSI6eyIkaWQiOiI0NzUiLCJMaW5lQ29sb3IiOm51bGwsIkxpbmVXZWlnaHQiOjAuMCwiTGluZVR5cGUiOjAsIlBhcmVudFN0eWxlIjpudWxsfSwiUGFyZW50U3R5bGUiOm51bGx9LCJEdXJhdGlvblN0eWxlIjp7IiRpZCI6IjQ3NiIsIkZvbnRTZXR0aW5ncyI6eyIkaWQiOiI0NzciLCJGb250U2l6ZSI6MTAsIkZvbnROYW1lIjoiQ2FsaWJyaSIsIklzQm9sZCI6ZmFsc2UsIklzSXRhbGljIjpmYWxzZSwiSXNVbmRlcmxpbmVkIjpmYWxzZSwiUGFyZW50U3R5bGUiOm51bGx9LCJBdXRvU2l6ZSI6MCwiRm9yZWdyb3VuZCI6eyIkaWQiOiI0NzgiLCJDb2xvciI6eyIkaWQiOiI0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4MCIsIlRvcCI6MC4wLCJMZWZ0IjowLjAsIlJpZ2h0IjowLjAsIkJvdHRvbSI6MC4wfSwiUGFkZGluZyI6eyIkaWQiOiI0ODEiLCJUb3AiOjAuMCwiTGVmdCI6MC4wLCJSaWdodCI6MC4wLCJCb3R0b20iOjAuMH0sIkJhY2tncm91bmQiOnsiJGlkIjoiNDgyIiwiQ29sb3IiOnsiJGlkIjoiNDgzIiwiQSI6MjU1LCJSIjo2OCwiRyI6ODQsIkIiOjEwNn19LCJJc1Zpc2libGUiOnRydWUsIldpZHRoIjowLjAsIkhlaWdodCI6MC4wLCJCb3JkZXJTdHlsZSI6eyIkaWQiOiI0ODQiLCJMaW5lQ29sb3IiOm51bGwsIkxpbmVXZWlnaHQiOjAuMCwiTGluZVR5cGUiOjAsIlBhcmVudFN0eWxlIjpudWxsfSwiUGFyZW50U3R5bGUiOm51bGx9LCJIb3Jpem9udGFsQ29ubmVjdG9yU3R5bGUiOnsiJGlkIjoiNDg1IiwiTGluZUNvbG9yIjp7IiRpZCI6IjQ4NiIsIiR0eXBlIjoiTkxSRS5Db21tb24uRG9tLlNvbGlkQ29sb3JCcnVzaCwgTkxSRS5Db21tb24iLCJDb2xvciI6eyIkaWQiOiI0ODciLCJBIjoyNTUsIlIiOjAsIkciOjAsIkIiOjB9fSwiTGluZVdlaWdodCI6MC4wLCJMaW5lVHlwZSI6MCwiUGFyZW50U3R5bGUiOm51bGx9LCJWZXJ0aWNhbENvbm5lY3RvclN0eWxlIjp7IiRpZCI6IjQ4OCIsIkxpbmVDb2xvciI6eyIkaWQiOiI0ODkiLCIkdHlwZSI6Ik5MUkUuQ29tbW9uLkRvbS5Tb2xpZENvbG9yQnJ1c2gsIE5MUkUuQ29tbW9uIiwiQ29sb3IiOnsiJGlkIjoiNDk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DkxIiwiU2hhcGVTdHlsZSI6eyIkaWQiOiI0OTIiLCJNYXJnaW4iOnsiJGlkIjoiNDkzIiwiVG9wIjowLjAsIkxlZnQiOjAuMCwiUmlnaHQiOjAuMCwiQm90dG9tIjowLjB9LCJQYWRkaW5nIjp7IiRpZCI6IjQ5NCIsIlRvcCI6MC4wLCJMZWZ0IjowLjAsIlJpZ2h0IjowLjAsIkJvdHRvbSI6MC4wfSwiQmFja2dyb3VuZCI6eyIkaWQiOiI0OTUiLCJDb2xvciI6eyIkaWQiOiI0OTYiLCJBIjoxNTMsIlIiOjAsIkciOjAsIkIiOjB9fSwiSXNWaXNpYmxlIjp0cnVlLCJXaWR0aCI6MC4wLCJIZWlnaHQiOjAuMCwiQm9yZGVyU3R5bGUiOnsiJGlkIjoiNDk3IiwiTGluZUNvbG9yIjp7IiRpZCI6IjQ5OCIsIiR0eXBlIjoiTkxSRS5Db21tb24uRG9tLlNvbGlkQ29sb3JCcnVzaCwgTkxSRS5Db21tb24iLCJDb2xvciI6eyIkaWQiOiI0OTkiLCJBIjoyNTUsIlIiOjI1NSwiRyI6MCwiQiI6MH19LCJMaW5lV2VpZ2h0IjowLjAsIkxpbmVUeXBlIjowLCJQYXJlbnRTdHlsZSI6bnVsbH0sIlBhcmVudFN0eWxlIjpudWxsfSwiTWFyZ2luIjp7IiRpZCI6IjUwMCIsIlRvcCI6MC4wLCJMZWZ0IjowLjAsIlJpZ2h0IjowLjAsIkJvdHRvbSI6MC4wfSwiUGFkZGluZyI6eyIkaWQiOiI1MDEiLCJUb3AiOjAuMCwiTGVmdCI6MC4wLCJSaWdodCI6MC4wLCJCb3R0b20iOjAuMH0sIkJhY2tncm91bmQiOm51bGwsIklzVmlzaWJsZSI6dHJ1ZSwiV2lkdGgiOjAuMCwiSGVpZ2h0IjowLjAsIkJvcmRlclN0eWxlIjpudWxsLCJQYXJlbnRTdHlsZSI6bnVsbH0sIlNoYXBlU3R5bGUiOnsiJGlkIjoiNTAyIiwiTWFyZ2luIjp7IiRpZCI6IjUwMyIsIlRvcCI6MC4wLCJMZWZ0Ijo0LjAsIlJpZ2h0Ijo0LjAsIkJvdHRvbSI6MC4wfSwiUGFkZGluZyI6eyIkaWQiOiI1MDQiLCJUb3AiOjAuMCwiTGVmdCI6MC4wLCJSaWdodCI6MC4wLCJCb3R0b20iOjAuMH0sIkJhY2tncm91bmQiOnsiJGlkIjoiNTA1IiwiQ29sb3IiOnsiJGlkIjoiNTA2IiwiQSI6MjU1LCJSIjoyNTUsIkciOjE5MiwiQiI6MH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TEsIkZvbnROYW1lIjoiQ2FsaWJyaSIsIklzQm9sZCI6ZmFsc2UsIklzSXRhbGljIjpmYWxzZSwiSXNVbmRlcmxpbmVkIjpmYWxzZSwiUGFyZW50U3R5bGUiOm51bGx9LCJBdXRvU2l6ZSI6MCwiRm9yZWdyb3VuZCI6eyIkaWQiOiI1MTIiLCJDb2xvciI6eyIkaWQiOiI1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yNTUsIlIiOjAsIkciOjAsIkIiOjB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AsIkZvbnROYW1lIjoiQ2FsaWJyaSIsIklzQm9sZCI6ZmFsc2UsIklzSXRhbGljIjpmYWxzZSwiSXNVbmRlcmxpbmVkIjpmYWxzZSwiUGFyZW50U3R5bGUiOm51bGx9LCJBdXRvU2l6ZSI6MCwiRm9yZWdyb3VuZCI6eyIkaWQiOiI1MjEiLCJDb2xvciI6eyIkaWQiOiI1MjI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UyMyIsIlRvcCI6MC4wLCJMZWZ0IjowLjAsIlJpZ2h0IjowLjAsIkJvdHRvbSI6MC4wfSwiUGFkZGluZyI6eyIkaWQiOiI1MjQiLCJUb3AiOjAuMCwiTGVmdCI6MC4wLCJSaWdodCI6MC4wLCJCb3R0b20iOjAuMH0sIkJhY2tncm91bmQiOnsiJGlkIjoiNTI1IiwiQ29sb3IiOnsiJGlkIjoiNTI2IiwiQSI6MjU1LCJSIjo2OCwiRyI6ODQsIkIiOjEwNn19LCJJc1Zpc2libGUiOnRydWUsIldpZHRoIjowLjAsIkhlaWdodCI6MC4wLCJCb3JkZXJTdHlsZSI6eyIkaWQiOiI1MjciLCJMaW5lQ29sb3IiOm51bGwsIkxpbmVXZWlnaHQiOjAuMCwiTGluZVR5cGUiOjAsIlBhcmVudFN0eWxlIjpudWxsfSwiUGFyZW50U3R5bGUiOm51bGx9LCJEYXRlRm9ybWF0Ijp7IiRpZCI6IjU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kiLCJGb3JtYXQiOjAsIklzVmlzaWJsZSI6ZmFsc2UsIkxhc3RLbm93blZpc2liaWxpdHlTdGF0ZSI6ZmFsc2V9LCJJc1Zpc2libGUiOnRydWUsIlZhcmlhbmNlU3R5bGUiOnsiJGlkIjoiNTMwIiwiVGV4dFN0eWxlIjp7IiRpZCI6IjUzMSIsIkZvbnRTZXR0aW5ncyI6eyIkaWQiOiI1MzIiLCJGb250U2l6ZSI6MTAsIkZvbnROYW1lIjoiQ2FsaWJyaSIsIklzQm9sZCI6ZmFsc2UsIklzSXRhbGljIjpmYWxzZSwiSXNVbmRlcmxpbmVkIjpmYWxzZSwiUGFyZW50U3R5bGUiOm51bGx9LCJBdXRvU2l6ZSI6MCwiRm9yZWdyb3VuZCI6eyIkaWQiOiI1MzMiLCJDb2xvciI6eyIkaWQiOiI1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1IiwiVG9wIjowLjAsIkxlZnQiOjAuMCwiUmlnaHQiOjAuMCwiQm90dG9tIjowLjB9LCJQYWRkaW5nIjp7IiRpZCI6IjUzNiIsIlRvcCI6MC4wLCJMZWZ0IjowLjAsIlJpZ2h0IjowLjAsIkJvdHRvbSI6MC4wfSwiQmFja2dyb3VuZCI6eyIkaWQiOiI1MzciLCJDb2xvciI6eyIkaWQiOiI1MzgiLCJBIjoyNTUsIlIiOjAsIkciOjAsIkIiOjB9fSwiSXNWaXNpYmxlIjp0cnVlLCJXaWR0aCI6MC4wLCJIZWlnaHQiOjAuMCwiQm9yZGVyU3R5bGUiOnsiJGlkIjoiNTM5IiwiTGluZUNvbG9yIjpudWxsLCJMaW5lV2VpZ2h0IjowLjAsIkxpbmVUeXBlIjowLCJQYXJlbnRTdHlsZSI6bnVsbH0sIlBhcmVudFN0eWxlIjpudWxsfSwiUGFyZW50U3R5bGUiOm51bGx9LCJQYXJlbnRTdHlsZSI6bnVsbCwiX2V4cGxpY2l0bHlTZXQiOnsiJGlkIjoiNTQ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NTQxIiwiU2hhcGUiOjEsIkNvbm5lY3Rvck1hcmdpbiI6eyIkaWQiOiI1NDIiLCJUb3AiOjAuMCwiTGVmdCI6Mi4wLCJSaWdodCI6Mi4wLCJCb3R0b20iOjAuMH0sIkNvbm5lY3RvclN0eWxlIjp7IiRpZCI6IjU0MyIsIkxpbmVDb2xvciI6eyIkaWQiOiI1NDQiLCIkdHlwZSI6Ik5MUkUuQ29tbW9uLkRvbS5Tb2xpZENvbG9yQnJ1c2gsIE5MUkUuQ29tbW9uIiwiQ29sb3IiOnsiJGlkIjoiNTQ1IiwiQSI6MTI3LCJSIjoxMjcsIkciOjk2LCJCIjowfX0sIkxpbmVXZWlnaHQiOjEuMCwiTGluZVR5cGUiOjAsIlBhcmVudFN0eWxlIjpudWxsfSwiSXNCZWxvd1RpbWViYW5kIjpmYWxzZSwiUG9zaXRpb25PblRhc2siOjEsIkhpZGVEYXRlIjpmYWxzZSwiU2hhcGVTaXplIjowLCJTcGFjaW5nIjowLjAsIlBhZGRpbmciOnsiJGlkIjoiNTQ2IiwiVG9wIjo1LjAsIkxlZnQiOjMuMCwiUmlnaHQiOjAuMCwiQm90dG9tIjoyLjB9LCJTaGFwZVN0eWxlIjp7IiRpZCI6IjU0NyIsIk1hcmdpbiI6eyIkaWQiOiI1NDgiLCJUb3AiOjAuMCwiTGVmdCI6MC4wLCJSaWdodCI6MC4wLCJCb3R0b20iOjAuMH0sIlBhZGRpbmciOnsiJGlkIjoiNTQ5IiwiVG9wIjowLjAsIkxlZnQiOjAuMCwiUmlnaHQiOjAuMCwiQm90dG9tIjowLjB9LCJCYWNrZ3JvdW5kIjp7IiRpZCI6IjU1MCIsIkNvbG9yIjp7IiRpZCI6IjU1MSIsIkEiOjI1NSwiUiI6MTI3LCJHIjo5NiwiQiI6MH19LCJJc1Zpc2libGUiOnRydWUsIldpZHRoIjoxMi4wLCJIZWlnaHQiOjE0LjAsIkJvcmRlclN0eWxlIjp7IiRpZCI6IjU1MiIsIkxpbmVDb2xvciI6eyIkaWQiOiI1NTMiLCIkdHlwZSI6Ik5MUkUuQ29tbW9uLkRvbS5Tb2xpZENvbG9yQnJ1c2gsIE5MUkUuQ29tbW9uIiwiQ29sb3IiOnsiJGlkIjoiNTU0IiwiQSI6MjU1LCJSIjoyNTUsIkciOjI1NSwiQiI6MjU1fX0sIkxpbmVXZWlnaHQiOjAuMCwiTGluZVR5cGUiOjAsIlBhcmVudFN0eWxlIjpudWxsfSwiUGFyZW50U3R5bGUiOm51bGx9LCJUaXRsZVN0eWxlIjp7IiRpZCI6IjU1NSIsIkZvbnRTZXR0aW5ncyI6eyIkaWQiOiI1NTYiLCJGb250U2l6ZSI6MTEsIkZvbnROYW1lIjoiQ2FsaWJyaSIsIklzQm9sZCI6ZmFsc2UsIklzSXRhbGljIjpmYWxzZSwiSXNVbmRlcmxpbmVkIjpmYWxzZSwiUGFyZW50U3R5bGUiOm51bGx9LCJBdXRvU2l6ZSI6MCwiRm9yZWdyb3VuZCI6eyIkaWQiOiI1NTciLCJDb2xvciI6eyIkaWQiOiI1NT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TU5IiwiVG9wIjowLjAsIkxlZnQiOjAuMCwiUmlnaHQiOjAuMCwiQm90dG9tIjowLjB9LCJQYWRkaW5nIjp7IiRpZCI6IjU2MCIsIlRvcCI6MC4wLCJMZWZ0IjowLjAsIlJpZ2h0IjowLjAsIkJvdHRvbSI6MC4wfSwiQmFja2dyb3VuZCI6eyIkaWQiOiI1NjEiLCJDb2xvciI6eyIkaWQiOiI1NjIiLCJBIjoyNTUsIlIiOjAsIkciOjAsIkIiOjB9fSwiSXNWaXNpYmxlIjp0cnVlLCJXaWR0aCI6MC4wLCJIZWlnaHQiOjAuMCwiQm9yZGVyU3R5bGUiOnsiJGlkIjoiNTYzIiwiTGluZUNvbG9yIjpudWxsLCJMaW5lV2VpZ2h0IjowLjAsIkxpbmVUeXBlIjowLCJQYXJlbnRTdHlsZSI6bnVsbH0sIlBhcmVudFN0eWxlIjpudWxsfSwiRGF0ZVN0eWxlIjp7IiRpZCI6IjU2NCIsIkZvbnRTZXR0aW5ncyI6eyIkaWQiOiI1NjUiLCJGb250U2l6ZSI6MTAsIkZvbnROYW1lIjoiQ2FsaWJyaSIsIklzQm9sZCI6ZmFsc2UsIklzSXRhbGljIjpmYWxzZSwiSXNVbmRlcmxpbmVkIjpmYWxzZSwiUGFyZW50U3R5bGUiOm51bGx9LCJBdXRvU2l6ZSI6MCwiRm9yZWdyb3VuZCI6eyIkaWQiOiI1NjYiLCJDb2xvciI6eyIkaWQiOiI1Nj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U2OCIsIlRvcCI6MC4wLCJMZWZ0IjowLjAsIlJpZ2h0IjowLjAsIkJvdHRvbSI6MC4wfSwiUGFkZGluZyI6eyIkaWQiOiI1NjkiLCJUb3AiOjAuMCwiTGVmdCI6MC4wLCJSaWdodCI6MC4wLCJCb3R0b20iOjAuMH0sIkJhY2tncm91bmQiOnsiJGlkIjoiNTcwIiwiQ29sb3IiOnsiJGlkIjoiNTcxIiwiQSI6MjU1LCJSIjo2OCwiRyI6ODQsIkIiOjEwNn19LCJJc1Zpc2libGUiOnRydWUsIldpZHRoIjowLjAsIkhlaWdodCI6MC4wLCJCb3JkZXJTdHlsZSI6eyIkaWQiOiI1NzIiLCJMaW5lQ29sb3IiOm51bGwsIkxpbmVXZWlnaHQiOjAuMCwiTGluZVR5cGUiOjAsIlBhcmVudFN0eWxlIjpudWxsfSwiUGFyZW50U3R5bGUiOm51bGx9LCJEYXRlRm9ybWF0Ijp7IiRpZCI6IjU3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zQiLCJGb3JtYXQiOjAsIklzVmlzaWJsZSI6ZmFsc2UsIkxhc3RLbm93blZpc2liaWxpdHlTdGF0ZSI6ZmFsc2V9LCJJc1Zpc2libGUiOmZhbHNlLCJWYXJpYW5jZVN0eWxlIjp7IiRpZCI6IjU3NSIsIlRleHRTdHlsZSI6eyIkaWQiOiI1NzYiLCJGb250U2V0dGluZ3MiOnsiJGlkIjoiNTc3IiwiRm9udFNpemUiOjEwLCJGb250TmFtZSI6IkNhbGlicmkiLCJJc0JvbGQiOmZhbHNlLCJJc0l0YWxpYyI6ZmFsc2UsIklzVW5kZXJsaW5lZCI6ZmFsc2UsIlBhcmVudFN0eWxlIjpudWxsfSwiQXV0b1NpemUiOjAsIkZvcmVncm91bmQiOnsiJGlkIjoiNTc4IiwiQ29sb3IiOnsiJGlkIjoiNT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4MCIsIlRvcCI6MC4wLCJMZWZ0IjowLjAsIlJpZ2h0IjowLjAsIkJvdHRvbSI6MC4wfSwiUGFkZGluZyI6eyIkaWQiOiI1ODEiLCJUb3AiOjAuMCwiTGVmdCI6MC4wLCJSaWdodCI6MC4wLCJCb3R0b20iOjAuMH0sIkJhY2tncm91bmQiOnsiJGlkIjoiNTgyIiwiQ29sb3IiOnsiJGlkIjoiNTgzIiwiQSI6MjU1LCJSIjowLCJHIjowLCJCIjowfX0sIklzVmlzaWJsZSI6dHJ1ZSwiV2lkdGgiOjAuMCwiSGVpZ2h0IjowLjAsIkJvcmRlclN0eWxlIjp7IiRpZCI6IjU4NCIsIkxpbmVDb2xvciI6bnVsbCwiTGluZVdlaWdodCI6MC4wLCJMaW5lVHlwZSI6MCwiUGFyZW50U3R5bGUiOm51bGx9LCJQYXJlbnRTdHlsZSI6bnVsbH0sIlBhcmVudFN0eWxlIjpudWxsfSwiUGFyZW50U3R5bGUiOm51bGx9LCJEZWZhdWx0U3dpbWxhbmVNaWxlc3RvbmVTdHlsZSI6eyIkaWQiOiI1ODUiLCJUaXRsZVBvc2l0aW9uIjoiTGVmdCIsIkRhdGVQb3NpdGlvbiI6IlJpZ2h0IiwiVmFyaWFuY2VQb3NpdGlvbiI6IlJpZ2h0IiwiU2hhcGVUeXBlIjoxLCJTaGFwZVNpemUiOjAsIlNwYWNpbmciOjUsIlNoYXBlU3R5bGUiOnsiJGlkIjoiNTg2IiwiTWFyZ2luIjp7IiRpZCI6IjU4NyIsIlRvcCI6MC4wLCJMZWZ0IjowLjAsIlJpZ2h0IjowLjAsIkJvdHRvbSI6MC4wfSwiUGFkZGluZyI6eyIkaWQiOiI1ODgiLCJUb3AiOjAuMCwiTGVmdCI6MC4wLCJSaWdodCI6MC4wLCJCb3R0b20iOjAuMH0sIkJhY2tncm91bmQiOnsiJGlkIjoiNTg5IiwiQ29sb3IiOnsiJGlkIjoiNTkwIiwiQSI6MjU1LCJSIjoyNTUsIkciOjE5MiwiQiI6MH19LCJJc1Zpc2libGUiOnRydWUsIldpZHRoIjoxMi4wLCJIZWlnaHQiOjE0LjAsIkJvcmRlclN0eWxlIjp7IiRpZCI6IjU5MSIsIkxpbmVDb2xvciI6eyIkaWQiOiI1OTIiLCIkdHlwZSI6Ik5MUkUuQ29tbW9uLkRvbS5Tb2xpZENvbG9yQnJ1c2gsIE5MUkUuQ29tbW9uIiwiQ29sb3IiOnsiJGlkIjoiNTkzIiwiQSI6MjU1LCJSIjoyMzQsIkciOjIyLCJCIjozMH19LCJMaW5lV2VpZ2h0IjowLjAsIkxpbmVUeXBlIjowLCJQYXJlbnRTdHlsZSI6bnVsbH0sIlBhcmVudFN0eWxlIjpudWxsfSwiVGl0bGVTdHlsZSI6eyIkaWQiOiI1OTQiLCJGb250U2V0dGluZ3MiOnsiJGlkIjoiNTk1IiwiRm9udFNpemUiOjExLCJGb250TmFtZSI6IkNhbGlicmkiLCJJc0JvbGQiOmZhbHNlLCJJc0l0YWxpYyI6ZmFsc2UsIklzVW5kZXJsaW5lZCI6ZmFsc2UsIlBhcmVudFN0eWxlIjpudWxsfSwiQXV0b1NpemUiOjAsIkZvcmVncm91bmQiOnsiJGlkIjoiNTk2IiwiQ29sb3IiOnsiJGlkIjoiNTk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U5OCIsIlRvcCI6MC4wLCJMZWZ0IjowLjAsIlJpZ2h0IjowLjAsIkJvdHRvbSI6MC4wfSwiUGFkZGluZyI6eyIkaWQiOiI1OTkiLCJUb3AiOjAuMCwiTGVmdCI6MC4wLCJSaWdodCI6MC4wLCJCb3R0b20iOjAuMH0sIkJhY2tncm91bmQiOnsiJGlkIjoiNjAwIiwiQ29sb3IiOnsiJGlkIjoiNjAxIiwiQSI6MjU1LCJSIjowLCJHIjowLCJCIjowfX0sIklzVmlzaWJsZSI6dHJ1ZSwiV2lkdGgiOjAuMCwiSGVpZ2h0IjowLjAsIkJvcmRlclN0eWxlIjp7IiRpZCI6IjYwMiIsIkxpbmVDb2xvciI6bnVsbCwiTGluZVdlaWdodCI6MC4wLCJMaW5lVHlwZSI6MCwiUGFyZW50U3R5bGUiOm51bGx9LCJQYXJlbnRTdHlsZSI6bnVsbH0sIkRhdGVTdHlsZSI6eyIkaWQiOiI2MDMiLCJGb250U2V0dGluZ3MiOnsiJGlkIjoiNjA0IiwiRm9udFNpemUiOjEwLCJGb250TmFtZSI6IkNhbGlicmkiLCJJc0JvbGQiOmZhbHNlLCJJc0l0YWxpYyI6ZmFsc2UsIklzVW5kZXJsaW5lZCI6ZmFsc2UsIlBhcmVudFN0eWxlIjpudWxsfSwiQXV0b1NpemUiOjAsIkZvcmVncm91bmQiOnsiJGlkIjoiNjA1IiwiQ29sb3IiOnsiJGlkIjoiNjA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I1NSwiUiI6NjgsIkciOjg0LCJCIjoxMDZ9fSwiSXNWaXNpYmxlIjp0cnVlLCJXaWR0aCI6MC4wLCJIZWlnaHQiOjAuMCwiQm9yZGVyU3R5bGUiOnsiJGlkIjoiNjExIiwiTGluZUNvbG9yIjpudWxsLCJMaW5lV2VpZ2h0IjowLjAsIkxpbmVUeXBlIjowLCJQYXJlbnRTdHlsZSI6bnVsbH0sIlBhcmVudFN0eWxlIjpudWxsfSwiRGF0ZUZvcm1hdCI6eyIkaWQiOiI2MT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x9LCJEZWZhdWx0U3dpbWxhbmVBY3Rpdml0eVN0eWxlIjp7IiRpZCI6IjYyNCIsIkhlYWRlclN0eWxlIjp7IiRpZCI6IjYyNSIsIlRleHRTdHlsZSI6eyIkaWQiOiI2MjYiLCJGb250U2V0dGluZ3MiOnsiJGlkIjoiNjI3IiwiRm9udFNpemUiOjExLCJGb250TmFtZSI6IkNhbGlicmkiLCJJc0JvbGQiOmZhbHNlLCJJc0l0YWxpYyI6ZmFsc2UsIklzVW5kZXJsaW5lZCI6ZmFsc2UsIlBhcmVudFN0eWxlIjpudWxsfSwiQXV0b1NpemUiOjIsIkZvcmVncm91bmQiOnsiJGlkIjoiNjI4IiwiQ29sb3IiOnsiJGlkIjoiNj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jMwIiwiVG9wIjowLjAsIkxlZnQiOjAuMCwiUmlnaHQiOjAuMCwiQm90dG9tIjowLjB9LCJQYWRkaW5nIjp7IiRpZCI6IjYzMSIsIlRvcCI6MC4wLCJMZWZ0IjowLjAsIlJpZ2h0IjowLjAsIkJvdHRvbSI6MC4wfSwiQmFja2dyb3VuZCI6eyIkaWQiOiI2MzIiLCJDb2xvciI6eyIkaWQiOiI2MzMiLCJBIjoyNTUsIlIiOjY0LCJHIjo2NCwiQiI6NjR9fSwiSXNWaXNpYmxlIjp0cnVlLCJXaWR0aCI6MC4wLCJIZWlnaHQiOjAuMCwiQm9yZGVyU3R5bGUiOm51bGwsIlBhcmVudFN0eWxlIjpudWxsfSwiUmVjdGFuZ2xlU3R5bGUiOnsiJGlkIjoiNjM0IiwiTWFyZ2luIjp7IiRpZCI6IjYzNSIsIlRvcCI6MC4wLCJMZWZ0IjowLjAsIlJpZ2h0IjowLjAsIkJvdHRvbSI6MC4wfSwiUGFkZGluZyI6eyIkaWQiOiI2MzYiLCJUb3AiOjAuMCwiTGVmdCI6MC4wLCJSaWdodCI6MC4wLCJCb3R0b20iOjAuMH0sIkJhY2tncm91bmQiOnsiJGlkIjoiNjM3IiwiQ29sb3IiOnsiJGlkIjoiNjM4IiwiQSI6MTI3LCJSIjoyNTUsIkciOjE5MiwiQiI6MH19LCJJc1Zpc2libGUiOnRydWUsIldpZHRoIjowLjAsIkhlaWdodCI6MC4wLCJCb3JkZXJTdHlsZSI6eyIkaWQiOiI2MzkiLCJMaW5lQ29sb3IiOnsiJGlkIjoiNjQwIiwiJHR5cGUiOiJOTFJFLkNvbW1vbi5Eb20uU29saWRDb2xvckJydXNoLCBOTFJFLkNvbW1vbiIsIkNvbG9yIjp7IiRpZCI6IjY0MSIsIkEiOjI1NSwiUiI6MjU1LCJHIjoyNTUsIkIiOjI1NX19LCJMaW5lV2VpZ2h0IjowLjAsIkxpbmVUeXBlIjowLCJQYXJlbnRTdHlsZSI6bnVsbH0sIlBhcmVudFN0eWxlIjpudWxsfSwiTWFyZ2luIjp7IiRpZCI6IjY0MiIsIlRvcCI6MC4wLCJMZWZ0IjowLjAsIlJpZ2h0IjowLjAsIkJvdHRvbSI6MC4wfSwiUGFkZGluZyI6eyIkaWQiOiI2NDMiLCJUb3AiOjAuMCwiTGVmdCI6MC4wLCJSaWdodCI6MC4wLCJCb3R0b20iOjAuMH0sIkJhY2tncm91bmQiOm51bGwsIklzVmlzaWJsZSI6dHJ1ZSwiV2lkdGgiOjAuMCwiSGVpZ2h0IjowLjAsIkJvcmRlclN0eWxlIjpudWxsLCJQYXJlbnRTdHlsZSI6bnVsbH0sIkJhY2tncm91bmRTdHlsZSI6eyIkaWQiOiI2NDQiLCJNYXJnaW4iOnsiJGlkIjoiNjQ1IiwiVG9wIjowLjAsIkxlZnQiOjAuMCwiUmlnaHQiOjAuMCwiQm90dG9tIjowLjB9LCJQYWRkaW5nIjp7IiRpZCI6IjY0NiIsIlRvcCI6MC4wLCJMZWZ0IjowLjAsIlJpZ2h0IjowLjAsIkJvdHRvbSI6MC4wfSwiQmFja2dyb3VuZCI6eyIkaWQiOiI2NDciLCJDb2xvciI6eyIkaWQiOiI2NDgiLCJBIjo1MSwiUiI6MjAwLCJHIjoyMDAsIkIiOjIwMH19LCJJc1Zpc2libGUiOnRydWUsIldpZHRoIjowLjAsIkhlaWdodCI6MC4wLCJCb3JkZXJTdHlsZSI6eyIkaWQiOiI2NDkiLCJMaW5lQ29sb3IiOnsiJGlkIjoiNjUwIiwiJHR5cGUiOiJOTFJFLkNvbW1vbi5Eb20uU29saWRDb2xvckJydXNoLCBOTFJFLkNvbW1vbiIsIkNvbG9yIjp7IiRpZCI6IjY1MSIsIkEiOjI1NSwiUiI6MjM0LCJHIjoyMiwiQiI6MzB9fSwiTGluZVdlaWdodCI6MC4wLCJMaW5lVHlwZSI6MCwiUGFyZW50U3R5bGUiOm51bGx9LCJQYXJlbnRTdHlsZSI6bnVsbH0sIk1hcmdpbiI6eyIkaWQiOiI2NTIiLCJUb3AiOjAuMCwiTGVmdCI6MC4wLCJSaWdodCI6MC4wLCJCb3R0b20iOjAuMH0sIlBhZGRpbmciOnsiJGlkIjoiNjUzIiwiVG9wIjowLjAsIkxlZnQiOjAuMCwiUmlnaHQiOjAuMCwiQm90dG9tIjowLjB9LCJJc1Zpc2libGUiOnRydWUsIldpZHRoIjowLjAsIkhlaWdodCI6MC4wLCJCb3JkZXJTdHlsZSI6eyIkaWQiOiI2NTQiLCJMaW5lQ29sb3IiOm51bGwsIkxpbmVXZWlnaHQiOjAuMCwiTGluZVR5cGUiOjAsIlBhcmVudFN0eWxlIjpudWxsfSwiUGFyZW50U3R5bGUiOm51bGx9LCJNYXJnaW4iOnsiJGlkIjoiNjU1IiwiVG9wIjowLjAsIkxlZnQiOjAuMCwiUmlnaHQiOjAuMCwiQm90dG9tIjowLjB9LCJQYWRkaW5nIjp7IiRpZCI6IjY1NiIsIlRvcCI6MC4wLCJMZWZ0IjowLjAsIlJpZ2h0IjowLjAsIkJvdHRvbSI6MC4wfSwiSXNWaXNpYmxlIjpmYWxzZSwiV2lkdGgiOjAuMCwiSGVpZ2h0IjowLjAsIkJvcmRlclN0eWxlIjp7IiRpZCI6IjY1NyIsIkxpbmVDb2xvciI6bnVsbCwiTGluZVdlaWdodCI6MC4wLCJMaW5lVHlwZSI6MCwiUGFyZW50U3R5bGUiOm51bGx9LCJQYXJlbnRTdHlsZSI6bnVsbH19LHsiJGlkIjoiNjU4IiwiX2FjdGl2aXRpZXMiOlt7IiRpZCI6IjY1OSIsIl9yb3dzIjpbeyIkaWQiOiI2NjAiLCJfdGFza3MiOlt7IiRpZCI6IjY2MSIsIl9hdHRhY2hlZE1pbGVzdG9uZXMiOltdLCJUYXNrRGVmaW5pdGlvbiI6eyIkaWQiOiI2NjIiLCJHcm91cE5hbWUiOm51bGwsIlN0YXJ0RGF0ZSI6IjIwMjYtMDUtMDNUMDA6MDA6MDAiLCJFbmREYXRlIjoiMjAyNi0wNS0yMlQyMzo1OTowMCIsIlBlcmNlbnRhZ2VDb21wbGV0ZSI6bnVsbCwiU3R5bGUiOnsiJGlkIjoiNjYzIiwiU2hhcGUiOjEsIlNoYXBlVGhpY2tuZXNzIjowLCJEdXJhdGlvbkZvcm1hdCI6MCwiSW5jbHVkZU5vbldvcmtpbmdEYXlzSW5EdXJhdGlvbiI6ZmFsc2UsIlBlcmNlbnRhZ2VDb21wbGV0ZVN0eWxlIjp7IiRpZCI6IjY2NCIsIkZvbnRTZXR0aW5ncyI6eyIkaWQiOiI2NjUiLCJGb250U2l6ZSI6MTAsIkZvbnROYW1lIjoiQ2FsaWJyaSIsIklzQm9sZCI6ZmFsc2UsIklzSXRhbGljIjpmYWxzZSwiSXNVbmRlcmxpbmVkIjpmYWxzZSwiUGFyZW50U3R5bGUiOm51bGx9LCJBdXRvU2l6ZSI6MCwiRm9yZWdyb3VuZCI6eyIkaWQiOiI2NjYiLCJDb2xvciI6eyIkaWQiOiI2Njc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jY4IiwiVG9wIjowLjAsIkxlZnQiOjAuMCwiUmlnaHQiOjAuMCwiQm90dG9tIjowLjB9LCJQYWRkaW5nIjp7IiRpZCI6IjY2OSIsIlRvcCI6MC4wLCJMZWZ0IjowLjAsIlJpZ2h0IjowLjAsIkJvdHRvbSI6MC4wfSwiQmFja2dyb3VuZCI6eyIkaWQiOiI2NzAiLCJDb2xvciI6eyIkaWQiOiI2NzEiLCJBIjo4OSwiUiI6MCwiRyI6MCwiQiI6MH19LCJJc1Zpc2libGUiOnRydWUsIldpZHRoIjowLjAsIkhlaWdodCI6MC4wLCJCb3JkZXJTdHlsZSI6eyIkaWQiOiI2NzIiLCJMaW5lQ29sb3IiOm51bGwsIkxpbmVXZWlnaHQiOjAuMCwiTGluZVR5cGUiOjAsIlBhcmVudFN0eWxlIjpudWxsfSwiUGFyZW50U3R5bGUiOm51bGx9LCJEdXJhdGlvblN0eWxlIjp7IiRpZCI6IjY3MyIsIkZvbnRTZXR0aW5ncyI6eyIkaWQiOiI2NzQiLCJGb250U2l6ZSI6MTAsIkZvbnROYW1lIjoiQ2FsaWJyaSIsIklzQm9sZCI6ZmFsc2UsIklzSXRhbGljIjpmYWxzZSwiSXNVbmRlcmxpbmVkIjpmYWxzZSwiUGFyZW50U3R5bGUiOm51bGx9LCJBdXRvU2l6ZSI6MCwiRm9yZWdyb3VuZCI6eyIkaWQiOiI2NzUiLCJDb2xvciI6eyIkaWQiOiI2NzY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Y3NyIsIlRvcCI6MC4wLCJMZWZ0IjowLjAsIlJpZ2h0IjowLjAsIkJvdHRvbSI6MC4wfSwiUGFkZGluZyI6eyIkaWQiOiI2NzgiLCJUb3AiOjAuMCwiTGVmdCI6MC4wLCJSaWdodCI6MC4wLCJCb3R0b20iOjAuMH0sIkJhY2tncm91bmQiOnsiJGlkIjoiNjc5IiwiQ29sb3IiOnsiJGlkIjoiNjgwIiwiQSI6MjU1LCJSIjo2OCwiRyI6ODQsIkIiOjEwNn19LCJJc1Zpc2libGUiOnRydWUsIldpZHRoIjowLjAsIkhlaWdodCI6MC4wLCJCb3JkZXJTdHlsZSI6eyIkaWQiOiI2ODEiLCJMaW5lQ29sb3IiOm51bGwsIkxpbmVXZWlnaHQiOjAuMCwiTGluZVR5cGUiOjAsIlBhcmVudFN0eWxlIjpudWxsfSwiUGFyZW50U3R5bGUiOm51bGx9LCJIb3Jpem9udGFsQ29ubmVjdG9yU3R5bGUiOnsiJGlkIjoiNjgyIiwiTGluZUNvbG9yIjp7IiRpZCI6IjY4MyIsIiR0eXBlIjoiTkxSRS5Db21tb24uRG9tLlNvbGlkQ29sb3JCcnVzaCwgTkxSRS5Db21tb24iLCJDb2xvciI6eyIkaWQiOiI2ODQiLCJBIjoyNTUsIlIiOjAsIkciOjAsIkIiOjB9fSwiTGluZVdlaWdodCI6MC4wLCJMaW5lVHlwZSI6MCwiUGFyZW50U3R5bGUiOm51bGx9LCJWZXJ0aWNhbENvbm5lY3RvclN0eWxlIjp7IiRpZCI6IjY4NSIsIkxpbmVDb2xvciI6eyIkaWQiOiI2ODYiLCIkdHlwZSI6Ik5MUkUuQ29tbW9uLkRvbS5Tb2xpZENvbG9yQnJ1c2gsIE5MUkUuQ29tbW9uIiwiQ29sb3IiOnsiJGlkIjoiNjg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2ODgiLCJTaGFwZVN0eWxlIjp7IiRpZCI6IjY4OSIsIk1hcmdpbiI6eyIkaWQiOiI2OTAiLCJUb3AiOjAuMCwiTGVmdCI6MC4wLCJSaWdodCI6MC4wLCJCb3R0b20iOjAuMH0sIlBhZGRpbmciOnsiJGlkIjoiNjkxIiwiVG9wIjowLjAsIkxlZnQiOjAuMCwiUmlnaHQiOjAuMCwiQm90dG9tIjowLjB9LCJCYWNrZ3JvdW5kIjp7IiRpZCI6IjY5MiIsIkNvbG9yIjp7IiRpZCI6IjY5MyIsIkEiOjE1MywiUiI6MCwiRyI6MCwiQiI6MH19LCJJc1Zpc2libGUiOnRydWUsIldpZHRoIjowLjAsIkhlaWdodCI6MC4wLCJCb3JkZXJTdHlsZSI6bnVsbCwiUGFyZW50U3R5bGUiOm51bGx9LCJNYXJnaW4iOnsiJGlkIjoiNjk0IiwiVG9wIjowLjAsIkxlZnQiOjAuMCwiUmlnaHQiOjAuMCwiQm90dG9tIjowLjB9LCJQYWRkaW5nIjp7IiRpZCI6IjY5NSIsIlRvcCI6MC4wLCJMZWZ0IjowLjAsIlJpZ2h0IjowLjAsIkJvdHRvbSI6MC4wfSwiQmFja2dyb3VuZCI6bnVsbCwiSXNWaXNpYmxlIjp0cnVlLCJXaWR0aCI6MC4wLCJIZWlnaHQiOjAuMCwiQm9yZGVyU3R5bGUiOm51bGwsIlBhcmVudFN0eWxlIjpudWxsfSwiU2hhcGVTdHlsZSI6eyIkaWQiOiI2OTYiLCJNYXJnaW4iOnsiJGlkIjoiNjk3IiwiVG9wIjowLjAsIkxlZnQiOjQuMCwiUmlnaHQiOjQuMCwiQm90dG9tIjowLjB9LCJQYWRkaW5nIjp7IiRpZCI6IjY5OCIsIlRvcCI6MC4wLCJMZWZ0IjowLjAsIlJpZ2h0IjowLjAsIkJvdHRvbSI6MC4wfSwiQmFja2dyb3VuZCI6eyIkaWQiOiI2OTkiLCJDb2xvciI6eyIkaWQiOiI3MDAiLCJBIjoyNTUsIlIiOjExMiwiRyI6MTczLCJCIjo3MX19LCJJc1Zpc2libGUiOnRydWUsIldpZHRoIjowLjAsIkhlaWdodCI6MTAuMCwiQm9yZGVyU3R5bGUiOnsiJGlkIjoiNzAxIiwiTGluZUNvbG9yIjp7IiRpZCI6IjcwMiIsIiR0eXBlIjoiTkxSRS5Db21tb24uRG9tLlNvbGlkQ29sb3JCcnVzaCwgTkxSRS5Db21tb24iLCJDb2xvciI6eyIkaWQiOiI3MDMiLCJBIjoyNTUsIlIiOjIzNCwiRyI6MjIsIkIiOjMwfX0sIkxpbmVXZWlnaHQiOjAuMCwiTGluZVR5cGUiOjAsIlBhcmVudFN0eWxlIjpudWxsfSwiUGFyZW50U3R5bGUiOm51bGx9LCJUaXRsZVN0eWxlIjp7IiRpZCI6IjcwNCIsIkZvbnRTZXR0aW5ncyI6eyIkaWQiOiI3MDUiLCJGb250U2l6ZSI6MTEsIkZvbnROYW1lIjoiVGl0aWxsaXVtIFdlYiIsIklzQm9sZCI6ZmFsc2UsIklzSXRhbGljIjpmYWxzZSwiSXNVbmRlcmxpbmVkIjpmYWxzZSwiUGFyZW50U3R5bGUiOm51bGx9LCJBdXRvU2l6ZSI6MCwiRm9yZWdyb3VuZCI6eyIkaWQiOiI3MDYiLCJDb2xvciI6eyIkaWQiOiI3MDc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A4IiwiVG9wIjowLjAsIkxlZnQiOjAuMCwiUmlnaHQiOjAuMCwiQm90dG9tIjowLjB9LCJQYWRkaW5nIjp7IiRpZCI6IjcwOSIsIlRvcCI6MC4wLCJMZWZ0IjowLjAsIlJpZ2h0IjowLjAsIkJvdHRvbSI6MC4wfSwiQmFja2dyb3VuZCI6eyIkaWQiOiI3MTAiLCJDb2xvciI6eyIkaWQiOiI3MTEiLCJBIjowLCJSIjoyNTUsIkciOjI1NSwiQiI6MjU1fX0sIklzVmlzaWJsZSI6dHJ1ZSwiV2lkdGgiOjAuMCwiSGVpZ2h0IjowLjAsIkJvcmRlclN0eWxlIjp7IiRpZCI6IjcxMiIsIkxpbmVDb2xvciI6bnVsbCwiTGluZVdlaWdodCI6MC4wLCJMaW5lVHlwZSI6MCwiUGFyZW50U3R5bGUiOm51bGx9LCJQYXJlbnRTdHlsZSI6bnVsbH0sIkRhdGVTdHlsZSI6eyIkaWQiOiI3MTMiLCJGb250U2V0dGluZ3MiOnsiJGlkIjoiNzE0IiwiRm9udFNpemUiOjEwLCJGb250TmFtZSI6IlRpdGlsbGl1bSBXZWIiLCJJc0JvbGQiOmZhbHNlLCJJc0l0YWxpYyI6ZmFsc2UsIklzVW5kZXJsaW5lZCI6ZmFsc2UsIlBhcmVudFN0eWxlIjpudWxsfSwiQXV0b1NpemUiOjAsIkZvcmVncm91bmQiOnsiJGlkIjoiNzE1IiwiQ29sb3IiOnsiJGlkIjoiNzE2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xNyIsIlRvcCI6MC4wLCJMZWZ0IjowLjAsIlJpZ2h0IjowLjAsIkJvdHRvbSI6MC4wfSwiUGFkZGluZyI6eyIkaWQiOiI3MTgiLCJUb3AiOjAuMCwiTGVmdCI6MC4wLCJSaWdodCI6MC4wLCJCb3R0b20iOjAuMH0sIkJhY2tncm91bmQiOnsiJGlkIjoiNzE5IiwiQ29sb3IiOnsiJGlkIjoiNzIwIiwiQSI6MCwiUiI6MjU1LCJHIjoyNTUsIkIiOjI1NX19LCJJc1Zpc2libGUiOnRydWUsIldpZHRoIjowLjAsIkhlaWdodCI6MC4wLCJCb3JkZXJTdHlsZSI6eyIkaWQiOiI3MjEiLCJMaW5lQ29sb3IiOm51bGwsIkxpbmVXZWlnaHQiOjAuMCwiTGluZVR5cGUiOjAsIlBhcmVudFN0eWxlIjpudWxsfSwiUGFyZW50U3R5bGUiOm51bGx9LCJEYXRlRm9ybWF0Ijp7IiRpZCI6Ijcy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jMiLCJGb3JtYXQiOjAsIklzVmlzaWJsZSI6ZmFsc2UsIkxhc3RLbm93blZpc2liaWxpdHlTdGF0ZSI6ZmFsc2V9LCJJc1Zpc2libGUiOnRydWUsIlZhcmlhbmNlU3R5bGUiOnsiJGlkIjoiNzI0IiwiVGV4dFN0eWxlIjp7IiRpZCI6IjcyNSIsIkZvbnRTZXR0aW5ncyI6eyIkaWQiOiI3MjYiLCJGb250U2l6ZSI6MTAsIkZvbnROYW1lIjoiQ2FsaWJyaSIsIklzQm9sZCI6ZmFsc2UsIklzSXRhbGljIjpmYWxzZSwiSXNVbmRlcmxpbmVkIjpmYWxzZSwiUGFyZW50U3R5bGUiOm51bGx9LCJBdXRvU2l6ZSI6MCwiRm9yZWdyb3VuZCI6eyIkaWQiOiI3MjciLCJDb2xvciI6eyIkaWQiOiI3Mj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I5IiwiVG9wIjowLjAsIkxlZnQiOjAuMCwiUmlnaHQiOjAuMCwiQm90dG9tIjowLjB9LCJQYWRkaW5nIjp7IiRpZCI6IjczMCIsIlRvcCI6MC4wLCJMZWZ0IjowLjAsIlJpZ2h0IjowLjAsIkJvdHRvbSI6MC4wfSwiQmFja2dyb3VuZCI6eyIkaWQiOiI3MzEiLCJDb2xvciI6eyIkaWQiOiI3MzIiLCJBIjoyNTUsIlIiOjAsIkciOjAsIkIiOjB9fSwiSXNWaXNpYmxlIjp0cnVlLCJXaWR0aCI6MC4wLCJIZWlnaHQiOjAuMCwiQm9yZGVyU3R5bGUiOnsiJGlkIjoiNzMzIiwiTGluZUNvbG9yIjpudWxsLCJMaW5lV2VpZ2h0IjowLjAsIkxpbmVUeXBlIjowLCJQYXJlbnRTdHlsZSI6bnVsbH0sIlBhcmVudFN0eWxlIjpudWxsfSwiUGFyZW50U3R5bGUiOm51bGx9LCJQYXJlbnRTdHlsZSI6bnVsbH0sIkluZGV4Ijo1LCJTbWFydER1cmF0aW9uQWN0aXZhdGVkIjpmYWxzZSwiRGF0ZUZvcm1hdCI6eyIkcmVmIjoiNzIyIn0sIldlZWtOdW1iZXJpbmciOnsiJGlkIjoiNzM0IiwiRm9ybWF0IjowLCJJc1Zpc2libGUiOmZhbHNlLCJMYXN0S25vd25WaXNpYmlsaXR5U3RhdGUiOmZhbHNlfSwiQmFzZWxpbmVEYXRhIjp7IiRpZCI6IjczNSIsIlN0YXJ0RGF0ZSI6IjIwMjYtMDUtMDNUMDA6MDA6MDAiLCJFbmREYXRlIjoiMjAyNi0wNS0yMlQyMzo1OTowMCJ9LCJJZCI6ImYzZjZiNjY5LTM2YTMtNDA0Yi1iMTg3LTlmMTM2MDVmNGQ4MyIsIkltcG9ydElkIjpudWxsLCJUaXRsZSI6IkRldlNlY09wcyBMZWFkIiwiTm90ZSI6bnVsbCwiSHlwZXJsaW5rIjp7IiRpZCI6IjczNiIsIkFkZHJlc3MiOiIiLCJTdWJBZGRyZXNzIjoiIn0sIklzQ2hhbmdlZCI6ZmFsc2UsIklzTmV3IjpmYWxzZX19XSwiX21pbGVzdG9uZXMiOltdLCJJZCI6IjAwMDAwMDAwLTAwMDAtMDAwMC0wMDAwLTAwMDAwMDAwMDAwMCIsIklzU2luZ2xlSXRlbVJvdyI6dHJ1ZX0seyIkaWQiOiI3MzciLCJfdGFza3MiOlt7IiRpZCI6IjczOCIsIl9hdHRhY2hlZE1pbGVzdG9uZXMiOltdLCJUYXNrRGVmaW5pdGlvbiI6eyIkaWQiOiI3MzkiLCJHcm91cE5hbWUiOm51bGwsIlN0YXJ0RGF0ZSI6IjIwMjYtMDUtMDNUMDA6MDA6MDAiLCJFbmREYXRlIjoiMjAyNi0wNS0yOVQyMzo1OTowMCIsIlBlcmNlbnRhZ2VDb21wbGV0ZSI6bnVsbCwiU3R5bGUiOnsiJGlkIjoiNzQwIiwiU2hhcGUiOjEsIlNoYXBlVGhpY2tuZXNzIjowLCJEdXJhdGlvbkZvcm1hdCI6MCwiSW5jbHVkZU5vbldvcmtpbmdEYXlzSW5EdXJhdGlvbiI6ZmFsc2UsIlBlcmNlbnRhZ2VDb21wbGV0ZVN0eWxlIjp7IiRpZCI6Ijc0MSIsIkZvbnRTZXR0aW5ncyI6eyIkaWQiOiI3NDIiLCJGb250U2l6ZSI6MTAsIkZvbnROYW1lIjoiQ2FsaWJyaSIsIklzQm9sZCI6ZmFsc2UsIklzSXRhbGljIjpmYWxzZSwiSXNVbmRlcmxpbmVkIjpmYWxzZSwiUGFyZW50U3R5bGUiOm51bGx9LCJBdXRvU2l6ZSI6MCwiRm9yZWdyb3VuZCI6eyIkaWQiOiI3NDMiLCJDb2xvciI6eyIkaWQiOiI3N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zQ1IiwiVG9wIjowLjAsIkxlZnQiOjAuMCwiUmlnaHQiOjAuMCwiQm90dG9tIjowLjB9LCJQYWRkaW5nIjp7IiRpZCI6Ijc0NiIsIlRvcCI6MC4wLCJMZWZ0IjowLjAsIlJpZ2h0IjowLjAsIkJvdHRvbSI6MC4wfSwiQmFja2dyb3VuZCI6eyIkaWQiOiI3NDciLCJDb2xvciI6eyIkaWQiOiI3NDgiLCJBIjo4OSwiUiI6MCwiRyI6MCwiQiI6MH19LCJJc1Zpc2libGUiOnRydWUsIldpZHRoIjowLjAsIkhlaWdodCI6MC4wLCJCb3JkZXJTdHlsZSI6eyIkaWQiOiI3NDkiLCJMaW5lQ29sb3IiOm51bGwsIkxpbmVXZWlnaHQiOjAuMCwiTGluZVR5cGUiOjAsIlBhcmVudFN0eWxlIjpudWxsfSwiUGFyZW50U3R5bGUiOm51bGx9LCJEdXJhdGlvblN0eWxlIjp7IiRpZCI6Ijc1MCIsIkZvbnRTZXR0aW5ncyI6eyIkaWQiOiI3NTEiLCJGb250U2l6ZSI6MTAsIkZvbnROYW1lIjoiQ2FsaWJyaSIsIklzQm9sZCI6ZmFsc2UsIklzSXRhbGljIjpmYWxzZSwiSXNVbmRlcmxpbmVkIjpmYWxzZSwiUGFyZW50U3R5bGUiOm51bGx9LCJBdXRvU2l6ZSI6MCwiRm9yZWdyb3VuZCI6eyIkaWQiOiI3NTIiLCJDb2xvciI6eyIkaWQiOiI3N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c1NCIsIlRvcCI6MC4wLCJMZWZ0IjowLjAsIlJpZ2h0IjowLjAsIkJvdHRvbSI6MC4wfSwiUGFkZGluZyI6eyIkaWQiOiI3NTUiLCJUb3AiOjAuMCwiTGVmdCI6MC4wLCJSaWdodCI6MC4wLCJCb3R0b20iOjAuMH0sIkJhY2tncm91bmQiOnsiJGlkIjoiNzU2IiwiQ29sb3IiOnsiJGlkIjoiNzU3IiwiQSI6MjU1LCJSIjo2OCwiRyI6ODQsIkIiOjEwNn19LCJJc1Zpc2libGUiOnRydWUsIldpZHRoIjowLjAsIkhlaWdodCI6MC4wLCJCb3JkZXJTdHlsZSI6eyIkaWQiOiI3NTgiLCJMaW5lQ29sb3IiOm51bGwsIkxpbmVXZWlnaHQiOjAuMCwiTGluZVR5cGUiOjAsIlBhcmVudFN0eWxlIjpudWxsfSwiUGFyZW50U3R5bGUiOm51bGx9LCJIb3Jpem9udGFsQ29ubmVjdG9yU3R5bGUiOnsiJGlkIjoiNzU5IiwiTGluZUNvbG9yIjp7IiRpZCI6Ijc2MCIsIiR0eXBlIjoiTkxSRS5Db21tb24uRG9tLlNvbGlkQ29sb3JCcnVzaCwgTkxSRS5Db21tb24iLCJDb2xvciI6eyIkaWQiOiI3NjEiLCJBIjoyNTUsIlIiOjAsIkciOjAsIkIiOjB9fSwiTGluZVdlaWdodCI6MC4wLCJMaW5lVHlwZSI6MCwiUGFyZW50U3R5bGUiOm51bGx9LCJWZXJ0aWNhbENvbm5lY3RvclN0eWxlIjp7IiRpZCI6Ijc2MiIsIkxpbmVDb2xvciI6eyIkaWQiOiI3NjMiLCIkdHlwZSI6Ik5MUkUuQ29tbW9uLkRvbS5Tb2xpZENvbG9yQnJ1c2gsIE5MUkUuQ29tbW9uIiwiQ29sb3IiOnsiJGlkIjoiNzY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3NjUiLCJTaGFwZVN0eWxlIjp7IiRpZCI6Ijc2NiIsIk1hcmdpbiI6eyIkaWQiOiI3NjciLCJUb3AiOjAuMCwiTGVmdCI6MC4wLCJSaWdodCI6MC4wLCJCb3R0b20iOjAuMH0sIlBhZGRpbmciOnsiJGlkIjoiNzY4IiwiVG9wIjowLjAsIkxlZnQiOjAuMCwiUmlnaHQiOjAuMCwiQm90dG9tIjowLjB9LCJCYWNrZ3JvdW5kIjp7IiRpZCI6Ijc2OSIsIkNvbG9yIjp7IiRpZCI6Ijc3MCIsIkEiOjE1MywiUiI6MCwiRyI6MCwiQiI6MH19LCJJc1Zpc2libGUiOnRydWUsIldpZHRoIjowLjAsIkhlaWdodCI6MC4wLCJCb3JkZXJTdHlsZSI6bnVsbCwiUGFyZW50U3R5bGUiOm51bGx9LCJNYXJnaW4iOnsiJGlkIjoiNzcxIiwiVG9wIjowLjAsIkxlZnQiOjAuMCwiUmlnaHQiOjAuMCwiQm90dG9tIjowLjB9LCJQYWRkaW5nIjp7IiRpZCI6Ijc3MiIsIlRvcCI6MC4wLCJMZWZ0IjowLjAsIlJpZ2h0IjowLjAsIkJvdHRvbSI6MC4wfSwiQmFja2dyb3VuZCI6bnVsbCwiSXNWaXNpYmxlIjp0cnVlLCJXaWR0aCI6MC4wLCJIZWlnaHQiOjAuMCwiQm9yZGVyU3R5bGUiOm51bGwsIlBhcmVudFN0eWxlIjpudWxsfSwiU2hhcGVTdHlsZSI6eyIkaWQiOiI3NzMiLCJNYXJnaW4iOnsiJGlkIjoiNzc0IiwiVG9wIjowLjAsIkxlZnQiOjQuMCwiUmlnaHQiOjQuMCwiQm90dG9tIjowLjB9LCJQYWRkaW5nIjp7IiRpZCI6Ijc3NSIsIlRvcCI6MC4wLCJMZWZ0IjowLjAsIlJpZ2h0IjowLjAsIkJvdHRvbSI6MC4wfSwiQmFja2dyb3VuZCI6eyIkaWQiOiI3NzYiLCJDb2xvciI6eyIkaWQiOiI3NzciLCJBIjoyNTUsIlIiOjExMiwiRyI6MTczLCJCIjo3MX19LCJJc1Zpc2libGUiOnRydWUsIldpZHRoIjowLjAsIkhlaWdodCI6MTAuMCwiQm9yZGVyU3R5bGUiOnsiJGlkIjoiNzc4IiwiTGluZUNvbG9yIjp7IiRpZCI6Ijc3OSIsIiR0eXBlIjoiTkxSRS5Db21tb24uRG9tLlNvbGlkQ29sb3JCcnVzaCwgTkxSRS5Db21tb24iLCJDb2xvciI6eyIkaWQiOiI3ODAiLCJBIjoyNTUsIlIiOjIzNCwiRyI6MjIsIkIiOjMwfX0sIkxpbmVXZWlnaHQiOjAuMCwiTGluZVR5cGUiOjAsIlBhcmVudFN0eWxlIjpudWxsfSwiUGFyZW50U3R5bGUiOm51bGx9LCJUaXRsZVN0eWxlIjp7IiRpZCI6Ijc4MSIsIkZvbnRTZXR0aW5ncyI6eyIkaWQiOiI3ODIiLCJGb250U2l6ZSI6MTEsIkZvbnROYW1lIjoiVGl0aWxsaXVtIFdlYiIsIklzQm9sZCI6ZmFsc2UsIklzSXRhbGljIjpmYWxzZSwiSXNVbmRlcmxpbmVkIjpmYWxzZSwiUGFyZW50U3R5bGUiOm51bGx9LCJBdXRvU2l6ZSI6MCwiRm9yZWdyb3VuZCI6eyIkaWQiOiI3ODMiLCJDb2xvciI6eyIkaWQiOiI3ODQiLCJBIjoyNTUsIlIiOjI1NSwiRyI6MjU1LCJCIjoyNTV9fSwiTWF4V2lkdGgiOjcyMC4wLCJNYXhIZWlnaHQiOiJJbmZpbml0eSIsIlNtYXJ0Rm9yZWdyb3VuZElzQWN0aXZlIjpmYWxzZSwiSG9yaXpvbnRhbEFsaWdubWVudCI6MCwiVmVydGljYWxBbGlnbm1lbnQiOjEsIlNtYXJ0Rm9yZWdyb3VuZCI6bnVsbCwiQmFja2dyb3VuZEZpbGxUeXBlIjowLCJNYXJnaW4iOnsiJGlkIjoiNzg1IiwiVG9wIjowLjAsIkxlZnQiOjAuMCwiUmlnaHQiOjAuMCwiQm90dG9tIjowLjB9LCJQYWRkaW5nIjp7IiRpZCI6Ijc4NiIsIlRvcCI6MC4wLCJMZWZ0IjowLjAsIlJpZ2h0IjowLjAsIkJvdHRvbSI6MC4wfSwiQmFja2dyb3VuZCI6eyIkaWQiOiI3ODciLCJDb2xvciI6eyIkaWQiOiI3ODgiLCJBIjowLCJSIjoyNTUsIkciOjI1NSwiQiI6MjU1fX0sIklzVmlzaWJsZSI6dHJ1ZSwiV2lkdGgiOjAuMCwiSGVpZ2h0IjowLjAsIkJvcmRlclN0eWxlIjp7IiRpZCI6Ijc4OSIsIkxpbmVDb2xvciI6bnVsbCwiTGluZVdlaWdodCI6MC4wLCJMaW5lVHlwZSI6MCwiUGFyZW50U3R5bGUiOm51bGx9LCJQYXJlbnRTdHlsZSI6bnVsbH0sIkRhdGVTdHlsZSI6eyIkaWQiOiI3OTAiLCJGb250U2V0dGluZ3MiOnsiJGlkIjoiNzkxIiwiRm9udFNpemUiOjEwLCJGb250TmFtZSI6IlRpdGlsbGl1bSBXZWIiLCJJc0JvbGQiOmZhbHNlLCJJc0l0YWxpYyI6ZmFsc2UsIklzVW5kZXJsaW5lZCI6ZmFsc2UsIlBhcmVudFN0eWxlIjpudWxsfSwiQXV0b1NpemUiOjAsIkZvcmVncm91bmQiOnsiJGlkIjoiNzkyIiwiQ29sb3IiOnsiJGlkIjoiNzkzIiwiQSI6MjU1LCJSIjoyNTUsIkciOjI1NSwiQiI6MjU1fX0sIk1heFdpZHRoIjoyMDAuMCwiTWF4SGVpZ2h0IjoiSW5maW5pdHkiLCJTbWFydEZvcmVncm91bmRJc0FjdGl2ZSI6ZmFsc2UsIkhvcml6b250YWxBbGlnbm1lbnQiOjIsIlZlcnRpY2FsQWxpZ25tZW50IjoxLCJTbWFydEZvcmVncm91bmQiOm51bGwsIkJhY2tncm91bmRGaWxsVHlwZSI6MCwiTWFyZ2luIjp7IiRpZCI6Ijc5NCIsIlRvcCI6MC4wLCJMZWZ0IjowLjAsIlJpZ2h0IjowLjAsIkJvdHRvbSI6MC4wfSwiUGFkZGluZyI6eyIkaWQiOiI3OTUiLCJUb3AiOjAuMCwiTGVmdCI6MC4wLCJSaWdodCI6MC4wLCJCb3R0b20iOjAuMH0sIkJhY2tncm91bmQiOnsiJGlkIjoiNzk2IiwiQ29sb3IiOnsiJGlkIjoiNzk3IiwiQSI6MCwiUiI6MjU1LCJHIjoyNTUsIkIiOjI1NX19LCJJc1Zpc2libGUiOnRydWUsIldpZHRoIjowLjAsIkhlaWdodCI6MC4wLCJCb3JkZXJTdHlsZSI6eyIkaWQiOiI3OTgiLCJMaW5lQ29sb3IiOm51bGwsIkxpbmVXZWlnaHQiOjAuMCwiTGluZVR5cGUiOjAsIlBhcmVudFN0eWxlIjpudWxsfSwiUGFyZW50U3R5bGUiOm51bGx9LCJEYXRlRm9ybWF0Ijp7IiRpZCI6Ijc5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DAiLCJGb3JtYXQiOjAsIklzVmlzaWJsZSI6ZmFsc2UsIkxhc3RLbm93blZpc2liaWxpdHlTdGF0ZSI6ZmFsc2V9LCJJc1Zpc2libGUiOnRydWUsIlZhcmlhbmNlU3R5bGUiOnsiJGlkIjoiODAxIiwiVGV4dFN0eWxlIjp7IiRpZCI6IjgwMiIsIkZvbnRTZXR0aW5ncyI6eyIkaWQiOiI4MDMiLCJGb250U2l6ZSI6MTAsIkZvbnROYW1lIjoiQ2FsaWJyaSIsIklzQm9sZCI6ZmFsc2UsIklzSXRhbGljIjpmYWxzZSwiSXNVbmRlcmxpbmVkIjpmYWxzZSwiUGFyZW50U3R5bGUiOm51bGx9LCJBdXRvU2l6ZSI6MCwiRm9yZWdyb3VuZCI6eyIkaWQiOiI4MDQiLCJDb2xvciI6eyIkaWQiOiI4M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A2IiwiVG9wIjowLjAsIkxlZnQiOjAuMCwiUmlnaHQiOjAuMCwiQm90dG9tIjowLjB9LCJQYWRkaW5nIjp7IiRpZCI6IjgwNyIsIlRvcCI6MC4wLCJMZWZ0IjowLjAsIlJpZ2h0IjowLjAsIkJvdHRvbSI6MC4wfSwiQmFja2dyb3VuZCI6eyIkaWQiOiI4MDgiLCJDb2xvciI6eyIkaWQiOiI4MDkiLCJBIjoyNTUsIlIiOjAsIkciOjAsIkIiOjB9fSwiSXNWaXNpYmxlIjp0cnVlLCJXaWR0aCI6MC4wLCJIZWlnaHQiOjAuMCwiQm9yZGVyU3R5bGUiOnsiJGlkIjoiODEwIiwiTGluZUNvbG9yIjpudWxsLCJMaW5lV2VpZ2h0IjowLjAsIkxpbmVUeXBlIjowLCJQYXJlbnRTdHlsZSI6bnVsbH0sIlBhcmVudFN0eWxlIjpudWxsfSwiUGFyZW50U3R5bGUiOm51bGx9LCJQYXJlbnRTdHlsZSI6bnVsbH0sIkluZGV4Ijo2LCJTbWFydER1cmF0aW9uQWN0aXZhdGVkIjpmYWxzZSwiRGF0ZUZvcm1hdCI6eyIkcmVmIjoiNzk5In0sIldlZWtOdW1iZXJpbmciOnsiJGlkIjoiODExIiwiRm9ybWF0IjowLCJJc1Zpc2libGUiOmZhbHNlLCJMYXN0S25vd25WaXNpYmlsaXR5U3RhdGUiOmZhbHNlfSwiQmFzZWxpbmVEYXRhIjp7IiRpZCI6IjgxMiIsIlN0YXJ0RGF0ZSI6IjIwMjYtMDUtMDNUMDA6MDA6MDAiLCJFbmREYXRlIjoiMjAyNi0wNS0yOVQyMzo1OTowMCJ9LCJJZCI6IjI5ZjMxNWRiLTFhZDYtNDBiNC1iMTA2LWY2OWY4ZmEwZGRmNSIsIkltcG9ydElkIjpudWxsLCJUaXRsZSI6IkluZnJhc3RydWN0dXJlIExlYWQiLCJOb3RlIjpudWxsLCJIeXBlcmxpbmsiOnsiJGlkIjoiODEzIiwiQWRkcmVzcyI6IiIsIlN1YkFkZHJlc3MiOiIifSwiSXNDaGFuZ2VkIjpmYWxzZSwiSXNOZXciOmZhbHNlfX1dLCJfbWlsZXN0b25lcyI6W10sIklkIjoiMDAwMDAwMDAtMDAwMC0wMDAwLTAwMDAtMDAwMDAwMDAwMDAwIiwiSXNTaW5nbGVJdGVtUm93Ijp0cnVlfSx7IiRpZCI6IjgxNCIsIl90YXNrcyI6W3siJGlkIjoiODE1IiwiX2F0dGFjaGVkTWlsZXN0b25lcyI6W10sIlRhc2tEZWZpbml0aW9uIjp7IiRpZCI6IjgxNiIsIkdyb3VwTmFtZSI6bnVsbCwiU3RhcnREYXRlIjoiMjAyNi0wNS0wM1QwMDowMDowMCIsIkVuZERhdGUiOiIyMDI2LTA2LTA1VDIzOjU5OjAwIiwiUGVyY2VudGFnZUNvbXBsZXRlIjpudWxsLCJTdHlsZSI6eyIkaWQiOiI4MTciLCJTaGFwZSI6MSwiU2hhcGVUaGlja25lc3MiOjAsIkR1cmF0aW9uRm9ybWF0IjowLCJJbmNsdWRlTm9uV29ya2luZ0RheXNJbkR1cmF0aW9uIjpmYWxzZSwiUGVyY2VudGFnZUNvbXBsZXRlU3R5bGUiOnsiJGlkIjoiODE4IiwiRm9udFNldHRpbmdzIjp7IiRpZCI6IjgxOSIsIkZvbnRTaXplIjoxMCwiRm9udE5hbWUiOiJDYWxpYnJpIiwiSXNCb2xkIjpmYWxzZSwiSXNJdGFsaWMiOmZhbHNlLCJJc1VuZGVybGluZWQiOmZhbHNlLCJQYXJlbnRTdHlsZSI6bnVsbH0sIkF1dG9TaXplIjowLCJGb3JlZ3JvdW5kIjp7IiRpZCI6IjgyMCIsIkNvbG9yIjp7IiRpZCI6IjgyM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4MjIiLCJUb3AiOjAuMCwiTGVmdCI6MC4wLCJSaWdodCI6MC4wLCJCb3R0b20iOjAuMH0sIlBhZGRpbmciOnsiJGlkIjoiODIzIiwiVG9wIjowLjAsIkxlZnQiOjAuMCwiUmlnaHQiOjAuMCwiQm90dG9tIjowLjB9LCJCYWNrZ3JvdW5kIjp7IiRpZCI6IjgyNCIsIkNvbG9yIjp7IiRpZCI6IjgyNSIsIkEiOjg5LCJSIjowLCJHIjowLCJCIjowfX0sIklzVmlzaWJsZSI6dHJ1ZSwiV2lkdGgiOjAuMCwiSGVpZ2h0IjowLjAsIkJvcmRlclN0eWxlIjp7IiRpZCI6IjgyNiIsIkxpbmVDb2xvciI6bnVsbCwiTGluZVdlaWdodCI6MC4wLCJMaW5lVHlwZSI6MCwiUGFyZW50U3R5bGUiOm51bGx9LCJQYXJlbnRTdHlsZSI6bnVsbH0sIkR1cmF0aW9uU3R5bGUiOnsiJGlkIjoiODI3IiwiRm9udFNldHRpbmdzIjp7IiRpZCI6IjgyOCIsIkZvbnRTaXplIjoxMCwiRm9udE5hbWUiOiJDYWxpYnJpIiwiSXNCb2xkIjpmYWxzZSwiSXNJdGFsaWMiOmZhbHNlLCJJc1VuZGVybGluZWQiOmZhbHNlLCJQYXJlbnRTdHlsZSI6bnVsbH0sIkF1dG9TaXplIjowLCJGb3JlZ3JvdW5kIjp7IiRpZCI6IjgyOSIsIkNvbG9yIjp7IiRpZCI6Ijgz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ODMxIiwiVG9wIjowLjAsIkxlZnQiOjAuMCwiUmlnaHQiOjAuMCwiQm90dG9tIjowLjB9LCJQYWRkaW5nIjp7IiRpZCI6IjgzMiIsIlRvcCI6MC4wLCJMZWZ0IjowLjAsIlJpZ2h0IjowLjAsIkJvdHRvbSI6MC4wfSwiQmFja2dyb3VuZCI6eyIkaWQiOiI4MzMiLCJDb2xvciI6eyIkaWQiOiI4MzQiLCJBIjoyNTUsIlIiOjY4LCJHIjo4NCwiQiI6MTA2fX0sIklzVmlzaWJsZSI6dHJ1ZSwiV2lkdGgiOjAuMCwiSGVpZ2h0IjowLjAsIkJvcmRlclN0eWxlIjp7IiRpZCI6IjgzNSIsIkxpbmVDb2xvciI6bnVsbCwiTGluZVdlaWdodCI6MC4wLCJMaW5lVHlwZSI6MCwiUGFyZW50U3R5bGUiOm51bGx9LCJQYXJlbnRTdHlsZSI6bnVsbH0sIkhvcml6b250YWxDb25uZWN0b3JTdHlsZSI6eyIkaWQiOiI4MzYiLCJMaW5lQ29sb3IiOnsiJGlkIjoiODM3IiwiJHR5cGUiOiJOTFJFLkNvbW1vbi5Eb20uU29saWRDb2xvckJydXNoLCBOTFJFLkNvbW1vbiIsIkNvbG9yIjp7IiRpZCI6IjgzOCIsIkEiOjI1NSwiUiI6MCwiRyI6MCwiQiI6MH19LCJMaW5lV2VpZ2h0IjowLjAsIkxpbmVUeXBlIjowLCJQYXJlbnRTdHlsZSI6bnVsbH0sIlZlcnRpY2FsQ29ubmVjdG9yU3R5bGUiOnsiJGlkIjoiODM5IiwiTGluZUNvbG9yIjp7IiRpZCI6Ijg0MCIsIiR0eXBlIjoiTkxSRS5Db21tb24uRG9tLlNvbGlkQ29sb3JCcnVzaCwgTkxSRS5Db21tb24iLCJDb2xvciI6eyIkaWQiOiI4N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g0MiIsIlNoYXBlU3R5bGUiOnsiJGlkIjoiODQzIiwiTWFyZ2luIjp7IiRpZCI6Ijg0NCIsIlRvcCI6MC4wLCJMZWZ0IjowLjAsIlJpZ2h0IjowLjAsIkJvdHRvbSI6MC4wfSwiUGFkZGluZyI6eyIkaWQiOiI4NDUiLCJUb3AiOjAuMCwiTGVmdCI6MC4wLCJSaWdodCI6MC4wLCJCb3R0b20iOjAuMH0sIkJhY2tncm91bmQiOnsiJGlkIjoiODQ2IiwiQ29sb3IiOnsiJGlkIjoiODQ3IiwiQSI6MTUzLCJSIjowLCJHIjowLCJCIjowfX0sIklzVmlzaWJsZSI6dHJ1ZSwiV2lkdGgiOjAuMCwiSGVpZ2h0IjowLjAsIkJvcmRlclN0eWxlIjpudWxsLCJQYXJlbnRTdHlsZSI6bnVsbH0sIk1hcmdpbiI6eyIkaWQiOiI4NDgiLCJUb3AiOjAuMCwiTGVmdCI6MC4wLCJSaWdodCI6MC4wLCJCb3R0b20iOjAuMH0sIlBhZGRpbmciOnsiJGlkIjoiODQ5IiwiVG9wIjowLjAsIkxlZnQiOjAuMCwiUmlnaHQiOjAuMCwiQm90dG9tIjowLjB9LCJCYWNrZ3JvdW5kIjpudWxsLCJJc1Zpc2libGUiOnRydWUsIldpZHRoIjowLjAsIkhlaWdodCI6MC4wLCJCb3JkZXJTdHlsZSI6bnVsbCwiUGFyZW50U3R5bGUiOm51bGx9LCJTaGFwZVN0eWxlIjp7IiRpZCI6Ijg1MCIsIk1hcmdpbiI6eyIkaWQiOiI4NTEiLCJUb3AiOjAuMCwiTGVmdCI6NC4wLCJSaWdodCI6NC4wLCJCb3R0b20iOjAuMH0sIlBhZGRpbmciOnsiJGlkIjoiODUyIiwiVG9wIjowLjAsIkxlZnQiOjAuMCwiUmlnaHQiOjAuMCwiQm90dG9tIjowLjB9LCJCYWNrZ3JvdW5kIjp7IiRpZCI6Ijg1MyIsIkNvbG9yIjp7IiRpZCI6Ijg1NCIsIkEiOjI1NSwiUiI6MTEyLCJHIjoxNzMsIkIiOjcxfX0sIklzVmlzaWJsZSI6dHJ1ZSwiV2lkdGgiOjAuMCwiSGVpZ2h0IjoxMC4wLCJCb3JkZXJTdHlsZSI6eyIkaWQiOiI4NTUiLCJMaW5lQ29sb3IiOnsiJGlkIjoiODU2IiwiJHR5cGUiOiJOTFJFLkNvbW1vbi5Eb20uU29saWRDb2xvckJydXNoLCBOTFJFLkNvbW1vbiIsIkNvbG9yIjp7IiRpZCI6Ijg1NyIsIkEiOjI1NSwiUiI6MjM0LCJHIjoyMiwiQiI6MzB9fSwiTGluZVdlaWdodCI6MC4wLCJMaW5lVHlwZSI6MCwiUGFyZW50U3R5bGUiOm51bGx9LCJQYXJlbnRTdHlsZSI6bnVsbH0sIlRpdGxlU3R5bGUiOnsiJGlkIjoiODU4IiwiRm9udFNldHRpbmdzIjp7IiRpZCI6Ijg1OSIsIkZvbnRTaXplIjoxMSwiRm9udE5hbWUiOiJUaXRpbGxpdW0gV2ViIiwiSXNCb2xkIjpmYWxzZSwiSXNJdGFsaWMiOmZhbHNlLCJJc1VuZGVybGluZWQiOmZhbHNlLCJQYXJlbnRTdHlsZSI6bnVsbH0sIkF1dG9TaXplIjowLCJGb3JlZ3JvdW5kIjp7IiRpZCI6Ijg2MCIsIkNvbG9yIjp7IiRpZCI6Ijg2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AsIlIiOjI1NSwiRyI6MjU1LCJCIjoyNTV9fSwiSXNWaXNpYmxlIjp0cnVlLCJXaWR0aCI6MC4wLCJIZWlnaHQiOjAuMCwiQm9yZGVyU3R5bGUiOnsiJGlkIjoiODY2IiwiTGluZUNvbG9yIjpudWxsLCJMaW5lV2VpZ2h0IjowLjAsIkxpbmVUeXBlIjowLCJQYXJlbnRTdHlsZSI6bnVsbH0sIlBhcmVudFN0eWxlIjpudWxsfSwiRGF0ZVN0eWxlIjp7IiRpZCI6Ijg2NyIsIkZvbnRTZXR0aW5ncyI6eyIkaWQiOiI4NjgiLCJGb250U2l6ZSI6MTAsIkZvbnROYW1lIjoiVGl0aWxsaXVtIFdlYiIsIklzQm9sZCI6ZmFsc2UsIklzSXRhbGljIjpmYWxzZSwiSXNVbmRlcmxpbmVkIjpmYWxzZSwiUGFyZW50U3R5bGUiOm51bGx9LCJBdXRvU2l6ZSI6MCwiRm9yZWdyb3VuZCI6eyIkaWQiOiI4NjkiLCJDb2xvciI6eyIkaWQiOiI4Nz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ODcxIiwiVG9wIjowLjAsIkxlZnQiOjAuMCwiUmlnaHQiOjAuMCwiQm90dG9tIjowLjB9LCJQYWRkaW5nIjp7IiRpZCI6Ijg3MiIsIlRvcCI6MC4wLCJMZWZ0IjowLjAsIlJpZ2h0IjowLjAsIkJvdHRvbSI6MC4wfSwiQmFja2dyb3VuZCI6eyIkaWQiOiI4NzMiLCJDb2xvciI6eyIkaWQiOiI4NzQiLCJBIjowLCJSIjoyNTUsIkciOjI1NSwiQiI6MjU1fX0sIklzVmlzaWJsZSI6dHJ1ZSwiV2lkdGgiOjAuMCwiSGVpZ2h0IjowLjAsIkJvcmRlclN0eWxlIjp7IiRpZCI6Ijg3NSIsIkxpbmVDb2xvciI6bnVsbCwiTGluZVdlaWdodCI6MC4wLCJMaW5lVHlwZSI6MCwiUGFyZW50U3R5bGUiOm51bGx9LCJQYXJlbnRTdHlsZSI6bnVsbH0sIkRhdGVGb3JtYXQiOnsiJGlkIjoiODc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NyIsIkZvcm1hdCI6MCwiSXNWaXNpYmxlIjpmYWxzZSwiTGFzdEtub3duVmlzaWJpbGl0eVN0YXRlIjpmYWxzZX0sIklzVmlzaWJsZSI6dHJ1ZSwiVmFyaWFuY2VTdHlsZSI6eyIkaWQiOiI4NzgiLCJUZXh0U3R5bGUiOnsiJGlkIjoiODc5IiwiRm9udFNldHRpbmdzIjp7IiRpZCI6Ijg4MCIsIkZvbnRTaXplIjoxMCwiRm9udE5hbWUiOiJDYWxpYnJpIiwiSXNCb2xkIjpmYWxzZSwiSXNJdGFsaWMiOmZhbHNlLCJJc1VuZGVybGluZWQiOmZhbHNlLCJQYXJlbnRTdHlsZSI6bnVsbH0sIkF1dG9TaXplIjowLCJGb3JlZ3JvdW5kIjp7IiRpZCI6Ijg4MSIsIkNvbG9yIjp7IiRpZCI6Ijg4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ODMiLCJUb3AiOjAuMCwiTGVmdCI6MC4wLCJSaWdodCI6MC4wLCJCb3R0b20iOjAuMH0sIlBhZGRpbmciOnsiJGlkIjoiODg0IiwiVG9wIjowLjAsIkxlZnQiOjAuMCwiUmlnaHQiOjAuMCwiQm90dG9tIjowLjB9LCJCYWNrZ3JvdW5kIjp7IiRpZCI6Ijg4NSIsIkNvbG9yIjp7IiRpZCI6Ijg4NiIsIkEiOjI1NSwiUiI6MCwiRyI6MCwiQiI6MH19LCJJc1Zpc2libGUiOnRydWUsIldpZHRoIjowLjAsIkhlaWdodCI6MC4wLCJCb3JkZXJTdHlsZSI6eyIkaWQiOiI4ODciLCJMaW5lQ29sb3IiOm51bGwsIkxpbmVXZWlnaHQiOjAuMCwiTGluZVR5cGUiOjAsIlBhcmVudFN0eWxlIjpudWxsfSwiUGFyZW50U3R5bGUiOm51bGx9LCJQYXJlbnRTdHlsZSI6bnVsbH0sIlBhcmVudFN0eWxlIjpudWxsfSwiSW5kZXgiOjcsIlNtYXJ0RHVyYXRpb25BY3RpdmF0ZWQiOmZhbHNlLCJEYXRlRm9ybWF0Ijp7IiRyZWYiOiI4NzYifSwiV2Vla051bWJlcmluZyI6eyIkaWQiOiI4ODgiLCJGb3JtYXQiOjAsIklzVmlzaWJsZSI6ZmFsc2UsIkxhc3RLbm93blZpc2liaWxpdHlTdGF0ZSI6ZmFsc2V9LCJCYXNlbGluZURhdGEiOnsiJGlkIjoiODg5IiwiU3RhcnREYXRlIjoiMjAyNi0wNS0wM1QwMDowMDowMCIsIkVuZERhdGUiOiIyMDI2LTA2LTA1VDIzOjU5OjAwIn0sIklkIjoiNmRmNTM5NjktZGJiYi00MDdjLThjOWQtNjdhMTMyMTVjMWM1IiwiSW1wb3J0SWQiOm51bGwsIlRpdGxlIjoiRGV2cyIsIk5vdGUiOm51bGwsIkh5cGVybGluayI6eyIkaWQiOiI4OTAiLCJBZGRyZXNzIjoiIiwiU3ViQWRkcmVzcyI6IiJ9LCJJc0NoYW5nZWQiOmZhbHNlLCJJc05ldyI6ZmFsc2V9fV0sIl9taWxlc3RvbmVzIjpbXSwiSWQiOiIwMDAwMDAwMC0wMDAwLTAwMDAtMDAwMC0wMDAwMDAwMDAwMDAiLCJJc1NpbmdsZUl0ZW1Sb3ciOnRydWV9XSwiSW5kZXgiOjQsIklkIjoiMjc2Y2U1NTEtY2E1ZC00ODRhLThlMTQtNjIzNDc5YTNiMGJkIiwiSGVhZGVyVGV4dCI6bnVsbCwiSXNEZWZhdWx0Ijp0cnVlLCJTdHlsZSI6eyIkaWQiOiI4OTEiLCJIZWFkZXJTdHlsZSI6eyIkaWQiOiI4OTIiLCJUZXh0U3R5bGUiOnsiJGlkIjoiODkzIiwiRm9udFNldHRpbmdzIjp7IiRpZCI6Ijg5NCIsIkZvbnRTaXplIjoxMSwiRm9udE5hbWUiOiJDYWxpYnJpIiwiSXNCb2xkIjpmYWxzZSwiSXNJdGFsaWMiOmZhbHNlLCJJc1VuZGVybGluZWQiOmZhbHNlLCJQYXJlbnRTdHlsZSI6bnVsbH0sIkF1dG9TaXplIjoyLCJGb3JlZ3JvdW5kIjp7IiRpZCI6Ijg5NSIsIkNvbG9yIjp7IiRpZCI6Ijg5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g5NyIsIlRvcCI6MC4wLCJMZWZ0IjowLjAsIlJpZ2h0IjowLjAsIkJvdHRvbSI6MC4wfSwiUGFkZGluZyI6eyIkaWQiOiI4OTgiLCJUb3AiOjAuMCwiTGVmdCI6MC4wLCJSaWdodCI6MC4wLCJCb3R0b20iOjAuMH0sIkJhY2tncm91bmQiOnsiJGlkIjoiODk5IiwiQ29sb3IiOnsiJGlkIjoiOTAwIiwiQSI6MjU1LCJSIjo2NCwiRyI6NjQsIkIiOjY0fX0sIklzVmlzaWJsZSI6dHJ1ZSwiV2lkdGgiOjAuMCwiSGVpZ2h0IjowLjAsIkJvcmRlclN0eWxlIjpudWxsLCJQYXJlbnRTdHlsZSI6bnVsbH0sIlJlY3RhbmdsZVN0eWxlIjp7IiRpZCI6IjkwMSIsIk1hcmdpbiI6eyIkaWQiOiI5MDIiLCJUb3AiOjAuMCwiTGVmdCI6MC4wLCJSaWdodCI6MC4wLCJCb3R0b20iOjAuMH0sIlBhZGRpbmciOnsiJGlkIjoiOTAzIiwiVG9wIjowLjAsIkxlZnQiOjAuMCwiUmlnaHQiOjAuMCwiQm90dG9tIjowLjB9LCJCYWNrZ3JvdW5kIjp7IiRpZCI6IjkwNCIsIkNvbG9yIjp7IiRpZCI6IjkwNSIsIkEiOjEyNywiUiI6MTEyLCJHIjoxNzMsIkIiOjcxfX0sIklzVmlzaWJsZSI6dHJ1ZSwiV2lkdGgiOjAuMCwiSGVpZ2h0IjowLjAsIkJvcmRlclN0eWxlIjp7IiRpZCI6IjkwNiIsIkxpbmVDb2xvciI6eyIkaWQiOiI5MDciLCIkdHlwZSI6Ik5MUkUuQ29tbW9uLkRvbS5Tb2xpZENvbG9yQnJ1c2gsIE5MUkUuQ29tbW9uIiwiQ29sb3IiOnsiJGlkIjoiOTA4IiwiQSI6MjU1LCJSIjoyNTUsIkciOjI1NSwiQiI6MjU1fX0sIkxpbmVXZWlnaHQiOjAuMCwiTGluZVR5cGUiOjAsIlBhcmVudFN0eWxlIjpudWxsfSwiUGFyZW50U3R5bGUiOm51bGx9LCJNYXJnaW4iOnsiJGlkIjoiOTA5IiwiVG9wIjowLjAsIkxlZnQiOjAuMCwiUmlnaHQiOjAuMCwiQm90dG9tIjowLjB9LCJQYWRkaW5nIjp7IiRpZCI6IjkxMCIsIlRvcCI6MC4wLCJMZWZ0IjowLjAsIlJpZ2h0IjowLjAsIkJvdHRvbSI6MC4wfSwiQmFja2dyb3VuZCI6bnVsbCwiSXNWaXNpYmxlIjp0cnVlLCJXaWR0aCI6MC4wLCJIZWlnaHQiOjAuMCwiQm9yZGVyU3R5bGUiOm51bGwsIlBhcmVudFN0eWxlIjpudWxsfSwiQmFja2dyb3VuZFN0eWxlIjp7IiRpZCI6IjkxMSIsIk1hcmdpbiI6eyIkaWQiOiI5MTIiLCJUb3AiOjAuMCwiTGVmdCI6MC4wLCJSaWdodCI6MC4wLCJCb3R0b20iOjAuMH0sIlBhZGRpbmciOnsiJGlkIjoiOTEzIiwiVG9wIjowLjAsIkxlZnQiOjAuMCwiUmlnaHQiOjAuMCwiQm90dG9tIjowLjB9LCJCYWNrZ3JvdW5kIjp7IiRpZCI6IjkxNCIsIkNvbG9yIjp7IiRpZCI6IjkxNSIsIkEiOjUxLCJSIjoyMDAsIkciOjIwMCwiQiI6MjAwfX0sIklzVmlzaWJsZSI6dHJ1ZSwiV2lkdGgiOjAuMCwiSGVpZ2h0IjowLjAsIkJvcmRlclN0eWxlIjp7IiRpZCI6IjkxNiIsIkxpbmVDb2xvciI6eyIkaWQiOiI5MTciLCIkdHlwZSI6Ik5MUkUuQ29tbW9uLkRvbS5Tb2xpZENvbG9yQnJ1c2gsIE5MUkUuQ29tbW9uIiwiQ29sb3IiOnsiJGlkIjoiOTE4IiwiQSI6MjU1LCJSIjoyMzQsIkciOjIyLCJCIjozMH19LCJMaW5lV2VpZ2h0IjowLjAsIkxpbmVUeXBlIjowLCJQYXJlbnRTdHlsZSI6bnVsbH0sIlBhcmVudFN0eWxlIjpudWxsfSwiTWFyZ2luIjp7IiRpZCI6IjkxOSIsIlRvcCI6MC4wLCJMZWZ0IjowLjAsIlJpZ2h0IjowLjAsIkJvdHRvbSI6MC4wfSwiUGFkZGluZyI6eyIkaWQiOiI5MjAiLCJUb3AiOjAuMCwiTGVmdCI6MC4wLCJSaWdodCI6MC4wLCJCb3R0b20iOjAuMH0sIklzVmlzaWJsZSI6dHJ1ZSwiV2lkdGgiOjAuMCwiSGVpZ2h0IjowLjAsIkJvcmRlclN0eWxlIjp7IiRpZCI6IjkyMSIsIkxpbmVDb2xvciI6bnVsbCwiTGluZVdlaWdodCI6MC4wLCJMaW5lVHlwZSI6MCwiUGFyZW50U3R5bGUiOm51bGx9LCJQYXJlbnRTdHlsZSI6bnVsbH19XSwiSWQiOiJlMTllMDhjOC1lZThjLTQzZmItYjc3YS02MzJiZjAzOTY2NjMiLCJJbmRleCI6NCwiSGVhZGVyVGV4dCI6IlJlc291cmNpbmciLCJTdHlsZSI6eyIkaWQiOiI5MjIiLCJTdHlsZUlkIjoiYjI0ZjgwNDUtZjY5Yi00YTQzLTgyOWYtYTU2NTAzZmRjZDY5IiwiSGVhZGVyU3R5bGUiOnsiJGlkIjoiOTIzIiwiVGV4dElzVmVydGljYWwiOmZhbHNlLCJUZXh0U3R5bGUiOnsiJGlkIjoiOTI0IiwiRm9udFNldHRpbmdzIjp7IiRpZCI6IjkyNSIsIkZvbnRTaXplIjoxMSwiRm9udE5hbWUiOiJUaXRpbGxpdW0gV2ViIiwiSXNCb2xkIjpmYWxzZSwiSXNJdGFsaWMiOmZhbHNlLCJJc1VuZGVybGluZWQiOmZhbHNlLCJQYXJlbnRTdHlsZSI6bnVsbH0sIkF1dG9TaXplIjoyLCJGb3JlZ3JvdW5kIjp7IiRpZCI6IjkyNiIsIkNvbG9yIjp7IiRpZCI6Ijky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kyOCIsIlRvcCI6MC4wLCJMZWZ0IjowLjAsIlJpZ2h0IjowLjAsIkJvdHRvbSI6MC4wfSwiUGFkZGluZyI6eyIkaWQiOiI5MjkiLCJUb3AiOjAuMCwiTGVmdCI6MC4wLCJSaWdodCI6MC4wLCJCb3R0b20iOjAuMH0sIkJhY2tncm91bmQiOnsiJGlkIjoiOTMwIiwiQ29sb3IiOnsiJGlkIjoiOTMxIiwiQSI6MjU1LCJSIjoyNTUsIkciOjI1NSwiQiI6MjU1fX0sIklzVmlzaWJsZSI6dHJ1ZSwiV2lkdGgiOjAuMCwiSGVpZ2h0IjowLjAsIkJvcmRlclN0eWxlIjpudWxsLCJQYXJlbnRTdHlsZSI6bnVsbH0sIlJlY3RhbmdsZVN0eWxlIjp7IiRpZCI6IjkzMiIsIk1hcmdpbiI6eyIkaWQiOiI5MzMiLCJUb3AiOjAuMCwiTGVmdCI6MC4wLCJSaWdodCI6MC4wLCJCb3R0b20iOjAuMH0sIlBhZGRpbmciOnsiJGlkIjoiOTM0IiwiVG9wIjowLjAsIkxlZnQiOjAuMCwiUmlnaHQiOjAuMCwiQm90dG9tIjowLjB9LCJCYWNrZ3JvdW5kIjp7IiRpZCI6IjkzNSIsIkNvbG9yIjp7IiRpZCI6IjkzNiIsIkEiOjI1NSwiUiI6MTEyLCJHIjoxNzMsIkIiOjcxfX0sIklzVmlzaWJsZSI6dHJ1ZSwiV2lkdGgiOjAuMCwiSGVpZ2h0IjowLjAsIkJvcmRlclN0eWxlIjp7IiRpZCI6IjkzNyIsIkxpbmVDb2xvciI6eyIkaWQiOiI5MzgiLCIkdHlwZSI6Ik5MUkUuQ29tbW9uLkRvbS5Tb2xpZENvbG9yQnJ1c2gsIE5MUkUuQ29tbW9uIiwiQ29sb3IiOnsiJGlkIjoiOTM5IiwiQSI6MjU1LCJSIjoyNTUsIkciOjI1NSwiQiI6MjU1fX0sIkxpbmVXZWlnaHQiOjAuMCwiTGluZVR5cGUiOjAsIlBhcmVudFN0eWxlIjpudWxsfSwiUGFyZW50U3R5bGUiOm51bGx9LCJNYXJnaW4iOnsiJGlkIjoiOTQwIiwiVG9wIjowLjAsIkxlZnQiOjAuMCwiUmlnaHQiOjAuMCwiQm90dG9tIjowLjB9LCJQYWRkaW5nIjp7IiRpZCI6Ijk0MSIsIlRvcCI6MC4wLCJMZWZ0IjowLjAsIlJpZ2h0IjowLjAsIkJvdHRvbSI6MC4wfSwiQmFja2dyb3VuZCI6bnVsbCwiSXNWaXNpYmxlIjp0cnVlLCJXaWR0aCI6MC4wLCJIZWlnaHQiOjAuMCwiQm9yZGVyU3R5bGUiOm51bGwsIlBhcmVudFN0eWxlIjpudWxsfSwiQmFja2dyb3VuZFN0eWxlIjp7IiRpZCI6Ijk0MiIsIk1hcmdpbiI6eyIkaWQiOiI5NDMiLCJUb3AiOjAuMCwiTGVmdCI6MC4wLCJSaWdodCI6MC4wLCJCb3R0b20iOjAuMH0sIlBhZGRpbmciOnsiJGlkIjoiOTQ0IiwiVG9wIjowLjAsIkxlZnQiOjAuMCwiUmlnaHQiOjAuMCwiQm90dG9tIjowLjB9LCJCYWNrZ3JvdW5kIjp7IiRpZCI6Ijk0NSIsIkNvbG9yIjp7IiRpZCI6Ijk0NiIsIkEiOjUxLCJSIjoyMDAsIkciOjIwMCwiQiI6MjAwfX0sIklzVmlzaWJsZSI6dHJ1ZSwiV2lkdGgiOjAuMCwiSGVpZ2h0IjowLjAsIkJvcmRlclN0eWxlIjp7IiRpZCI6Ijk0NyIsIkxpbmVDb2xvciI6eyIkaWQiOiI5NDgiLCIkdHlwZSI6Ik5MUkUuQ29tbW9uLkRvbS5Tb2xpZENvbG9yQnJ1c2gsIE5MUkUuQ29tbW9uIiwiQ29sb3IiOnsiJGlkIjoiOTQ5IiwiQSI6MjU1LCJSIjoyMzQsIkciOjIyLCJCIjozMH19LCJMaW5lV2VpZ2h0IjowLjAsIkxpbmVUeXBlIjowLCJQYXJlbnRTdHlsZSI6bnVsbH0sIlBhcmVudFN0eWxlIjpudWxsfSwiSXNBYm92ZVRpbWViYW5kIjpmYWxzZSwiU3BhY2luZyI6MiwiRGVmYXVsdFN3aW1sYW5lVGFza1N0eWxlIjp7IiRpZCI6Ijk1MCIsIiR0eXBlIjoiTkxSRS5Db21tb24uRG9tLlN0eWxlcy5FeHBsaWNpdFNldGFibGVUYXNrU3R5bGUsIE5MUkUuQ29tbW9uIiwiU2hhcGUiOjEsIlNoYXBlVGhpY2tuZXNzIjowLCJEdXJhdGlvbkZvcm1hdCI6MCwiSW5jbHVkZU5vbldvcmtpbmdEYXlzSW5EdXJhdGlvbiI6ZmFsc2UsIlBlcmNlbnRhZ2VDb21wbGV0ZVN0eWxlIjp7IiRpZCI6Ijk1MSIsIkZvbnRTZXR0aW5ncyI6eyIkaWQiOiI5NTIiLCJGb250U2l6ZSI6MTAsIkZvbnROYW1lIjoiQ2FsaWJyaSIsIklzQm9sZCI6ZmFsc2UsIklzSXRhbGljIjpmYWxzZSwiSXNVbmRlcmxpbmVkIjpmYWxzZSwiUGFyZW50U3R5bGUiOm51bGx9LCJBdXRvU2l6ZSI6MCwiRm9yZWdyb3VuZCI6eyIkaWQiOiI5NTMiLCJDb2xvciI6eyIkaWQiOiI5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OTU1IiwiVG9wIjowLjAsIkxlZnQiOjAuMCwiUmlnaHQiOjAuMCwiQm90dG9tIjowLjB9LCJQYWRkaW5nIjp7IiRpZCI6Ijk1NiIsIlRvcCI6MC4wLCJMZWZ0IjowLjAsIlJpZ2h0IjowLjAsIkJvdHRvbSI6MC4wfSwiQmFja2dyb3VuZCI6eyIkaWQiOiI5NTciLCJDb2xvciI6eyIkaWQiOiI5NTgiLCJBIjo4OSwiUiI6MCwiRyI6MCwiQiI6MH19LCJJc1Zpc2libGUiOnRydWUsIldpZHRoIjowLjAsIkhlaWdodCI6MC4wLCJCb3JkZXJTdHlsZSI6eyIkaWQiOiI5NTkiLCJMaW5lQ29sb3IiOm51bGwsIkxpbmVXZWlnaHQiOjAuMCwiTGluZVR5cGUiOjAsIlBhcmVudFN0eWxlIjpudWxsfSwiUGFyZW50U3R5bGUiOm51bGx9LCJEdXJhdGlvblN0eWxlIjp7IiRpZCI6Ijk2MCIsIkZvbnRTZXR0aW5ncyI6eyIkaWQiOiI5NjEiLCJGb250U2l6ZSI6MTAsIkZvbnROYW1lIjoiQ2FsaWJyaSIsIklzQm9sZCI6ZmFsc2UsIklzSXRhbGljIjpmYWxzZSwiSXNVbmRlcmxpbmVkIjpmYWxzZSwiUGFyZW50U3R5bGUiOm51bGx9LCJBdXRvU2l6ZSI6MCwiRm9yZWdyb3VuZCI6eyIkaWQiOiI5NjIiLCJDb2xvciI6eyIkaWQiOiI5Nj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k2NCIsIlRvcCI6MC4wLCJMZWZ0IjowLjAsIlJpZ2h0IjowLjAsIkJvdHRvbSI6MC4wfSwiUGFkZGluZyI6eyIkaWQiOiI5NjUiLCJUb3AiOjAuMCwiTGVmdCI6MC4wLCJSaWdodCI6MC4wLCJCb3R0b20iOjAuMH0sIkJhY2tncm91bmQiOnsiJGlkIjoiOTY2IiwiQ29sb3IiOnsiJGlkIjoiOTY3IiwiQSI6MjU1LCJSIjo2OCwiRyI6ODQsIkIiOjEwNn19LCJJc1Zpc2libGUiOnRydWUsIldpZHRoIjowLjAsIkhlaWdodCI6MC4wLCJCb3JkZXJTdHlsZSI6eyIkaWQiOiI5NjgiLCJMaW5lQ29sb3IiOm51bGwsIkxpbmVXZWlnaHQiOjAuMCwiTGluZVR5cGUiOjAsIlBhcmVudFN0eWxlIjpudWxsfSwiUGFyZW50U3R5bGUiOm51bGx9LCJIb3Jpem9udGFsQ29ubmVjdG9yU3R5bGUiOnsiJGlkIjoiOTY5IiwiTGluZUNvbG9yIjp7IiRpZCI6Ijk3MCIsIiR0eXBlIjoiTkxSRS5Db21tb24uRG9tLlNvbGlkQ29sb3JCcnVzaCwgTkxSRS5Db21tb24iLCJDb2xvciI6eyIkaWQiOiI5NzEiLCJBIjoyNTUsIlIiOjAsIkciOjAsIkIiOjB9fSwiTGluZVdlaWdodCI6MC4wLCJMaW5lVHlwZSI6MCwiUGFyZW50U3R5bGUiOm51bGx9LCJWZXJ0aWNhbENvbm5lY3RvclN0eWxlIjp7IiRpZCI6Ijk3MiIsIkxpbmVDb2xvciI6eyIkaWQiOiI5NzMiLCIkdHlwZSI6Ik5MUkUuQ29tbW9uLkRvbS5Tb2xpZENvbG9yQnJ1c2gsIE5MUkUuQ29tbW9uIiwiQ29sb3IiOnsiJGlkIjoiOTc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OTc1IiwiU2hhcGVTdHlsZSI6eyIkaWQiOiI5NzYiLCJNYXJnaW4iOnsiJGlkIjoiOTc3IiwiVG9wIjowLjAsIkxlZnQiOjAuMCwiUmlnaHQiOjAuMCwiQm90dG9tIjowLjB9LCJQYWRkaW5nIjp7IiRpZCI6Ijk3OCIsIlRvcCI6MC4wLCJMZWZ0IjowLjAsIlJpZ2h0IjowLjAsIkJvdHRvbSI6MC4wfSwiQmFja2dyb3VuZCI6eyIkaWQiOiI5NzkiLCJDb2xvciI6eyIkaWQiOiI5ODAiLCJBIjoxNTMsIlIiOjAsIkciOjAsIkIiOjB9fSwiSXNWaXNpYmxlIjp0cnVlLCJXaWR0aCI6MC4wLCJIZWlnaHQiOjAuMCwiQm9yZGVyU3R5bGUiOnsiJGlkIjoiOTgxIiwiTGluZUNvbG9yIjp7IiRpZCI6Ijk4MiIsIiR0eXBlIjoiTkxSRS5Db21tb24uRG9tLlNvbGlkQ29sb3JCcnVzaCwgTkxSRS5Db21tb24iLCJDb2xvciI6eyIkaWQiOiI5ODMiLCJBIjoyNTUsIlIiOjI1NSwiRyI6MCwiQiI6MH19LCJMaW5lV2VpZ2h0IjowLjAsIkxpbmVUeXBlIjowLCJQYXJlbnRTdHlsZSI6bnVsbH0sIlBhcmVudFN0eWxlIjpudWxsfSwiTWFyZ2luIjp7IiRpZCI6Ijk4NCIsIlRvcCI6MC4wLCJMZWZ0IjowLjAsIlJpZ2h0IjowLjAsIkJvdHRvbSI6MC4wfSwiUGFkZGluZyI6eyIkaWQiOiI5ODUiLCJUb3AiOjAuMCwiTGVmdCI6MC4wLCJSaWdodCI6MC4wLCJCb3R0b20iOjAuMH0sIkJhY2tncm91bmQiOm51bGwsIklzVmlzaWJsZSI6dHJ1ZSwiV2lkdGgiOjAuMCwiSGVpZ2h0IjowLjAsIkJvcmRlclN0eWxlIjpudWxsLCJQYXJlbnRTdHlsZSI6bnVsbH0sIlNoYXBlU3R5bGUiOnsiJGlkIjoiOTg2IiwiTWFyZ2luIjp7IiRpZCI6Ijk4NyIsIlRvcCI6MC4wLCJMZWZ0Ijo0LjAsIlJpZ2h0Ijo0LjAsIkJvdHRvbSI6MC4wfSwiUGFkZGluZyI6eyIkaWQiOiI5ODgiLCJUb3AiOjAuMCwiTGVmdCI6MC4wLCJSaWdodCI6MC4wLCJCb3R0b20iOjAuMH0sIkJhY2tncm91bmQiOnsiJGlkIjoiOTg5IiwiQ29sb3IiOnsiJGlkIjoiOTkwIiwiQSI6MjU1LCJSIjoxMTIsIkciOjE3MywiQiI6NzF9fSwiSXNWaXNpYmxlIjp0cnVlLCJXaWR0aCI6MC4wLCJIZWlnaHQiOjEwLjAsIkJvcmRlclN0eWxlIjp7IiRpZCI6Ijk5MSIsIkxpbmVDb2xvciI6eyIkaWQiOiI5OTIiLCIkdHlwZSI6Ik5MUkUuQ29tbW9uLkRvbS5Tb2xpZENvbG9yQnJ1c2gsIE5MUkUuQ29tbW9uIiwiQ29sb3IiOnsiJGlkIjoiOTkzIiwiQSI6MjU1LCJSIjoyMzQsIkciOjIyLCJCIjozMH19LCJMaW5lV2VpZ2h0IjowLjAsIkxpbmVUeXBlIjowLCJQYXJlbnRTdHlsZSI6bnVsbH0sIlBhcmVudFN0eWxlIjpudWxsfSwiVGl0bGVTdHlsZSI6eyIkaWQiOiI5OTQiLCJGb250U2V0dGluZ3MiOnsiJGlkIjoiOTk1IiwiRm9udFNpemUiOjExLCJGb250TmFtZSI6IkNhbGlicmkiLCJJc0JvbGQiOmZhbHNlLCJJc0l0YWxpYyI6ZmFsc2UsIklzVW5kZXJsaW5lZCI6ZmFsc2UsIlBhcmVudFN0eWxlIjpudWxsfSwiQXV0b1NpemUiOjAsIkZvcmVncm91bmQiOnsiJGlkIjoiOTk2IiwiQ29sb3IiOnsiJGlkIjoiOTk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5OCIsIlRvcCI6MC4wLCJMZWZ0IjowLjAsIlJpZ2h0IjowLjAsIkJvdHRvbSI6MC4wfSwiUGFkZGluZyI6eyIkaWQiOiI5OTkiLCJUb3AiOjAuMCwiTGVmdCI6MC4wLCJSaWdodCI6MC4wLCJCb3R0b20iOjAuMH0sIkJhY2tncm91bmQiOnsiJGlkIjoiMTAwMCIsIkNvbG9yIjp7IiRpZCI6IjEwMDEiLCJBIjoyNTUsIlIiOjAsIkciOjAsIkIiOjB9fSwiSXNWaXNpYmxlIjp0cnVlLCJXaWR0aCI6MC4wLCJIZWlnaHQiOjAuMCwiQm9yZGVyU3R5bGUiOnsiJGlkIjoiMTAwMiIsIkxpbmVDb2xvciI6bnVsbCwiTGluZVdlaWdodCI6MC4wLCJMaW5lVHlwZSI6MCwiUGFyZW50U3R5bGUiOm51bGx9LCJQYXJlbnRTdHlsZSI6bnVsbH0sIkRhdGVTdHlsZSI6eyIkaWQiOiIxMDAzIiwiRm9udFNldHRpbmdzIjp7IiRpZCI6IjEwMDQiLCJGb250U2l6ZSI6MTAsIkZvbnROYW1lIjoiQ2FsaWJyaSIsIklzQm9sZCI6ZmFsc2UsIklzSXRhbGljIjpmYWxzZSwiSXNVbmRlcmxpbmVkIjpmYWxzZSwiUGFyZW50U3R5bGUiOm51bGx9LCJBdXRvU2l6ZSI6MCwiRm9yZWdyb3VuZCI6eyIkaWQiOiIxMDA1IiwiQ29sb3IiOnsiJGlkIjoiMTAwN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TAwNyIsIlRvcCI6MC4wLCJMZWZ0IjowLjAsIlJpZ2h0IjowLjAsIkJvdHRvbSI6MC4wfSwiUGFkZGluZyI6eyIkaWQiOiIxMDA4IiwiVG9wIjowLjAsIkxlZnQiOjAuMCwiUmlnaHQiOjAuMCwiQm90dG9tIjowLjB9LCJCYWNrZ3JvdW5kIjp7IiRpZCI6IjEwMDkiLCJDb2xvciI6eyIkaWQiOiIxMDEwIiwiQSI6MjU1LCJSIjo2OCwiRyI6ODQsIkIiOjEwNn19LCJJc1Zpc2libGUiOnRydWUsIldpZHRoIjowLjAsIkhlaWdodCI6MC4wLCJCb3JkZXJTdHlsZSI6eyIkaWQiOiIxMDExIiwiTGluZUNvbG9yIjpudWxsLCJMaW5lV2VpZ2h0IjowLjAsIkxpbmVUeXBlIjowLCJQYXJlbnRTdHlsZSI6bnVsbH0sIlBhcmVudFN0eWxlIjpudWxsfSwiRGF0ZUZvcm1hdCI6eyIkaWQiOiIxMDE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TMiLCJGb3JtYXQiOjAsIklzVmlzaWJsZSI6ZmFsc2UsIkxhc3RLbm93blZpc2liaWxpdHlTdGF0ZSI6ZmFsc2V9LCJJc1Zpc2libGUiOnRydWUsIlZhcmlhbmNlU3R5bGUiOnsiJGlkIjoiMTAxNCIsIlRleHRTdHlsZSI6eyIkaWQiOiIxMDE1IiwiRm9udFNldHRpbmdzIjp7IiRpZCI6IjEwMTYiLCJGb250U2l6ZSI6MTAsIkZvbnROYW1lIjoiQ2FsaWJyaSIsIklzQm9sZCI6ZmFsc2UsIklzSXRhbGljIjpmYWxzZSwiSXNVbmRlcmxpbmVkIjpmYWxzZSwiUGFyZW50U3R5bGUiOm51bGx9LCJBdXRvU2l6ZSI6MCwiRm9yZWdyb3VuZCI6eyIkaWQiOiIxMDE3IiwiQ29sb3IiOnsiJGlkIjoiMTA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E5IiwiVG9wIjowLjAsIkxlZnQiOjAuMCwiUmlnaHQiOjAuMCwiQm90dG9tIjowLjB9LCJQYWRkaW5nIjp7IiRpZCI6IjEwMjAiLCJUb3AiOjAuMCwiTGVmdCI6MC4wLCJSaWdodCI6MC4wLCJCb3R0b20iOjAuMH0sIkJhY2tncm91bmQiOnsiJGlkIjoiMTAyMSIsIkNvbG9yIjp7IiRpZCI6IjEwMjIiLCJBIjoyNTUsIlIiOjAsIkciOjAsIkIiOjB9fSwiSXNWaXNpYmxlIjp0cnVlLCJXaWR0aCI6MC4wLCJIZWlnaHQiOjAuMCwiQm9yZGVyU3R5bGUiOnsiJGlkIjoiMTAyMyIsIkxpbmVDb2xvciI6bnVsbCwiTGluZVdlaWdodCI6MC4wLCJMaW5lVHlwZSI6MCwiUGFyZW50U3R5bGUiOm51bGx9LCJQYXJlbnRTdHlsZSI6bnVsbH0sIlBhcmVudFN0eWxlIjpudWxsfSwiUGFyZW50U3R5bGUiOm51bGwsIl9leHBsaWNpdGx5U2V0Ijp7IiRpZCI6IjEwMj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MDI1IiwiU2hhcGUiOjEsIkNvbm5lY3Rvck1hcmdpbiI6eyIkaWQiOiIxMDI2IiwiVG9wIjowLjAsIkxlZnQiOjIuMCwiUmlnaHQiOjIuMCwiQm90dG9tIjowLjB9LCJDb25uZWN0b3JTdHlsZSI6eyIkaWQiOiIxMDI3IiwiTGluZUNvbG9yIjp7IiRpZCI6IjEwMjgiLCIkdHlwZSI6Ik5MUkUuQ29tbW9uLkRvbS5Tb2xpZENvbG9yQnJ1c2gsIE5MUkUuQ29tbW9uIiwiQ29sb3IiOnsiJGlkIjoiMTAyOSIsIkEiOjEyNywiUiI6NTYsIkciOjg2LCJCIjozNX19LCJMaW5lV2VpZ2h0IjoxLjAsIkxpbmVUeXBlIjowLCJQYXJlbnRTdHlsZSI6bnVsbH0sIklzQmVsb3dUaW1lYmFuZCI6ZmFsc2UsIlBvc2l0aW9uT25UYXNrIjoxLCJIaWRlRGF0ZSI6ZmFsc2UsIlNoYXBlU2l6ZSI6MCwiU3BhY2luZyI6MC4wLCJQYWRkaW5nIjp7IiRpZCI6IjEwMzAiLCJUb3AiOjUuMCwiTGVmdCI6My4wLCJSaWdodCI6MC4wLCJCb3R0b20iOjIuMH0sIlNoYXBlU3R5bGUiOnsiJGlkIjoiMTAzMSIsIk1hcmdpbiI6eyIkaWQiOiIxMDMyIiwiVG9wIjowLjAsIkxlZnQiOjAuMCwiUmlnaHQiOjAuMCwiQm90dG9tIjowLjB9LCJQYWRkaW5nIjp7IiRpZCI6IjEwMzMiLCJUb3AiOjAuMCwiTGVmdCI6MC4wLCJSaWdodCI6MC4wLCJCb3R0b20iOjAuMH0sIkJhY2tncm91bmQiOnsiJGlkIjoiMTAzNCIsIkNvbG9yIjp7IiRpZCI6IjEwMzUiLCJBIjoyNTUsIlIiOjU2LCJHIjo4NiwiQiI6MzV9fSwiSXNWaXNpYmxlIjp0cnVlLCJXaWR0aCI6MTIuMCwiSGVpZ2h0IjoxNC4wLCJCb3JkZXJTdHlsZSI6eyIkaWQiOiIxMDM2IiwiTGluZUNvbG9yIjp7IiRpZCI6IjEwMzciLCIkdHlwZSI6Ik5MUkUuQ29tbW9uLkRvbS5Tb2xpZENvbG9yQnJ1c2gsIE5MUkUuQ29tbW9uIiwiQ29sb3IiOnsiJGlkIjoiMTAzOCIsIkEiOjI1NSwiUiI6MjU1LCJHIjoyNTUsIkIiOjI1NX19LCJMaW5lV2VpZ2h0IjowLjAsIkxpbmVUeXBlIjowLCJQYXJlbnRTdHlsZSI6bnVsbH0sIlBhcmVudFN0eWxlIjpudWxsfSwiVGl0bGVTdHlsZSI6eyIkaWQiOiIxMDM5IiwiRm9udFNldHRpbmdzIjp7IiRpZCI6IjEwNDAiLCJGb250U2l6ZSI6MTEsIkZvbnROYW1lIjoiQ2FsaWJyaSIsIklzQm9sZCI6ZmFsc2UsIklzSXRhbGljIjpmYWxzZSwiSXNVbmRlcmxpbmVkIjpmYWxzZSwiUGFyZW50U3R5bGUiOm51bGx9LCJBdXRvU2l6ZSI6MCwiRm9yZWdyb3VuZCI6eyIkaWQiOiIxMDQxIiwiQ29sb3IiOnsiJGlkIjoiMTA0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DQzIiwiVG9wIjowLjAsIkxlZnQiOjAuMCwiUmlnaHQiOjAuMCwiQm90dG9tIjowLjB9LCJQYWRkaW5nIjp7IiRpZCI6IjEwNDQiLCJUb3AiOjAuMCwiTGVmdCI6MC4wLCJSaWdodCI6MC4wLCJCb3R0b20iOjAuMH0sIkJhY2tncm91bmQiOnsiJGlkIjoiMTA0NSIsIkNvbG9yIjp7IiRpZCI6IjEwNDYiLCJBIjoyNTUsIlIiOjAsIkciOjAsIkIiOjB9fSwiSXNWaXNpYmxlIjp0cnVlLCJXaWR0aCI6MC4wLCJIZWlnaHQiOjAuMCwiQm9yZGVyU3R5bGUiOnsiJGlkIjoiMTA0NyIsIkxpbmVDb2xvciI6bnVsbCwiTGluZVdlaWdodCI6MC4wLCJMaW5lVHlwZSI6MCwiUGFyZW50U3R5bGUiOm51bGx9LCJQYXJlbnRTdHlsZSI6bnVsbH0sIkRhdGVTdHlsZSI6eyIkaWQiOiIxMDQ4IiwiRm9udFNldHRpbmdzIjp7IiRpZCI6IjEwNDkiLCJGb250U2l6ZSI6MTAsIkZvbnROYW1lIjoiQ2FsaWJyaSIsIklzQm9sZCI6ZmFsc2UsIklzSXRhbGljIjpmYWxzZSwiSXNVbmRlcmxpbmVkIjpmYWxzZSwiUGFyZW50U3R5bGUiOm51bGx9LCJBdXRvU2l6ZSI6MCwiRm9yZWdyb3VuZCI6eyIkaWQiOiIxMDUwIiwiQ29sb3IiOnsiJGlkIjoiMTA1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A1MiIsIlRvcCI6MC4wLCJMZWZ0IjowLjAsIlJpZ2h0IjowLjAsIkJvdHRvbSI6MC4wfSwiUGFkZGluZyI6eyIkaWQiOiIxMDUzIiwiVG9wIjowLjAsIkxlZnQiOjAuMCwiUmlnaHQiOjAuMCwiQm90dG9tIjowLjB9LCJCYWNrZ3JvdW5kIjp7IiRpZCI6IjEwNTQiLCJDb2xvciI6eyIkaWQiOiIxMDU1IiwiQSI6MjU1LCJSIjo2OCwiRyI6ODQsIkIiOjEwNn19LCJJc1Zpc2libGUiOnRydWUsIldpZHRoIjowLjAsIkhlaWdodCI6MC4wLCJCb3JkZXJTdHlsZSI6eyIkaWQiOiIxMDU2IiwiTGluZUNvbG9yIjpudWxsLCJMaW5lV2VpZ2h0IjowLjAsIkxpbmVUeXBlIjowLCJQYXJlbnRTdHlsZSI6bnVsbH0sIlBhcmVudFN0eWxlIjpudWxsfSwiRGF0ZUZvcm1hdCI6eyIkaWQiOiIxMDU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4IiwiRm9ybWF0IjowLCJJc1Zpc2libGUiOmZhbHNlLCJMYXN0S25vd25WaXNpYmlsaXR5U3RhdGUiOmZhbHNlfSwiSXNWaXNpYmxlIjpmYWxzZSwiVmFyaWFuY2VTdHlsZSI6eyIkaWQiOiIxMDU5IiwiVGV4dFN0eWxlIjp7IiRpZCI6IjEwNjAiLCJGb250U2V0dGluZ3MiOnsiJGlkIjoiMTA2MSIsIkZvbnRTaXplIjoxMCwiRm9udE5hbWUiOiJDYWxpYnJpIiwiSXNCb2xkIjpmYWxzZSwiSXNJdGFsaWMiOmZhbHNlLCJJc1VuZGVybGluZWQiOmZhbHNlLCJQYXJlbnRTdHlsZSI6bnVsbH0sIkF1dG9TaXplIjowLCJGb3JlZ3JvdW5kIjp7IiRpZCI6IjEwNjIiLCJDb2xvciI6eyIkaWQiOiIxMD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jQiLCJUb3AiOjAuMCwiTGVmdCI6MC4wLCJSaWdodCI6MC4wLCJCb3R0b20iOjAuMH0sIlBhZGRpbmciOnsiJGlkIjoiMTA2NSIsIlRvcCI6MC4wLCJMZWZ0IjowLjAsIlJpZ2h0IjowLjAsIkJvdHRvbSI6MC4wfSwiQmFja2dyb3VuZCI6eyIkaWQiOiIxMDY2IiwiQ29sb3IiOnsiJGlkIjoiMTA2NyIsIkEiOjI1NSwiUiI6MCwiRyI6MCwiQiI6MH19LCJJc1Zpc2libGUiOnRydWUsIldpZHRoIjowLjAsIkhlaWdodCI6MC4wLCJCb3JkZXJTdHlsZSI6eyIkaWQiOiIxMDY4IiwiTGluZUNvbG9yIjpudWxsLCJMaW5lV2VpZ2h0IjowLjAsIkxpbmVUeXBlIjowLCJQYXJlbnRTdHlsZSI6bnVsbH0sIlBhcmVudFN0eWxlIjpudWxsfSwiUGFyZW50U3R5bGUiOm51bGx9LCJQYXJlbnRTdHlsZSI6bnVsbH0sIkRlZmF1bHRTd2ltbGFuZU1pbGVzdG9uZVN0eWxlIjp7IiRpZCI6IjEwNjkiLCJUaXRsZVBvc2l0aW9uIjoiTGVmdCIsIkRhdGVQb3NpdGlvbiI6IlJpZ2h0IiwiVmFyaWFuY2VQb3NpdGlvbiI6IlJpZ2h0IiwiU2hhcGVUeXBlIjoxLCJTaGFwZVNpemUiOjAsIlNwYWNpbmciOjUsIlNoYXBlU3R5bGUiOnsiJGlkIjoiMTA3MCIsIk1hcmdpbiI6eyIkaWQiOiIxMDcxIiwiVG9wIjowLjAsIkxlZnQiOjAuMCwiUmlnaHQiOjAuMCwiQm90dG9tIjowLjB9LCJQYWRkaW5nIjp7IiRpZCI6IjEwNzIiLCJUb3AiOjAuMCwiTGVmdCI6MC4wLCJSaWdodCI6MC4wLCJCb3R0b20iOjAuMH0sIkJhY2tncm91bmQiOnsiJGlkIjoiMTA3MyIsIkNvbG9yIjp7IiRpZCI6IjEwNzQiLCJBIjoyNTUsIlIiOjExMiwiRyI6MTczLCJCIjo3MX19LCJJc1Zpc2libGUiOnRydWUsIldpZHRoIjoxMi4wLCJIZWlnaHQiOjE0LjAsIkJvcmRlclN0eWxlIjp7IiRpZCI6IjEwNzUiLCJMaW5lQ29sb3IiOnsiJGlkIjoiMTA3NiIsIiR0eXBlIjoiTkxSRS5Db21tb24uRG9tLlNvbGlkQ29sb3JCcnVzaCwgTkxSRS5Db21tb24iLCJDb2xvciI6eyIkaWQiOiIxMDc3IiwiQSI6MjU1LCJSIjoyMzQsIkciOjIyLCJCIjozMH19LCJMaW5lV2VpZ2h0IjowLjAsIkxpbmVUeXBlIjowLCJQYXJlbnRTdHlsZSI6bnVsbH0sIlBhcmVudFN0eWxlIjpudWxsfSwiVGl0bGVTdHlsZSI6eyIkaWQiOiIxMDc4IiwiRm9udFNldHRpbmdzIjp7IiRpZCI6IjEwNzkiLCJGb250U2l6ZSI6MTEsIkZvbnROYW1lIjoiQ2FsaWJyaSIsIklzQm9sZCI6ZmFsc2UsIklzSXRhbGljIjpmYWxzZSwiSXNVbmRlcmxpbmVkIjpmYWxzZSwiUGFyZW50U3R5bGUiOm51bGx9LCJBdXRvU2l6ZSI6MCwiRm9yZWdyb3VuZCI6eyIkaWQiOiIxMDgwIiwiQ29sb3IiOnsiJGlkIjoiMTA4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MDgyIiwiVG9wIjowLjAsIkxlZnQiOjAuMCwiUmlnaHQiOjAuMCwiQm90dG9tIjowLjB9LCJQYWRkaW5nIjp7IiRpZCI6IjEwODMiLCJUb3AiOjAuMCwiTGVmdCI6MC4wLCJSaWdodCI6MC4wLCJCb3R0b20iOjAuMH0sIkJhY2tncm91bmQiOnsiJGlkIjoiMTA4NCIsIkNvbG9yIjp7IiRpZCI6IjEwODUiLCJBIjoyNTUsIlIiOjAsIkciOjAsIkIiOjB9fSwiSXNWaXNpYmxlIjp0cnVlLCJXaWR0aCI6MC4wLCJIZWlnaHQiOjAuMCwiQm9yZGVyU3R5bGUiOnsiJGlkIjoiMTA4NiIsIkxpbmVDb2xvciI6bnVsbCwiTGluZVdlaWdodCI6MC4wLCJMaW5lVHlwZSI6MCwiUGFyZW50U3R5bGUiOm51bGx9LCJQYXJlbnRTdHlsZSI6bnVsbH0sIkRhdGVTdHlsZSI6eyIkaWQiOiIxMDg3IiwiRm9udFNldHRpbmdzIjp7IiRpZCI6IjEwODgiLCJGb250U2l6ZSI6MTAsIkZvbnROYW1lIjoiQ2FsaWJyaSIsIklzQm9sZCI6ZmFsc2UsIklzSXRhbGljIjpmYWxzZSwiSXNVbmRlcmxpbmVkIjpmYWxzZSwiUGFyZW50U3R5bGUiOm51bGx9LCJBdXRvU2l6ZSI6MCwiRm9yZWdyb3VuZCI6eyIkaWQiOiIxMDg5IiwiQ29sb3IiOnsiJGlkIjoiMTA5MC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TA5MSIsIlRvcCI6MC4wLCJMZWZ0IjowLjAsIlJpZ2h0IjowLjAsIkJvdHRvbSI6MC4wfSwiUGFkZGluZyI6eyIkaWQiOiIxMDkyIiwiVG9wIjowLjAsIkxlZnQiOjAuMCwiUmlnaHQiOjAuMCwiQm90dG9tIjowLjB9LCJCYWNrZ3JvdW5kIjp7IiRpZCI6IjEwOTMiLCJDb2xvciI6eyIkaWQiOiIxMDk0IiwiQSI6MjU1LCJSIjo2OCwiRyI6ODQsIkIiOjEwNn19LCJJc1Zpc2libGUiOnRydWUsIldpZHRoIjowLjAsIkhlaWdodCI6MC4wLCJCb3JkZXJTdHlsZSI6eyIkaWQiOiIxMDk1IiwiTGluZUNvbG9yIjpudWxsLCJMaW5lV2VpZ2h0IjowLjAsIkxpbmVUeXBlIjowLCJQYXJlbnRTdHlsZSI6bnVsbH0sIlBhcmVudFN0eWxlIjpudWxsfSwiRGF0ZUZvcm1hdCI6eyIkaWQiOiIxMDk2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ciLCJGb3JtYXQiOjAsIklzVmlzaWJsZSI6ZmFsc2UsIkxhc3RLbm93blZpc2liaWxpdHlTdGF0ZSI6ZmFsc2V9LCJJc1Zpc2libGUiOnRydWUsIlZhcmlhbmNlU3R5bGUiOnsiJGlkIjoiMTA5OCIsIlRleHRTdHlsZSI6eyIkaWQiOiIxMDk5IiwiRm9udFNldHRpbmdzIjp7IiRpZCI6IjExMDAiLCJGb250U2l6ZSI6MTAsIkZvbnROYW1lIjoiQ2FsaWJyaSIsIklzQm9sZCI6ZmFsc2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yNTUsIlIiOjAsIkciOjAsIkIiOjB9fSwiSXNWaXNpYmxlIjp0cnVlLCJXaWR0aCI6MC4wLCJIZWlnaHQiOjAuMCwiQm9yZGVyU3R5bGUiOnsiJGlkIjoiMTEwNyIsIkxpbmVDb2xvciI6bnVsbCwiTGluZVdlaWdodCI6MC4wLCJMaW5lVHlwZSI6MCwiUGFyZW50U3R5bGUiOm51bGx9LCJQYXJlbnRTdHlsZSI6bnVsbH0sIlBhcmVudFN0eWxlIjpudWxsfSwiUGFyZW50U3R5bGUiOm51bGx9LCJEZWZhdWx0U3dpbWxhbmVBY3Rpdml0eVN0eWxlIjp7IiRpZCI6IjExMDgiLCJIZWFkZXJTdHlsZSI6eyIkaWQiOiIxMTA5IiwiVGV4dFN0eWxlIjp7IiRpZCI6IjExMTAiLCJGb250U2V0dGluZ3MiOnsiJGlkIjoiMTExMSIsIkZvbnRTaXplIjoxMSwiRm9udE5hbWUiOiJDYWxpYnJpIiwiSXNCb2xkIjpmYWxzZSwiSXNJdGFsaWMiOmZhbHNlLCJJc1VuZGVybGluZWQiOmZhbHNlLCJQYXJlbnRTdHlsZSI6bnVsbH0sIkF1dG9TaXplIjoyLCJGb3JlZ3JvdW5kIjp7IiRpZCI6IjExMTIiLCJDb2xvciI6eyIkaWQiOiIxMTEz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ExNCIsIlRvcCI6MC4wLCJMZWZ0IjowLjAsIlJpZ2h0IjowLjAsIkJvdHRvbSI6MC4wfSwiUGFkZGluZyI6eyIkaWQiOiIxMTE1IiwiVG9wIjowLjAsIkxlZnQiOjAuMCwiUmlnaHQiOjAuMCwiQm90dG9tIjowLjB9LCJCYWNrZ3JvdW5kIjp7IiRpZCI6IjExMTYiLCJDb2xvciI6eyIkaWQiOiIxMTE3IiwiQSI6MjU1LCJSIjo2NCwiRyI6NjQsIkIiOjY0fX0sIklzVmlzaWJsZSI6dHJ1ZSwiV2lkdGgiOjAuMCwiSGVpZ2h0IjowLjAsIkJvcmRlclN0eWxlIjpudWxsLCJQYXJlbnRTdHlsZSI6bnVsbH0sIlJlY3RhbmdsZVN0eWxlIjp7IiRpZCI6IjExMTgiLCJNYXJnaW4iOnsiJGlkIjoiMTExOSIsIlRvcCI6MC4wLCJMZWZ0IjowLjAsIlJpZ2h0IjowLjAsIkJvdHRvbSI6MC4wfSwiUGFkZGluZyI6eyIkaWQiOiIxMTIwIiwiVG9wIjowLjAsIkxlZnQiOjAuMCwiUmlnaHQiOjAuMCwiQm90dG9tIjowLjB9LCJCYWNrZ3JvdW5kIjp7IiRpZCI6IjExMjEiLCJDb2xvciI6eyIkaWQiOiIxMTIyIiwiQSI6MTI3LCJSIjoxMTIsIkciOjE3MywiQiI6NzF9fSwiSXNWaXNpYmxlIjp0cnVlLCJXaWR0aCI6MC4wLCJIZWlnaHQiOjAuMCwiQm9yZGVyU3R5bGUiOnsiJGlkIjoiMTEyMyIsIkxpbmVDb2xvciI6eyIkaWQiOiIxMTI0IiwiJHR5cGUiOiJOTFJFLkNvbW1vbi5Eb20uU29saWRDb2xvckJydXNoLCBOTFJFLkNvbW1vbiIsIkNvbG9yIjp7IiRpZCI6IjExMjUiLCJBIjoyNTUsIlIiOjI1NSwiRyI6MjU1LCJCIjoyNTV9fSwiTGluZVdlaWdodCI6MC4wLCJMaW5lVHlwZSI6MCwiUGFyZW50U3R5bGUiOm51bGx9LCJQYXJlbnRTdHlsZSI6bnVsbH0sIk1hcmdpbiI6eyIkaWQiOiIxMTI2IiwiVG9wIjowLjAsIkxlZnQiOjAuMCwiUmlnaHQiOjAuMCwiQm90dG9tIjowLjB9LCJQYWRkaW5nIjp7IiRpZCI6IjExMjciLCJUb3AiOjAuMCwiTGVmdCI6MC4wLCJSaWdodCI6MC4wLCJCb3R0b20iOjAuMH0sIkJhY2tncm91bmQiOm51bGwsIklzVmlzaWJsZSI6dHJ1ZSwiV2lkdGgiOjAuMCwiSGVpZ2h0IjowLjAsIkJvcmRlclN0eWxlIjpudWxsLCJQYXJlbnRTdHlsZSI6bnVsbH0sIkJhY2tncm91bmRTdHlsZSI6eyIkaWQiOiIxMTI4IiwiTWFyZ2luIjp7IiRpZCI6IjExMjkiLCJUb3AiOjAuMCwiTGVmdCI6MC4wLCJSaWdodCI6MC4wLCJCb3R0b20iOjAuMH0sIlBhZGRpbmciOnsiJGlkIjoiMTEzMCIsIlRvcCI6MC4wLCJMZWZ0IjowLjAsIlJpZ2h0IjowLjAsIkJvdHRvbSI6MC4wfSwiQmFja2dyb3VuZCI6eyIkaWQiOiIxMTMxIiwiQ29sb3IiOnsiJGlkIjoiMTEzMiIsIkEiOjUxLCJSIjoyMDAsIkciOjIwMCwiQiI6MjAwfX0sIklzVmlzaWJsZSI6dHJ1ZSwiV2lkdGgiOjAuMCwiSGVpZ2h0IjowLjAsIkJvcmRlclN0eWxlIjp7IiRpZCI6IjExMzMiLCJMaW5lQ29sb3IiOnsiJGlkIjoiMTEzNCIsIiR0eXBlIjoiTkxSRS5Db21tb24uRG9tLlNvbGlkQ29sb3JCcnVzaCwgTkxSRS5Db21tb24iLCJDb2xvciI6eyIkaWQiOiIxMTM1IiwiQSI6MjU1LCJSIjoyMzQsIkciOjIyLCJCIjozMH19LCJMaW5lV2VpZ2h0IjowLjAsIkxpbmVUeXBlIjowLCJQYXJlbnRTdHlsZSI6bnVsbH0sIlBhcmVudFN0eWxlIjpudWxsfSwiTWFyZ2luIjp7IiRpZCI6IjExMzYiLCJUb3AiOjAuMCwiTGVmdCI6MC4wLCJSaWdodCI6MC4wLCJCb3R0b20iOjAuMH0sIlBhZGRpbmciOnsiJGlkIjoiMTEzNyIsIlRvcCI6MC4wLCJMZWZ0IjowLjAsIlJpZ2h0IjowLjAsIkJvdHRvbSI6MC4wfSwiSXNWaXNpYmxlIjp0cnVlLCJXaWR0aCI6MC4wLCJIZWlnaHQiOjAuMCwiQm9yZGVyU3R5bGUiOnsiJGlkIjoiMTEzOCIsIkxpbmVDb2xvciI6bnVsbCwiTGluZVdlaWdodCI6MC4wLCJMaW5lVHlwZSI6MCwiUGFyZW50U3R5bGUiOm51bGx9LCJQYXJlbnRTdHlsZSI6bnVsbH0sIk1hcmdpbiI6eyIkaWQiOiIxMTM5IiwiVG9wIjowLjAsIkxlZnQiOjAuMCwiUmlnaHQiOjAuMCwiQm90dG9tIjowLjB9LCJQYWRkaW5nIjp7IiRpZCI6IjExNDAiLCJUb3AiOjAuMCwiTGVmdCI6MC4wLCJSaWdodCI6MC4wLCJCb3R0b20iOjAuMH0sIklzVmlzaWJsZSI6ZmFsc2UsIldpZHRoIjowLjAsIkhlaWdodCI6MC4wLCJCb3JkZXJTdHlsZSI6eyIkaWQiOiIxMTQxIiwiTGluZUNvbG9yIjpudWxsLCJMaW5lV2VpZ2h0IjowLjAsIkxpbmVUeXBlIjowLCJQYXJlbnRTdHlsZSI6bnVsbH0sIlBhcmVudFN0eWxlIjpudWxsfX0seyIkaWQiOiIxMTQyIiwiX2FjdGl2aXRpZXMiOlt7IiRpZCI6IjExNDMiLCJfcm93cyI6W3siJGlkIjoiMTE0NCIsIl90YXNrcyI6W3siJGlkIjoiMTE0NSIsIl9hdHRhY2hlZE1pbGVzdG9uZXMiOltdLCJUYXNrRGVmaW5pdGlvbiI6eyIkaWQiOiIxMTQ2IiwiR3JvdXBOYW1lIjpudWxsLCJTdGFydERhdGUiOiIyMDI2LTA1LTEwVDAwOjAwOjAwIiwiRW5kRGF0ZSI6IjIwMjYtMDYtMTRUMjM6NTk6MDAiLCJQZXJjZW50YWdlQ29tcGxldGUiOm51bGwsIlN0eWxlIjp7IiRpZCI6IjExNDciLCJTaGFwZSI6MSwiU2hhcGVUaGlja25lc3MiOjAsIkR1cmF0aW9uRm9ybWF0IjowLCJJbmNsdWRlTm9uV29ya2luZ0RheXNJbkR1cmF0aW9uIjpmYWxzZSwiUGVyY2VudGFnZUNvbXBsZXRlU3R5bGUiOnsiJGlkIjoiMTE0OCIsIkZvbnRTZXR0aW5ncyI6eyIkaWQiOiIxMTQ5IiwiRm9udFNpemUiOjEwLCJGb250TmFtZSI6IkNhbGlicmkiLCJJc0JvbGQiOmZhbHNlLCJJc0l0YWxpYyI6ZmFsc2UsIklzVW5kZXJsaW5lZCI6ZmFsc2UsIlBhcmVudFN0eWxlIjpudWxsfSwiQXV0b1NpemUiOjAsIkZvcmVncm91bmQiOnsiJGlkIjoiMTE1MCIsIkNvbG9yIjp7IiRpZCI6IjExNTE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E1MiIsIlRvcCI6MC4wLCJMZWZ0IjowLjAsIlJpZ2h0IjowLjAsIkJvdHRvbSI6MC4wfSwiUGFkZGluZyI6eyIkaWQiOiIxMTUzIiwiVG9wIjowLjAsIkxlZnQiOjAuMCwiUmlnaHQiOjAuMCwiQm90dG9tIjowLjB9LCJCYWNrZ3JvdW5kIjp7IiRpZCI6IjExNTQiLCJDb2xvciI6eyIkaWQiOiIxMTU1IiwiQSI6ODksIlIiOjAsIkciOjAsIkIiOjB9fSwiSXNWaXNpYmxlIjp0cnVlLCJXaWR0aCI6MC4wLCJIZWlnaHQiOjAuMCwiQm9yZGVyU3R5bGUiOnsiJGlkIjoiMTE1NiIsIkxpbmVDb2xvciI6bnVsbCwiTGluZVdlaWdodCI6MC4wLCJMaW5lVHlwZSI6MCwiUGFyZW50U3R5bGUiOm51bGx9LCJQYXJlbnRTdHlsZSI6bnVsbH0sIkR1cmF0aW9uU3R5bGUiOnsiJGlkIjoiMTE1NyIsIkZvbnRTZXR0aW5ncyI6eyIkaWQiOiIxMTU4IiwiRm9udFNpemUiOjEwLCJGb250TmFtZSI6IkNhbGlicmkiLCJJc0JvbGQiOmZhbHNlLCJJc0l0YWxpYyI6ZmFsc2UsIklzVW5kZXJsaW5lZCI6ZmFsc2UsIlBhcmVudFN0eWxlIjpudWxsfSwiQXV0b1NpemUiOjAsIkZvcmVncm91bmQiOnsiJGlkIjoiMTE1OSIsIkNvbG9yIjp7IiRpZCI6IjExN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xNjEiLCJUb3AiOjAuMCwiTGVmdCI6MC4wLCJSaWdodCI6MC4wLCJCb3R0b20iOjAuMH0sIlBhZGRpbmciOnsiJGlkIjoiMTE2MiIsIlRvcCI6MC4wLCJMZWZ0IjowLjAsIlJpZ2h0IjowLjAsIkJvdHRvbSI6MC4wfSwiQmFja2dyb3VuZCI6eyIkaWQiOiIxMTYzIiwiQ29sb3IiOnsiJGlkIjoiMTE2NCIsIkEiOjI1NSwiUiI6NjgsIkciOjg0LCJCIjoxMDZ9fSwiSXNWaXNpYmxlIjp0cnVlLCJXaWR0aCI6MC4wLCJIZWlnaHQiOjAuMCwiQm9yZGVyU3R5bGUiOnsiJGlkIjoiMTE2NSIsIkxpbmVDb2xvciI6bnVsbCwiTGluZVdlaWdodCI6MC4wLCJMaW5lVHlwZSI6MCwiUGFyZW50U3R5bGUiOm51bGx9LCJQYXJlbnRTdHlsZSI6bnVsbH0sIkhvcml6b250YWxDb25uZWN0b3JTdHlsZSI6eyIkaWQiOiIxMTY2IiwiTGluZUNvbG9yIjp7IiRpZCI6IjExNjciLCIkdHlwZSI6Ik5MUkUuQ29tbW9uLkRvbS5Tb2xpZENvbG9yQnJ1c2gsIE5MUkUuQ29tbW9uIiwiQ29sb3IiOnsiJGlkIjoiMTE2OCIsIkEiOjI1NSwiUiI6MCwiRyI6MCwiQiI6MH19LCJMaW5lV2VpZ2h0IjowLjAsIkxpbmVUeXBlIjowLCJQYXJlbnRTdHlsZSI6bnVsbH0sIlZlcnRpY2FsQ29ubmVjdG9yU3R5bGUiOnsiJGlkIjoiMTE2OSIsIkxpbmVDb2xvciI6eyIkaWQiOiIxMTcwIiwiJHR5cGUiOiJOTFJFLkNvbW1vbi5Eb20uU29saWRDb2xvckJydXNoLCBOTFJFLkNvbW1vbiIsIkNvbG9yIjp7IiRpZCI6IjExNz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xNzIiLCJTaGFwZVN0eWxlIjp7IiRpZCI6IjExNzMiLCJNYXJnaW4iOnsiJGlkIjoiMTE3NCIsIlRvcCI6MC4wLCJMZWZ0IjowLjAsIlJpZ2h0IjowLjAsIkJvdHRvbSI6MC4wfSwiUGFkZGluZyI6eyIkaWQiOiIxMTc1IiwiVG9wIjowLjAsIkxlZnQiOjAuMCwiUmlnaHQiOjAuMCwiQm90dG9tIjowLjB9LCJCYWNrZ3JvdW5kIjp7IiRpZCI6IjExNzYiLCJDb2xvciI6eyIkaWQiOiIxMTc3IiwiQSI6MTUzLCJSIjowLCJHIjowLCJCIjowfX0sIklzVmlzaWJsZSI6dHJ1ZSwiV2lkdGgiOjAuMCwiSGVpZ2h0IjowLjAsIkJvcmRlclN0eWxlIjpudWxsLCJQYXJlbnRTdHlsZSI6bnVsbH0sIk1hcmdpbiI6eyIkaWQiOiIxMTc4IiwiVG9wIjowLjAsIkxlZnQiOjAuMCwiUmlnaHQiOjAuMCwiQm90dG9tIjowLjB9LCJQYWRkaW5nIjp7IiRpZCI6IjExNzkiLCJUb3AiOjAuMCwiTGVmdCI6MC4wLCJSaWdodCI6MC4wLCJCb3R0b20iOjAuMH0sIkJhY2tncm91bmQiOm51bGwsIklzVmlzaWJsZSI6dHJ1ZSwiV2lkdGgiOjAuMCwiSGVpZ2h0IjowLjAsIkJvcmRlclN0eWxlIjpudWxsLCJQYXJlbnRTdHlsZSI6bnVsbH0sIlNoYXBlU3R5bGUiOnsiJGlkIjoiMTE4MCIsIk1hcmdpbiI6eyIkaWQiOiIxMTgxIiwiVG9wIjowLjAsIkxlZnQiOjQuMCwiUmlnaHQiOjQuMCwiQm90dG9tIjowLjB9LCJQYWRkaW5nIjp7IiRpZCI6IjExODIiLCJUb3AiOjAuMCwiTGVmdCI6MC4wLCJSaWdodCI6MC4wLCJCb3R0b20iOjAuMH0sIkJhY2tncm91bmQiOnsiJGlkIjoiMTE4MyIsIkNvbG9yIjp7IiRpZCI6IjExODQiLCJBIjoyNTUsIlIiOjE2NSwiRyI6MTY1LCJCIjoxNjV9fSwiSXNWaXNpYmxlIjp0cnVlLCJXaWR0aCI6MC4wLCJIZWlnaHQiOjEwLjAsIkJvcmRlclN0eWxlIjp7IiRpZCI6IjExODUiLCJMaW5lQ29sb3IiOnsiJGlkIjoiMTE4NiIsIiR0eXBlIjoiTkxSRS5Db21tb24uRG9tLlNvbGlkQ29sb3JCcnVzaCwgTkxSRS5Db21tb24iLCJDb2xvciI6eyIkaWQiOiIxMTg3IiwiQSI6MjU1LCJSIjoyMzQsIkciOjIyLCJCIjozMH19LCJMaW5lV2VpZ2h0IjowLjAsIkxpbmVUeXBlIjowLCJQYXJlbnRTdHlsZSI6bnVsbH0sIlBhcmVudFN0eWxlIjpudWxsfSwiVGl0bGVTdHlsZSI6eyIkaWQiOiIxMTg4IiwiRm9udFNldHRpbmdzIjp7IiRpZCI6IjExODkiLCJGb250U2l6ZSI6MTEsIkZvbnROYW1lIjoiVGl0aWxsaXVtIFdlYiIsIklzQm9sZCI6ZmFsc2UsIklzSXRhbGljIjpmYWxzZSwiSXNVbmRlcmxpbmVkIjpmYWxzZSwiUGFyZW50U3R5bGUiOm51bGx9LCJBdXRvU2l6ZSI6MCwiRm9yZWdyb3VuZCI6eyIkaWQiOiIxMTkwIiwiQ29sb3IiOnsiJGlkIjoiMTE5MS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xMTkyIiwiVG9wIjowLjAsIkxlZnQiOjAuMCwiUmlnaHQiOjAuMCwiQm90dG9tIjowLjB9LCJQYWRkaW5nIjp7IiRpZCI6IjExOTMiLCJUb3AiOjAuMCwiTGVmdCI6MC4wLCJSaWdodCI6MC4wLCJCb3R0b20iOjAuMH0sIkJhY2tncm91bmQiOnsiJGlkIjoiMTE5NCIsIkNvbG9yIjp7IiRpZCI6IjExOTUiLCJBIjowLCJSIjoyNTUsIkciOjI1NSwiQiI6MjU1fX0sIklzVmlzaWJsZSI6dHJ1ZSwiV2lkdGgiOjAuMCwiSGVpZ2h0IjowLjAsIkJvcmRlclN0eWxlIjp7IiRpZCI6IjExOTYiLCJMaW5lQ29sb3IiOm51bGwsIkxpbmVXZWlnaHQiOjAuMCwiTGluZVR5cGUiOjAsIlBhcmVudFN0eWxlIjpudWxsfSwiUGFyZW50U3R5bGUiOm51bGx9LCJEYXRlU3R5bGUiOnsiJGlkIjoiMTE5NyIsIkZvbnRTZXR0aW5ncyI6eyIkaWQiOiIxMTk4IiwiRm9udFNpemUiOjEwLCJGb250TmFtZSI6IlRpdGlsbGl1bSBXZWIiLCJJc0JvbGQiOmZhbHNlLCJJc0l0YWxpYyI6ZmFsc2UsIklzVW5kZXJsaW5lZCI6ZmFsc2UsIlBhcmVudFN0eWxlIjpudWxsfSwiQXV0b1NpemUiOjAsIkZvcmVncm91bmQiOnsiJGlkIjoiMTE5OSIsIkNvbG9yIjp7IiRpZCI6IjEyMDA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TIwMSIsIlRvcCI6MC4wLCJMZWZ0IjowLjAsIlJpZ2h0IjowLjAsIkJvdHRvbSI6MC4wfSwiUGFkZGluZyI6eyIkaWQiOiIxMjAyIiwiVG9wIjowLjAsIkxlZnQiOjAuMCwiUmlnaHQiOjAuMCwiQm90dG9tIjowLjB9LCJCYWNrZ3JvdW5kIjp7IiRpZCI6IjEyMDMiLCJDb2xvciI6eyIkaWQiOiIxMjA0IiwiQSI6MCwiUiI6MjU1LCJHIjoyNTUsIkIiOjI1NX19LCJJc1Zpc2libGUiOnRydWUsIldpZHRoIjowLjAsIkhlaWdodCI6MC4wLCJCb3JkZXJTdHlsZSI6eyIkaWQiOiIxMjA1IiwiTGluZUNvbG9yIjpudWxsLCJMaW5lV2VpZ2h0IjowLjAsIkxpbmVUeXBlIjowLCJQYXJlbnRTdHlsZSI6bnVsbH0sIlBhcmVudFN0eWxlIjpudWxsfSwiRGF0ZUZvcm1hdCI6eyIkaWQiOiIx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DciLCJGb3JtYXQiOjAsIklzVmlzaWJsZSI6ZmFsc2UsIkxhc3RLbm93blZpc2liaWxpdHlTdGF0ZSI6ZmFsc2V9LCJJc1Zpc2libGUiOnRydWUsIlZhcmlhbmNlU3R5bGUiOnsiJGlkIjoiMTIwOCIsIlRleHRTdHlsZSI6eyIkaWQiOiIxMjA5IiwiRm9udFNldHRpbmdzIjp7IiRpZCI6IjEyMTAiLCJGb250U2l6ZSI6MTAsIkZvbnROYW1lIjoiQ2FsaWJyaSIsIklzQm9sZCI6ZmFsc2UsIklzSXRhbGljIjpmYWxzZSwiSXNVbmRlcmxpbmVkIjpmYWxzZSwiUGFyZW50U3R5bGUiOm51bGx9LCJBdXRvU2l6ZSI6MCwiRm9yZWdyb3VuZCI6eyIkaWQiOiIxMjExIiwiQ29sb3IiOnsiJGlkIjoiMTIx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EzIiwiVG9wIjowLjAsIkxlZnQiOjAuMCwiUmlnaHQiOjAuMCwiQm90dG9tIjowLjB9LCJQYWRkaW5nIjp7IiRpZCI6IjEyMTQiLCJUb3AiOjAuMCwiTGVmdCI6MC4wLCJSaWdodCI6MC4wLCJCb3R0b20iOjAuMH0sIkJhY2tncm91bmQiOnsiJGlkIjoiMTIxNSIsIkNvbG9yIjp7IiRpZCI6IjEyMTYiLCJBIjoyNTUsIlIiOjAsIkciOjAsIkIiOjB9fSwiSXNWaXNpYmxlIjp0cnVlLCJXaWR0aCI6MC4wLCJIZWlnaHQiOjAuMCwiQm9yZGVyU3R5bGUiOnsiJGlkIjoiMTIxNyIsIkxpbmVDb2xvciI6bnVsbCwiTGluZVdlaWdodCI6MC4wLCJMaW5lVHlwZSI6MCwiUGFyZW50U3R5bGUiOm51bGx9LCJQYXJlbnRTdHlsZSI6bnVsbH0sIlBhcmVudFN0eWxlIjpudWxsfSwiUGFyZW50U3R5bGUiOm51bGx9LCJJbmRleCI6OSwiU21hcnREdXJhdGlvbkFjdGl2YXRlZCI6ZmFsc2UsIkRhdGVGb3JtYXQiOnsiJHJlZiI6IjEyMDYifSwiV2Vla051bWJlcmluZyI6eyIkaWQiOiIxMjE4IiwiRm9ybWF0IjowLCJJc1Zpc2libGUiOmZhbHNlLCJMYXN0S25vd25WaXNpYmlsaXR5U3RhdGUiOmZhbHNlfSwiQmFzZWxpbmVEYXRhIjp7IiRpZCI6IjEyMTkiLCJTdGFydERhdGUiOiIyMDI2LTA1LTEwVDAwOjAwOjAwIiwiRW5kRGF0ZSI6IjIwMjYtMDYtMTRUMjM6NTk6MDAifSwiSWQiOiJiYTA4MGIzNi1jYzUxLTQxNTEtODU4YS1kNDQ5NGVmNWFiMjMiLCJJbXBvcnRJZCI6bnVsbCwiVGl0bGUiOiJQcm90b3RpcG8gbmF2ZWdhYmxlIChTcHJpbnQgMyB5IDQpIiwiTm90ZSI6bnVsbCwiSHlwZXJsaW5rIjp7IiRpZCI6IjEyMjAiLCJBZGRyZXNzIjoiIiwiU3ViQWRkcmVzcyI6IiJ9LCJJc0NoYW5nZWQiOmZhbHNlLCJJc05ldyI6ZmFsc2V9fV0sIl9taWxlc3RvbmVzIjpbXSwiSWQiOiIwMDAwMDAwMC0wMDAwLTAwMDAtMDAwMC0wMDAwMDAwMDAwMDAiLCJJc1NpbmdsZUl0ZW1Sb3ciOnRydWV9XSwiSW5kZXgiOjgsIklkIjoiMzBhZWZhYTUtODhhOS00ZmU3LWE2OTktODk1M2JlY2MyYjEwIiwiSGVhZGVyVGV4dCI6bnVsbCwiSXNEZWZhdWx0Ijp0cnVlLCJTdHlsZSI6eyIkaWQiOiIxMjIxIiwiSGVhZGVyU3R5bGUiOnsiJGlkIjoiMTIyMiIsIlRleHRTdHlsZSI6eyIkaWQiOiIxMjIzIiwiRm9udFNldHRpbmdzIjp7IiRpZCI6IjEyMjQiLCJGb250U2l6ZSI6MTEsIkZvbnROYW1lIjoiQ2FsaWJyaSIsIklzQm9sZCI6ZmFsc2UsIklzSXRhbGljIjpmYWxzZSwiSXNVbmRlcmxpbmVkIjpmYWxzZSwiUGFyZW50U3R5bGUiOm51bGx9LCJBdXRvU2l6ZSI6MiwiRm9yZWdyb3VuZCI6eyIkaWQiOiIxMjI1IiwiQ29sb3IiOnsiJGlkIjoiMTIyN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yMjciLCJUb3AiOjAuMCwiTGVmdCI6MC4wLCJSaWdodCI6MC4wLCJCb3R0b20iOjAuMH0sIlBhZGRpbmciOnsiJGlkIjoiMTIyOCIsIlRvcCI6MC4wLCJMZWZ0IjowLjAsIlJpZ2h0IjowLjAsIkJvdHRvbSI6MC4wfSwiQmFja2dyb3VuZCI6eyIkaWQiOiIxMjI5IiwiQ29sb3IiOnsiJGlkIjoiMTIzMCIsIkEiOjI1NSwiUiI6NjQsIkciOjY0LCJCIjo2NH19LCJJc1Zpc2libGUiOnRydWUsIldpZHRoIjowLjAsIkhlaWdodCI6MC4wLCJCb3JkZXJTdHlsZSI6bnVsbCwiUGFyZW50U3R5bGUiOm51bGx9LCJSZWN0YW5nbGVTdHlsZSI6eyIkaWQiOiIxMjMxIiwiTWFyZ2luIjp7IiRpZCI6IjEyMzIiLCJUb3AiOjAuMCwiTGVmdCI6MC4wLCJSaWdodCI6MC4wLCJCb3R0b20iOjAuMH0sIlBhZGRpbmciOnsiJGlkIjoiMTIzMyIsIlRvcCI6MC4wLCJMZWZ0IjowLjAsIlJpZ2h0IjowLjAsIkJvdHRvbSI6MC4wfSwiQmFja2dyb3VuZCI6eyIkaWQiOiIxMjM0IiwiQ29sb3IiOnsiJGlkIjoiMTIzNSIsIkEiOjEyNywiUiI6MTY1LCJHIjoxNjUsIkIiOjE2NX19LCJJc1Zpc2libGUiOnRydWUsIldpZHRoIjowLjAsIkhlaWdodCI6MC4wLCJCb3JkZXJTdHlsZSI6eyIkaWQiOiIxMjM2IiwiTGluZUNvbG9yIjp7IiRpZCI6IjEyMzciLCIkdHlwZSI6Ik5MUkUuQ29tbW9uLkRvbS5Tb2xpZENvbG9yQnJ1c2gsIE5MUkUuQ29tbW9uIiwiQ29sb3IiOnsiJGlkIjoiMTIzOCIsIkEiOjI1NSwiUiI6MjU1LCJHIjowLCJCIjowfX0sIkxpbmVXZWlnaHQiOjAuMCwiTGluZVR5cGUiOjAsIlBhcmVudFN0eWxlIjpudWxsfSwiUGFyZW50U3R5bGUiOm51bGx9LCJNYXJnaW4iOnsiJGlkIjoiMTIzOSIsIlRvcCI6MC4wLCJMZWZ0IjowLjAsIlJpZ2h0IjowLjAsIkJvdHRvbSI6MC4wfSwiUGFkZGluZyI6eyIkaWQiOiIxMjQwIiwiVG9wIjowLjAsIkxlZnQiOjAuMCwiUmlnaHQiOjAuMCwiQm90dG9tIjowLjB9LCJCYWNrZ3JvdW5kIjpudWxsLCJJc1Zpc2libGUiOnRydWUsIldpZHRoIjowLjAsIkhlaWdodCI6MC4wLCJCb3JkZXJTdHlsZSI6bnVsbCwiUGFyZW50U3R5bGUiOm51bGx9LCJCYWNrZ3JvdW5kU3R5bGUiOnsiJGlkIjoiMTI0MSIsIk1hcmdpbiI6eyIkaWQiOiIxMjQyIiwiVG9wIjowLjAsIkxlZnQiOjAuMCwiUmlnaHQiOjAuMCwiQm90dG9tIjowLjB9LCJQYWRkaW5nIjp7IiRpZCI6IjEyNDMiLCJUb3AiOjAuMCwiTGVmdCI6MC4wLCJSaWdodCI6MC4wLCJCb3R0b20iOjAuMH0sIkJhY2tncm91bmQiOnsiJGlkIjoiMTI0NCIsIkNvbG9yIjp7IiRpZCI6IjEyNDUiLCJBIjo1MSwiUiI6MjAwLCJHIjoyMDAsIkIiOjIwMH19LCJJc1Zpc2libGUiOnRydWUsIldpZHRoIjowLjAsIkhlaWdodCI6MC4wLCJCb3JkZXJTdHlsZSI6eyIkaWQiOiIxMjQ2IiwiTGluZUNvbG9yIjp7IiRpZCI6IjEyNDciLCIkdHlwZSI6Ik5MUkUuQ29tbW9uLkRvbS5Tb2xpZENvbG9yQnJ1c2gsIE5MUkUuQ29tbW9uIiwiQ29sb3IiOnsiJGlkIjoiMTI0OCIsIkEiOjI1NSwiUiI6MjM0LCJHIjoyMiwiQiI6MzB9fSwiTGluZVdlaWdodCI6MC4wLCJMaW5lVHlwZSI6MCwiUGFyZW50U3R5bGUiOm51bGx9LCJQYXJlbnRTdHlsZSI6bnVsbH0sIk1hcmdpbiI6eyIkaWQiOiIxMjQ5IiwiVG9wIjowLjAsIkxlZnQiOjAuMCwiUmlnaHQiOjAuMCwiQm90dG9tIjowLjB9LCJQYWRkaW5nIjp7IiRpZCI6IjEyNTAiLCJUb3AiOjAuMCwiTGVmdCI6MC4wLCJSaWdodCI6MC4wLCJCb3R0b20iOjAuMH0sIklzVmlzaWJsZSI6dHJ1ZSwiV2lkdGgiOjAuMCwiSGVpZ2h0IjowLjAsIkJvcmRlclN0eWxlIjp7IiRpZCI6IjEyNTEiLCJMaW5lQ29sb3IiOm51bGwsIkxpbmVXZWlnaHQiOjAuMCwiTGluZVR5cGUiOjAsIlBhcmVudFN0eWxlIjpudWxsfSwiUGFyZW50U3R5bGUiOm51bGx9fV0sIklkIjoiMWZkMzVkMGQtOGQ4MC00MGI3LWE5OWQtNWY2OTc1NjZhNmY5IiwiSW5kZXgiOjgsIkhlYWRlclRleHQiOiJVWC9VSSBEcmFmdCIsIlN0eWxlIjp7IiRpZCI6IjEyNTIiLCJTdHlsZUlkIjoiMDcwMmRlYTgtYzExNC00ZDcxLWJlNDAtY2QzMDYyYzQ2OTcwIiwiSGVhZGVyU3R5bGUiOnsiJGlkIjoiMTI1MyIsIlRleHRJc1ZlcnRpY2FsIjpmYWxzZSwiVGV4dFN0eWxlIjp7IiRpZCI6IjEyNTQiLCJGb250U2V0dGluZ3MiOnsiJGlkIjoiMTI1NSIsIkZvbnRTaXplIjoxMSwiRm9udE5hbWUiOiJUaXRpbGxpdW0gV2ViIiwiSXNCb2xkIjpmYWxzZSwiSXNJdGFsaWMiOmZhbHNlLCJJc1VuZGVybGluZWQiOmZhbHNlLCJQYXJlbnRTdHlsZSI6bnVsbH0sIkF1dG9TaXplIjoyLCJGb3JlZ3JvdW5kIjp7IiRpZCI6IjEyNTYiLCJDb2xvciI6eyIkaWQiOiIxMjU3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I1OCIsIlRvcCI6MC4wLCJMZWZ0IjowLjAsIlJpZ2h0IjowLjAsIkJvdHRvbSI6MC4wfSwiUGFkZGluZyI6eyIkaWQiOiIxMjU5IiwiVG9wIjowLjAsIkxlZnQiOjAuMCwiUmlnaHQiOjAuMCwiQm90dG9tIjowLjB9LCJCYWNrZ3JvdW5kIjp7IiRpZCI6IjEyNjAiLCJDb2xvciI6eyIkaWQiOiIxMjYxIiwiQSI6MjU1LCJSIjoyNTUsIkciOjI1NSwiQiI6MjU1fX0sIklzVmlzaWJsZSI6dHJ1ZSwiV2lkdGgiOjAuMCwiSGVpZ2h0IjowLjAsIkJvcmRlclN0eWxlIjpudWxsLCJQYXJlbnRTdHlsZSI6bnVsbH0sIlJlY3RhbmdsZVN0eWxlIjp7IiRpZCI6IjEyNjIiLCJNYXJnaW4iOnsiJGlkIjoiMTI2MyIsIlRvcCI6MC4wLCJMZWZ0IjowLjAsIlJpZ2h0IjowLjAsIkJvdHRvbSI6MC4wfSwiUGFkZGluZyI6eyIkaWQiOiIxMjY0IiwiVG9wIjowLjAsIkxlZnQiOjAuMCwiUmlnaHQiOjAuMCwiQm90dG9tIjowLjB9LCJCYWNrZ3JvdW5kIjp7IiRpZCI6IjEyNjUiLCJDb2xvciI6eyIkaWQiOiIxMjY2IiwiQSI6MjU1LCJSIjoxNjUsIkciOjE2NSwiQiI6MTY1fX0sIklzVmlzaWJsZSI6dHJ1ZSwiV2lkdGgiOjAuMCwiSGVpZ2h0IjowLjAsIkJvcmRlclN0eWxlIjp7IiRpZCI6IjEyNjciLCJMaW5lQ29sb3IiOnsiJGlkIjoiMTI2OCIsIiR0eXBlIjoiTkxSRS5Db21tb24uRG9tLlNvbGlkQ29sb3JCcnVzaCwgTkxSRS5Db21tb24iLCJDb2xvciI6eyIkaWQiOiIxMjY5IiwiQSI6MjU1LCJSIjoyNTUsIkciOjI1NSwiQiI6MjU1fX0sIkxpbmVXZWlnaHQiOjAuMCwiTGluZVR5cGUiOjAsIlBhcmVudFN0eWxlIjpudWxsfSwiUGFyZW50U3R5bGUiOm51bGx9LCJNYXJnaW4iOnsiJGlkIjoiMTI3MCIsIlRvcCI6MC4wLCJMZWZ0IjowLjAsIlJpZ2h0IjowLjAsIkJvdHRvbSI6MC4wfSwiUGFkZGluZyI6eyIkaWQiOiIxMjcxIiwiVG9wIjowLjAsIkxlZnQiOjAuMCwiUmlnaHQiOjAuMCwiQm90dG9tIjowLjB9LCJCYWNrZ3JvdW5kIjpudWxsLCJJc1Zpc2libGUiOnRydWUsIldpZHRoIjowLjAsIkhlaWdodCI6MC4wLCJCb3JkZXJTdHlsZSI6bnVsbCwiUGFyZW50U3R5bGUiOm51bGx9LCJCYWNrZ3JvdW5kU3R5bGUiOnsiJGlkIjoiMTI3MiIsIk1hcmdpbiI6eyIkaWQiOiIxMjczIiwiVG9wIjowLjAsIkxlZnQiOjAuMCwiUmlnaHQiOjAuMCwiQm90dG9tIjowLjB9LCJQYWRkaW5nIjp7IiRpZCI6IjEyNzQiLCJUb3AiOjAuMCwiTGVmdCI6MC4wLCJSaWdodCI6MC4wLCJCb3R0b20iOjAuMH0sIkJhY2tncm91bmQiOnsiJGlkIjoiMTI3NSIsIkNvbG9yIjp7IiRpZCI6IjEyNzYiLCJBIjo1MSwiUiI6MjAwLCJHIjoyMDAsIkIiOjIwMH19LCJJc1Zpc2libGUiOnRydWUsIldpZHRoIjowLjAsIkhlaWdodCI6MC4wLCJCb3JkZXJTdHlsZSI6eyIkaWQiOiIxMjc3IiwiTGluZUNvbG9yIjp7IiRpZCI6IjEyNzgiLCIkdHlwZSI6Ik5MUkUuQ29tbW9uLkRvbS5Tb2xpZENvbG9yQnJ1c2gsIE5MUkUuQ29tbW9uIiwiQ29sb3IiOnsiJGlkIjoiMTI3OSIsIkEiOjI1NSwiUiI6MjM0LCJHIjoyMiwiQiI6MzB9fSwiTGluZVdlaWdodCI6MC4wLCJMaW5lVHlwZSI6MCwiUGFyZW50U3R5bGUiOm51bGx9LCJQYXJlbnRTdHlsZSI6bnVsbH0sIklzQWJvdmVUaW1lYmFuZCI6ZmFsc2UsIlNwYWNpbmciOjIsIkRlZmF1bHRTd2ltbGFuZVRhc2tTdHlsZSI6eyIkaWQiOiIxMjgwIiwiJHR5cGUiOiJOTFJFLkNvbW1vbi5Eb20uU3R5bGVzLkV4cGxpY2l0U2V0YWJsZVRhc2tTdHlsZSwgTkxSRS5Db21tb24iLCJTaGFwZSI6MSwiU2hhcGVUaGlja25lc3MiOjAsIkR1cmF0aW9uRm9ybWF0IjowLCJJbmNsdWRlTm9uV29ya2luZ0RheXNJbkR1cmF0aW9uIjpmYWxzZSwiUGVyY2VudGFnZUNvbXBsZXRlU3R5bGUiOnsiJGlkIjoiMTI4MSIsIkZvbnRTZXR0aW5ncyI6eyIkaWQiOiIxMjgyIiwiRm9udFNpemUiOjEwLCJGb250TmFtZSI6IkNhbGlicmkiLCJJc0JvbGQiOmZhbHNlLCJJc0l0YWxpYyI6ZmFsc2UsIklzVW5kZXJsaW5lZCI6ZmFsc2UsIlBhcmVudFN0eWxlIjpudWxsfSwiQXV0b1NpemUiOjAsIkZvcmVncm91bmQiOnsiJGlkIjoiMTI4MyIsIkNvbG9yIjp7IiRpZCI6IjEyOD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4NSIsIlRvcCI6MC4wLCJMZWZ0IjowLjAsIlJpZ2h0IjowLjAsIkJvdHRvbSI6MC4wfSwiUGFkZGluZyI6eyIkaWQiOiIxMjg2IiwiVG9wIjowLjAsIkxlZnQiOjAuMCwiUmlnaHQiOjAuMCwiQm90dG9tIjowLjB9LCJCYWNrZ3JvdW5kIjp7IiRpZCI6IjEyODciLCJDb2xvciI6eyIkaWQiOiIxMjg4IiwiQSI6ODksIlIiOjAsIkciOjAsIkIiOjB9fSwiSXNWaXNpYmxlIjp0cnVlLCJXaWR0aCI6MC4wLCJIZWlnaHQiOjAuMCwiQm9yZGVyU3R5bGUiOnsiJGlkIjoiMTI4OSIsIkxpbmVDb2xvciI6bnVsbCwiTGluZVdlaWdodCI6MC4wLCJMaW5lVHlwZSI6MCwiUGFyZW50U3R5bGUiOm51bGx9LCJQYXJlbnRTdHlsZSI6bnVsbH0sIkR1cmF0aW9uU3R5bGUiOnsiJGlkIjoiMTI5MCIsIkZvbnRTZXR0aW5ncyI6eyIkaWQiOiIxMjkxIiwiRm9udFNpemUiOjEwLCJGb250TmFtZSI6IkNhbGlicmkiLCJJc0JvbGQiOmZhbHNlLCJJc0l0YWxpYyI6ZmFsc2UsIklzVW5kZXJsaW5lZCI6ZmFsc2UsIlBhcmVudFN0eWxlIjpudWxsfSwiQXV0b1NpemUiOjAsIkZvcmVncm91bmQiOnsiJGlkIjoiMTI5MiIsIkNvbG9yIjp7IiRpZCI6IjEyOTM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yOTQiLCJUb3AiOjAuMCwiTGVmdCI6MC4wLCJSaWdodCI6MC4wLCJCb3R0b20iOjAuMH0sIlBhZGRpbmciOnsiJGlkIjoiMTI5NSIsIlRvcCI6MC4wLCJMZWZ0IjowLjAsIlJpZ2h0IjowLjAsIkJvdHRvbSI6MC4wfSwiQmFja2dyb3VuZCI6eyIkaWQiOiIxMjk2IiwiQ29sb3IiOnsiJGlkIjoiMTI5NyIsIkEiOjI1NSwiUiI6NjgsIkciOjg0LCJCIjoxMDZ9fSwiSXNWaXNpYmxlIjp0cnVlLCJXaWR0aCI6MC4wLCJIZWlnaHQiOjAuMCwiQm9yZGVyU3R5bGUiOnsiJGlkIjoiMTI5OCIsIkxpbmVDb2xvciI6bnVsbCwiTGluZVdlaWdodCI6MC4wLCJMaW5lVHlwZSI6MCwiUGFyZW50U3R5bGUiOm51bGx9LCJQYXJlbnRTdHlsZSI6bnVsbH0sIkhvcml6b250YWxDb25uZWN0b3JTdHlsZSI6eyIkaWQiOiIxMjk5IiwiTGluZUNvbG9yIjp7IiRpZCI6IjEzMDAiLCIkdHlwZSI6Ik5MUkUuQ29tbW9uLkRvbS5Tb2xpZENvbG9yQnJ1c2gsIE5MUkUuQ29tbW9uIiwiQ29sb3IiOnsiJGlkIjoiMTMwMSIsIkEiOjI1NSwiUiI6MCwiRyI6MCwiQiI6MH19LCJMaW5lV2VpZ2h0IjowLjAsIkxpbmVUeXBlIjowLCJQYXJlbnRTdHlsZSI6bnVsbH0sIlZlcnRpY2FsQ29ubmVjdG9yU3R5bGUiOnsiJGlkIjoiMTMwMiIsIkxpbmVDb2xvciI6eyIkaWQiOiIxMzAzIiwiJHR5cGUiOiJOTFJFLkNvbW1vbi5Eb20uU29saWRDb2xvckJydXNoLCBOTFJFLkNvbW1vbiIsIkNvbG9yIjp7IiRpZCI6IjEzMD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MzA1IiwiU2hhcGVTdHlsZSI6eyIkaWQiOiIxMzA2IiwiTWFyZ2luIjp7IiRpZCI6IjEzMDciLCJUb3AiOjAuMCwiTGVmdCI6MC4wLCJSaWdodCI6MC4wLCJCb3R0b20iOjAuMH0sIlBhZGRpbmciOnsiJGlkIjoiMTMwOCIsIlRvcCI6MC4wLCJMZWZ0IjowLjAsIlJpZ2h0IjowLjAsIkJvdHRvbSI6MC4wfSwiQmFja2dyb3VuZCI6eyIkaWQiOiIxMzA5IiwiQ29sb3IiOnsiJGlkIjoiMTMxMCIsIkEiOjE1MywiUiI6MCwiRyI6MCwiQiI6MH19LCJJc1Zpc2libGUiOnRydWUsIldpZHRoIjowLjAsIkhlaWdodCI6MC4wLCJCb3JkZXJTdHlsZSI6eyIkaWQiOiIxMzExIiwiTGluZUNvbG9yIjp7IiRpZCI6IjEzMTIiLCIkdHlwZSI6Ik5MUkUuQ29tbW9uLkRvbS5Tb2xpZENvbG9yQnJ1c2gsIE5MUkUuQ29tbW9uIiwiQ29sb3IiOnsiJGlkIjoiMTMxMyIsIkEiOjI1NSwiUiI6MjU1LCJHIjowLCJCIjowfX0sIkxpbmVXZWlnaHQiOjAuMCwiTGluZVR5cGUiOjAsIlBhcmVudFN0eWxlIjpudWxsfSwiUGFyZW50U3R5bGUiOm51bGx9LCJNYXJnaW4iOnsiJGlkIjoiMTMxNCIsIlRvcCI6MC4wLCJMZWZ0IjowLjAsIlJpZ2h0IjowLjAsIkJvdHRvbSI6MC4wfSwiUGFkZGluZyI6eyIkaWQiOiIxMzE1IiwiVG9wIjowLjAsIkxlZnQiOjAuMCwiUmlnaHQiOjAuMCwiQm90dG9tIjowLjB9LCJCYWNrZ3JvdW5kIjpudWxsLCJJc1Zpc2libGUiOnRydWUsIldpZHRoIjowLjAsIkhlaWdodCI6MC4wLCJCb3JkZXJTdHlsZSI6bnVsbCwiUGFyZW50U3R5bGUiOm51bGx9LCJTaGFwZVN0eWxlIjp7IiRpZCI6IjEzMTYiLCJNYXJnaW4iOnsiJGlkIjoiMTMxNyIsIlRvcCI6MC4wLCJMZWZ0Ijo0LjAsIlJpZ2h0Ijo0LjAsIkJvdHRvbSI6MC4wfSwiUGFkZGluZyI6eyIkaWQiOiIxMzE4IiwiVG9wIjowLjAsIkxlZnQiOjAuMCwiUmlnaHQiOjAuMCwiQm90dG9tIjowLjB9LCJCYWNrZ3JvdW5kIjp7IiRpZCI6IjEzMTkiLCJDb2xvciI6eyIkaWQiOiIxMzIwIiwiQSI6MjU1LCJSIjoxNjUsIkciOjE2NSwiQiI6MTY1fX0sIklzVmlzaWJsZSI6dHJ1ZSwiV2lkdGgiOjAuMCwiSGVpZ2h0IjoxMC4wLCJCb3JkZXJTdHlsZSI6eyIkaWQiOiIxMzIxIiwiTGluZUNvbG9yIjp7IiRpZCI6IjEzMjIiLCIkdHlwZSI6Ik5MUkUuQ29tbW9uLkRvbS5Tb2xpZENvbG9yQnJ1c2gsIE5MUkUuQ29tbW9uIiwiQ29sb3IiOnsiJGlkIjoiMTMyMyIsIkEiOjI1NSwiUiI6MjM0LCJHIjoyMiwiQiI6MzB9fSwiTGluZVdlaWdodCI6MC4wLCJMaW5lVHlwZSI6MCwiUGFyZW50U3R5bGUiOm51bGx9LCJQYXJlbnRTdHlsZSI6bnVsbH0sIlRpdGxlU3R5bGUiOnsiJGlkIjoiMTMyNCIsIkZvbnRTZXR0aW5ncyI6eyIkaWQiOiIxMzI1IiwiRm9udFNpemUiOjExLCJGb250TmFtZSI6IkNhbGlicmkiLCJJc0JvbGQiOmZhbHNlLCJJc0l0YWxpYyI6ZmFsc2UsIklzVW5kZXJsaW5lZCI6ZmFsc2UsIlBhcmVudFN0eWxlIjpudWxsfSwiQXV0b1NpemUiOjAsIkZvcmVncm91bmQiOnsiJGlkIjoiMTMyNiIsIkNvbG9yIjp7IiRpZCI6IjEzMj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yOCIsIlRvcCI6MC4wLCJMZWZ0IjowLjAsIlJpZ2h0IjowLjAsIkJvdHRvbSI6MC4wfSwiUGFkZGluZyI6eyIkaWQiOiIxMzI5IiwiVG9wIjowLjAsIkxlZnQiOjAuMCwiUmlnaHQiOjAuMCwiQm90dG9tIjowLjB9LCJCYWNrZ3JvdW5kIjp7IiRpZCI6IjEzMzAiLCJDb2xvciI6eyIkaWQiOiIxMzMxIiwiQSI6MjU1LCJSIjowLCJHIjowLCJCIjowfX0sIklzVmlzaWJsZSI6dHJ1ZSwiV2lkdGgiOjAuMCwiSGVpZ2h0IjowLjAsIkJvcmRlclN0eWxlIjp7IiRpZCI6IjEzMzIiLCJMaW5lQ29sb3IiOm51bGwsIkxpbmVXZWlnaHQiOjAuMCwiTGluZVR5cGUiOjAsIlBhcmVudFN0eWxlIjpudWxsfSwiUGFyZW50U3R5bGUiOm51bGx9LCJEYXRlU3R5bGUiOnsiJGlkIjoiMTMzMyIsIkZvbnRTZXR0aW5ncyI6eyIkaWQiOiIxMzM0IiwiRm9udFNpemUiOjEwLCJGb250TmFtZSI6IkNhbGlicmkiLCJJc0JvbGQiOmZhbHNlLCJJc0l0YWxpYyI6ZmFsc2UsIklzVW5kZXJsaW5lZCI6ZmFsc2UsIlBhcmVudFN0eWxlIjpudWxsfSwiQXV0b1NpemUiOjAsIkZvcmVncm91bmQiOnsiJGlkIjoiMTMzNSIsIkNvbG9yIjp7IiRpZCI6IjEzMzY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EzMzciLCJUb3AiOjAuMCwiTGVmdCI6MC4wLCJSaWdodCI6MC4wLCJCb3R0b20iOjAuMH0sIlBhZGRpbmciOnsiJGlkIjoiMTMzOCIsIlRvcCI6MC4wLCJMZWZ0IjowLjAsIlJpZ2h0IjowLjAsIkJvdHRvbSI6MC4wfSwiQmFja2dyb3VuZCI6eyIkaWQiOiIxMzM5IiwiQ29sb3IiOnsiJGlkIjoiMTM0MCIsIkEiOjI1NSwiUiI6NjgsIkciOjg0LCJCIjoxMDZ9fSwiSXNWaXNpYmxlIjp0cnVlLCJXaWR0aCI6MC4wLCJIZWlnaHQiOjAuMCwiQm9yZGVyU3R5bGUiOnsiJGlkIjoiMTM0MSIsIkxpbmVDb2xvciI6bnVsbCwiTGluZVdlaWdodCI6MC4wLCJMaW5lVHlwZSI6MCwiUGFyZW50U3R5bGUiOm51bGx9LCJQYXJlbnRTdHlsZSI6bnVsbH0sIkRhdGVGb3JtYXQiOnsiJGlkIjoiMTM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QzIiwiRm9ybWF0IjowLCJJc1Zpc2libGUiOmZhbHNlLCJMYXN0S25vd25WaXNpYmlsaXR5U3RhdGUiOmZhbHNlfSwiSXNWaXNpYmxlIjp0cnVlLCJWYXJpYW5jZVN0eWxlIjp7IiRpZCI6IjEzNDQiLCJUZXh0U3R5bGUiOnsiJGlkIjoiMTM0NSIsIkZvbnRTZXR0aW5ncyI6eyIkaWQiOiIxMzQ2IiwiRm9udFNpemUiOjEwLCJGb250TmFtZSI6IkNhbGlicmkiLCJJc0JvbGQiOmZhbHNlLCJJc0l0YWxpYyI6ZmFsc2UsIklzVW5kZXJsaW5lZCI6ZmFsc2UsIlBhcmVudFN0eWxlIjpudWxsfSwiQXV0b1NpemUiOjAsIkZvcmVncm91bmQiOnsiJGlkIjoiMTM0NyIsIkNvbG9yIjp7IiRpZCI6IjEzN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0OSIsIlRvcCI6MC4wLCJMZWZ0IjowLjAsIlJpZ2h0IjowLjAsIkJvdHRvbSI6MC4wfSwiUGFkZGluZyI6eyIkaWQiOiIxMzUwIiwiVG9wIjowLjAsIkxlZnQiOjAuMCwiUmlnaHQiOjAuMCwiQm90dG9tIjowLjB9LCJCYWNrZ3JvdW5kIjp7IiRpZCI6IjEzNTEiLCJDb2xvciI6eyIkaWQiOiIxMzUyIiwiQSI6MjU1LCJSIjowLCJHIjowLCJCIjowfX0sIklzVmlzaWJsZSI6dHJ1ZSwiV2lkdGgiOjAuMCwiSGVpZ2h0IjowLjAsIkJvcmRlclN0eWxlIjp7IiRpZCI6IjEzNTMiLCJMaW5lQ29sb3IiOm51bGwsIkxpbmVXZWlnaHQiOjAuMCwiTGluZVR5cGUiOjAsIlBhcmVudFN0eWxlIjpudWxsfSwiUGFyZW50U3R5bGUiOm51bGx9LCJQYXJlbnRTdHlsZSI6bnVsbH0sIlBhcmVudFN0eWxlIjpudWxsLCJfZXhwbGljaXRseVNldCI6eyIkaWQiOiIxMzU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M1NSIsIlNoYXBlIjoxLCJDb25uZWN0b3JNYXJnaW4iOnsiJGlkIjoiMTM1NiIsIlRvcCI6MC4wLCJMZWZ0IjoyLjAsIlJpZ2h0IjoyLjAsIkJvdHRvbSI6MC4wfSwiQ29ubmVjdG9yU3R5bGUiOnsiJGlkIjoiMTM1NyIsIkxpbmVDb2xvciI6eyIkaWQiOiIxMzU4IiwiJHR5cGUiOiJOTFJFLkNvbW1vbi5Eb20uU29saWRDb2xvckJydXNoLCBOTFJFLkNvbW1vbiIsIkNvbG9yIjp7IiRpZCI6IjEzNTkiLCJBIjoxMjcsIlIiOjU3LCJHIjo1NywiQiI6NTd9fSwiTGluZVdlaWdodCI6MS4wLCJMaW5lVHlwZSI6MCwiUGFyZW50U3R5bGUiOm51bGx9LCJJc0JlbG93VGltZWJhbmQiOmZhbHNlLCJQb3NpdGlvbk9uVGFzayI6MSwiSGlkZURhdGUiOmZhbHNlLCJTaGFwZVNpemUiOjAsIlNwYWNpbmciOjAuMCwiUGFkZGluZyI6eyIkaWQiOiIxMzYwIiwiVG9wIjo1LjAsIkxlZnQiOjMuMCwiUmlnaHQiOjAuMCwiQm90dG9tIjoyLjB9LCJTaGFwZVN0eWxlIjp7IiRpZCI6IjEzNjEiLCJNYXJnaW4iOnsiJGlkIjoiMTM2MiIsIlRvcCI6MC4wLCJMZWZ0IjowLjAsIlJpZ2h0IjowLjAsIkJvdHRvbSI6MC4wfSwiUGFkZGluZyI6eyIkaWQiOiIxMzYzIiwiVG9wIjowLjAsIkxlZnQiOjAuMCwiUmlnaHQiOjAuMCwiQm90dG9tIjowLjB9LCJCYWNrZ3JvdW5kIjp7IiRpZCI6IjEzNjQiLCJDb2xvciI6eyIkaWQiOiIxMzY1IiwiQSI6MjU1LCJSIjo1NywiRyI6NTcsIkIiOjU3fX0sIklzVmlzaWJsZSI6dHJ1ZSwiV2lkdGgiOjEyLjAsIkhlaWdodCI6MTQuMCwiQm9yZGVyU3R5bGUiOnsiJGlkIjoiMTM2NiIsIkxpbmVDb2xvciI6eyIkaWQiOiIxMzY3IiwiJHR5cGUiOiJOTFJFLkNvbW1vbi5Eb20uU29saWRDb2xvckJydXNoLCBOTFJFLkNvbW1vbiIsIkNvbG9yIjp7IiRpZCI6IjEzNjgiLCJBIjoyNTUsIlIiOjI1NSwiRyI6MCwiQiI6MH19LCJMaW5lV2VpZ2h0IjowLjAsIkxpbmVUeXBlIjowLCJQYXJlbnRTdHlsZSI6bnVsbH0sIlBhcmVudFN0eWxlIjpudWxsfSwiVGl0bGVTdHlsZSI6eyIkaWQiOiIxMzY5IiwiRm9udFNldHRpbmdzIjp7IiRpZCI6IjEzNzAiLCJGb250U2l6ZSI6MTEsIkZvbnROYW1lIjoiQ2FsaWJyaSIsIklzQm9sZCI6ZmFsc2UsIklzSXRhbGljIjpmYWxzZSwiSXNVbmRlcmxpbmVkIjpmYWxzZSwiUGFyZW50U3R5bGUiOm51bGx9LCJBdXRvU2l6ZSI6MCwiRm9yZWdyb3VuZCI6eyIkaWQiOiIxMzcxIiwiQ29sb3IiOnsiJGlkIjoiMTM3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zczIiwiVG9wIjowLjAsIkxlZnQiOjAuMCwiUmlnaHQiOjAuMCwiQm90dG9tIjowLjB9LCJQYWRkaW5nIjp7IiRpZCI6IjEzNzQiLCJUb3AiOjAuMCwiTGVmdCI6MC4wLCJSaWdodCI6MC4wLCJCb3R0b20iOjAuMH0sIkJhY2tncm91bmQiOnsiJGlkIjoiMTM3NSIsIkNvbG9yIjp7IiRpZCI6IjEzNzYiLCJBIjoyNTUsIlIiOjAsIkciOjAsIkIiOjB9fSwiSXNWaXNpYmxlIjp0cnVlLCJXaWR0aCI6MC4wLCJIZWlnaHQiOjAuMCwiQm9yZGVyU3R5bGUiOnsiJGlkIjoiMTM3NyIsIkxpbmVDb2xvciI6bnVsbCwiTGluZVdlaWdodCI6MC4wLCJMaW5lVHlwZSI6MCwiUGFyZW50U3R5bGUiOm51bGx9LCJQYXJlbnRTdHlsZSI6bnVsbH0sIkRhdGVTdHlsZSI6eyIkaWQiOiIxMzc4IiwiRm9udFNldHRpbmdzIjp7IiRpZCI6IjEzNzkiLCJGb250U2l6ZSI6MTAsIkZvbnROYW1lIjoiQ2FsaWJyaSIsIklzQm9sZCI6ZmFsc2UsIklzSXRhbGljIjpmYWxzZSwiSXNVbmRlcmxpbmVkIjpmYWxzZSwiUGFyZW50U3R5bGUiOm51bGx9LCJBdXRvU2l6ZSI6MCwiRm9yZWdyb3VuZCI6eyIkaWQiOiIxMzgwIiwiQ29sb3IiOnsiJGlkIjoiMTM4MS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TM4MiIsIlRvcCI6MC4wLCJMZWZ0IjowLjAsIlJpZ2h0IjowLjAsIkJvdHRvbSI6MC4wfSwiUGFkZGluZyI6eyIkaWQiOiIxMzgzIiwiVG9wIjowLjAsIkxlZnQiOjAuMCwiUmlnaHQiOjAuMCwiQm90dG9tIjowLjB9LCJCYWNrZ3JvdW5kIjp7IiRpZCI6IjEzODQiLCJDb2xvciI6eyIkaWQiOiIxMzg1IiwiQSI6MjU1LCJSIjo2OCwiRyI6ODQsIkIiOjEwNn19LCJJc1Zpc2libGUiOnRydWUsIldpZHRoIjowLjAsIkhlaWdodCI6MC4wLCJCb3JkZXJTdHlsZSI6eyIkaWQiOiIxMzg2IiwiTGluZUNvbG9yIjpudWxsLCJMaW5lV2VpZ2h0IjowLjAsIkxpbmVUeXBlIjowLCJQYXJlbnRTdHlsZSI6bnVsbH0sIlBhcmVudFN0eWxlIjpudWxsfSwiRGF0ZUZvcm1hdCI6eyIkaWQiOiIxMzg3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g4IiwiRm9ybWF0IjowLCJJc1Zpc2libGUiOmZhbHNlLCJMYXN0S25vd25WaXNpYmlsaXR5U3RhdGUiOmZhbHNlfSwiSXNWaXNpYmxlIjpmYWxzZSwiVmFyaWFuY2VTdHlsZSI6eyIkaWQiOiIxMzg5IiwiVGV4dFN0eWxlIjp7IiRpZCI6IjEzOTAiLCJGb250U2V0dGluZ3MiOnsiJGlkIjoiMTM5MSIsIkZvbnRTaXplIjoxMCwiRm9udE5hbWUiOiJDYWxpYnJpIiwiSXNCb2xkIjpmYWxzZSwiSXNJdGFsaWMiOmZhbHNlLCJJc1VuZGVybGluZWQiOmZhbHNlLCJQYXJlbnRTdHlsZSI6bnVsbH0sIkF1dG9TaXplIjowLCJGb3JlZ3JvdW5kIjp7IiRpZCI6IjEzOTIiLCJDb2xvciI6eyIkaWQiOiIxMzk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OTQiLCJUb3AiOjAuMCwiTGVmdCI6MC4wLCJSaWdodCI6MC4wLCJCb3R0b20iOjAuMH0sIlBhZGRpbmciOnsiJGlkIjoiMTM5NSIsIlRvcCI6MC4wLCJMZWZ0IjowLjAsIlJpZ2h0IjowLjAsIkJvdHRvbSI6MC4wfSwiQmFja2dyb3VuZCI6eyIkaWQiOiIxMzk2IiwiQ29sb3IiOnsiJGlkIjoiMTM5NyIsIkEiOjI1NSwiUiI6MCwiRyI6MCwiQiI6MH19LCJJc1Zpc2libGUiOnRydWUsIldpZHRoIjowLjAsIkhlaWdodCI6MC4wLCJCb3JkZXJTdHlsZSI6eyIkaWQiOiIxMzk4IiwiTGluZUNvbG9yIjpudWxsLCJMaW5lV2VpZ2h0IjowLjAsIkxpbmVUeXBlIjowLCJQYXJlbnRTdHlsZSI6bnVsbH0sIlBhcmVudFN0eWxlIjpudWxsfSwiUGFyZW50U3R5bGUiOm51bGx9LCJQYXJlbnRTdHlsZSI6bnVsbH0sIkRlZmF1bHRTd2ltbGFuZU1pbGVzdG9uZVN0eWxlIjp7IiRpZCI6IjEzOTkiLCJUaXRsZVBvc2l0aW9uIjoiTGVmdCIsIkRhdGVQb3NpdGlvbiI6IlJpZ2h0IiwiVmFyaWFuY2VQb3NpdGlvbiI6IlJpZ2h0IiwiU2hhcGVUeXBlIjoxLCJTaGFwZVNpemUiOjAsIlNwYWNpbmciOjUsIlNoYXBlU3R5bGUiOnsiJGlkIjoiMTQwMCIsIk1hcmdpbiI6eyIkaWQiOiIxNDAxIiwiVG9wIjowLjAsIkxlZnQiOjAuMCwiUmlnaHQiOjAuMCwiQm90dG9tIjowLjB9LCJQYWRkaW5nIjp7IiRpZCI6IjE0MDIiLCJUb3AiOjAuMCwiTGVmdCI6MC4wLCJSaWdodCI6MC4wLCJCb3R0b20iOjAuMH0sIkJhY2tncm91bmQiOnsiJGlkIjoiMTQwMyIsIkNvbG9yIjp7IiRpZCI6IjE0MDQiLCJBIjoyNTUsIlIiOjE2NSwiRyI6MTY1LCJCIjoxNjV9fSwiSXNWaXNpYmxlIjp0cnVlLCJXaWR0aCI6MTIuMCwiSGVpZ2h0IjoxNC4wLCJCb3JkZXJTdHlsZSI6eyIkaWQiOiIxNDA1IiwiTGluZUNvbG9yIjp7IiRpZCI6IjE0MDYiLCIkdHlwZSI6Ik5MUkUuQ29tbW9uLkRvbS5Tb2xpZENvbG9yQnJ1c2gsIE5MUkUuQ29tbW9uIiwiQ29sb3IiOnsiJGlkIjoiMTQwNyIsIkEiOjI1NSwiUiI6MjM0LCJHIjoyMiwiQiI6MzB9fSwiTGluZVdlaWdodCI6MC4wLCJMaW5lVHlwZSI6MCwiUGFyZW50U3R5bGUiOm51bGx9LCJQYXJlbnRTdHlsZSI6bnVsbH0sIlRpdGxlU3R5bGUiOnsiJGlkIjoiMTQwOCIsIkZvbnRTZXR0aW5ncyI6eyIkaWQiOiIxNDA5IiwiRm9udFNpemUiOjExLCJGb250TmFtZSI6IkNhbGlicmkiLCJJc0JvbGQiOmZhbHNlLCJJc0l0YWxpYyI6ZmFsc2UsIklzVW5kZXJsaW5lZCI6ZmFsc2UsIlBhcmVudFN0eWxlIjpudWxsfSwiQXV0b1NpemUiOjAsIkZvcmVncm91bmQiOnsiJGlkIjoiMTQxMCIsIkNvbG9yIjp7IiRpZCI6IjE0MT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xMiIsIlRvcCI6MC4wLCJMZWZ0IjowLjAsIlJpZ2h0IjowLjAsIkJvdHRvbSI6MC4wfSwiUGFkZGluZyI6eyIkaWQiOiIxNDEzIiwiVG9wIjowLjAsIkxlZnQiOjAuMCwiUmlnaHQiOjAuMCwiQm90dG9tIjowLjB9LCJCYWNrZ3JvdW5kIjp7IiRpZCI6IjE0MTQiLCJDb2xvciI6eyIkaWQiOiIxNDE1IiwiQSI6MjU1LCJSIjowLCJHIjowLCJCIjowfX0sIklzVmlzaWJsZSI6dHJ1ZSwiV2lkdGgiOjAuMCwiSGVpZ2h0IjowLjAsIkJvcmRlclN0eWxlIjp7IiRpZCI6IjE0MTYiLCJMaW5lQ29sb3IiOm51bGwsIkxpbmVXZWlnaHQiOjAuMCwiTGluZVR5cGUiOjAsIlBhcmVudFN0eWxlIjpudWxsfSwiUGFyZW50U3R5bGUiOm51bGx9LCJEYXRlU3R5bGUiOnsiJGlkIjoiMTQxNyIsIkZvbnRTZXR0aW5ncyI6eyIkaWQiOiIxNDE4IiwiRm9udFNpemUiOjEwLCJGb250TmFtZSI6IkNhbGlicmkiLCJJc0JvbGQiOmZhbHNlLCJJc0l0YWxpYyI6ZmFsc2UsIklzVW5kZXJsaW5lZCI6ZmFsc2UsIlBhcmVudFN0eWxlIjpudWxsfSwiQXV0b1NpemUiOjAsIkZvcmVncm91bmQiOnsiJGlkIjoiMTQxOSIsIkNvbG9yIjp7IiRpZCI6IjE0MjA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0MjEiLCJUb3AiOjAuMCwiTGVmdCI6MC4wLCJSaWdodCI6MC4wLCJCb3R0b20iOjAuMH0sIlBhZGRpbmciOnsiJGlkIjoiMTQyMiIsIlRvcCI6MC4wLCJMZWZ0IjowLjAsIlJpZ2h0IjowLjAsIkJvdHRvbSI6MC4wfSwiQmFja2dyb3VuZCI6eyIkaWQiOiIxNDIzIiwiQ29sb3IiOnsiJGlkIjoiMTQyNCIsIkEiOjI1NSwiUiI6NjgsIkciOjg0LCJCIjoxMDZ9fSwiSXNWaXNpYmxlIjp0cnVlLCJXaWR0aCI6MC4wLCJIZWlnaHQiOjAuMCwiQm9yZGVyU3R5bGUiOnsiJGlkIjoiMTQyNSIsIkxpbmVDb2xvciI6bnVsbCwiTGluZVdlaWdodCI6MC4wLCJMaW5lVHlwZSI6MCwiUGFyZW50U3R5bGUiOm51bGx9LCJQYXJlbnRTdHlsZSI6bnVsbH0sIkRhdGVGb3JtYXQiOnsiJGlkIjoiMTQyNi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I3IiwiRm9ybWF0IjowLCJJc1Zpc2libGUiOmZhbHNlLCJMYXN0S25vd25WaXNpYmlsaXR5U3RhdGUiOmZhbHNlfSwiSXNWaXNpYmxlIjp0cnVlLCJWYXJpYW5jZVN0eWxlIjp7IiRpZCI6IjE0MjgiLCJUZXh0U3R5bGUiOnsiJGlkIjoiMTQyOSIsIkZvbnRTZXR0aW5ncyI6eyIkaWQiOiIxNDMwIiwiRm9udFNpemUiOjEwLCJGb250TmFtZSI6IkNhbGlicmkiLCJJc0JvbGQiOmZhbHNlLCJJc0l0YWxpYyI6ZmFsc2UsIklzVW5kZXJsaW5lZCI6ZmFsc2UsIlBhcmVudFN0eWxlIjpudWxsfSwiQXV0b1NpemUiOjAsIkZvcmVncm91bmQiOnsiJGlkIjoiMTQzMSIsIkNvbG9yIjp7IiRpZCI6IjE0M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zMyIsIlRvcCI6MC4wLCJMZWZ0IjowLjAsIlJpZ2h0IjowLjAsIkJvdHRvbSI6MC4wfSwiUGFkZGluZyI6eyIkaWQiOiIxNDM0IiwiVG9wIjowLjAsIkxlZnQiOjAuMCwiUmlnaHQiOjAuMCwiQm90dG9tIjowLjB9LCJCYWNrZ3JvdW5kIjp7IiRpZCI6IjE0MzUiLCJDb2xvciI6eyIkaWQiOiIxNDM2IiwiQSI6MjU1LCJSIjowLCJHIjowLCJCIjowfX0sIklzVmlzaWJsZSI6dHJ1ZSwiV2lkdGgiOjAuMCwiSGVpZ2h0IjowLjAsIkJvcmRlclN0eWxlIjp7IiRpZCI6IjE0MzciLCJMaW5lQ29sb3IiOm51bGwsIkxpbmVXZWlnaHQiOjAuMCwiTGluZVR5cGUiOjAsIlBhcmVudFN0eWxlIjpudWxsfSwiUGFyZW50U3R5bGUiOm51bGx9LCJQYXJlbnRTdHlsZSI6bnVsbH0sIlBhcmVudFN0eWxlIjpudWxsfSwiRGVmYXVsdFN3aW1sYW5lQWN0aXZpdHlTdHlsZSI6eyIkaWQiOiIxNDM4IiwiSGVhZGVyU3R5bGUiOnsiJGlkIjoiMTQzOSIsIlRleHRTdHlsZSI6eyIkaWQiOiIxNDQwIiwiRm9udFNldHRpbmdzIjp7IiRpZCI6IjE0NDEiLCJGb250U2l6ZSI6MTEsIkZvbnROYW1lIjoiQ2FsaWJyaSIsIklzQm9sZCI6ZmFsc2UsIklzSXRhbGljIjpmYWxzZSwiSXNVbmRlcmxpbmVkIjpmYWxzZSwiUGFyZW50U3R5bGUiOm51bGx9LCJBdXRvU2l6ZSI6MiwiRm9yZWdyb3VuZCI6eyIkaWQiOiIxNDQyIiwiQ29sb3IiOnsiJGlkIjoiMTQ0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0NDQiLCJUb3AiOjAuMCwiTGVmdCI6MC4wLCJSaWdodCI6MC4wLCJCb3R0b20iOjAuMH0sIlBhZGRpbmciOnsiJGlkIjoiMTQ0NSIsIlRvcCI6MC4wLCJMZWZ0IjowLjAsIlJpZ2h0IjowLjAsIkJvdHRvbSI6MC4wfSwiQmFja2dyb3VuZCI6eyIkaWQiOiIxNDQ2IiwiQ29sb3IiOnsiJGlkIjoiMTQ0NyIsIkEiOjI1NSwiUiI6NjQsIkciOjY0LCJCIjo2NH19LCJJc1Zpc2libGUiOnRydWUsIldpZHRoIjowLjAsIkhlaWdodCI6MC4wLCJCb3JkZXJTdHlsZSI6bnVsbCwiUGFyZW50U3R5bGUiOm51bGx9LCJSZWN0YW5nbGVTdHlsZSI6eyIkaWQiOiIxNDQ4IiwiTWFyZ2luIjp7IiRpZCI6IjE0NDkiLCJUb3AiOjAuMCwiTGVmdCI6MC4wLCJSaWdodCI6MC4wLCJCb3R0b20iOjAuMH0sIlBhZGRpbmciOnsiJGlkIjoiMTQ1MCIsIlRvcCI6MC4wLCJMZWZ0IjowLjAsIlJpZ2h0IjowLjAsIkJvdHRvbSI6MC4wfSwiQmFja2dyb3VuZCI6eyIkaWQiOiIxNDUxIiwiQ29sb3IiOnsiJGlkIjoiMTQ1MiIsIkEiOjEyNywiUiI6MTY1LCJHIjoxNjUsIkIiOjE2NX19LCJJc1Zpc2libGUiOnRydWUsIldpZHRoIjowLjAsIkhlaWdodCI6MC4wLCJCb3JkZXJTdHlsZSI6eyIkaWQiOiIxNDUzIiwiTGluZUNvbG9yIjp7IiRpZCI6IjE0NTQiLCIkdHlwZSI6Ik5MUkUuQ29tbW9uLkRvbS5Tb2xpZENvbG9yQnJ1c2gsIE5MUkUuQ29tbW9uIiwiQ29sb3IiOnsiJGlkIjoiMTQ1NSIsIkEiOjI1NSwiUiI6MjU1LCJHIjowLCJCIjowfX0sIkxpbmVXZWlnaHQiOjAuMCwiTGluZVR5cGUiOjAsIlBhcmVudFN0eWxlIjpudWxsfSwiUGFyZW50U3R5bGUiOm51bGx9LCJNYXJnaW4iOnsiJGlkIjoiMTQ1NiIsIlRvcCI6MC4wLCJMZWZ0IjowLjAsIlJpZ2h0IjowLjAsIkJvdHRvbSI6MC4wfSwiUGFkZGluZyI6eyIkaWQiOiIxNDU3IiwiVG9wIjowLjAsIkxlZnQiOjAuMCwiUmlnaHQiOjAuMCwiQm90dG9tIjowLjB9LCJCYWNrZ3JvdW5kIjpudWxsLCJJc1Zpc2libGUiOnRydWUsIldpZHRoIjowLjAsIkhlaWdodCI6MC4wLCJCb3JkZXJTdHlsZSI6bnVsbCwiUGFyZW50U3R5bGUiOm51bGx9LCJCYWNrZ3JvdW5kU3R5bGUiOnsiJGlkIjoiMTQ1OCIsIk1hcmdpbiI6eyIkaWQiOiIxNDU5IiwiVG9wIjowLjAsIkxlZnQiOjAuMCwiUmlnaHQiOjAuMCwiQm90dG9tIjowLjB9LCJQYWRkaW5nIjp7IiRpZCI6IjE0NjAiLCJUb3AiOjAuMCwiTGVmdCI6MC4wLCJSaWdodCI6MC4wLCJCb3R0b20iOjAuMH0sIkJhY2tncm91bmQiOnsiJGlkIjoiMTQ2MSIsIkNvbG9yIjp7IiRpZCI6IjE0NjIiLCJBIjo1MSwiUiI6MjAwLCJHIjoyMDAsIkIiOjIwMH19LCJJc1Zpc2libGUiOnRydWUsIldpZHRoIjowLjAsIkhlaWdodCI6MC4wLCJCb3JkZXJTdHlsZSI6eyIkaWQiOiIxNDYzIiwiTGluZUNvbG9yIjp7IiRpZCI6IjE0NjQiLCIkdHlwZSI6Ik5MUkUuQ29tbW9uLkRvbS5Tb2xpZENvbG9yQnJ1c2gsIE5MUkUuQ29tbW9uIiwiQ29sb3IiOnsiJGlkIjoiMTQ2NSIsIkEiOjI1NSwiUiI6MjM0LCJHIjoyMiwiQiI6MzB9fSwiTGluZVdlaWdodCI6MC4wLCJMaW5lVHlwZSI6MCwiUGFyZW50U3R5bGUiOm51bGx9LCJQYXJlbnRTdHlsZSI6bnVsbH0sIk1hcmdpbiI6eyIkaWQiOiIxNDY2IiwiVG9wIjowLjAsIkxlZnQiOjAuMCwiUmlnaHQiOjAuMCwiQm90dG9tIjowLjB9LCJQYWRkaW5nIjp7IiRpZCI6IjE0NjciLCJUb3AiOjAuMCwiTGVmdCI6MC4wLCJSaWdodCI6MC4wLCJCb3R0b20iOjAuMH0sIklzVmlzaWJsZSI6dHJ1ZSwiV2lkdGgiOjAuMCwiSGVpZ2h0IjowLjAsIkJvcmRlclN0eWxlIjp7IiRpZCI6IjE0NjgiLCJMaW5lQ29sb3IiOm51bGwsIkxpbmVXZWlnaHQiOjAuMCwiTGluZVR5cGUiOjAsIlBhcmVudFN0eWxlIjpudWxsfSwiUGFyZW50U3R5bGUiOm51bGx9LCJNYXJnaW4iOnsiJGlkIjoiMTQ2OSIsIlRvcCI6MC4wLCJMZWZ0IjowLjAsIlJpZ2h0IjowLjAsIkJvdHRvbSI6MC4wfSwiUGFkZGluZyI6eyIkaWQiOiIxNDcwIiwiVG9wIjowLjAsIkxlZnQiOjAuMCwiUmlnaHQiOjAuMCwiQm90dG9tIjowLjB9LCJJc1Zpc2libGUiOmZhbHNlLCJXaWR0aCI6MC4wLCJIZWlnaHQiOjAuMCwiQm9yZGVyU3R5bGUiOnsiJGlkIjoiMTQ3MSIsIkxpbmVDb2xvciI6bnVsbCwiTGluZVdlaWdodCI6MC4wLCJMaW5lVHlwZSI6MCwiUGFyZW50U3R5bGUiOm51bGx9LCJQYXJlbnRTdHlsZSI6bnVsbH19LHsiJGlkIjoiMTQ3MiIsIl9hY3Rpdml0aWVzIjpbeyIkaWQiOiIxNDczIiwiX3Jvd3MiOlt7IiRpZCI6IjE0NzQiLCJfdGFza3MiOlt7IiRpZCI6IjE0NzUiLCJfYXR0YWNoZWRNaWxlc3RvbmVzIjpbXSwiVGFza0RlZmluaXRpb24iOnsiJGlkIjoiMTQ3NiIsIkdyb3VwTmFtZSI6bnVsbCwiU3RhcnREYXRlIjoiMjAyNi0wNy0wMVQwMDowMDowMFoiLCJFbmREYXRlIjoiMjAyNi0wOS0zMFQyMzo1OTowMFoiLCJQZXJjZW50YWdlQ29tcGxldGUiOm51bGwsIlN0eWxlIjp7IiRpZCI6IjE0NzciLCJTaGFwZSI6MSwiU2hhcGVUaGlja25lc3MiOjAsIkR1cmF0aW9uRm9ybWF0IjowLCJJbmNsdWRlTm9uV29ya2luZ0RheXNJbkR1cmF0aW9uIjpmYWxzZSwiUGVyY2VudGFnZUNvbXBsZXRlU3R5bGUiOnsiJGlkIjoiMTQ3OCIsIkZvbnRTZXR0aW5ncyI6eyIkaWQiOiIxNDc5IiwiRm9udFNpemUiOjEwLCJGb250TmFtZSI6IkNhbGlicmkiLCJJc0JvbGQiOmZhbHNlLCJJc0l0YWxpYyI6ZmFsc2UsIklzVW5kZXJsaW5lZCI6ZmFsc2UsIlBhcmVudFN0eWxlIjpudWxsfSwiQXV0b1NpemUiOjAsIkZvcmVncm91bmQiOnsiJGlkIjoiMTQ4MCIsIkNvbG9yIjp7IiRpZCI6IjE0ODEiLCJBIjoyNTUsIlIiOjIzMiwiRyI6MjMyLCJCIjoyMzJ9fSwiTWF4V2lkdGgiOjIwMC4wLCJNYXhIZWlnaHQiOiJJbmZpbml0eSIsIlNtYXJ0Rm9yZWdyb3VuZElzQWN0aXZlIjpmYWxzZSwiSG9yaXpvbnRhbEFsaWdubWVudCI6MSwiVmVydGljYWxBbGlnbm1lbnQiOjAsIlNtYXJ0Rm9yZWdyb3VuZCI6bnVsbCwiQmFja2dyb3VuZEZpbGxUeXBlIjowLCJNYXJnaW4iOnsiJGlkIjoiMTQ4MiIsIlRvcCI6MC4wLCJMZWZ0IjowLjAsIlJpZ2h0IjowLjAsIkJvdHRvbSI6MC4wfSwiUGFkZGluZyI6eyIkaWQiOiIxNDgzIiwiVG9wIjowLjAsIkxlZnQiOjAuMCwiUmlnaHQiOjAuMCwiQm90dG9tIjowLjB9LCJCYWNrZ3JvdW5kIjp7IiRpZCI6IjE0ODQiLCJDb2xvciI6eyIkaWQiOiIxNDg1IiwiQSI6ODksIlIiOjAsIkciOjAsIkIiOjB9fSwiSXNWaXNpYmxlIjp0cnVlLCJXaWR0aCI6MC4wLCJIZWlnaHQiOjAuMCwiQm9yZGVyU3R5bGUiOnsiJGlkIjoiMTQ4NiIsIkxpbmVDb2xvciI6bnVsbCwiTGluZVdlaWdodCI6MC4wLCJMaW5lVHlwZSI6MCwiUGFyZW50U3R5bGUiOm51bGx9LCJQYXJlbnRTdHlsZSI6bnVsbH0sIkR1cmF0aW9uU3R5bGUiOnsiJGlkIjoiMTQ4NyIsIkZvbnRTZXR0aW5ncyI6eyIkaWQiOiIxNDg4IiwiRm9udFNpemUiOjEwLCJGb250TmFtZSI6IkNhbGlicmkiLCJJc0JvbGQiOmZhbHNlLCJJc0l0YWxpYyI6ZmFsc2UsIklzVW5kZXJsaW5lZCI6ZmFsc2UsIlBhcmVudFN0eWxlIjpudWxsfSwiQXV0b1NpemUiOjAsIkZvcmVncm91bmQiOnsiJGlkIjoiMTQ4OSIsIkNvbG9yIjp7IiRpZCI6IjE0OT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0OTEiLCJUb3AiOjAuMCwiTGVmdCI6MC4wLCJSaWdodCI6MC4wLCJCb3R0b20iOjAuMH0sIlBhZGRpbmciOnsiJGlkIjoiMTQ5MiIsIlRvcCI6MC4wLCJMZWZ0IjowLjAsIlJpZ2h0IjowLjAsIkJvdHRvbSI6MC4wfSwiQmFja2dyb3VuZCI6eyIkaWQiOiIxNDkzIiwiQ29sb3IiOnsiJGlkIjoiMTQ5NCIsIkEiOjI1NSwiUiI6NjgsIkciOjg0LCJCIjoxMDZ9fSwiSXNWaXNpYmxlIjp0cnVlLCJXaWR0aCI6MC4wLCJIZWlnaHQiOjAuMCwiQm9yZGVyU3R5bGUiOnsiJGlkIjoiMTQ5NSIsIkxpbmVDb2xvciI6bnVsbCwiTGluZVdlaWdodCI6MC4wLCJMaW5lVHlwZSI6MCwiUGFyZW50U3R5bGUiOm51bGx9LCJQYXJlbnRTdHlsZSI6bnVsbH0sIkhvcml6b250YWxDb25uZWN0b3JTdHlsZSI6eyIkaWQiOiIxNDk2IiwiTGluZUNvbG9yIjp7IiRpZCI6IjE0OTciLCIkdHlwZSI6Ik5MUkUuQ29tbW9uLkRvbS5Tb2xpZENvbG9yQnJ1c2gsIE5MUkUuQ29tbW9uIiwiQ29sb3IiOnsiJGlkIjoiMTQ5OCIsIkEiOjI1NSwiUiI6MCwiRyI6MCwiQiI6MH19LCJMaW5lV2VpZ2h0IjowLjAsIkxpbmVUeXBlIjowLCJQYXJlbnRTdHlsZSI6bnVsbH0sIlZlcnRpY2FsQ29ubmVjdG9yU3R5bGUiOnsiJGlkIjoiMTQ5OSIsIkxpbmVDb2xvciI6eyIkaWQiOiIxNTAwIiwiJHR5cGUiOiJOTFJFLkNvbW1vbi5Eb20uU29saWRDb2xvckJydXNoLCBOTFJFLkNvbW1vbiIsIkNvbG9yIjp7IiRpZCI6IjE1MDE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1MDIiLCJTaGFwZVN0eWxlIjp7IiRpZCI6IjE1MDMiLCJNYXJnaW4iOnsiJGlkIjoiMTUwNCIsIlRvcCI6MC4wLCJMZWZ0IjowLjAsIlJpZ2h0IjowLjAsIkJvdHRvbSI6MC4wfSwiUGFkZGluZyI6eyIkaWQiOiIxNTA1IiwiVG9wIjowLjAsIkxlZnQiOjAuMCwiUmlnaHQiOjAuMCwiQm90dG9tIjowLjB9LCJCYWNrZ3JvdW5kIjp7IiRpZCI6IjE1MDYiLCJDb2xvciI6eyIkaWQiOiIxNTA3IiwiQSI6MTUzLCJSIjowLCJHIjowLCJCIjowfX0sIklzVmlzaWJsZSI6dHJ1ZSwiV2lkdGgiOjAuMCwiSGVpZ2h0IjowLjAsIkJvcmRlclN0eWxlIjpudWxsLCJQYXJlbnRTdHlsZSI6bnVsbH0sIk1hcmdpbiI6eyIkaWQiOiIxNTA4IiwiVG9wIjowLjAsIkxlZnQiOjAuMCwiUmlnaHQiOjAuMCwiQm90dG9tIjowLjB9LCJQYWRkaW5nIjp7IiRpZCI6IjE1MDkiLCJUb3AiOjAuMCwiTGVmdCI6MC4wLCJSaWdodCI6MC4wLCJCb3R0b20iOjAuMH0sIkJhY2tncm91bmQiOm51bGwsIklzVmlzaWJsZSI6dHJ1ZSwiV2lkdGgiOjAuMCwiSGVpZ2h0IjowLjAsIkJvcmRlclN0eWxlIjpudWxsLCJQYXJlbnRTdHlsZSI6bnVsbH0sIlNoYXBlU3R5bGUiOnsiJGlkIjoiMTUxMCIsIk1hcmdpbiI6eyIkaWQiOiIxNTExIiwiVG9wIjowLjAsIkxlZnQiOjQuMCwiUmlnaHQiOjQuMCwiQm90dG9tIjowLjB9LCJQYWRkaW5nIjp7IiRpZCI6IjE1MTIiLCJUb3AiOjAuMCwiTGVmdCI6MC4wLCJSaWdodCI6MC4wLCJCb3R0b20iOjAuMH0sIkJhY2tncm91bmQiOnsiJGlkIjoiMTUxMyIsIkNvbG9yIjp7IiRpZCI6IjE1MTQiLCJBIjoyNTUsIlIiOjY4LCJHIjoxMTQsIkIiOjE5Nn19LCJJc1Zpc2libGUiOnRydWUsIldpZHRoIjowLjAsIkhlaWdodCI6MTAuMCwiQm9yZGVyU3R5bGUiOnsiJGlkIjoiMTUxNSIsIkxpbmVDb2xvciI6eyIkaWQiOiIxNTE2IiwiJHR5cGUiOiJOTFJFLkNvbW1vbi5Eb20uU29saWRDb2xvckJydXNoLCBOTFJFLkNvbW1vbiIsIkNvbG9yIjp7IiRpZCI6IjE1MTciLCJBIjoyNTUsIlIiOjIzNCwiRyI6MjIsIkIiOjMwfX0sIkxpbmVXZWlnaHQiOjAuMCwiTGluZVR5cGUiOjAsIlBhcmVudFN0eWxlIjpudWxsfSwiUGFyZW50U3R5bGUiOm51bGx9LCJUaXRsZVN0eWxlIjp7IiRpZCI6IjE1MTgiLCJGb250U2V0dGluZ3MiOnsiJGlkIjoiMTUxOSIsIkZvbnRTaXplIjoxMSwiRm9udE5hbWUiOiJUaXRpbGxpdW0gV2ViIiwiSXNCb2xkIjpmYWxzZSwiSXNJdGFsaWMiOmZhbHNlLCJJc1VuZGVybGluZWQiOmZhbHNlLCJQYXJlbnRTdHlsZSI6bnVsbH0sIkF1dG9TaXplIjowLCJGb3JlZ3JvdW5kIjp7IiRpZCI6IjE1MjAiLCJDb2xvciI6eyIkaWQiOiIxNTIxIiwiQSI6MjU1LCJSIjoyNTUsIkciOjI1NSwiQiI6MjU1fX0sIk1heFdpZHRoIjo3MjAuMCwiTWF4SGVpZ2h0IjoiSW5maW5pdHkiLCJTbWFydEZvcmVncm91bmRJc0FjdGl2ZSI6ZmFsc2UsIkhvcml6b250YWxBbGlnbm1lbnQiOjAsIlZlcnRpY2FsQWxpZ25tZW50IjowLCJTbWFydEZvcmVncm91bmQiOm51bGwsIkJhY2tncm91bmRGaWxsVHlwZSI6MCwiTWFyZ2luIjp7IiRpZCI6IjE1MjIiLCJUb3AiOjAuMCwiTGVmdCI6MC4wLCJSaWdodCI6MC4wLCJCb3R0b20iOjAuMH0sIlBhZGRpbmciOnsiJGlkIjoiMTUyMyIsIlRvcCI6MC4wLCJMZWZ0IjowLjAsIlJpZ2h0IjowLjAsIkJvdHRvbSI6MC4wfSwiQmFja2dyb3VuZCI6eyIkaWQiOiIxNTI0IiwiQ29sb3IiOnsiJGlkIjoiMTUyNSIsIkEiOjAsIlIiOjI1NSwiRyI6MjU1LCJCIjoyNTV9fSwiSXNWaXNpYmxlIjp0cnVlLCJXaWR0aCI6MC4wLCJIZWlnaHQiOjAuMCwiQm9yZGVyU3R5bGUiOnsiJGlkIjoiMTUyNiIsIkxpbmVDb2xvciI6bnVsbCwiTGluZVdlaWdodCI6MC4wLCJMaW5lVHlwZSI6MCwiUGFyZW50U3R5bGUiOm51bGx9LCJQYXJlbnRTdHlsZSI6bnVsbH0sIkRhdGVTdHlsZSI6eyIkaWQiOiIxNTI3IiwiRm9udFNldHRpbmdzIjp7IiRpZCI6IjE1MjgiLCJGb250U2l6ZSI6MTAsIkZvbnROYW1lIjoiVGl0aWxsaXVtIFdlYiIsIklzQm9sZCI6ZmFsc2UsIklzSXRhbGljIjpmYWxzZSwiSXNVbmRlcmxpbmVkIjpmYWxzZSwiUGFyZW50U3R5bGUiOm51bGx9LCJBdXRvU2l6ZSI6MCwiRm9yZWdyb3VuZCI6eyIkaWQiOiIxNTI5IiwiQ29sb3IiOnsiJGlkIjoiMTUzMC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aWQiOiIxNTMxIiwiVG9wIjowLjAsIkxlZnQiOjAuMCwiUmlnaHQiOjAuMCwiQm90dG9tIjowLjB9LCJQYWRkaW5nIjp7IiRpZCI6IjE1MzIiLCJUb3AiOjAuMCwiTGVmdCI6MC4wLCJSaWdodCI6MC4wLCJCb3R0b20iOjAuMH0sIkJhY2tncm91bmQiOnsiJGlkIjoiMTUzMyIsIkNvbG9yIjp7IiRpZCI6IjE1MzQiLCJBIjowLCJSIjoyNTUsIkciOjI1NSwiQiI6MjU1fX0sIklzVmlzaWJsZSI6dHJ1ZSwiV2lkdGgiOjAuMCwiSGVpZ2h0IjowLjAsIkJvcmRlclN0eWxlIjp7IiRpZCI6IjE1MzUiLCJMaW5lQ29sb3IiOm51bGwsIkxpbmVXZWlnaHQiOjAuMCwiTGluZVR5cGUiOjAsIlBhcmVudFN0eWxlIjpudWxsfSwiUGFyZW50U3R5bGUiOm51bGx9LCJEYXRlRm9ybWF0Ijp7IiRpZCI6IjE1M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yIsIkZvcm1hdCI6MCwiSXNWaXNpYmxlIjpmYWxzZSwiTGFzdEtub3duVmlzaWJpbGl0eVN0YXRlIjpmYWxzZX0sIklzVmlzaWJsZSI6dHJ1ZSwiVmFyaWFuY2VTdHlsZSI6eyIkaWQiOiIxNTM4IiwiVGV4dFN0eWxlIjp7IiRpZCI6IjE1MzkiLCJGb250U2V0dGluZ3MiOnsiJGlkIjoiMTU0MCIsIkZvbnRTaXplIjoxMCwiRm9udE5hbWUiOiJDYWxpYnJpIiwiSXNCb2xkIjpmYWxzZSwiSXNJdGFsaWMiOmZhbHNlLCJJc1VuZGVybGluZWQiOmZhbHNlLCJQYXJlbnRTdHlsZSI6bnVsbH0sIkF1dG9TaXplIjowLCJGb3JlZ3JvdW5kIjp7IiRpZCI6IjE1NDEiLCJDb2xvciI6eyIkaWQiOiIxNTQ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1NDMiLCJUb3AiOjAuMCwiTGVmdCI6MC4wLCJSaWdodCI6MC4wLCJCb3R0b20iOjAuMH0sIlBhZGRpbmciOnsiJGlkIjoiMTU0NCIsIlRvcCI6MC4wLCJMZWZ0IjowLjAsIlJpZ2h0IjowLjAsIkJvdHRvbSI6MC4wfSwiQmFja2dyb3VuZCI6eyIkaWQiOiIxNTQ1IiwiQ29sb3IiOnsiJGlkIjoiMTU0NiIsIkEiOjI1NSwiUiI6MCwiRyI6MCwiQiI6MH19LCJJc1Zpc2libGUiOnRydWUsIldpZHRoIjowLjAsIkhlaWdodCI6MC4wLCJCb3JkZXJTdHlsZSI6bnVsbCwiUGFyZW50U3R5bGUiOm51bGx9LCJQYXJlbnRTdHlsZSI6bnVsbH0sIlBhcmVudFN0eWxlIjpudWxsfSwiSW5kZXgiOjExLCJTbWFydER1cmF0aW9uQWN0aXZhdGVkIjpmYWxzZSwiRGF0ZUZvcm1hdCI6eyIkcmVmIjoiMTUzNiJ9LCJXZWVrTnVtYmVyaW5nIjp7IiRpZCI6IjE1NDciLCJGb3JtYXQiOjAsIklzVmlzaWJsZSI6ZmFsc2UsIkxhc3RLbm93blZpc2liaWxpdHlTdGF0ZSI6ZmFsc2V9LCJCYXNlbGluZURhdGEiOnsiJGlkIjoiMTU0OCIsIlN0YXJ0RGF0ZSI6IjIwMjYtMDctMDFUMDA6MDA6MDAiLCJFbmREYXRlIjoiMjAyNi0wOS0zMFQyMzo1OTowMCJ9LCJJZCI6ImQyM2QyZDY4LWRjNmYtNDAwNC05NGYxLWE4YTAzMzNiZDM1MCIsIkltcG9ydElkIjpudWxsLCJUaXRsZSI6IlByaW1lcmFzIGZ1bmNpb25lcyBpbnRlZ3JhZGFzIChTcHJpbnQgNSAtIDEwKSIsIk5vdGUiOm51bGwsIkh5cGVybGluayI6eyIkaWQiOiIxNTQ5IiwiQWRkcmVzcyI6IiIsIlN1YkFkZHJlc3MiOiIifSwiSXNDaGFuZ2VkIjpmYWxzZSwiSXNOZXciOmZhbHNlfX1dLCJfbWlsZXN0b25lcyI6W10sIklkIjoiMDAwMDAwMDAtMDAwMC0wMDAwLTAwMDAtMDAwMDAwMDAwMDAwIiwiSXNTaW5nbGVJdGVtUm93Ijp0cnVlfV0sIkluZGV4IjoxMCwiSWQiOiJiNjkxZTllYy00ODhjLTQ4NmItOGQ1YS1jOTRmNTlmNzg1MDEiLCJIZWFkZXJUZXh0IjpudWxsLCJJc0RlZmF1bHQiOnRydWUsIlN0eWxlIjp7IiRpZCI6IjE1NTAiLCJIZWFkZXJTdHlsZSI6eyIkaWQiOiIxNTUxIiwiVGV4dFN0eWxlIjp7IiRpZCI6IjE1NTIiLCJGb250U2V0dGluZ3MiOnsiJGlkIjoiMTU1MyIsIkZvbnRTaXplIjoxMSwiRm9udE5hbWUiOiJDYWxpYnJpIiwiSXNCb2xkIjpmYWxzZSwiSXNJdGFsaWMiOmZhbHNlLCJJc1VuZGVybGluZWQiOmZhbHNlLCJQYXJlbnRTdHlsZSI6bnVsbH0sIkF1dG9TaXplIjowLCJGb3JlZ3JvdW5kIjp7IiRpZCI6IjE1NTQiLCJDb2xvciI6eyIkaWQiOiIxNTU1IiwiQSI6MjU1LCJSIjo2NCwiRyI6NjQsIkIiOjY0fX0sIk1heFdpZHRoIjowLjAsIk1heEhlaWdodCI6MC4wLCJTbWFydEZvcmVncm91bmRJc0FjdGl2ZSI6ZmFsc2UsIkhvcml6b250YWxBbGlnbm1lbnQiOjAsIlZlcnRpY2FsQWxpZ25tZW50IjowLCJTbWFydEZvcmVncm91bmQiOm51bGwsIkJhY2tncm91bmRGaWxsVHlwZSI6MCwiTWFyZ2luIjp7IiRpZCI6IjE1NTYiLCJUb3AiOjAuMCwiTGVmdCI6MC4wLCJSaWdodCI6MC4wLCJCb3R0b20iOjAuMH0sIlBhZGRpbmciOnsiJGlkIjoiMTU1NyIsIlRvcCI6MC4wLCJMZWZ0IjowLjAsIlJpZ2h0IjowLjAsIkJvdHRvbSI6MC4wfSwiQmFja2dyb3VuZCI6eyIkaWQiOiIxNTU4IiwiQ29sb3IiOnsiJGlkIjoiMTU1OSIsIkEiOjI1NSwiUiI6NjQsIkciOjY0LCJCIjo2NH19LCJJc1Zpc2libGUiOmZhbHNlLCJXaWR0aCI6MC4wLCJIZWlnaHQiOjAuMCwiQm9yZGVyU3R5bGUiOm51bGwsIlBhcmVudFN0eWxlIjpudWxsfSwiUmVjdGFuZ2xlU3R5bGUiOnsiJGlkIjoiMTU2MCIsIk1hcmdpbiI6eyIkaWQiOiIxNTYxIiwiVG9wIjowLjAsIkxlZnQiOjAuMCwiUmlnaHQiOjAuMCwiQm90dG9tIjowLjB9LCJQYWRkaW5nIjp7IiRpZCI6IjE1NjIiLCJUb3AiOjAuMCwiTGVmdCI6MC4wLCJSaWdodCI6MC4wLCJCb3R0b20iOjAuMH0sIkJhY2tncm91bmQiOnsiJGlkIjoiMTU2MyIsIkNvbG9yIjp7IiRpZCI6IjE1NjQiLCJBIjoxMjcsIlIiOjY4LCJHIjoxMTQsIkIiOjE5Nn19LCJJc1Zpc2libGUiOmZhbHNlLCJXaWR0aCI6MC4wLCJIZWlnaHQiOjAuMCwiQm9yZGVyU3R5bGUiOnsiJGlkIjoiMTU2NSIsIkxpbmVDb2xvciI6eyIkaWQiOiIxNTY2IiwiJHR5cGUiOiJOTFJFLkNvbW1vbi5Eb20uU29saWRDb2xvckJydXNoLCBOTFJFLkNvbW1vbiIsIkNvbG9yIjp7IiRpZCI6IjE1NjciLCJBIjoyNTUsIlIiOjI1NSwiRyI6MCwiQiI6MH19LCJMaW5lV2VpZ2h0IjowLjAsIkxpbmVUeXBlIjowLCJQYXJlbnRTdHlsZSI6bnVsbH0sIlBhcmVudFN0eWxlIjpudWxsfSwiTWFyZ2luIjp7IiRpZCI6IjE1NjgiLCJUb3AiOjAuMCwiTGVmdCI6MC4wLCJSaWdodCI6MC4wLCJCb3R0b20iOjAuMH0sIlBhZGRpbmciOnsiJGlkIjoiMTU2OSIsIlRvcCI6MC4wLCJMZWZ0IjowLjAsIlJpZ2h0IjowLjAsIkJvdHRvbSI6MC4wfSwiQmFja2dyb3VuZCI6bnVsbCwiSXNWaXNpYmxlIjp0cnVlLCJXaWR0aCI6MC4wLCJIZWlnaHQiOjAuMCwiQm9yZGVyU3R5bGUiOm51bGwsIlBhcmVudFN0eWxlIjpudWxsfSwiQmFja2dyb3VuZFN0eWxlIjp7IiRpZCI6IjE1NzAiLCJNYXJnaW4iOnsiJGlkIjoiMTU3MSIsIlRvcCI6MC4wLCJMZWZ0IjowLjAsIlJpZ2h0IjowLjAsIkJvdHRvbSI6MC4wfSwiUGFkZGluZyI6eyIkaWQiOiIxNTcyIiwiVG9wIjowLjAsIkxlZnQiOjAuMCwiUmlnaHQiOjAuMCwiQm90dG9tIjowLjB9LCJCYWNrZ3JvdW5kIjp7IiRpZCI6IjE1NzMiLCJDb2xvciI6eyIkaWQiOiIxNTc0IiwiQSI6NTEsIlIiOjIwMCwiRyI6MjAwLCJCIjoyMDB9fSwiSXNWaXNpYmxlIjp0cnVlLCJXaWR0aCI6MC4wLCJIZWlnaHQiOjAuMCwiQm9yZGVyU3R5bGUiOnsiJGlkIjoiMTU3NSIsIkxpbmVDb2xvciI6eyIkaWQiOiIxNTc2IiwiJHR5cGUiOiJOTFJFLkNvbW1vbi5Eb20uU29saWRDb2xvckJydXNoLCBOTFJFLkNvbW1vbiIsIkNvbG9yIjp7IiRpZCI6IjE1NzciLCJBIjoyNTUsIlIiOjIzNCwiRyI6MjIsIkIiOjMwfX0sIkxpbmVXZWlnaHQiOjAuMCwiTGluZVR5cGUiOjAsIlBhcmVudFN0eWxlIjpudWxsfSwiUGFyZW50U3R5bGUiOm51bGx9LCJNYXJnaW4iOnsiJGlkIjoiMTU3OCIsIlRvcCI6MC4wLCJMZWZ0IjowLjAsIlJpZ2h0IjowLjAsIkJvdHRvbSI6MC4wfSwiUGFkZGluZyI6eyIkaWQiOiIxNTc5IiwiVG9wIjowLjAsIkxlZnQiOjAuMCwiUmlnaHQiOjAuMCwiQm90dG9tIjowLjB9LCJJc1Zpc2libGUiOnRydWUsIldpZHRoIjowLjAsIkhlaWdodCI6MC4wLCJCb3JkZXJTdHlsZSI6eyIkaWQiOiIxNTgwIiwiTGluZUNvbG9yIjpudWxsLCJMaW5lV2VpZ2h0IjowLjAsIkxpbmVUeXBlIjowLCJQYXJlbnRTdHlsZSI6bnVsbH0sIlBhcmVudFN0eWxlIjpudWxsfX1dLCJJZCI6ImRlNTJjYjk0LWQwNmMtNDhmOS05NWRlLTEzZGZjN2Q5NzEwNSIsIkluZGV4IjoxMCwiSGVhZGVyVGV4dCI6IlByZS1BbHBoYVxyXG4iLCJTdHlsZSI6eyIkaWQiOiIxNTgxIiwiU3R5bGVJZCI6IjMzMmNmYjEzLWI0MDEtNGVjMy1iNjU1LTczOTY4ZDA0ZDc0OSIsIkhlYWRlclN0eWxlIjp7IiRpZCI6IjE1ODIiLCJUZXh0SXNWZXJ0aWNhbCI6ZmFsc2UsIlRleHRTdHlsZSI6eyIkaWQiOiIxNTgzIiwiRm9udFNldHRpbmdzIjp7IiRpZCI6IjE1ODQiLCJGb250U2l6ZSI6MTEsIkZvbnROYW1lIjoiQ2FsaWJyaSIsIklzQm9sZCI6ZmFsc2UsIklzSXRhbGljIjpmYWxzZSwiSXNVbmRlcmxpbmVkIjpmYWxzZSwiUGFyZW50U3R5bGUiOm51bGx9LCJBdXRvU2l6ZSI6MiwiRm9yZWdyb3VuZCI6eyIkaWQiOiIxNTg1IiwiQ29sb3IiOnsiJGlkIjoiMTU4N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1ODciLCJUb3AiOjAuMCwiTGVmdCI6MC4wLCJSaWdodCI6MC4wLCJCb3R0b20iOjAuMH0sIlBhZGRpbmciOnsiJGlkIjoiMTU4OCIsIlRvcCI6MC4wLCJMZWZ0IjowLjAsIlJpZ2h0IjowLjAsIkJvdHRvbSI6MC4wfSwiQmFja2dyb3VuZCI6eyIkaWQiOiIxNTg5IiwiQ29sb3IiOnsiJGlkIjoiMTU5MCIsIkEiOjI1NSwiUiI6MjU1LCJHIjoyNTUsIkIiOjI1NX19LCJJc1Zpc2libGUiOmZhbHNlLCJXaWR0aCI6MC4wLCJIZWlnaHQiOjAuMCwiQm9yZGVyU3R5bGUiOm51bGwsIlBhcmVudFN0eWxlIjpudWxsfSwiUmVjdGFuZ2xlU3R5bGUiOnsiJGlkIjoiMTU5MSIsIk1hcmdpbiI6eyIkaWQiOiIxNTkyIiwiVG9wIjowLjAsIkxlZnQiOjAuMCwiUmlnaHQiOjAuMCwiQm90dG9tIjowLjB9LCJQYWRkaW5nIjp7IiRpZCI6IjE1OTMiLCJUb3AiOjAuMCwiTGVmdCI6MC4wLCJSaWdodCI6MC4wLCJCb3R0b20iOjAuMH0sIkJhY2tncm91bmQiOnsiJGlkIjoiMTU5NCIsIkNvbG9yIjp7IiRpZCI6IjE1OTUiLCJBIjoyNTUsIlIiOjY4LCJHIjoxMTQsIkIiOjE5Nn19LCJJc1Zpc2libGUiOnRydWUsIldpZHRoIjowLjAsIkhlaWdodCI6MC4wLCJCb3JkZXJTdHlsZSI6eyIkaWQiOiIxNTk2IiwiTGluZUNvbG9yIjp7IiRpZCI6IjE1OTciLCIkdHlwZSI6Ik5MUkUuQ29tbW9uLkRvbS5Tb2xpZENvbG9yQnJ1c2gsIE5MUkUuQ29tbW9uIiwiQ29sb3IiOnsiJGlkIjoiMTU5OCIsIkEiOjI1NSwiUiI6MjU1LCJHIjoyNTUsIkIiOjI1NX19LCJMaW5lV2VpZ2h0IjowLjAsIkxpbmVUeXBlIjowLCJQYXJlbnRTdHlsZSI6bnVsbH0sIlBhcmVudFN0eWxlIjpudWxsfSwiTWFyZ2luIjp7IiRpZCI6IjE1OTkiLCJUb3AiOjAuMCwiTGVmdCI6MC4wLCJSaWdodCI6MC4wLCJCb3R0b20iOjAuMH0sIlBhZGRpbmciOnsiJGlkIjoiMTYwMCIsIlRvcCI6MC4wLCJMZWZ0IjowLjAsIlJpZ2h0IjowLjAsIkJvdHRvbSI6MC4wfSwiQmFja2dyb3VuZCI6bnVsbCwiSXNWaXNpYmxlIjp0cnVlLCJXaWR0aCI6MC4wLCJIZWlnaHQiOjAuMCwiQm9yZGVyU3R5bGUiOm51bGwsIlBhcmVudFN0eWxlIjpudWxsfSwiQmFja2dyb3VuZFN0eWxlIjp7IiRpZCI6IjE2MDEiLCJNYXJnaW4iOnsiJGlkIjoiMTYwMiIsIlRvcCI6MC4wLCJMZWZ0IjowLjAsIlJpZ2h0IjowLjAsIkJvdHRvbSI6MC4wfSwiUGFkZGluZyI6eyIkaWQiOiIxNjAzIiwiVG9wIjowLjAsIkxlZnQiOjAuMCwiUmlnaHQiOjAuMCwiQm90dG9tIjowLjB9LCJCYWNrZ3JvdW5kIjp7IiRpZCI6IjE2MDQiLCJDb2xvciI6eyIkaWQiOiIxNjA1IiwiQSI6NTEsIlIiOjIwMCwiRyI6MjAwLCJCIjoyMDB9fSwiSXNWaXNpYmxlIjp0cnVlLCJXaWR0aCI6MC4wLCJIZWlnaHQiOjAuMCwiQm9yZGVyU3R5bGUiOnsiJGlkIjoiMTYwNiIsIkxpbmVDb2xvciI6eyIkaWQiOiIxNjA3IiwiJHR5cGUiOiJOTFJFLkNvbW1vbi5Eb20uU29saWRDb2xvckJydXNoLCBOTFJFLkNvbW1vbiIsIkNvbG9yIjp7IiRpZCI6IjE2MDgiLCJBIjoyNTUsIlIiOjIzNCwiRyI6MjIsIkIiOjMwfX0sIkxpbmVXZWlnaHQiOjAuMCwiTGluZVR5cGUiOjAsIlBhcmVudFN0eWxlIjpudWxsfSwiUGFyZW50U3R5bGUiOm51bGx9LCJJc0Fib3ZlVGltZWJhbmQiOmZhbHNlLCJTcGFjaW5nIjoyLCJEZWZhdWx0U3dpbWxhbmVUYXNrU3R5bGUiOnsiJGlkIjoiMTYwOSIsIiR0eXBlIjoiTkxSRS5Db21tb24uRG9tLlN0eWxlcy5FeHBsaWNpdFNldGFibGVUYXNrU3R5bGUsIE5MUkUuQ29tbW9uIiwiU2hhcGUiOjEsIlNoYXBlVGhpY2tuZXNzIjowLCJEdXJhdGlvbkZvcm1hdCI6MCwiSW5jbHVkZU5vbldvcmtpbmdEYXlzSW5EdXJhdGlvbiI6ZmFsc2UsIlBlcmNlbnRhZ2VDb21wbGV0ZVN0eWxlIjp7IiRpZCI6IjE2MTAiLCJGb250U2V0dGluZ3MiOnsiJGlkIjoiMTYxMSIsIkZvbnRTaXplIjoxMCwiRm9udE5hbWUiOiJDYWxpYnJpIiwiSXNCb2xkIjpmYWxzZSwiSXNJdGFsaWMiOmZhbHNlLCJJc1VuZGVybGluZWQiOmZhbHNlLCJQYXJlbnRTdHlsZSI6bnVsbH0sIkF1dG9TaXplIjowLCJGb3JlZ3JvdW5kIjp7IiRpZCI6IjE2MTIiLCJDb2xvciI6eyIkaWQiOiIxNjE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E2MTQiLCJUb3AiOjAuMCwiTGVmdCI6MC4wLCJSaWdodCI6MC4wLCJCb3R0b20iOjAuMH0sIlBhZGRpbmciOnsiJGlkIjoiMTYxNSIsIlRvcCI6MC4wLCJMZWZ0IjowLjAsIlJpZ2h0IjowLjAsIkJvdHRvbSI6MC4wfSwiQmFja2dyb3VuZCI6eyIkaWQiOiIxNjE2IiwiQ29sb3IiOnsiJGlkIjoiMTYxNyIsIkEiOjg5LCJSIjowLCJHIjowLCJCIjowfX0sIklzVmlzaWJsZSI6dHJ1ZSwiV2lkdGgiOjAuMCwiSGVpZ2h0IjowLjAsIkJvcmRlclN0eWxlIjp7IiRpZCI6IjE2MTgiLCJMaW5lQ29sb3IiOm51bGwsIkxpbmVXZWlnaHQiOjAuMCwiTGluZVR5cGUiOjAsIlBhcmVudFN0eWxlIjpudWxsfSwiUGFyZW50U3R5bGUiOm51bGx9LCJEdXJhdGlvblN0eWxlIjp7IiRpZCI6IjE2MTkiLCJGb250U2V0dGluZ3MiOnsiJGlkIjoiMTYyMCIsIkZvbnRTaXplIjoxMCwiRm9udE5hbWUiOiJDYWxpYnJpIiwiSXNCb2xkIjpmYWxzZSwiSXNJdGFsaWMiOmZhbHNlLCJJc1VuZGVybGluZWQiOmZhbHNlLCJQYXJlbnRTdHlsZSI6bnVsbH0sIkF1dG9TaXplIjowLCJGb3JlZ3JvdW5kIjp7IiRpZCI6IjE2MjEiLCJDb2xvciI6eyIkaWQiOiIxNjI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jIzIiwiVG9wIjowLjAsIkxlZnQiOjAuMCwiUmlnaHQiOjAuMCwiQm90dG9tIjowLjB9LCJQYWRkaW5nIjp7IiRpZCI6IjE2MjQiLCJUb3AiOjAuMCwiTGVmdCI6MC4wLCJSaWdodCI6MC4wLCJCb3R0b20iOjAuMH0sIkJhY2tncm91bmQiOnsiJGlkIjoiMTYyNSIsIkNvbG9yIjp7IiRpZCI6IjE2MjYiLCJBIjoyNTUsIlIiOjY4LCJHIjo4NCwiQiI6MTA2fX0sIklzVmlzaWJsZSI6dHJ1ZSwiV2lkdGgiOjAuMCwiSGVpZ2h0IjowLjAsIkJvcmRlclN0eWxlIjp7IiRpZCI6IjE2MjciLCJMaW5lQ29sb3IiOm51bGwsIkxpbmVXZWlnaHQiOjAuMCwiTGluZVR5cGUiOjAsIlBhcmVudFN0eWxlIjpudWxsfSwiUGFyZW50U3R5bGUiOm51bGx9LCJIb3Jpem9udGFsQ29ubmVjdG9yU3R5bGUiOnsiJGlkIjoiMTYyOCIsIkxpbmVDb2xvciI6eyIkaWQiOiIxNjI5IiwiJHR5cGUiOiJOTFJFLkNvbW1vbi5Eb20uU29saWRDb2xvckJydXNoLCBOTFJFLkNvbW1vbiIsIkNvbG9yIjp7IiRpZCI6IjE2MzAiLCJBIjoyNTUsIlIiOjAsIkciOjAsIkIiOjB9fSwiTGluZVdlaWdodCI6MC4wLCJMaW5lVHlwZSI6MCwiUGFyZW50U3R5bGUiOm51bGx9LCJWZXJ0aWNhbENvbm5lY3RvclN0eWxlIjp7IiRpZCI6IjE2MzEiLCJMaW5lQ29sb3IiOnsiJGlkIjoiMTYzMiIsIiR0eXBlIjoiTkxSRS5Db21tb24uRG9tLlNvbGlkQ29sb3JCcnVzaCwgTkxSRS5Db21tb24iLCJDb2xvciI6eyIkaWQiOiIxNjM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xNjM0IiwiU2hhcGVTdHlsZSI6eyIkaWQiOiIxNjM1IiwiTWFyZ2luIjp7IiRpZCI6IjE2MzYiLCJUb3AiOjAuMCwiTGVmdCI6MC4wLCJSaWdodCI6MC4wLCJCb3R0b20iOjAuMH0sIlBhZGRpbmciOnsiJGlkIjoiMTYzNyIsIlRvcCI6MC4wLCJMZWZ0IjowLjAsIlJpZ2h0IjowLjAsIkJvdHRvbSI6MC4wfSwiQmFja2dyb3VuZCI6eyIkaWQiOiIxNjM4IiwiQ29sb3IiOnsiJGlkIjoiMTYzOSIsIkEiOjE1MywiUiI6MCwiRyI6MCwiQiI6MH19LCJJc1Zpc2libGUiOnRydWUsIldpZHRoIjowLjAsIkhlaWdodCI6MC4wLCJCb3JkZXJTdHlsZSI6eyIkaWQiOiIxNjQwIiwiTGluZUNvbG9yIjp7IiRpZCI6IjE2NDEiLCIkdHlwZSI6Ik5MUkUuQ29tbW9uLkRvbS5Tb2xpZENvbG9yQnJ1c2gsIE5MUkUuQ29tbW9uIiwiQ29sb3IiOnsiJGlkIjoiMTY0MiIsIkEiOjI1NSwiUiI6MjU1LCJHIjowLCJCIjowfX0sIkxpbmVXZWlnaHQiOjAuMCwiTGluZVR5cGUiOjAsIlBhcmVudFN0eWxlIjpudWxsfSwiUGFyZW50U3R5bGUiOm51bGx9LCJNYXJnaW4iOnsiJGlkIjoiMTY0MyIsIlRvcCI6MC4wLCJMZWZ0IjowLjAsIlJpZ2h0IjowLjAsIkJvdHRvbSI6MC4wfSwiUGFkZGluZyI6eyIkaWQiOiIxNjQ0IiwiVG9wIjowLjAsIkxlZnQiOjAuMCwiUmlnaHQiOjAuMCwiQm90dG9tIjowLjB9LCJCYWNrZ3JvdW5kIjpudWxsLCJJc1Zpc2libGUiOnRydWUsIldpZHRoIjowLjAsIkhlaWdodCI6MC4wLCJCb3JkZXJTdHlsZSI6bnVsbCwiUGFyZW50U3R5bGUiOm51bGx9LCJTaGFwZVN0eWxlIjp7IiRpZCI6IjE2NDUiLCJNYXJnaW4iOnsiJGlkIjoiMTY0NiIsIlRvcCI6MC4wLCJMZWZ0Ijo0LjAsIlJpZ2h0Ijo0LjAsIkJvdHRvbSI6MC4wfSwiUGFkZGluZyI6eyIkaWQiOiIxNjQ3IiwiVG9wIjowLjAsIkxlZnQiOjAuMCwiUmlnaHQiOjAuMCwiQm90dG9tIjowLjB9LCJCYWNrZ3JvdW5kIjp7IiRpZCI6IjE2NDgiLCJDb2xvciI6eyIkaWQiOiIxNjQ5IiwiQSI6MjU1LCJSIjo2OCwiRyI6MTE0LCJCIjoxOTZ9fSwiSXNWaXNpYmxlIjp0cnVlLCJXaWR0aCI6MC4wLCJIZWlnaHQiOjEwLjAsIkJvcmRlclN0eWxlIjp7IiRpZCI6IjE2NTAiLCJMaW5lQ29sb3IiOnsiJGlkIjoiMTY1MSIsIiR0eXBlIjoiTkxSRS5Db21tb24uRG9tLlNvbGlkQ29sb3JCcnVzaCwgTkxSRS5Db21tb24iLCJDb2xvciI6eyIkaWQiOiIxNjUyIiwiQSI6MjU1LCJSIjoyMzQsIkciOjIyLCJCIjozMH19LCJMaW5lV2VpZ2h0IjowLjAsIkxpbmVUeXBlIjowLCJQYXJlbnRTdHlsZSI6bnVsbH0sIlBhcmVudFN0eWxlIjpudWxsfSwiVGl0bGVTdHlsZSI6eyIkaWQiOiIxNjUzIiwiRm9udFNldHRpbmdzIjp7IiRpZCI6IjE2NTQiLCJGb250U2l6ZSI6MTEsIkZvbnROYW1lIjoiQ2FsaWJyaSIsIklzQm9sZCI6ZmFsc2UsIklzSXRhbGljIjpmYWxzZSwiSXNVbmRlcmxpbmVkIjpmYWxzZSwiUGFyZW50U3R5bGUiOm51bGx9LCJBdXRvU2l6ZSI6MCwiRm9yZWdyb3VuZCI6eyIkaWQiOiIxNjU1IiwiQ29sb3IiOnsiJGlkIjoiMTY1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jU3IiwiVG9wIjowLjAsIkxlZnQiOjAuMCwiUmlnaHQiOjAuMCwiQm90dG9tIjowLjB9LCJQYWRkaW5nIjp7IiRpZCI6IjE2NTgiLCJUb3AiOjAuMCwiTGVmdCI6MC4wLCJSaWdodCI6MC4wLCJCb3R0b20iOjAuMH0sIkJhY2tncm91bmQiOnsiJGlkIjoiMTY1OSIsIkNvbG9yIjp7IiRpZCI6IjE2NjAiLCJBIjoyNTUsIlIiOjAsIkciOjAsIkIiOjB9fSwiSXNWaXNpYmxlIjp0cnVlLCJXaWR0aCI6MC4wLCJIZWlnaHQiOjAuMCwiQm9yZGVyU3R5bGUiOnsiJGlkIjoiMTY2MSIsIkxpbmVDb2xvciI6bnVsbCwiTGluZVdlaWdodCI6MC4wLCJMaW5lVHlwZSI6MCwiUGFyZW50U3R5bGUiOm51bGx9LCJQYXJlbnRTdHlsZSI6bnVsbH0sIkRhdGVTdHlsZSI6eyIkaWQiOiIxNjYyIiwiRm9udFNldHRpbmdzIjp7IiRpZCI6IjE2NjMiLCJGb250U2l6ZSI6MTAsIkZvbnROYW1lIjoiQ2FsaWJyaSIsIklzQm9sZCI6ZmFsc2UsIklzSXRhbGljIjpmYWxzZSwiSXNVbmRlcmxpbmVkIjpmYWxzZSwiUGFyZW50U3R5bGUiOm51bGx9LCJBdXRvU2l6ZSI6MCwiRm9yZWdyb3VuZCI6eyIkaWQiOiIxNjY0IiwiQ29sb3IiOnsiJGlkIjoiMTY2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Y2NiIsIlRvcCI6MC4wLCJMZWZ0IjowLjAsIlJpZ2h0IjowLjAsIkJvdHRvbSI6MC4wfSwiUGFkZGluZyI6eyIkaWQiOiIxNjY3IiwiVG9wIjowLjAsIkxlZnQiOjAuMCwiUmlnaHQiOjAuMCwiQm90dG9tIjowLjB9LCJCYWNrZ3JvdW5kIjp7IiRpZCI6IjE2NjgiLCJDb2xvciI6eyIkaWQiOiIxNjY5IiwiQSI6MjU1LCJSIjo2OCwiRyI6ODQsIkIiOjEwNn19LCJJc1Zpc2libGUiOnRydWUsIldpZHRoIjowLjAsIkhlaWdodCI6MC4wLCJCb3JkZXJTdHlsZSI6eyIkaWQiOiIxNjcwIiwiTGluZUNvbG9yIjpudWxsLCJMaW5lV2VpZ2h0IjowLjAsIkxpbmVUeXBlIjowLCJQYXJlbnRTdHlsZSI6bnVsbH0sIlBhcmVudFN0eWxlIjpudWxsfSwiRGF0ZUZvcm1hdCI6eyIkaWQiOiIxN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NzIiLCJGb3JtYXQiOjAsIklzVmlzaWJsZSI6ZmFsc2UsIkxhc3RLbm93blZpc2liaWxpdHlTdGF0ZSI6ZmFsc2V9LCJJc1Zpc2libGUiOnRydWUsIlZhcmlhbmNlU3R5bGUiOnsiJGlkIjoiMTY3MyIsIlRleHRTdHlsZSI6eyIkaWQiOiIxNjc0IiwiRm9udFNldHRpbmdzIjp7IiRpZCI6IjE2NzUiLCJGb250U2l6ZSI6MTAsIkZvbnROYW1lIjoiQ2FsaWJyaSIsIklzQm9sZCI6ZmFsc2UsIklzSXRhbGljIjpmYWxzZSwiSXNVbmRlcmxpbmVkIjpmYWxzZSwiUGFyZW50U3R5bGUiOm51bGx9LCJBdXRvU2l6ZSI6MCwiRm9yZWdyb3VuZCI6eyIkaWQiOiIxNjc2IiwiQ29sb3IiOnsiJGlkIjoiMTY3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c4IiwiVG9wIjowLjAsIkxlZnQiOjAuMCwiUmlnaHQiOjAuMCwiQm90dG9tIjowLjB9LCJQYWRkaW5nIjp7IiRpZCI6IjE2NzkiLCJUb3AiOjAuMCwiTGVmdCI6MC4wLCJSaWdodCI6MC4wLCJCb3R0b20iOjAuMH0sIkJhY2tncm91bmQiOnsiJGlkIjoiMTY4MCIsIkNvbG9yIjp7IiRpZCI6IjE2ODEiLCJBIjoyNTUsIlIiOjAsIkciOjAsIkIiOjB9fSwiSXNWaXNpYmxlIjp0cnVlLCJXaWR0aCI6MC4wLCJIZWlnaHQiOjAuMCwiQm9yZGVyU3R5bGUiOm51bGwsIlBhcmVudFN0eWxlIjpudWxsfSwiUGFyZW50U3R5bGUiOm51bGx9LCJQYXJlbnRTdHlsZSI6bnVsbCwiX2V4cGxpY2l0bHlTZXQiOnsiJGlkIjoiMTY4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2ODMiLCJTaGFwZSI6MSwiQ29ubmVjdG9yTWFyZ2luIjp7IiRpZCI6IjE2ODQiLCJUb3AiOjAuMCwiTGVmdCI6Mi4wLCJSaWdodCI6Mi4wLCJCb3R0b20iOjAuMH0sIkNvbm5lY3RvclN0eWxlIjp7IiRpZCI6IjE2ODUiLCJMaW5lQ29sb3IiOnsiJGlkIjoiMTY4NiIsIiR0eXBlIjoiTkxSRS5Db21tb24uRG9tLlNvbGlkQ29sb3JCcnVzaCwgTkxSRS5Db21tb24iLCJDb2xvciI6eyIkaWQiOiIxNjg3IiwiQSI6MTI3LCJSIjozNCwiRyI6NTcsIkIiOjk4fX0sIkxpbmVXZWlnaHQiOjEuMCwiTGluZVR5cGUiOjAsIlBhcmVudFN0eWxlIjpudWxsfSwiSXNCZWxvd1RpbWViYW5kIjpmYWxzZSwiUG9zaXRpb25PblRhc2siOjEsIkhpZGVEYXRlIjpmYWxzZSwiU2hhcGVTaXplIjowLCJTcGFjaW5nIjowLjAsIlBhZGRpbmciOnsiJGlkIjoiMTY4OCIsIlRvcCI6NS4wLCJMZWZ0IjozLjAsIlJpZ2h0IjowLjAsIkJvdHRvbSI6Mi4wfSwiU2hhcGVTdHlsZSI6eyIkaWQiOiIxNjg5IiwiTWFyZ2luIjp7IiRpZCI6IjE2OTAiLCJUb3AiOjAuMCwiTGVmdCI6MC4wLCJSaWdodCI6MC4wLCJCb3R0b20iOjAuMH0sIlBhZGRpbmciOnsiJGlkIjoiMTY5MSIsIlRvcCI6MC4wLCJMZWZ0IjowLjAsIlJpZ2h0IjowLjAsIkJvdHRvbSI6MC4wfSwiQmFja2dyb3VuZCI6eyIkaWQiOiIxNjkyIiwiQ29sb3IiOnsiJGlkIjoiMTY5MyIsIkEiOjI1NSwiUiI6MzQsIkciOjU3LCJCIjo5OH19LCJJc1Zpc2libGUiOnRydWUsIldpZHRoIjoxMi4wLCJIZWlnaHQiOjE0LjAsIkJvcmRlclN0eWxlIjp7IiRpZCI6IjE2OTQiLCJMaW5lQ29sb3IiOnsiJGlkIjoiMTY5NSIsIiR0eXBlIjoiTkxSRS5Db21tb24uRG9tLlNvbGlkQ29sb3JCcnVzaCwgTkxSRS5Db21tb24iLCJDb2xvciI6eyIkaWQiOiIxNjk2IiwiQSI6MjU1LCJSIjoyNTUsIkciOjAsIkIiOjB9fSwiTGluZVdlaWdodCI6MC4wLCJMaW5lVHlwZSI6MCwiUGFyZW50U3R5bGUiOm51bGx9LCJQYXJlbnRTdHlsZSI6bnVsbH0sIlRpdGxlU3R5bGUiOnsiJGlkIjoiMTY5NyIsIkZvbnRTZXR0aW5ncyI6eyIkaWQiOiIxNjk4IiwiRm9udFNpemUiOjExLCJGb250TmFtZSI6IkNhbGlicmkiLCJJc0JvbGQiOmZhbHNlLCJJc0l0YWxpYyI6ZmFsc2UsIklzVW5kZXJsaW5lZCI6ZmFsc2UsIlBhcmVudFN0eWxlIjpudWxsfSwiQXV0b1NpemUiOjAsIkZvcmVncm91bmQiOnsiJGlkIjoiMTY5OSIsIkNvbG9yIjp7IiRpZCI6IjE3MD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cwMSIsIlRvcCI6MC4wLCJMZWZ0IjowLjAsIlJpZ2h0IjowLjAsIkJvdHRvbSI6MC4wfSwiUGFkZGluZyI6eyIkaWQiOiIxNzAyIiwiVG9wIjowLjAsIkxlZnQiOjAuMCwiUmlnaHQiOjAuMCwiQm90dG9tIjowLjB9LCJCYWNrZ3JvdW5kIjp7IiRpZCI6IjE3MDMiLCJDb2xvciI6eyIkaWQiOiIxNzA0IiwiQSI6MjU1LCJSIjowLCJHIjowLCJCIjowfX0sIklzVmlzaWJsZSI6dHJ1ZSwiV2lkdGgiOjAuMCwiSGVpZ2h0IjowLjAsIkJvcmRlclN0eWxlIjp7IiRpZCI6IjE3MDUiLCJMaW5lQ29sb3IiOm51bGwsIkxpbmVXZWlnaHQiOjAuMCwiTGluZVR5cGUiOjAsIlBhcmVudFN0eWxlIjpudWxsfSwiUGFyZW50U3R5bGUiOm51bGx9LCJEYXRlU3R5bGUiOnsiJGlkIjoiMTcwNiIsIkZvbnRTZXR0aW5ncyI6eyIkaWQiOiIxNzA3IiwiRm9udFNpemUiOjEwLCJGb250TmFtZSI6IkNhbGlicmkiLCJJc0JvbGQiOmZhbHNlLCJJc0l0YWxpYyI6ZmFsc2UsIklzVW5kZXJsaW5lZCI6ZmFsc2UsIlBhcmVudFN0eWxlIjpudWxsfSwiQXV0b1NpemUiOjAsIkZvcmVncm91bmQiOnsiJGlkIjoiMTcwOCIsIkNvbG9yIjp7IiRpZCI6IjE3MD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3MTAiLCJUb3AiOjAuMCwiTGVmdCI6MC4wLCJSaWdodCI6MC4wLCJCb3R0b20iOjAuMH0sIlBhZGRpbmciOnsiJGlkIjoiMTcxMSIsIlRvcCI6MC4wLCJMZWZ0IjowLjAsIlJpZ2h0IjowLjAsIkJvdHRvbSI6MC4wfSwiQmFja2dyb3VuZCI6eyIkaWQiOiIxNzEyIiwiQ29sb3IiOnsiJGlkIjoiMTcxMyIsIkEiOjI1NSwiUiI6NjgsIkciOjg0LCJCIjoxMDZ9fSwiSXNWaXNpYmxlIjp0cnVlLCJXaWR0aCI6MC4wLCJIZWlnaHQiOjAuMCwiQm9yZGVyU3R5bGUiOnsiJGlkIjoiMTcxNCIsIkxpbmVDb2xvciI6bnVsbCwiTGluZVdlaWdodCI6MC4wLCJMaW5lVHlwZSI6MCwiUGFyZW50U3R5bGUiOm51bGx9LCJQYXJlbnRTdHlsZSI6bnVsbH0sIkRhdGVGb3JtYXQiOnsiJGlkIjoiMTcx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E2IiwiRm9ybWF0IjowLCJJc1Zpc2libGUiOmZhbHNlLCJMYXN0S25vd25WaXNpYmlsaXR5U3RhdGUiOmZhbHNlfSwiSXNWaXNpYmxlIjp0cnVlLCJWYXJpYW5jZVN0eWxlIjp7IiRpZCI6IjE3MTciLCJUZXh0U3R5bGUiOnsiJGlkIjoiMTcxOCIsIkZvbnRTZXR0aW5ncyI6eyIkaWQiOiIxNzE5IiwiRm9udFNpemUiOjEwLCJGb250TmFtZSI6IkNhbGlicmkiLCJJc0JvbGQiOmZhbHNlLCJJc0l0YWxpYyI6ZmFsc2UsIklzVW5kZXJsaW5lZCI6ZmFsc2UsIlBhcmVudFN0eWxlIjpudWxsfSwiQXV0b1NpemUiOjAsIkZvcmVncm91bmQiOnsiJGlkIjoiMTcyMCIsIkNvbG9yIjp7IiRpZCI6IjE3Mj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yMiIsIlRvcCI6MC4wLCJMZWZ0IjowLjAsIlJpZ2h0IjowLjAsIkJvdHRvbSI6MC4wfSwiUGFkZGluZyI6eyIkaWQiOiIxNzIzIiwiVG9wIjowLjAsIkxlZnQiOjAuMCwiUmlnaHQiOjAuMCwiQm90dG9tIjowLjB9LCJCYWNrZ3JvdW5kIjp7IiRpZCI6IjE3MjQiLCJDb2xvciI6eyIkaWQiOiIxNzI1IiwiQSI6MjU1LCJSIjowLCJHIjowLCJCIjowfX0sIklzVmlzaWJsZSI6dHJ1ZSwiV2lkdGgiOjAuMCwiSGVpZ2h0IjowLjAsIkJvcmRlclN0eWxlIjpudWxsLCJQYXJlbnRTdHlsZSI6bnVsbH0sIlBhcmVudFN0eWxlIjpudWxsfSwiUGFyZW50U3R5bGUiOm51bGx9LCJEZWZhdWx0U3dpbWxhbmVNaWxlc3RvbmVTdHlsZSI6eyIkaWQiOiIxNzI2IiwiVGl0bGVQb3NpdGlvbiI6IkxlZnQiLCJEYXRlUG9zaXRpb24iOiJSaWdodCIsIlZhcmlhbmNlUG9zaXRpb24iOiJSaWdodCIsIlNoYXBlVHlwZSI6MSwiU2hhcGVTaXplIjowLCJTcGFjaW5nIjo1LCJTaGFwZVN0eWxlIjp7IiRpZCI6IjE3MjciLCJNYXJnaW4iOnsiJGlkIjoiMTcyOCIsIlRvcCI6MC4wLCJMZWZ0IjowLjAsIlJpZ2h0IjowLjAsIkJvdHRvbSI6MC4wfSwiUGFkZGluZyI6eyIkaWQiOiIxNzI5IiwiVG9wIjowLjAsIkxlZnQiOjAuMCwiUmlnaHQiOjAuMCwiQm90dG9tIjowLjB9LCJCYWNrZ3JvdW5kIjp7IiRpZCI6IjE3MzAiLCJDb2xvciI6eyIkaWQiOiIxNzMxIiwiQSI6MjU1LCJSIjo2OCwiRyI6MTE0LCJCIjoxOTZ9fSwiSXNWaXNpYmxlIjp0cnVlLCJXaWR0aCI6MTIuMCwiSGVpZ2h0IjoxNC4wLCJCb3JkZXJTdHlsZSI6eyIkaWQiOiIxNzMyIiwiTGluZUNvbG9yIjp7IiRpZCI6IjE3MzMiLCIkdHlwZSI6Ik5MUkUuQ29tbW9uLkRvbS5Tb2xpZENvbG9yQnJ1c2gsIE5MUkUuQ29tbW9uIiwiQ29sb3IiOnsiJGlkIjoiMTczNCIsIkEiOjI1NSwiUiI6MjM0LCJHIjoyMiwiQiI6MzB9fSwiTGluZVdlaWdodCI6MC4wLCJMaW5lVHlwZSI6MCwiUGFyZW50U3R5bGUiOm51bGx9LCJQYXJlbnRTdHlsZSI6bnVsbH0sIlRpdGxlU3R5bGUiOnsiJGlkIjoiMTczNSIsIkZvbnRTZXR0aW5ncyI6eyIkaWQiOiIxNzM2IiwiRm9udFNpemUiOjExLCJGb250TmFtZSI6IkNhbGlicmkiLCJJc0JvbGQiOmZhbHNlLCJJc0l0YWxpYyI6ZmFsc2UsIklzVW5kZXJsaW5lZCI6ZmFsc2UsIlBhcmVudFN0eWxlIjpudWxsfSwiQXV0b1NpemUiOjAsIkZvcmVncm91bmQiOnsiJGlkIjoiMTczNyIsIkNvbG9yIjp7IiRpZCI6IjE3Mz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czOSIsIlRvcCI6MC4wLCJMZWZ0IjowLjAsIlJpZ2h0IjowLjAsIkJvdHRvbSI6MC4wfSwiUGFkZGluZyI6eyIkaWQiOiIxNzQwIiwiVG9wIjowLjAsIkxlZnQiOjAuMCwiUmlnaHQiOjAuMCwiQm90dG9tIjowLjB9LCJCYWNrZ3JvdW5kIjp7IiRpZCI6IjE3NDEiLCJDb2xvciI6eyIkaWQiOiIxNzQyIiwiQSI6MjU1LCJSIjowLCJHIjowLCJCIjowfX0sIklzVmlzaWJsZSI6dHJ1ZSwiV2lkdGgiOjAuMCwiSGVpZ2h0IjowLjAsIkJvcmRlclN0eWxlIjp7IiRpZCI6IjE3NDMiLCJMaW5lQ29sb3IiOm51bGwsIkxpbmVXZWlnaHQiOjAuMCwiTGluZVR5cGUiOjAsIlBhcmVudFN0eWxlIjpudWxsfSwiUGFyZW50U3R5bGUiOm51bGx9LCJEYXRlU3R5bGUiOnsiJGlkIjoiMTc0NCIsIkZvbnRTZXR0aW5ncyI6eyIkaWQiOiIxNzQ1IiwiRm9udFNpemUiOjEwLCJGb250TmFtZSI6IkNhbGlicmkiLCJJc0JvbGQiOmZhbHNlLCJJc0l0YWxpYyI6ZmFsc2UsIklzVW5kZXJsaW5lZCI6ZmFsc2UsIlBhcmVudFN0eWxlIjpudWxsfSwiQXV0b1NpemUiOjAsIkZvcmVncm91bmQiOnsiJGlkIjoiMTc0NiIsIkNvbG9yIjp7IiRpZCI6IjE3ND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3NDgiLCJUb3AiOjAuMCwiTGVmdCI6MC4wLCJSaWdodCI6MC4wLCJCb3R0b20iOjAuMH0sIlBhZGRpbmciOnsiJGlkIjoiMTc0OSIsIlRvcCI6MC4wLCJMZWZ0IjowLjAsIlJpZ2h0IjowLjAsIkJvdHRvbSI6MC4wfSwiQmFja2dyb3VuZCI6eyIkaWQiOiIxNzUwIiwiQ29sb3IiOnsiJGlkIjoiMTc1MSIsIkEiOjI1NSwiUiI6NjgsIkciOjg0LCJCIjoxMDZ9fSwiSXNWaXNpYmxlIjp0cnVlLCJXaWR0aCI6MC4wLCJIZWlnaHQiOjAuMCwiQm9yZGVyU3R5bGUiOnsiJGlkIjoiMTc1MiIsIkxpbmVDb2xvciI6bnVsbCwiTGluZVdlaWdodCI6MC4wLCJMaW5lVHlwZSI6MCwiUGFyZW50U3R5bGUiOm51bGx9LCJQYXJlbnRTdHlsZSI6bnVsbH0sIkRhdGVGb3JtYXQiOnsiJGlkIjoiMTc1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U0IiwiRm9ybWF0IjowLCJJc1Zpc2libGUiOmZhbHNlLCJMYXN0S25vd25WaXNpYmlsaXR5U3RhdGUiOmZhbHNlfSwiSXNWaXNpYmxlIjp0cnVlLCJWYXJpYW5jZVN0eWxlIjp7IiRpZCI6IjE3NTUiLCJUZXh0U3R5bGUiOnsiJGlkIjoiMTc1NiIsIkZvbnRTZXR0aW5ncyI6eyIkaWQiOiIxNzU3IiwiRm9udFNpemUiOjEwLCJGb250TmFtZSI6IkNhbGlicmkiLCJJc0JvbGQiOmZhbHNlLCJJc0l0YWxpYyI6ZmFsc2UsIklzVW5kZXJsaW5lZCI6ZmFsc2UsIlBhcmVudFN0eWxlIjpudWxsfSwiQXV0b1NpemUiOjAsIkZvcmVncm91bmQiOnsiJGlkIjoiMTc1OCIsIkNvbG9yIjp7IiRpZCI6IjE3N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2MCIsIlRvcCI6MC4wLCJMZWZ0IjowLjAsIlJpZ2h0IjowLjAsIkJvdHRvbSI6MC4wfSwiUGFkZGluZyI6eyIkaWQiOiIxNzYxIiwiVG9wIjowLjAsIkxlZnQiOjAuMCwiUmlnaHQiOjAuMCwiQm90dG9tIjowLjB9LCJCYWNrZ3JvdW5kIjp7IiRpZCI6IjE3NjIiLCJDb2xvciI6eyIkaWQiOiIxNzYzIiwiQSI6MjU1LCJSIjowLCJHIjowLCJCIjowfX0sIklzVmlzaWJsZSI6dHJ1ZSwiV2lkdGgiOjAuMCwiSGVpZ2h0IjowLjAsIkJvcmRlclN0eWxlIjpudWxsLCJQYXJlbnRTdHlsZSI6bnVsbH0sIlBhcmVudFN0eWxlIjpudWxsfSwiUGFyZW50U3R5bGUiOm51bGx9LCJEZWZhdWx0U3dpbWxhbmVBY3Rpdml0eVN0eWxlIjp7IiRpZCI6IjE3NjQiLCJIZWFkZXJTdHlsZSI6eyIkaWQiOiIxNzY1IiwiVGV4dFN0eWxlIjp7IiRpZCI6IjE3NjYiLCJGb250U2V0dGluZ3MiOnsiJGlkIjoiMTc2NyIsIkZvbnRTaXplIjoxMSwiRm9udE5hbWUiOiJDYWxpYnJpIiwiSXNCb2xkIjpmYWxzZSwiSXNJdGFsaWMiOmZhbHNlLCJJc1VuZGVybGluZWQiOmZhbHNlLCJQYXJlbnRTdHlsZSI6bnVsbH0sIkF1dG9TaXplIjowLCJGb3JlZ3JvdW5kIjp7IiRpZCI6IjE3NjgiLCJDb2xvciI6eyIkaWQiOiIxNzY5IiwiQSI6MjU1LCJSIjo2NCwiRyI6NjQsIkIiOjY0fX0sIk1heFdpZHRoIjowLjAsIk1heEhlaWdodCI6MC4wLCJTbWFydEZvcmVncm91bmRJc0FjdGl2ZSI6ZmFsc2UsIkhvcml6b250YWxBbGlnbm1lbnQiOjAsIlZlcnRpY2FsQWxpZ25tZW50IjowLCJTbWFydEZvcmVncm91bmQiOm51bGwsIkJhY2tncm91bmRGaWxsVHlwZSI6MCwiTWFyZ2luIjp7IiRpZCI6IjE3NzAiLCJUb3AiOjAuMCwiTGVmdCI6MC4wLCJSaWdodCI6MC4wLCJCb3R0b20iOjAuMH0sIlBhZGRpbmciOnsiJGlkIjoiMTc3MSIsIlRvcCI6MC4wLCJMZWZ0IjowLjAsIlJpZ2h0IjowLjAsIkJvdHRvbSI6MC4wfSwiQmFja2dyb3VuZCI6eyIkaWQiOiIxNzcyIiwiQ29sb3IiOnsiJGlkIjoiMTc3MyIsIkEiOjI1NSwiUiI6NjQsIkciOjY0LCJCIjo2NH19LCJJc1Zpc2libGUiOmZhbHNlLCJXaWR0aCI6MC4wLCJIZWlnaHQiOjAuMCwiQm9yZGVyU3R5bGUiOm51bGwsIlBhcmVudFN0eWxlIjpudWxsfSwiUmVjdGFuZ2xlU3R5bGUiOnsiJGlkIjoiMTc3NCIsIk1hcmdpbiI6eyIkaWQiOiIxNzc1IiwiVG9wIjowLjAsIkxlZnQiOjAuMCwiUmlnaHQiOjAuMCwiQm90dG9tIjowLjB9LCJQYWRkaW5nIjp7IiRpZCI6IjE3NzYiLCJUb3AiOjAuMCwiTGVmdCI6MC4wLCJSaWdodCI6MC4wLCJCb3R0b20iOjAuMH0sIkJhY2tncm91bmQiOnsiJGlkIjoiMTc3NyIsIkNvbG9yIjp7IiRpZCI6IjE3NzgiLCJBIjoxMjcsIlIiOjY4LCJHIjoxMTQsIkIiOjE5Nn19LCJJc1Zpc2libGUiOmZhbHNlLCJXaWR0aCI6MC4wLCJIZWlnaHQiOjAuMCwiQm9yZGVyU3R5bGUiOnsiJGlkIjoiMTc3OSIsIkxpbmVDb2xvciI6eyIkaWQiOiIxNzgwIiwiJHR5cGUiOiJOTFJFLkNvbW1vbi5Eb20uU29saWRDb2xvckJydXNoLCBOTFJFLkNvbW1vbiIsIkNvbG9yIjp7IiRpZCI6IjE3ODEiLCJBIjoyNTUsIlIiOjI1NSwiRyI6MCwiQiI6MH19LCJMaW5lV2VpZ2h0IjowLjAsIkxpbmVUeXBlIjowLCJQYXJlbnRTdHlsZSI6bnVsbH0sIlBhcmVudFN0eWxlIjpudWxsfSwiTWFyZ2luIjp7IiRpZCI6IjE3ODIiLCJUb3AiOjAuMCwiTGVmdCI6MC4wLCJSaWdodCI6MC4wLCJCb3R0b20iOjAuMH0sIlBhZGRpbmciOnsiJGlkIjoiMTc4MyIsIlRvcCI6MC4wLCJMZWZ0IjowLjAsIlJpZ2h0IjowLjAsIkJvdHRvbSI6MC4wfSwiQmFja2dyb3VuZCI6bnVsbCwiSXNWaXNpYmxlIjp0cnVlLCJXaWR0aCI6MC4wLCJIZWlnaHQiOjAuMCwiQm9yZGVyU3R5bGUiOm51bGwsIlBhcmVudFN0eWxlIjpudWxsfSwiQmFja2dyb3VuZFN0eWxlIjp7IiRpZCI6IjE3ODQiLCJNYXJnaW4iOnsiJGlkIjoiMTc4NSIsIlRvcCI6MC4wLCJMZWZ0IjowLjAsIlJpZ2h0IjowLjAsIkJvdHRvbSI6MC4wfSwiUGFkZGluZyI6eyIkaWQiOiIxNzg2IiwiVG9wIjowLjAsIkxlZnQiOjAuMCwiUmlnaHQiOjAuMCwiQm90dG9tIjowLjB9LCJCYWNrZ3JvdW5kIjp7IiRpZCI6IjE3ODciLCJDb2xvciI6eyIkaWQiOiIxNzg4IiwiQSI6NTEsIlIiOjIwMCwiRyI6MjAwLCJCIjoyMDB9fSwiSXNWaXNpYmxlIjp0cnVlLCJXaWR0aCI6MC4wLCJIZWlnaHQiOjAuMCwiQm9yZGVyU3R5bGUiOnsiJGlkIjoiMTc4OSIsIkxpbmVDb2xvciI6eyIkaWQiOiIxNzkwIiwiJHR5cGUiOiJOTFJFLkNvbW1vbi5Eb20uU29saWRDb2xvckJydXNoLCBOTFJFLkNvbW1vbiIsIkNvbG9yIjp7IiRpZCI6IjE3OTEiLCJBIjoyNTUsIlIiOjIzNCwiRyI6MjIsIkIiOjMwfX0sIkxpbmVXZWlnaHQiOjAuMCwiTGluZVR5cGUiOjAsIlBhcmVudFN0eWxlIjpudWxsfSwiUGFyZW50U3R5bGUiOm51bGx9LCJNYXJnaW4iOnsiJGlkIjoiMTc5MiIsIlRvcCI6MC4wLCJMZWZ0IjowLjAsIlJpZ2h0IjowLjAsIkJvdHRvbSI6MC4wfSwiUGFkZGluZyI6eyIkaWQiOiIxNzkzIiwiVG9wIjowLjAsIkxlZnQiOjAuMCwiUmlnaHQiOjAuMCwiQm90dG9tIjowLjB9LCJJc1Zpc2libGUiOnRydWUsIldpZHRoIjowLjAsIkhlaWdodCI6MC4wLCJCb3JkZXJTdHlsZSI6eyIkaWQiOiIxNzk0IiwiTGluZUNvbG9yIjpudWxsLCJMaW5lV2VpZ2h0IjowLjAsIkxpbmVUeXBlIjowLCJQYXJlbnRTdHlsZSI6bnVsbH0sIlBhcmVudFN0eWxlIjpudWxsfSwiTWFyZ2luIjp7IiRpZCI6IjE3OTUiLCJUb3AiOjAuMCwiTGVmdCI6MC4wLCJSaWdodCI6MC4wLCJCb3R0b20iOjAuMH0sIlBhZGRpbmciOnsiJGlkIjoiMTc5NiIsIlRvcCI6MC4wLCJMZWZ0IjowLjAsIlJpZ2h0IjowLjAsIkJvdHRvbSI6MC4wfSwiSXNWaXNpYmxlIjpmYWxzZSwiV2lkdGgiOjAuMCwiSGVpZ2h0IjowLjAsIkJvcmRlclN0eWxlIjp7IiRpZCI6IjE3OTciLCJMaW5lQ29sb3IiOm51bGwsIkxpbmVXZWlnaHQiOjAuMCwiTGluZVR5cGUiOjAsIlBhcmVudFN0eWxlIjpudWxsfSwiUGFyZW50U3R5bGUiOm51bGx9fSx7IiRpZCI6IjE3OTgiLCJfYWN0aXZpdGllcyI6W3siJGlkIjoiMTc5OSIsIl9yb3dzIjpbeyIkaWQiOiIxODAwIiwiX3Rhc2tzIjpbeyIkaWQiOiIxODAxIiwiX2F0dGFjaGVkTWlsZXN0b25lcyI6W10sIlRhc2tEZWZpbml0aW9uIjp7IiRpZCI6IjE4MDIiLCJHcm91cE5hbWUiOm51bGwsIlN0YXJ0RGF0ZSI6IjIwMjYtMTAtMDFUMDA6MDA6MDBaIiwiRW5kRGF0ZSI6IjIwMjYtMTEtMzBUMjM6NTk6MDBaIiwiUGVyY2VudGFnZUNvbXBsZXRlIjpudWxsLCJTdHlsZSI6eyIkaWQiOiIxODAzIiwiU2hhcGUiOjEsIlNoYXBlVGhpY2tuZXNzIjowLCJEdXJhdGlvbkZvcm1hdCI6MCwiSW5jbHVkZU5vbldvcmtpbmdEYXlzSW5EdXJhdGlvbiI6ZmFsc2UsIlBlcmNlbnRhZ2VDb21wbGV0ZVN0eWxlIjp7IiRpZCI6IjE4MDQiLCJGb250U2V0dGluZ3MiOnsiJGlkIjoiMTgwNSIsIkZvbnRTaXplIjoxMCwiRm9udE5hbWUiOiJDYWxpYnJpIiwiSXNCb2xkIjpmYWxzZSwiSXNJdGFsaWMiOmZhbHNlLCJJc1VuZGVybGluZWQiOmZhbHNlLCJQYXJlbnRTdHlsZSI6bnVsbH0sIkF1dG9TaXplIjowLCJGb3JlZ3JvdW5kIjp7IiRpZCI6IjE4MDYiLCJDb2xvciI6eyIkaWQiOiIxODA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4MDgiLCJUb3AiOjAuMCwiTGVmdCI6MC4wLCJSaWdodCI6MC4wLCJCb3R0b20iOjAuMH0sIlBhZGRpbmciOnsiJGlkIjoiMTgwOSIsIlRvcCI6MC4wLCJMZWZ0IjowLjAsIlJpZ2h0IjowLjAsIkJvdHRvbSI6MC4wfSwiQmFja2dyb3VuZCI6eyIkaWQiOiIxODEwIiwiQ29sb3IiOnsiJGlkIjoiMTgxMSIsIkEiOjg5LCJSIjowLCJHIjowLCJCIjowfX0sIklzVmlzaWJsZSI6dHJ1ZSwiV2lkdGgiOjAuMCwiSGVpZ2h0IjowLjAsIkJvcmRlclN0eWxlIjp7IiRpZCI6IjE4MTIiLCJMaW5lQ29sb3IiOm51bGwsIkxpbmVXZWlnaHQiOjAuMCwiTGluZVR5cGUiOjAsIlBhcmVudFN0eWxlIjpudWxsfSwiUGFyZW50U3R5bGUiOm51bGx9LCJEdXJhdGlvblN0eWxlIjp7IiRpZCI6IjE4MTMiLCJGb250U2V0dGluZ3MiOnsiJGlkIjoiMTgxNCIsIkZvbnRTaXplIjoxMCwiRm9udE5hbWUiOiJDYWxpYnJpIiwiSXNCb2xkIjpmYWxzZSwiSXNJdGFsaWMiOmZhbHNlLCJJc1VuZGVybGluZWQiOmZhbHNlLCJQYXJlbnRTdHlsZSI6bnVsbH0sIkF1dG9TaXplIjowLCJGb3JlZ3JvdW5kIjp7IiRpZCI6IjE4MTUiLCJDb2xvciI6eyIkaWQiOiIxODE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xODE3IiwiVG9wIjowLjAsIkxlZnQiOjAuMCwiUmlnaHQiOjAuMCwiQm90dG9tIjowLjB9LCJQYWRkaW5nIjp7IiRpZCI6IjE4MTgiLCJUb3AiOjAuMCwiTGVmdCI6MC4wLCJSaWdodCI6MC4wLCJCb3R0b20iOjAuMH0sIkJhY2tncm91bmQiOnsiJGlkIjoiMTgxOSIsIkNvbG9yIjp7IiRpZCI6IjE4MjAiLCJBIjoyNTUsIlIiOjY4LCJHIjo4NCwiQiI6MTA2fX0sIklzVmlzaWJsZSI6dHJ1ZSwiV2lkdGgiOjAuMCwiSGVpZ2h0IjowLjAsIkJvcmRlclN0eWxlIjp7IiRpZCI6IjE4MjEiLCJMaW5lQ29sb3IiOm51bGwsIkxpbmVXZWlnaHQiOjAuMCwiTGluZVR5cGUiOjAsIlBhcmVudFN0eWxlIjpudWxsfSwiUGFyZW50U3R5bGUiOm51bGx9LCJIb3Jpem9udGFsQ29ubmVjdG9yU3R5bGUiOnsiJGlkIjoiMTgyMiIsIkxpbmVDb2xvciI6eyIkaWQiOiIxODIzIiwiJHR5cGUiOiJOTFJFLkNvbW1vbi5Eb20uU29saWRDb2xvckJydXNoLCBOTFJFLkNvbW1vbiIsIkNvbG9yIjp7IiRpZCI6IjE4MjQiLCJBIjoyNTUsIlIiOjAsIkciOjAsIkIiOjB9fSwiTGluZVdlaWdodCI6MC4wLCJMaW5lVHlwZSI6MCwiUGFyZW50U3R5bGUiOm51bGx9LCJWZXJ0aWNhbENvbm5lY3RvclN0eWxlIjp7IiRpZCI6IjE4MjUiLCJMaW5lQ29sb3IiOnsiJGlkIjoiMTgyNiIsIiR0eXBlIjoiTkxSRS5Db21tb24uRG9tLlNvbGlkQ29sb3JCcnVzaCwgTkxSRS5Db21tb24iLCJDb2xvciI6eyIkaWQiOiIxODI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ODI4IiwiU2hhcGVTdHlsZSI6eyIkaWQiOiIxODI5IiwiTWFyZ2luIjp7IiRpZCI6IjE4MzAiLCJUb3AiOjAuMCwiTGVmdCI6MC4wLCJSaWdodCI6MC4wLCJCb3R0b20iOjAuMH0sIlBhZGRpbmciOnsiJGlkIjoiMTgzMSIsIlRvcCI6MC4wLCJMZWZ0IjowLjAsIlJpZ2h0IjowLjAsIkJvdHRvbSI6MC4wfSwiQmFja2dyb3VuZCI6eyIkaWQiOiIxODMyIiwiQ29sb3IiOnsiJGlkIjoiMTgzMyIsIkEiOjE1MywiUiI6MCwiRyI6MCwiQiI6MH19LCJJc1Zpc2libGUiOnRydWUsIldpZHRoIjowLjAsIkhlaWdodCI6MC4wLCJCb3JkZXJTdHlsZSI6bnVsbCwiUGFyZW50U3R5bGUiOm51bGx9LCJNYXJnaW4iOnsiJGlkIjoiMTgzNCIsIlRvcCI6MC4wLCJMZWZ0IjowLjAsIlJpZ2h0IjowLjAsIkJvdHRvbSI6MC4wfSwiUGFkZGluZyI6eyIkaWQiOiIxODM1IiwiVG9wIjowLjAsIkxlZnQiOjAuMCwiUmlnaHQiOjAuMCwiQm90dG9tIjowLjB9LCJCYWNrZ3JvdW5kIjpudWxsLCJJc1Zpc2libGUiOnRydWUsIldpZHRoIjowLjAsIkhlaWdodCI6MC4wLCJCb3JkZXJTdHlsZSI6bnVsbCwiUGFyZW50U3R5bGUiOm51bGx9LCJTaGFwZVN0eWxlIjp7IiRpZCI6IjE4MzYiLCJNYXJnaW4iOnsiJGlkIjoiMTgzNyIsIlRvcCI6MC4wLCJMZWZ0Ijo0LjAsIlJpZ2h0Ijo0LjAsIkJvdHRvbSI6MC4wfSwiUGFkZGluZyI6eyIkaWQiOiIxODM4IiwiVG9wIjowLjAsIkxlZnQiOjAuMCwiUmlnaHQiOjAuMCwiQm90dG9tIjowLjB9LCJCYWNrZ3JvdW5kIjp7IiRpZCI6IjE4MzkiLCJDb2xvciI6eyIkaWQiOiIxODQwIiwiQSI6MjU1LCJSIjoyNTUsIkciOjE5MiwiQiI6MH19LCJJc1Zpc2libGUiOnRydWUsIldpZHRoIjowLjAsIkhlaWdodCI6MTAuMCwiQm9yZGVyU3R5bGUiOnsiJGlkIjoiMTg0MSIsIkxpbmVDb2xvciI6eyIkaWQiOiIxODQyIiwiJHR5cGUiOiJOTFJFLkNvbW1vbi5Eb20uU29saWRDb2xvckJydXNoLCBOTFJFLkNvbW1vbiIsIkNvbG9yIjp7IiRpZCI6IjE4NDMiLCJBIjoyNTUsIlIiOjIzNCwiRyI6MjIsIkIiOjMwfX0sIkxpbmVXZWlnaHQiOjAuMCwiTGluZVR5cGUiOjAsIlBhcmVudFN0eWxlIjpudWxsfSwiUGFyZW50U3R5bGUiOm51bGx9LCJUaXRsZVN0eWxlIjp7IiRpZCI6IjE4NDQiLCJGb250U2V0dGluZ3MiOnsiJGlkIjoiMTg0NSIsIkZvbnRTaXplIjoxMSwiRm9udE5hbWUiOiJUaXRpbGxpdW0gV2ViIiwiSXNCb2xkIjpmYWxzZSwiSXNJdGFsaWMiOmZhbHNlLCJJc1VuZGVybGluZWQiOmZhbHNlLCJQYXJlbnRTdHlsZSI6bnVsbH0sIkF1dG9TaXplIjowLCJGb3JlZ3JvdW5kIjp7IiRpZCI6IjE4NDYiLCJDb2xvciI6eyIkaWQiOiIxODQ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E4NDgiLCJUb3AiOjAuMCwiTGVmdCI6MC4wLCJSaWdodCI6MC4wLCJCb3R0b20iOjAuMH0sIlBhZGRpbmciOnsiJGlkIjoiMTg0OSIsIlRvcCI6MC4wLCJMZWZ0IjowLjAsIlJpZ2h0IjowLjAsIkJvdHRvbSI6MC4wfSwiQmFja2dyb3VuZCI6eyIkaWQiOiIxODUwIiwiQ29sb3IiOnsiJGlkIjoiMTg1MSIsIkEiOjAsIlIiOjI1NSwiRyI6MjU1LCJCIjoyNTV9fSwiSXNWaXNpYmxlIjp0cnVlLCJXaWR0aCI6MC4wLCJIZWlnaHQiOjAuMCwiQm9yZGVyU3R5bGUiOnsiJGlkIjoiMTg1MiIsIkxpbmVDb2xvciI6bnVsbCwiTGluZVdlaWdodCI6MC4wLCJMaW5lVHlwZSI6MCwiUGFyZW50U3R5bGUiOm51bGx9LCJQYXJlbnRTdHlsZSI6bnVsbH0sIkRhdGVTdHlsZSI6eyIkaWQiOiIxODUzIiwiRm9udFNldHRpbmdzIjp7IiRpZCI6IjE4NTQiLCJGb250U2l6ZSI6MTAsIkZvbnROYW1lIjoiVGl0aWxsaXVtIFdlYiIsIklzQm9sZCI6ZmFsc2UsIklzSXRhbGljIjpmYWxzZSwiSXNVbmRlcmxpbmVkIjpmYWxzZSwiUGFyZW50U3R5bGUiOm51bGx9LCJBdXRvU2l6ZSI6MCwiRm9yZWdyb3VuZCI6eyIkaWQiOiIxODU1IiwiQ29sb3IiOnsiJGlkIjoiMTg1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xODU3IiwiVG9wIjowLjAsIkxlZnQiOjAuMCwiUmlnaHQiOjAuMCwiQm90dG9tIjowLjB9LCJQYWRkaW5nIjp7IiRpZCI6IjE4NTgiLCJUb3AiOjAuMCwiTGVmdCI6MC4wLCJSaWdodCI6MC4wLCJCb3R0b20iOjAuMH0sIkJhY2tncm91bmQiOnsiJGlkIjoiMTg1OSIsIkNvbG9yIjp7IiRpZCI6IjE4NjAiLCJBIjowLCJSIjoyNTUsIkciOjI1NSwiQiI6MjU1fX0sIklzVmlzaWJsZSI6dHJ1ZSwiV2lkdGgiOjAuMCwiSGVpZ2h0IjowLjAsIkJvcmRlclN0eWxlIjp7IiRpZCI6IjE4NjEiLCJMaW5lQ29sb3IiOm51bGwsIkxpbmVXZWlnaHQiOjAuMCwiTGluZVR5cGUiOjAsIlBhcmVudFN0eWxlIjpudWxsfSwiUGFyZW50U3R5bGUiOm51bGx9LCJEYXRlRm9ybWF0Ijp7IiRpZCI6IjE4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2MyIsIkZvcm1hdCI6MCwiSXNWaXNpYmxlIjpmYWxzZSwiTGFzdEtub3duVmlzaWJpbGl0eVN0YXRlIjpmYWxzZX0sIklzVmlzaWJsZSI6dHJ1ZSwiVmFyaWFuY2VTdHlsZSI6eyIkaWQiOiIxODY0IiwiVGV4dFN0eWxlIjp7IiRpZCI6IjE4NjUiLCJGb250U2V0dGluZ3MiOnsiJGlkIjoiMTg2NiIsIkZvbnRTaXplIjoxMCwiRm9udE5hbWUiOiJDYWxpYnJpIiwiSXNCb2xkIjpmYWxzZSwiSXNJdGFsaWMiOmZhbHNlLCJJc1VuZGVybGluZWQiOmZhbHNlLCJQYXJlbnRTdHlsZSI6bnVsbH0sIkF1dG9TaXplIjowLCJGb3JlZ3JvdW5kIjp7IiRpZCI6IjE4NjciLCJDb2xvciI6eyIkaWQiOiIxOD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NjkiLCJUb3AiOjAuMCwiTGVmdCI6MC4wLCJSaWdodCI6MC4wLCJCb3R0b20iOjAuMH0sIlBhZGRpbmciOnsiJGlkIjoiMTg3MCIsIlRvcCI6MC4wLCJMZWZ0IjowLjAsIlJpZ2h0IjowLjAsIkJvdHRvbSI6MC4wfSwiQmFja2dyb3VuZCI6eyIkaWQiOiIxODcxIiwiQ29sb3IiOnsiJGlkIjoiMTg3MiIsIkEiOjI1NSwiUiI6MCwiRyI6MCwiQiI6MH19LCJJc1Zpc2libGUiOnRydWUsIldpZHRoIjowLjAsIkhlaWdodCI6MC4wLCJCb3JkZXJTdHlsZSI6eyIkaWQiOiIxODczIiwiTGluZUNvbG9yIjpudWxsLCJMaW5lV2VpZ2h0IjowLjAsIkxpbmVUeXBlIjowLCJQYXJlbnRTdHlsZSI6bnVsbH0sIlBhcmVudFN0eWxlIjpudWxsfSwiUGFyZW50U3R5bGUiOm51bGx9LCJQYXJlbnRTdHlsZSI6bnVsbH0sIkluZGV4IjoxMywiU21hcnREdXJhdGlvbkFjdGl2YXRlZCI6ZmFsc2UsIkRhdGVGb3JtYXQiOnsiJHJlZiI6IjE4NjIifSwiV2Vla051bWJlcmluZyI6eyIkaWQiOiIxODc0IiwiRm9ybWF0IjowLCJJc1Zpc2libGUiOmZhbHNlLCJMYXN0S25vd25WaXNpYmlsaXR5U3RhdGUiOmZhbHNlfSwiQmFzZWxpbmVEYXRhIjp7IiRpZCI6IjE4NzUiLCJTdGFydERhdGUiOiIyMDI2LTEwLTAxVDAwOjAwOjAwIiwiRW5kRGF0ZSI6IjIwMjYtMTEtMzBUMjM6NTk6MDAifSwiSWQiOiIwYmQ2ZDFhMS1mY2FmLTRmMmMtOTRhNy03NDk1NGY5YTU5OGQiLCJJbXBvcnRJZCI6bnVsbCwiVGl0bGUiOiJGbHVqbyBlbmQtdG8tZW5kIChTcHJpbnRzICgxMSAtIDE0KSIsIk5vdGUiOm51bGwsIkh5cGVybGluayI6eyIkaWQiOiIxODc2IiwiQWRkcmVzcyI6IiIsIlN1YkFkZHJlc3MiOiIifSwiSXNDaGFuZ2VkIjpmYWxzZSwiSXNOZXciOmZhbHNlfX1dLCJfbWlsZXN0b25lcyI6W10sIklkIjoiMDAwMDAwMDAtMDAwMC0wMDAwLTAwMDAtMDAwMDAwMDAwMDAwIiwiSXNTaW5nbGVJdGVtUm93Ijp0cnVlfV0sIkluZGV4IjoxMiwiSWQiOiJjOWYxOGNkYy04MzUwLTQ5YTUtOGM2Mi0xN2Y3YzhiNzBiNzIiLCJIZWFkZXJUZXh0IjpudWxsLCJJc0RlZmF1bHQiOnRydWUsIlN0eWxlIjp7IiRpZCI6IjE4NzciLCJIZWFkZXJTdHlsZSI6eyIkaWQiOiIxODc4IiwiVGV4dFN0eWxlIjp7IiRpZCI6IjE4NzkiLCJGb250U2V0dGluZ3MiOnsiJGlkIjoiMTg4MCIsIkZvbnRTaXplIjoxMSwiRm9udE5hbWUiOiJDYWxpYnJpIiwiSXNCb2xkIjpmYWxzZSwiSXNJdGFsaWMiOmZhbHNlLCJJc1VuZGVybGluZWQiOmZhbHNlLCJQYXJlbnRTdHlsZSI6bnVsbH0sIkF1dG9TaXplIjoyLCJGb3JlZ3JvdW5kIjp7IiRpZCI6IjE4ODEiLCJDb2xvciI6eyIkaWQiOiIxODg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g4MyIsIlRvcCI6MC4wLCJMZWZ0IjowLjAsIlJpZ2h0IjowLjAsIkJvdHRvbSI6MC4wfSwiUGFkZGluZyI6eyIkaWQiOiIxODg0IiwiVG9wIjowLjAsIkxlZnQiOjAuMCwiUmlnaHQiOjAuMCwiQm90dG9tIjowLjB9LCJCYWNrZ3JvdW5kIjp7IiRpZCI6IjE4ODUiLCJDb2xvciI6eyIkaWQiOiIxODg2IiwiQSI6MjU1LCJSIjo2NCwiRyI6NjQsIkIiOjY0fX0sIklzVmlzaWJsZSI6dHJ1ZSwiV2lkdGgiOjAuMCwiSGVpZ2h0IjowLjAsIkJvcmRlclN0eWxlIjpudWxsLCJQYXJlbnRTdHlsZSI6bnVsbH0sIlJlY3RhbmdsZVN0eWxlIjp7IiRpZCI6IjE4ODciLCJNYXJnaW4iOnsiJGlkIjoiMTg4OCIsIlRvcCI6MC4wLCJMZWZ0IjowLjAsIlJpZ2h0IjowLjAsIkJvdHRvbSI6MC4wfSwiUGFkZGluZyI6eyIkaWQiOiIxODg5IiwiVG9wIjowLjAsIkxlZnQiOjAuMCwiUmlnaHQiOjAuMCwiQm90dG9tIjowLjB9LCJCYWNrZ3JvdW5kIjp7IiRpZCI6IjE4OTAiLCJDb2xvciI6eyIkaWQiOiIxODkxIiwiQSI6MTI3LCJSIjoyNTUsIkciOjE5MiwiQiI6MH19LCJJc1Zpc2libGUiOnRydWUsIldpZHRoIjowLjAsIkhlaWdodCI6MC4wLCJCb3JkZXJTdHlsZSI6eyIkaWQiOiIxODkyIiwiTGluZUNvbG9yIjp7IiRpZCI6IjE4OTMiLCIkdHlwZSI6Ik5MUkUuQ29tbW9uLkRvbS5Tb2xpZENvbG9yQnJ1c2gsIE5MUkUuQ29tbW9uIiwiQ29sb3IiOnsiJGlkIjoiMTg5NCIsIkEiOjI1NSwiUiI6MjU1LCJHIjoyNTUsIkIiOjI1NX19LCJMaW5lV2VpZ2h0IjowLjAsIkxpbmVUeXBlIjowLCJQYXJlbnRTdHlsZSI6bnVsbH0sIlBhcmVudFN0eWxlIjpudWxsfSwiTWFyZ2luIjp7IiRpZCI6IjE4OTUiLCJUb3AiOjAuMCwiTGVmdCI6MC4wLCJSaWdodCI6MC4wLCJCb3R0b20iOjAuMH0sIlBhZGRpbmciOnsiJGlkIjoiMTg5NiIsIlRvcCI6MC4wLCJMZWZ0IjowLjAsIlJpZ2h0IjowLjAsIkJvdHRvbSI6MC4wfSwiQmFja2dyb3VuZCI6bnVsbCwiSXNWaXNpYmxlIjp0cnVlLCJXaWR0aCI6MC4wLCJIZWlnaHQiOjAuMCwiQm9yZGVyU3R5bGUiOm51bGwsIlBhcmVudFN0eWxlIjpudWxsfSwiQmFja2dyb3VuZFN0eWxlIjp7IiRpZCI6IjE4OTciLCJNYXJnaW4iOnsiJGlkIjoiMTg5OCIsIlRvcCI6MC4wLCJMZWZ0IjowLjAsIlJpZ2h0IjowLjAsIkJvdHRvbSI6MC4wfSwiUGFkZGluZyI6eyIkaWQiOiIxODk5IiwiVG9wIjowLjAsIkxlZnQiOjAuMCwiUmlnaHQiOjAuMCwiQm90dG9tIjowLjB9LCJCYWNrZ3JvdW5kIjp7IiRpZCI6IjE5MDAiLCJDb2xvciI6eyIkaWQiOiIxOTAxIiwiQSI6NTEsIlIiOjIwMCwiRyI6MjAwLCJCIjoyMDB9fSwiSXNWaXNpYmxlIjp0cnVlLCJXaWR0aCI6MC4wLCJIZWlnaHQiOjAuMCwiQm9yZGVyU3R5bGUiOnsiJGlkIjoiMTkwMiIsIkxpbmVDb2xvciI6eyIkaWQiOiIxOTAzIiwiJHR5cGUiOiJOTFJFLkNvbW1vbi5Eb20uU29saWRDb2xvckJydXNoLCBOTFJFLkNvbW1vbiIsIkNvbG9yIjp7IiRpZCI6IjE5MDQiLCJBIjoyNTUsIlIiOjIzNCwiRyI6MjIsIkIiOjMwfX0sIkxpbmVXZWlnaHQiOjAuMCwiTGluZVR5cGUiOjAsIlBhcmVudFN0eWxlIjpudWxsfSwiUGFyZW50U3R5bGUiOm51bGx9LCJNYXJnaW4iOnsiJGlkIjoiMTkwNSIsIlRvcCI6MC4wLCJMZWZ0IjowLjAsIlJpZ2h0IjowLjAsIkJvdHRvbSI6MC4wfSwiUGFkZGluZyI6eyIkaWQiOiIxOTA2IiwiVG9wIjowLjAsIkxlZnQiOjAuMCwiUmlnaHQiOjAuMCwiQm90dG9tIjowLjB9LCJJc1Zpc2libGUiOnRydWUsIldpZHRoIjowLjAsIkhlaWdodCI6MC4wLCJCb3JkZXJTdHlsZSI6eyIkaWQiOiIxOTA3IiwiTGluZUNvbG9yIjpudWxsLCJMaW5lV2VpZ2h0IjowLjAsIkxpbmVUeXBlIjowLCJQYXJlbnRTdHlsZSI6bnVsbH0sIlBhcmVudFN0eWxlIjpudWxsfX1dLCJJZCI6IjhmMzc5YmNkLWQyNmUtNDJmNy1iZTI0LWI3ZTY0OWFlMDNkYyIsIkluZGV4IjoxMiwiSGVhZGVyVGV4dCI6IkFscGhhIiwiU3R5bGUiOnsiJGlkIjoiMTkwOCIsIlN0eWxlSWQiOiI5ODUxM2UxMC01NTFjLTRmMzAtYWMxMS1hMDY5MGU5MDMxMzQiLCJIZWFkZXJTdHlsZSI6eyIkaWQiOiIxOTA5IiwiVGV4dElzVmVydGljYWwiOmZhbHNlLCJUZXh0U3R5bGUiOnsiJGlkIjoiMTkxMCIsIkZvbnRTZXR0aW5ncyI6eyIkaWQiOiIxOTExIiwiRm9udFNpemUiOjExLCJGb250TmFtZSI6IlRpdGlsbGl1bSBXZWIiLCJJc0JvbGQiOmZhbHNlLCJJc0l0YWxpYyI6ZmFsc2UsIklzVW5kZXJsaW5lZCI6ZmFsc2UsIlBhcmVudFN0eWxlIjpudWxsfSwiQXV0b1NpemUiOjIsIkZvcmVncm91bmQiOnsiJGlkIjoiMTkxMiIsIkNvbG9yIjp7IiRpZCI6IjE5MT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OTE0IiwiVG9wIjowLjAsIkxlZnQiOjAuMCwiUmlnaHQiOjAuMCwiQm90dG9tIjowLjB9LCJQYWRkaW5nIjp7IiRpZCI6IjE5MTUiLCJUb3AiOjAuMCwiTGVmdCI6MC4wLCJSaWdodCI6MC4wLCJCb3R0b20iOjAuMH0sIkJhY2tncm91bmQiOnsiJGlkIjoiMTkxNiIsIkNvbG9yIjp7IiRpZCI6IjE5MTciLCJBIjoyNTUsIlIiOjM4LCJHIjozOCwiQiI6Mzh9fSwiSXNWaXNpYmxlIjp0cnVlLCJXaWR0aCI6MC4wLCJIZWlnaHQiOjAuMCwiQm9yZGVyU3R5bGUiOm51bGwsIlBhcmVudFN0eWxlIjpudWxsfSwiUmVjdGFuZ2xlU3R5bGUiOnsiJGlkIjoiMTkxOCIsIk1hcmdpbiI6eyIkaWQiOiIxOTE5IiwiVG9wIjowLjAsIkxlZnQiOjAuMCwiUmlnaHQiOjAuMCwiQm90dG9tIjowLjB9LCJQYWRkaW5nIjp7IiRpZCI6IjE5MjAiLCJUb3AiOjAuMCwiTGVmdCI6MC4wLCJSaWdodCI6MC4wLCJCb3R0b20iOjAuMH0sIkJhY2tncm91bmQiOnsiJGlkIjoiMTkyMSIsIkNvbG9yIjp7IiRpZCI6IjE5MjIiLCJBIjoyNTUsIlIiOjI1NSwiRyI6MTkyLCJCIjowfX0sIklzVmlzaWJsZSI6dHJ1ZSwiV2lkdGgiOjAuMCwiSGVpZ2h0IjowLjAsIkJvcmRlclN0eWxlIjp7IiRpZCI6IjE5MjMiLCJMaW5lQ29sb3IiOnsiJGlkIjoiMTkyNCIsIiR0eXBlIjoiTkxSRS5Db21tb24uRG9tLlNvbGlkQ29sb3JCcnVzaCwgTkxSRS5Db21tb24iLCJDb2xvciI6eyIkaWQiOiIxOTI1IiwiQSI6MjU1LCJSIjoyNTUsIkciOjI1NSwiQiI6MjU1fX0sIkxpbmVXZWlnaHQiOjAuMCwiTGluZVR5cGUiOjAsIlBhcmVudFN0eWxlIjpudWxsfSwiUGFyZW50U3R5bGUiOm51bGx9LCJNYXJnaW4iOnsiJGlkIjoiMTkyNiIsIlRvcCI6MC4wLCJMZWZ0IjowLjAsIlJpZ2h0IjowLjAsIkJvdHRvbSI6MC4wfSwiUGFkZGluZyI6eyIkaWQiOiIxOTI3IiwiVG9wIjowLjAsIkxlZnQiOjAuMCwiUmlnaHQiOjAuMCwiQm90dG9tIjowLjB9LCJCYWNrZ3JvdW5kIjpudWxsLCJJc1Zpc2libGUiOnRydWUsIldpZHRoIjowLjAsIkhlaWdodCI6MC4wLCJCb3JkZXJTdHlsZSI6bnVsbCwiUGFyZW50U3R5bGUiOm51bGx9LCJCYWNrZ3JvdW5kU3R5bGUiOnsiJGlkIjoiMTkyOCIsIk1hcmdpbiI6eyIkaWQiOiIxOTI5IiwiVG9wIjowLjAsIkxlZnQiOjAuMCwiUmlnaHQiOjAuMCwiQm90dG9tIjowLjB9LCJQYWRkaW5nIjp7IiRpZCI6IjE5MzAiLCJUb3AiOjAuMCwiTGVmdCI6MC4wLCJSaWdodCI6MC4wLCJCb3R0b20iOjAuMH0sIkJhY2tncm91bmQiOnsiJGlkIjoiMTkzMSIsIkNvbG9yIjp7IiRpZCI6IjE5MzIiLCJBIjo1MSwiUiI6MjAwLCJHIjoyMDAsIkIiOjIwMH19LCJJc1Zpc2libGUiOnRydWUsIldpZHRoIjowLjAsIkhlaWdodCI6MC4wLCJCb3JkZXJTdHlsZSI6eyIkaWQiOiIxOTMzIiwiTGluZUNvbG9yIjp7IiRpZCI6IjE5MzQiLCIkdHlwZSI6Ik5MUkUuQ29tbW9uLkRvbS5Tb2xpZENvbG9yQnJ1c2gsIE5MUkUuQ29tbW9uIiwiQ29sb3IiOnsiJGlkIjoiMTkzNSIsIkEiOjI1NSwiUiI6MjM0LCJHIjoyMiwiQiI6MzB9fSwiTGluZVdlaWdodCI6MC4wLCJMaW5lVHlwZSI6MCwiUGFyZW50U3R5bGUiOm51bGx9LCJQYXJlbnRTdHlsZSI6bnVsbH0sIklzQWJvdmVUaW1lYmFuZCI6ZmFsc2UsIlNwYWNpbmciOjIsIkRlZmF1bHRTd2ltbGFuZVRhc2tTdHlsZSI6eyIkaWQiOiIxOTM2IiwiJHR5cGUiOiJOTFJFLkNvbW1vbi5Eb20uU3R5bGVzLkV4cGxpY2l0U2V0YWJsZVRhc2tTdHlsZSwgTkxSRS5Db21tb24iLCJTaGFwZSI6MSwiU2hhcGVUaGlja25lc3MiOjAsIkR1cmF0aW9uRm9ybWF0IjowLCJJbmNsdWRlTm9uV29ya2luZ0RheXNJbkR1cmF0aW9uIjpmYWxzZSwiUGVyY2VudGFnZUNvbXBsZXRlU3R5bGUiOnsiJGlkIjoiMTkzNyIsIkZvbnRTZXR0aW5ncyI6eyIkaWQiOiIxOTM4IiwiRm9udFNpemUiOjEwLCJGb250TmFtZSI6IkNhbGlicmkiLCJJc0JvbGQiOmZhbHNlLCJJc0l0YWxpYyI6ZmFsc2UsIklzVW5kZXJsaW5lZCI6ZmFsc2UsIlBhcmVudFN0eWxlIjpudWxsfSwiQXV0b1NpemUiOjAsIkZvcmVncm91bmQiOnsiJGlkIjoiMTkzOSIsIkNvbG9yIjp7IiRpZCI6IjE5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k0MSIsIlRvcCI6MC4wLCJMZWZ0IjowLjAsIlJpZ2h0IjowLjAsIkJvdHRvbSI6MC4wfSwiUGFkZGluZyI6eyIkaWQiOiIxOTQyIiwiVG9wIjowLjAsIkxlZnQiOjAuMCwiUmlnaHQiOjAuMCwiQm90dG9tIjowLjB9LCJCYWNrZ3JvdW5kIjp7IiRpZCI6IjE5NDMiLCJDb2xvciI6eyIkaWQiOiIxOTQ0IiwiQSI6ODksIlIiOjAsIkciOjAsIkIiOjB9fSwiSXNWaXNpYmxlIjp0cnVlLCJXaWR0aCI6MC4wLCJIZWlnaHQiOjAuMCwiQm9yZGVyU3R5bGUiOnsiJGlkIjoiMTk0NSIsIkxpbmVDb2xvciI6bnVsbCwiTGluZVdlaWdodCI6MC4wLCJMaW5lVHlwZSI6MCwiUGFyZW50U3R5bGUiOm51bGx9LCJQYXJlbnRTdHlsZSI6bnVsbH0sIkR1cmF0aW9uU3R5bGUiOnsiJGlkIjoiMTk0NiIsIkZvbnRTZXR0aW5ncyI6eyIkaWQiOiIxOTQ3IiwiRm9udFNpemUiOjEwLCJGb250TmFtZSI6IkNhbGlicmkiLCJJc0JvbGQiOmZhbHNlLCJJc0l0YWxpYyI6ZmFsc2UsIklzVW5kZXJsaW5lZCI6ZmFsc2UsIlBhcmVudFN0eWxlIjpudWxsfSwiQXV0b1NpemUiOjAsIkZvcmVncm91bmQiOnsiJGlkIjoiMTk0OCIsIkNvbG9yIjp7IiRpZCI6IjE5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E5NTAiLCJUb3AiOjAuMCwiTGVmdCI6MC4wLCJSaWdodCI6MC4wLCJCb3R0b20iOjAuMH0sIlBhZGRpbmciOnsiJGlkIjoiMTk1MSIsIlRvcCI6MC4wLCJMZWZ0IjowLjAsIlJpZ2h0IjowLjAsIkJvdHRvbSI6MC4wfSwiQmFja2dyb3VuZCI6eyIkaWQiOiIxOTUyIiwiQ29sb3IiOnsiJGlkIjoiMTk1MyIsIkEiOjI1NSwiUiI6NjgsIkciOjg0LCJCIjoxMDZ9fSwiSXNWaXNpYmxlIjp0cnVlLCJXaWR0aCI6MC4wLCJIZWlnaHQiOjAuMCwiQm9yZGVyU3R5bGUiOnsiJGlkIjoiMTk1NCIsIkxpbmVDb2xvciI6bnVsbCwiTGluZVdlaWdodCI6MC4wLCJMaW5lVHlwZSI6MCwiUGFyZW50U3R5bGUiOm51bGx9LCJQYXJlbnRTdHlsZSI6bnVsbH0sIkhvcml6b250YWxDb25uZWN0b3JTdHlsZSI6eyIkaWQiOiIxOTU1IiwiTGluZUNvbG9yIjp7IiRpZCI6IjE5NTYiLCIkdHlwZSI6Ik5MUkUuQ29tbW9uLkRvbS5Tb2xpZENvbG9yQnJ1c2gsIE5MUkUuQ29tbW9uIiwiQ29sb3IiOnsiJGlkIjoiMTk1NyIsIkEiOjI1NSwiUiI6MCwiRyI6MCwiQiI6MH19LCJMaW5lV2VpZ2h0IjowLjAsIkxpbmVUeXBlIjowLCJQYXJlbnRTdHlsZSI6bnVsbH0sIlZlcnRpY2FsQ29ubmVjdG9yU3R5bGUiOnsiJGlkIjoiMTk1OCIsIkxpbmVDb2xvciI6eyIkaWQiOiIxOTU5IiwiJHR5cGUiOiJOTFJFLkNvbW1vbi5Eb20uU29saWRDb2xvckJydXNoLCBOTFJFLkNvbW1vbiIsIkNvbG9yIjp7IiRpZCI6IjE5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OTYxIiwiU2hhcGVTdHlsZSI6eyIkaWQiOiIxOTYyIiwiTWFyZ2luIjp7IiRpZCI6IjE5NjMiLCJUb3AiOjAuMCwiTGVmdCI6MC4wLCJSaWdodCI6MC4wLCJCb3R0b20iOjAuMH0sIlBhZGRpbmciOnsiJGlkIjoiMTk2NCIsIlRvcCI6MC4wLCJMZWZ0IjowLjAsIlJpZ2h0IjowLjAsIkJvdHRvbSI6MC4wfSwiQmFja2dyb3VuZCI6eyIkaWQiOiIxOTY1IiwiQ29sb3IiOnsiJGlkIjoiMTk2NiIsIkEiOjE1MywiUiI6MCwiRyI6MCwiQiI6MH19LCJJc1Zpc2libGUiOnRydWUsIldpZHRoIjowLjAsIkhlaWdodCI6MC4wLCJCb3JkZXJTdHlsZSI6eyIkaWQiOiIxOTY3IiwiTGluZUNvbG9yIjp7IiRpZCI6IjE5NjgiLCIkdHlwZSI6Ik5MUkUuQ29tbW9uLkRvbS5Tb2xpZENvbG9yQnJ1c2gsIE5MUkUuQ29tbW9uIiwiQ29sb3IiOnsiJGlkIjoiMTk2OSIsIkEiOjI1NSwiUiI6MjU1LCJHIjowLCJCIjowfX0sIkxpbmVXZWlnaHQiOjAuMCwiTGluZVR5cGUiOjAsIlBhcmVudFN0eWxlIjpudWxsfSwiUGFyZW50U3R5bGUiOm51bGx9LCJNYXJnaW4iOnsiJGlkIjoiMTk3MCIsIlRvcCI6MC4wLCJMZWZ0IjowLjAsIlJpZ2h0IjowLjAsIkJvdHRvbSI6MC4wfSwiUGFkZGluZyI6eyIkaWQiOiIxOTcxIiwiVG9wIjowLjAsIkxlZnQiOjAuMCwiUmlnaHQiOjAuMCwiQm90dG9tIjowLjB9LCJCYWNrZ3JvdW5kIjpudWxsLCJJc1Zpc2libGUiOnRydWUsIldpZHRoIjowLjAsIkhlaWdodCI6MC4wLCJCb3JkZXJTdHlsZSI6bnVsbCwiUGFyZW50U3R5bGUiOm51bGx9LCJTaGFwZVN0eWxlIjp7IiRpZCI6IjE5NzIiLCJNYXJnaW4iOnsiJGlkIjoiMTk3MyIsIlRvcCI6MC4wLCJMZWZ0Ijo0LjAsIlJpZ2h0Ijo0LjAsIkJvdHRvbSI6MC4wfSwiUGFkZGluZyI6eyIkaWQiOiIxOTc0IiwiVG9wIjowLjAsIkxlZnQiOjAuMCwiUmlnaHQiOjAuMCwiQm90dG9tIjowLjB9LCJCYWNrZ3JvdW5kIjp7IiRpZCI6IjE5NzUiLCJDb2xvciI6eyIkaWQiOiIxOTc2IiwiQSI6MjU1LCJSIjoyNTUsIkciOjE5MiwiQiI6MH19LCJJc1Zpc2libGUiOnRydWUsIldpZHRoIjowLjAsIkhlaWdodCI6MTAuMCwiQm9yZGVyU3R5bGUiOnsiJGlkIjoiMTk3NyIsIkxpbmVDb2xvciI6eyIkaWQiOiIxOTc4IiwiJHR5cGUiOiJOTFJFLkNvbW1vbi5Eb20uU29saWRDb2xvckJydXNoLCBOTFJFLkNvbW1vbiIsIkNvbG9yIjp7IiRpZCI6IjE5NzkiLCJBIjoyNTUsIlIiOjIzNCwiRyI6MjIsIkIiOjMwfX0sIkxpbmVXZWlnaHQiOjAuMCwiTGluZVR5cGUiOjAsIlBhcmVudFN0eWxlIjpudWxsfSwiUGFyZW50U3R5bGUiOm51bGx9LCJUaXRsZVN0eWxlIjp7IiRpZCI6IjE5ODAiLCJGb250U2V0dGluZ3MiOnsiJGlkIjoiMTk4MSIsIkZvbnRTaXplIjoxMSwiRm9udE5hbWUiOiJDYWxpYnJpIiwiSXNCb2xkIjpmYWxzZSwiSXNJdGFsaWMiOmZhbHNlLCJJc1VuZGVybGluZWQiOmZhbHNlLCJQYXJlbnRTdHlsZSI6bnVsbH0sIkF1dG9TaXplIjowLCJGb3JlZ3JvdW5kIjp7IiRpZCI6IjE5ODIiLCJDb2xvciI6eyIkaWQiOiIxOTg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ODQiLCJUb3AiOjAuMCwiTGVmdCI6MC4wLCJSaWdodCI6MC4wLCJCb3R0b20iOjAuMH0sIlBhZGRpbmciOnsiJGlkIjoiMTk4NSIsIlRvcCI6MC4wLCJMZWZ0IjowLjAsIlJpZ2h0IjowLjAsIkJvdHRvbSI6MC4wfSwiQmFja2dyb3VuZCI6eyIkaWQiOiIxOTg2IiwiQ29sb3IiOnsiJGlkIjoiMTk4NyIsIkEiOjI1NSwiUiI6MCwiRyI6MCwiQiI6MH19LCJJc1Zpc2libGUiOnRydWUsIldpZHRoIjowLjAsIkhlaWdodCI6MC4wLCJCb3JkZXJTdHlsZSI6eyIkaWQiOiIxOTg4IiwiTGluZUNvbG9yIjpudWxsLCJMaW5lV2VpZ2h0IjowLjAsIkxpbmVUeXBlIjowLCJQYXJlbnRTdHlsZSI6bnVsbH0sIlBhcmVudFN0eWxlIjpudWxsfSwiRGF0ZVN0eWxlIjp7IiRpZCI6IjE5ODkiLCJGb250U2V0dGluZ3MiOnsiJGlkIjoiMTk5MCIsIkZvbnRTaXplIjoxMCwiRm9udE5hbWUiOiJDYWxpYnJpIiwiSXNCb2xkIjpmYWxzZSwiSXNJdGFsaWMiOmZhbHNlLCJJc1VuZGVybGluZWQiOmZhbHNlLCJQYXJlbnRTdHlsZSI6bnVsbH0sIkF1dG9TaXplIjowLCJGb3JlZ3JvdW5kIjp7IiRpZCI6IjE5OTEiLCJDb2xvciI6eyIkaWQiOiIxOTk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xOTkzIiwiVG9wIjowLjAsIkxlZnQiOjAuMCwiUmlnaHQiOjAuMCwiQm90dG9tIjowLjB9LCJQYWRkaW5nIjp7IiRpZCI6IjE5OTQiLCJUb3AiOjAuMCwiTGVmdCI6MC4wLCJSaWdodCI6MC4wLCJCb3R0b20iOjAuMH0sIkJhY2tncm91bmQiOnsiJGlkIjoiMTk5NSIsIkNvbG9yIjp7IiRpZCI6IjE5OTYiLCJBIjoyNTUsIlIiOjY4LCJHIjo4NCwiQiI6MTA2fX0sIklzVmlzaWJsZSI6dHJ1ZSwiV2lkdGgiOjAuMCwiSGVpZ2h0IjowLjAsIkJvcmRlclN0eWxlIjp7IiRpZCI6IjE5OTciLCJMaW5lQ29sb3IiOm51bGwsIkxpbmVXZWlnaHQiOjAuMCwiTGluZVR5cGUiOjAsIlBhcmVudFN0eWxlIjpudWxsfSwiUGFyZW50U3R5bGUiOm51bGx9LCJEYXRlRm9ybWF0Ijp7IiRpZCI6IjE5O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5OSIsIkZvcm1hdCI6MCwiSXNWaXNpYmxlIjpmYWxzZSwiTGFzdEtub3duVmlzaWJpbGl0eVN0YXRlIjpmYWxzZX0sIklzVmlzaWJsZSI6dHJ1ZSwiVmFyaWFuY2VTdHlsZSI6eyIkaWQiOiIyMDAwIiwiVGV4dFN0eWxlIjp7IiRpZCI6IjIwMDEiLCJGb250U2V0dGluZ3MiOnsiJGlkIjoiMjAwMiIsIkZvbnRTaXplIjoxMCwiRm9udE5hbWUiOiJDYWxpYnJpIiwiSXNCb2xkIjpmYWxzZSwiSXNJdGFsaWMiOmZhbHNlLCJJc1VuZGVybGluZWQiOmZhbHNlLCJQYXJlbnRTdHlsZSI6bnVsbH0sIkF1dG9TaXplIjowLCJGb3JlZ3JvdW5kIjp7IiRpZCI6IjIwMDMiLCJDb2xvciI6eyIkaWQiOiIyM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MDUiLCJUb3AiOjAuMCwiTGVmdCI6MC4wLCJSaWdodCI6MC4wLCJCb3R0b20iOjAuMH0sIlBhZGRpbmciOnsiJGlkIjoiMjAwNiIsIlRvcCI6MC4wLCJMZWZ0IjowLjAsIlJpZ2h0IjowLjAsIkJvdHRvbSI6MC4wfSwiQmFja2dyb3VuZCI6eyIkaWQiOiIyMDA3IiwiQ29sb3IiOnsiJGlkIjoiMjAwOCIsIkEiOjI1NSwiUiI6MCwiRyI6MCwiQiI6MH19LCJJc1Zpc2libGUiOnRydWUsIldpZHRoIjowLjAsIkhlaWdodCI6MC4wLCJCb3JkZXJTdHlsZSI6eyIkaWQiOiIyMDA5IiwiTGluZUNvbG9yIjpudWxsLCJMaW5lV2VpZ2h0IjowLjAsIkxpbmVUeXBlIjowLCJQYXJlbnRTdHlsZSI6bnVsbH0sIlBhcmVudFN0eWxlIjpudWxsfSwiUGFyZW50U3R5bGUiOm51bGx9LCJQYXJlbnRTdHlsZSI6bnVsbCwiX2V4cGxpY2l0bHlTZXQiOnsiJGlkIjoiMjAx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wMTEiLCJTaGFwZSI6MSwiQ29ubmVjdG9yTWFyZ2luIjp7IiRpZCI6IjIwMTIiLCJUb3AiOjAuMCwiTGVmdCI6Mi4wLCJSaWdodCI6Mi4wLCJCb3R0b20iOjAuMH0sIkNvbm5lY3RvclN0eWxlIjp7IiRpZCI6IjIwMTMiLCJMaW5lQ29sb3IiOnsiJGlkIjoiMjAxNCIsIiR0eXBlIjoiTkxSRS5Db21tb24uRG9tLlNvbGlkQ29sb3JCcnVzaCwgTkxSRS5Db21tb24iLCJDb2xvciI6eyIkaWQiOiIyMDE1IiwiQSI6MTI3LCJSIjoxMjcsIkciOjk2LCJCIjowfX0sIkxpbmVXZWlnaHQiOjEuMCwiTGluZVR5cGUiOjAsIlBhcmVudFN0eWxlIjpudWxsfSwiSXNCZWxvd1RpbWViYW5kIjpmYWxzZSwiUG9zaXRpb25PblRhc2siOjEsIkhpZGVEYXRlIjpmYWxzZSwiU2hhcGVTaXplIjowLCJTcGFjaW5nIjowLjAsIlBhZGRpbmciOnsiJGlkIjoiMjAxNiIsIlRvcCI6NS4wLCJMZWZ0IjozLjAsIlJpZ2h0IjowLjAsIkJvdHRvbSI6Mi4wfSwiU2hhcGVTdHlsZSI6eyIkaWQiOiIyMDE3IiwiTWFyZ2luIjp7IiRpZCI6IjIwMTgiLCJUb3AiOjAuMCwiTGVmdCI6MC4wLCJSaWdodCI6MC4wLCJCb3R0b20iOjAuMH0sIlBhZGRpbmciOnsiJGlkIjoiMjAxOSIsIlRvcCI6MC4wLCJMZWZ0IjowLjAsIlJpZ2h0IjowLjAsIkJvdHRvbSI6MC4wfSwiQmFja2dyb3VuZCI6eyIkaWQiOiIyMDIwIiwiQ29sb3IiOnsiJGlkIjoiMjAyMSIsIkEiOjI1NSwiUiI6MTI3LCJHIjo5NiwiQiI6MH19LCJJc1Zpc2libGUiOnRydWUsIldpZHRoIjoxMi4wLCJIZWlnaHQiOjE0LjAsIkJvcmRlclN0eWxlIjp7IiRpZCI6IjIwMjIiLCJMaW5lQ29sb3IiOnsiJGlkIjoiMjAyMyIsIiR0eXBlIjoiTkxSRS5Db21tb24uRG9tLlNvbGlkQ29sb3JCcnVzaCwgTkxSRS5Db21tb24iLCJDb2xvciI6eyIkaWQiOiIyMDI0IiwiQSI6MjU1LCJSIjoyNTUsIkciOjI1NSwiQiI6MjU1fX0sIkxpbmVXZWlnaHQiOjAuMCwiTGluZVR5cGUiOjAsIlBhcmVudFN0eWxlIjpudWxsfSwiUGFyZW50U3R5bGUiOm51bGx9LCJUaXRsZVN0eWxlIjp7IiRpZCI6IjIwMjUiLCJGb250U2V0dGluZ3MiOnsiJGlkIjoiMjAyNiIsIkZvbnRTaXplIjoxMSwiRm9udE5hbWUiOiJDYWxpYnJpIiwiSXNCb2xkIjpmYWxzZSwiSXNJdGFsaWMiOmZhbHNlLCJJc1VuZGVybGluZWQiOmZhbHNlLCJQYXJlbnRTdHlsZSI6bnVsbH0sIkF1dG9TaXplIjowLCJGb3JlZ3JvdW5kIjp7IiRpZCI6IjIwMjciLCJDb2xvciI6eyIkaWQiOiIyMDI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wMjkiLCJUb3AiOjAuMCwiTGVmdCI6MC4wLCJSaWdodCI6MC4wLCJCb3R0b20iOjAuMH0sIlBhZGRpbmciOnsiJGlkIjoiMjAzMCIsIlRvcCI6MC4wLCJMZWZ0IjowLjAsIlJpZ2h0IjowLjAsIkJvdHRvbSI6MC4wfSwiQmFja2dyb3VuZCI6eyIkaWQiOiIyMDMxIiwiQ29sb3IiOnsiJGlkIjoiMjAzMiIsIkEiOjI1NSwiUiI6MCwiRyI6MCwiQiI6MH19LCJJc1Zpc2libGUiOnRydWUsIldpZHRoIjowLjAsIkhlaWdodCI6MC4wLCJCb3JkZXJTdHlsZSI6eyIkaWQiOiIyMDMzIiwiTGluZUNvbG9yIjpudWxsLCJMaW5lV2VpZ2h0IjowLjAsIkxpbmVUeXBlIjowLCJQYXJlbnRTdHlsZSI6bnVsbH0sIlBhcmVudFN0eWxlIjpudWxsfSwiRGF0ZVN0eWxlIjp7IiRpZCI6IjIwMzQiLCJGb250U2V0dGluZ3MiOnsiJGlkIjoiMjAzNSIsIkZvbnRTaXplIjoxMCwiRm9udE5hbWUiOiJDYWxpYnJpIiwiSXNCb2xkIjpmYWxzZSwiSXNJdGFsaWMiOmZhbHNlLCJJc1VuZGVybGluZWQiOmZhbHNlLCJQYXJlbnRTdHlsZSI6bnVsbH0sIkF1dG9TaXplIjowLCJGb3JlZ3JvdW5kIjp7IiRpZCI6IjIwMzYiLCJDb2xvciI6eyIkaWQiOiIyMDM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yMDM4IiwiVG9wIjowLjAsIkxlZnQiOjAuMCwiUmlnaHQiOjAuMCwiQm90dG9tIjowLjB9LCJQYWRkaW5nIjp7IiRpZCI6IjIwMzkiLCJUb3AiOjAuMCwiTGVmdCI6MC4wLCJSaWdodCI6MC4wLCJCb3R0b20iOjAuMH0sIkJhY2tncm91bmQiOnsiJGlkIjoiMjA0MCIsIkNvbG9yIjp7IiRpZCI6IjIwNDEiLCJBIjoyNTUsIlIiOjY4LCJHIjo4NCwiQiI6MTA2fX0sIklzVmlzaWJsZSI6dHJ1ZSwiV2lkdGgiOjAuMCwiSGVpZ2h0IjowLjAsIkJvcmRlclN0eWxlIjp7IiRpZCI6IjIwNDIiLCJMaW5lQ29sb3IiOm51bGwsIkxpbmVXZWlnaHQiOjAuMCwiTGluZVR5cGUiOjAsIlBhcmVudFN0eWxlIjpudWxsfSwiUGFyZW50U3R5bGUiOm51bGx9LCJEYXRlRm9ybWF0Ijp7IiRpZCI6IjIwND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0NCIsIkZvcm1hdCI6MCwiSXNWaXNpYmxlIjpmYWxzZSwiTGFzdEtub3duVmlzaWJpbGl0eVN0YXRlIjpmYWxzZX0sIklzVmlzaWJsZSI6ZmFsc2UsIlZhcmlhbmNlU3R5bGUiOnsiJGlkIjoiMjA0NSIsIlRleHRTdHlsZSI6eyIkaWQiOiIyMDQ2IiwiRm9udFNldHRpbmdzIjp7IiRpZCI6IjIwNDciLCJGb250U2l6ZSI6MTAsIkZvbnROYW1lIjoiQ2FsaWJyaSIsIklzQm9sZCI6ZmFsc2UsIklzSXRhbGljIjpmYWxzZSwiSXNVbmRlcmxpbmVkIjpmYWxzZSwiUGFyZW50U3R5bGUiOm51bGx9LCJBdXRvU2l6ZSI6MCwiRm9yZWdyb3VuZCI6eyIkaWQiOiIyMDQ4IiwiQ29sb3IiOnsiJGlkIjoiMjA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UwIiwiVG9wIjowLjAsIkxlZnQiOjAuMCwiUmlnaHQiOjAuMCwiQm90dG9tIjowLjB9LCJQYWRkaW5nIjp7IiRpZCI6IjIwNTEiLCJUb3AiOjAuMCwiTGVmdCI6MC4wLCJSaWdodCI6MC4wLCJCb3R0b20iOjAuMH0sIkJhY2tncm91bmQiOnsiJGlkIjoiMjA1MiIsIkNvbG9yIjp7IiRpZCI6IjIwNTMiLCJBIjoyNTUsIlIiOjAsIkciOjAsIkIiOjB9fSwiSXNWaXNpYmxlIjp0cnVlLCJXaWR0aCI6MC4wLCJIZWlnaHQiOjAuMCwiQm9yZGVyU3R5bGUiOnsiJGlkIjoiMjA1NCIsIkxpbmVDb2xvciI6bnVsbCwiTGluZVdlaWdodCI6MC4wLCJMaW5lVHlwZSI6MCwiUGFyZW50U3R5bGUiOm51bGx9LCJQYXJlbnRTdHlsZSI6bnVsbH0sIlBhcmVudFN0eWxlIjpudWxsfSwiUGFyZW50U3R5bGUiOm51bGx9LCJEZWZhdWx0U3dpbWxhbmVNaWxlc3RvbmVTdHlsZSI6eyIkaWQiOiIyMDU1IiwiVGl0bGVQb3NpdGlvbiI6IkxlZnQiLCJEYXRlUG9zaXRpb24iOiJSaWdodCIsIlZhcmlhbmNlUG9zaXRpb24iOiJSaWdodCIsIlNoYXBlVHlwZSI6MSwiU2hhcGVTaXplIjowLCJTcGFjaW5nIjo1LCJTaGFwZVN0eWxlIjp7IiRpZCI6IjIwNTYiLCJNYXJnaW4iOnsiJGlkIjoiMjA1NyIsIlRvcCI6MC4wLCJMZWZ0IjowLjAsIlJpZ2h0IjowLjAsIkJvdHRvbSI6MC4wfSwiUGFkZGluZyI6eyIkaWQiOiIyMDU4IiwiVG9wIjowLjAsIkxlZnQiOjAuMCwiUmlnaHQiOjAuMCwiQm90dG9tIjowLjB9LCJCYWNrZ3JvdW5kIjp7IiRpZCI6IjIwNTkiLCJDb2xvciI6eyIkaWQiOiIyMDYwIiwiQSI6MjU1LCJSIjoyNTUsIkciOjE5MiwiQiI6MH19LCJJc1Zpc2libGUiOnRydWUsIldpZHRoIjoxMi4wLCJIZWlnaHQiOjE0LjAsIkJvcmRlclN0eWxlIjp7IiRpZCI6IjIwNjEiLCJMaW5lQ29sb3IiOnsiJGlkIjoiMjA2MiIsIiR0eXBlIjoiTkxSRS5Db21tb24uRG9tLlNvbGlkQ29sb3JCcnVzaCwgTkxSRS5Db21tb24iLCJDb2xvciI6eyIkaWQiOiIyMDYzIiwiQSI6MjU1LCJSIjoyMzQsIkciOjIyLCJCIjozMH19LCJMaW5lV2VpZ2h0IjowLjAsIkxpbmVUeXBlIjowLCJQYXJlbnRTdHlsZSI6bnVsbH0sIlBhcmVudFN0eWxlIjpudWxsfSwiVGl0bGVTdHlsZSI6eyIkaWQiOiIyMDY0IiwiRm9udFNldHRpbmdzIjp7IiRpZCI6IjIwNjUiLCJGb250U2l6ZSI6MTEsIkZvbnROYW1lIjoiQ2FsaWJyaSIsIklzQm9sZCI6ZmFsc2UsIklzSXRhbGljIjpmYWxzZSwiSXNVbmRlcmxpbmVkIjpmYWxzZSwiUGFyZW50U3R5bGUiOm51bGx9LCJBdXRvU2l6ZSI6MCwiRm9yZWdyb3VuZCI6eyIkaWQiOiIyMDY2IiwiQ29sb3IiOnsiJGlkIjoiMjA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DY4IiwiVG9wIjowLjAsIkxlZnQiOjAuMCwiUmlnaHQiOjAuMCwiQm90dG9tIjowLjB9LCJQYWRkaW5nIjp7IiRpZCI6IjIwNjkiLCJUb3AiOjAuMCwiTGVmdCI6MC4wLCJSaWdodCI6MC4wLCJCb3R0b20iOjAuMH0sIkJhY2tncm91bmQiOnsiJGlkIjoiMjA3MCIsIkNvbG9yIjp7IiRpZCI6IjIwNzEiLCJBIjoyNTUsIlIiOjAsIkciOjAsIkIiOjB9fSwiSXNWaXNpYmxlIjp0cnVlLCJXaWR0aCI6MC4wLCJIZWlnaHQiOjAuMCwiQm9yZGVyU3R5bGUiOnsiJGlkIjoiMjA3MiIsIkxpbmVDb2xvciI6bnVsbCwiTGluZVdlaWdodCI6MC4wLCJMaW5lVHlwZSI6MCwiUGFyZW50U3R5bGUiOm51bGx9LCJQYXJlbnRTdHlsZSI6bnVsbH0sIkRhdGVTdHlsZSI6eyIkaWQiOiIyMDczIiwiRm9udFNldHRpbmdzIjp7IiRpZCI6IjIwNzQiLCJGb250U2l6ZSI6MTAsIkZvbnROYW1lIjoiQ2FsaWJyaSIsIklzQm9sZCI6ZmFsc2UsIklzSXRhbGljIjpmYWxzZSwiSXNVbmRlcmxpbmVkIjpmYWxzZSwiUGFyZW50U3R5bGUiOm51bGx9LCJBdXRvU2l6ZSI6MCwiRm9yZWdyb3VuZCI6eyIkaWQiOiIyMDc1IiwiQ29sb3IiOnsiJGlkIjoiMjA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A3NyIsIlRvcCI6MC4wLCJMZWZ0IjowLjAsIlJpZ2h0IjowLjAsIkJvdHRvbSI6MC4wfSwiUGFkZGluZyI6eyIkaWQiOiIyMDc4IiwiVG9wIjowLjAsIkxlZnQiOjAuMCwiUmlnaHQiOjAuMCwiQm90dG9tIjowLjB9LCJCYWNrZ3JvdW5kIjp7IiRpZCI6IjIwNzkiLCJDb2xvciI6eyIkaWQiOiIyMDgwIiwiQSI6MjU1LCJSIjo2OCwiRyI6ODQsIkIiOjEwNn19LCJJc1Zpc2libGUiOnRydWUsIldpZHRoIjowLjAsIkhlaWdodCI6MC4wLCJCb3JkZXJTdHlsZSI6eyIkaWQiOiIyMDgxIiwiTGluZUNvbG9yIjpudWxsLCJMaW5lV2VpZ2h0IjowLjAsIkxpbmVUeXBlIjowLCJQYXJlbnRTdHlsZSI6bnVsbH0sIlBhcmVudFN0eWxlIjpudWxsfSwiRGF0ZUZvcm1hdCI6eyIkaWQiOiIyMD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ODMiLCJGb3JtYXQiOjAsIklzVmlzaWJsZSI6ZmFsc2UsIkxhc3RLbm93blZpc2liaWxpdHlTdGF0ZSI6ZmFsc2V9LCJJc1Zpc2libGUiOnRydWUsIlZhcmlhbmNlU3R5bGUiOnsiJGlkIjoiMjA4NCIsIlRleHRTdHlsZSI6eyIkaWQiOiIyMDg1IiwiRm9udFNldHRpbmdzIjp7IiRpZCI6IjIwODYiLCJGb250U2l6ZSI6MTAsIkZvbnROYW1lIjoiQ2FsaWJyaSIsIklzQm9sZCI6ZmFsc2UsIklzSXRhbGljIjpmYWxzZSwiSXNVbmRlcmxpbmVkIjpmYWxzZSwiUGFyZW50U3R5bGUiOm51bGx9LCJBdXRvU2l6ZSI6MCwiRm9yZWdyb3VuZCI6eyIkaWQiOiIyMDg3IiwiQ29sb3IiOnsiJGlkIjoiMjA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g5IiwiVG9wIjowLjAsIkxlZnQiOjAuMCwiUmlnaHQiOjAuMCwiQm90dG9tIjowLjB9LCJQYWRkaW5nIjp7IiRpZCI6IjIwOTAiLCJUb3AiOjAuMCwiTGVmdCI6MC4wLCJSaWdodCI6MC4wLCJCb3R0b20iOjAuMH0sIkJhY2tncm91bmQiOnsiJGlkIjoiMjA5MSIsIkNvbG9yIjp7IiRpZCI6IjIwOTIiLCJBIjoyNTUsIlIiOjAsIkciOjAsIkIiOjB9fSwiSXNWaXNpYmxlIjp0cnVlLCJXaWR0aCI6MC4wLCJIZWlnaHQiOjAuMCwiQm9yZGVyU3R5bGUiOnsiJGlkIjoiMjA5MyIsIkxpbmVDb2xvciI6bnVsbCwiTGluZVdlaWdodCI6MC4wLCJMaW5lVHlwZSI6MCwiUGFyZW50U3R5bGUiOm51bGx9LCJQYXJlbnRTdHlsZSI6bnVsbH0sIlBhcmVudFN0eWxlIjpudWxsfSwiUGFyZW50U3R5bGUiOm51bGx9LCJEZWZhdWx0U3dpbWxhbmVBY3Rpdml0eVN0eWxlIjp7IiRpZCI6IjIwOTQiLCJIZWFkZXJTdHlsZSI6eyIkaWQiOiIyMDk1IiwiVGV4dFN0eWxlIjp7IiRpZCI6IjIwOTYiLCJGb250U2V0dGluZ3MiOnsiJGlkIjoiMjA5NyIsIkZvbnRTaXplIjoxMSwiRm9udE5hbWUiOiJDYWxpYnJpIiwiSXNCb2xkIjpmYWxzZSwiSXNJdGFsaWMiOmZhbHNlLCJJc1VuZGVybGluZWQiOmZhbHNlLCJQYXJlbnRTdHlsZSI6bnVsbH0sIkF1dG9TaXplIjoyLCJGb3JlZ3JvdW5kIjp7IiRpZCI6IjIwOTgiLCJDb2xvciI6eyIkaWQiOiIyMD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EwMCIsIlRvcCI6MC4wLCJMZWZ0IjowLjAsIlJpZ2h0IjowLjAsIkJvdHRvbSI6MC4wfSwiUGFkZGluZyI6eyIkaWQiOiIyMTAxIiwiVG9wIjowLjAsIkxlZnQiOjAuMCwiUmlnaHQiOjAuMCwiQm90dG9tIjowLjB9LCJCYWNrZ3JvdW5kIjp7IiRpZCI6IjIxMDIiLCJDb2xvciI6eyIkaWQiOiIyMTAzIiwiQSI6MjU1LCJSIjo2NCwiRyI6NjQsIkIiOjY0fX0sIklzVmlzaWJsZSI6dHJ1ZSwiV2lkdGgiOjAuMCwiSGVpZ2h0IjowLjAsIkJvcmRlclN0eWxlIjpudWxsLCJQYXJlbnRTdHlsZSI6bnVsbH0sIlJlY3RhbmdsZVN0eWxlIjp7IiRpZCI6IjIxMDQiLCJNYXJnaW4iOnsiJGlkIjoiMjEwNSIsIlRvcCI6MC4wLCJMZWZ0IjowLjAsIlJpZ2h0IjowLjAsIkJvdHRvbSI6MC4wfSwiUGFkZGluZyI6eyIkaWQiOiIyMTA2IiwiVG9wIjowLjAsIkxlZnQiOjAuMCwiUmlnaHQiOjAuMCwiQm90dG9tIjowLjB9LCJCYWNrZ3JvdW5kIjp7IiRpZCI6IjIxMDciLCJDb2xvciI6eyIkaWQiOiIyMTA4IiwiQSI6MTI3LCJSIjoyNTUsIkciOjE5MiwiQiI6MH19LCJJc1Zpc2libGUiOnRydWUsIldpZHRoIjowLjAsIkhlaWdodCI6MC4wLCJCb3JkZXJTdHlsZSI6eyIkaWQiOiIyMTA5IiwiTGluZUNvbG9yIjp7IiRpZCI6IjIxMTAiLCIkdHlwZSI6Ik5MUkUuQ29tbW9uLkRvbS5Tb2xpZENvbG9yQnJ1c2gsIE5MUkUuQ29tbW9uIiwiQ29sb3IiOnsiJGlkIjoiMjExMSIsIkEiOjI1NSwiUiI6MjU1LCJHIjoyNTUsIkIiOjI1NX19LCJMaW5lV2VpZ2h0IjowLjAsIkxpbmVUeXBlIjowLCJQYXJlbnRTdHlsZSI6bnVsbH0sIlBhcmVudFN0eWxlIjpudWxsfSwiTWFyZ2luIjp7IiRpZCI6IjIxMTIiLCJUb3AiOjAuMCwiTGVmdCI6MC4wLCJSaWdodCI6MC4wLCJCb3R0b20iOjAuMH0sIlBhZGRpbmciOnsiJGlkIjoiMjExMyIsIlRvcCI6MC4wLCJMZWZ0IjowLjAsIlJpZ2h0IjowLjAsIkJvdHRvbSI6MC4wfSwiQmFja2dyb3VuZCI6bnVsbCwiSXNWaXNpYmxlIjp0cnVlLCJXaWR0aCI6MC4wLCJIZWlnaHQiOjAuMCwiQm9yZGVyU3R5bGUiOm51bGwsIlBhcmVudFN0eWxlIjpudWxsfSwiQmFja2dyb3VuZFN0eWxlIjp7IiRpZCI6IjIxMTQiLCJNYXJnaW4iOnsiJGlkIjoiMjExNSIsIlRvcCI6MC4wLCJMZWZ0IjowLjAsIlJpZ2h0IjowLjAsIkJvdHRvbSI6MC4wfSwiUGFkZGluZyI6eyIkaWQiOiIyMTE2IiwiVG9wIjowLjAsIkxlZnQiOjAuMCwiUmlnaHQiOjAuMCwiQm90dG9tIjowLjB9LCJCYWNrZ3JvdW5kIjp7IiRpZCI6IjIxMTciLCJDb2xvciI6eyIkaWQiOiIyMTE4IiwiQSI6NTEsIlIiOjIwMCwiRyI6MjAwLCJCIjoyMDB9fSwiSXNWaXNpYmxlIjp0cnVlLCJXaWR0aCI6MC4wLCJIZWlnaHQiOjAuMCwiQm9yZGVyU3R5bGUiOnsiJGlkIjoiMjExOSIsIkxpbmVDb2xvciI6eyIkaWQiOiIyMTIwIiwiJHR5cGUiOiJOTFJFLkNvbW1vbi5Eb20uU29saWRDb2xvckJydXNoLCBOTFJFLkNvbW1vbiIsIkNvbG9yIjp7IiRpZCI6IjIxMjEiLCJBIjoyNTUsIlIiOjIzNCwiRyI6MjIsIkIiOjMwfX0sIkxpbmVXZWlnaHQiOjAuMCwiTGluZVR5cGUiOjAsIlBhcmVudFN0eWxlIjpudWxsfSwiUGFyZW50U3R5bGUiOm51bGx9LCJNYXJnaW4iOnsiJGlkIjoiMjEyMiIsIlRvcCI6MC4wLCJMZWZ0IjowLjAsIlJpZ2h0IjowLjAsIkJvdHRvbSI6MC4wfSwiUGFkZGluZyI6eyIkaWQiOiIyMTIzIiwiVG9wIjowLjAsIkxlZnQiOjAuMCwiUmlnaHQiOjAuMCwiQm90dG9tIjowLjB9LCJJc1Zpc2libGUiOnRydWUsIldpZHRoIjowLjAsIkhlaWdodCI6MC4wLCJCb3JkZXJTdHlsZSI6eyIkaWQiOiIyMTI0IiwiTGluZUNvbG9yIjpudWxsLCJMaW5lV2VpZ2h0IjowLjAsIkxpbmVUeXBlIjowLCJQYXJlbnRTdHlsZSI6bnVsbH0sIlBhcmVudFN0eWxlIjpudWxsfSwiTWFyZ2luIjp7IiRpZCI6IjIxMjUiLCJUb3AiOjAuMCwiTGVmdCI6MC4wLCJSaWdodCI6MC4wLCJCb3R0b20iOjAuMH0sIlBhZGRpbmciOnsiJGlkIjoiMjEyNiIsIlRvcCI6MC4wLCJMZWZ0IjowLjAsIlJpZ2h0IjowLjAsIkJvdHRvbSI6MC4wfSwiSXNWaXNpYmxlIjpmYWxzZSwiV2lkdGgiOjAuMCwiSGVpZ2h0IjowLjAsIkJvcmRlclN0eWxlIjp7IiRpZCI6IjIxMjciLCJMaW5lQ29sb3IiOm51bGwsIkxpbmVXZWlnaHQiOjAuMCwiTGluZVR5cGUiOjAsIlBhcmVudFN0eWxlIjpudWxsfSwiUGFyZW50U3R5bGUiOm51bGx9fSx7IiRpZCI6IjIxMjgiLCJfYWN0aXZpdGllcyI6W3siJGlkIjoiMjEyOSIsIl9yb3dzIjpbeyIkaWQiOiIyMTMwIiwiX3Rhc2tzIjpbeyIkaWQiOiIyMTMxIiwiX2F0dGFjaGVkTWlsZXN0b25lcyI6W10sIlRhc2tEZWZpbml0aW9uIjp7IiRpZCI6IjIxMzIiLCJHcm91cE5hbWUiOm51bGwsIlN0YXJ0RGF0ZSI6IjIwMjYtMTItMDFUMDA6MDA6MDBaIiwiRW5kRGF0ZSI6IjIwMjYtMTItMzFUMjM6NTk6MDBaIiwiUGVyY2VudGFnZUNvbXBsZXRlIjpudWxsLCJTdHlsZSI6eyIkaWQiOiIyMTMzIiwiU2hhcGUiOjEsIlNoYXBlVGhpY2tuZXNzIjowLCJEdXJhdGlvbkZvcm1hdCI6MCwiSW5jbHVkZU5vbldvcmtpbmdEYXlzSW5EdXJhdGlvbiI6ZmFsc2UsIlBlcmNlbnRhZ2VDb21wbGV0ZVN0eWxlIjp7IiRpZCI6IjIxMzQiLCJGb250U2V0dGluZ3MiOnsiJGlkIjoiMjEzNSIsIkZvbnRTaXplIjoxMCwiRm9udE5hbWUiOiJDYWxpYnJpIiwiSXNCb2xkIjpmYWxzZSwiSXNJdGFsaWMiOmZhbHNlLCJJc1VuZGVybGluZWQiOmZhbHNlLCJQYXJlbnRTdHlsZSI6bnVsbH0sIkF1dG9TaXplIjowLCJGb3JlZ3JvdW5kIjp7IiRpZCI6IjIxMzYiLCJDb2xvciI6eyIkaWQiOiIyMTM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xMzgiLCJUb3AiOjAuMCwiTGVmdCI6MC4wLCJSaWdodCI6MC4wLCJCb3R0b20iOjAuMH0sIlBhZGRpbmciOnsiJGlkIjoiMjEzOSIsIlRvcCI6MC4wLCJMZWZ0IjowLjAsIlJpZ2h0IjowLjAsIkJvdHRvbSI6MC4wfSwiQmFja2dyb3VuZCI6eyIkaWQiOiIyMTQwIiwiQ29sb3IiOnsiJGlkIjoiMjE0MSIsIkEiOjg5LCJSIjowLCJHIjowLCJCIjowfX0sIklzVmlzaWJsZSI6dHJ1ZSwiV2lkdGgiOjAuMCwiSGVpZ2h0IjowLjAsIkJvcmRlclN0eWxlIjp7IiRpZCI6IjIxNDIiLCJMaW5lQ29sb3IiOm51bGwsIkxpbmVXZWlnaHQiOjAuMCwiTGluZVR5cGUiOjAsIlBhcmVudFN0eWxlIjpudWxsfSwiUGFyZW50U3R5bGUiOm51bGx9LCJEdXJhdGlvblN0eWxlIjp7IiRpZCI6IjIxNDMiLCJGb250U2V0dGluZ3MiOnsiJGlkIjoiMjE0NCIsIkZvbnRTaXplIjoxMCwiRm9udE5hbWUiOiJDYWxpYnJpIiwiSXNCb2xkIjpmYWxzZSwiSXNJdGFsaWMiOmZhbHNlLCJJc1VuZGVybGluZWQiOmZhbHNlLCJQYXJlbnRTdHlsZSI6bnVsbH0sIkF1dG9TaXplIjowLCJGb3JlZ3JvdW5kIjp7IiRpZCI6IjIxNDUiLCJDb2xvciI6eyIkaWQiOiIyMTQ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MTQ3IiwiVG9wIjowLjAsIkxlZnQiOjAuMCwiUmlnaHQiOjAuMCwiQm90dG9tIjowLjB9LCJQYWRkaW5nIjp7IiRpZCI6IjIxNDgiLCJUb3AiOjAuMCwiTGVmdCI6MC4wLCJSaWdodCI6MC4wLCJCb3R0b20iOjAuMH0sIkJhY2tncm91bmQiOnsiJGlkIjoiMjE0OSIsIkNvbG9yIjp7IiRpZCI6IjIxNTAiLCJBIjoyNTUsIlIiOjY4LCJHIjo4NCwiQiI6MTA2fX0sIklzVmlzaWJsZSI6dHJ1ZSwiV2lkdGgiOjAuMCwiSGVpZ2h0IjowLjAsIkJvcmRlclN0eWxlIjp7IiRpZCI6IjIxNTEiLCJMaW5lQ29sb3IiOm51bGwsIkxpbmVXZWlnaHQiOjAuMCwiTGluZVR5cGUiOjAsIlBhcmVudFN0eWxlIjpudWxsfSwiUGFyZW50U3R5bGUiOm51bGx9LCJIb3Jpem9udGFsQ29ubmVjdG9yU3R5bGUiOnsiJGlkIjoiMjE1MiIsIkxpbmVDb2xvciI6eyIkaWQiOiIyMTUzIiwiJHR5cGUiOiJOTFJFLkNvbW1vbi5Eb20uU29saWRDb2xvckJydXNoLCBOTFJFLkNvbW1vbiIsIkNvbG9yIjp7IiRpZCI6IjIxNTQiLCJBIjoyNTUsIlIiOjAsIkciOjAsIkIiOjB9fSwiTGluZVdlaWdodCI6MC4wLCJMaW5lVHlwZSI6MCwiUGFyZW50U3R5bGUiOm51bGx9LCJWZXJ0aWNhbENvbm5lY3RvclN0eWxlIjp7IiRpZCI6IjIxNTUiLCJMaW5lQ29sb3IiOnsiJGlkIjoiMjE1NiIsIiR0eXBlIjoiTkxSRS5Db21tb24uRG9tLlNvbGlkQ29sb3JCcnVzaCwgTkxSRS5Db21tb24iLCJDb2xvciI6eyIkaWQiOiIyMTU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MTU4IiwiU2hhcGVTdHlsZSI6eyIkaWQiOiIyMTU5IiwiTWFyZ2luIjp7IiRpZCI6IjIxNjAiLCJUb3AiOjAuMCwiTGVmdCI6MC4wLCJSaWdodCI6MC4wLCJCb3R0b20iOjAuMH0sIlBhZGRpbmciOnsiJGlkIjoiMjE2MSIsIlRvcCI6MC4wLCJMZWZ0IjowLjAsIlJpZ2h0IjowLjAsIkJvdHRvbSI6MC4wfSwiQmFja2dyb3VuZCI6eyIkaWQiOiIyMTYyIiwiQ29sb3IiOnsiJGlkIjoiMjE2MyIsIkEiOjE1MywiUiI6MCwiRyI6MCwiQiI6MH19LCJJc1Zpc2libGUiOnRydWUsIldpZHRoIjowLjAsIkhlaWdodCI6MC4wLCJCb3JkZXJTdHlsZSI6bnVsbCwiUGFyZW50U3R5bGUiOm51bGx9LCJNYXJnaW4iOnsiJGlkIjoiMjE2NCIsIlRvcCI6MC4wLCJMZWZ0IjowLjAsIlJpZ2h0IjowLjAsIkJvdHRvbSI6MC4wfSwiUGFkZGluZyI6eyIkaWQiOiIyMTY1IiwiVG9wIjowLjAsIkxlZnQiOjAuMCwiUmlnaHQiOjAuMCwiQm90dG9tIjowLjB9LCJCYWNrZ3JvdW5kIjpudWxsLCJJc1Zpc2libGUiOnRydWUsIldpZHRoIjowLjAsIkhlaWdodCI6MC4wLCJCb3JkZXJTdHlsZSI6bnVsbCwiUGFyZW50U3R5bGUiOm51bGx9LCJTaGFwZVN0eWxlIjp7IiRpZCI6IjIxNjYiLCJNYXJnaW4iOnsiJGlkIjoiMjE2NyIsIlRvcCI6MC4wLCJMZWZ0Ijo0LjAsIlJpZ2h0Ijo0LjAsIkJvdHRvbSI6MC4wfSwiUGFkZGluZyI6eyIkaWQiOiIyMTY4IiwiVG9wIjowLjAsIkxlZnQiOjAuMCwiUmlnaHQiOjAuMCwiQm90dG9tIjowLjB9LCJCYWNrZ3JvdW5kIjp7IiRpZCI6IjIxNjkiLCJDb2xvciI6eyIkaWQiOiIyMTcwIiwiQSI6MjU1LCJSIjoxMTIsIkciOjE3MywiQiI6NzF9fSwiSXNWaXNpYmxlIjp0cnVlLCJXaWR0aCI6MC4wLCJIZWlnaHQiOjEwLjAsIkJvcmRlclN0eWxlIjp7IiRpZCI6IjIxNzEiLCJMaW5lQ29sb3IiOnsiJGlkIjoiMjE3MiIsIiR0eXBlIjoiTkxSRS5Db21tb24uRG9tLlNvbGlkQ29sb3JCcnVzaCwgTkxSRS5Db21tb24iLCJDb2xvciI6eyIkaWQiOiIyMTczIiwiQSI6MjU1LCJSIjoyMzQsIkciOjIyLCJCIjozMH19LCJMaW5lV2VpZ2h0IjowLjAsIkxpbmVUeXBlIjowLCJQYXJlbnRTdHlsZSI6bnVsbH0sIlBhcmVudFN0eWxlIjpudWxsfSwiVGl0bGVTdHlsZSI6eyIkaWQiOiIyMTc0IiwiRm9udFNldHRpbmdzIjp7IiRpZCI6IjIxNzUiLCJGb250U2l6ZSI6MTEsIkZvbnROYW1lIjoiVGl0aWxsaXVtIFdlYiIsIklzQm9sZCI6ZmFsc2UsIklzSXRhbGljIjpmYWxzZSwiSXNVbmRlcmxpbmVkIjpmYWxzZSwiUGFyZW50U3R5bGUiOm51bGx9LCJBdXRvU2l6ZSI6MCwiRm9yZWdyb3VuZCI6eyIkaWQiOiIyMTc2IiwiQ29sb3IiOnsiJGlkIjoiMjE3NyIsIkEiOjI1NSwiUiI6MjU1LCJHIjoyNTUsIkIiOjI1NX19LCJNYXhXaWR0aCI6NzIwLjAsIk1heEhlaWdodCI6IkluZmluaXR5IiwiU21hcnRGb3JlZ3JvdW5kSXNBY3RpdmUiOmZhbHNlLCJIb3Jpem9udGFsQWxpZ25tZW50IjowLCJWZXJ0aWNhbEFsaWdubWVudCI6MSwiU21hcnRGb3JlZ3JvdW5kIjpudWxsLCJCYWNrZ3JvdW5kRmlsbFR5cGUiOjAsIk1hcmdpbiI6eyIkaWQiOiIyMTc4IiwiVG9wIjowLjAsIkxlZnQiOjAuMCwiUmlnaHQiOjAuMCwiQm90dG9tIjowLjB9LCJQYWRkaW5nIjp7IiRpZCI6IjIxNzkiLCJUb3AiOjAuMCwiTGVmdCI6MC4wLCJSaWdodCI6MC4wLCJCb3R0b20iOjAuMH0sIkJhY2tncm91bmQiOnsiJGlkIjoiMjE4MCIsIkNvbG9yIjp7IiRpZCI6IjIxODEiLCJBIjowLCJSIjoyNTUsIkciOjI1NSwiQiI6MjU1fX0sIklzVmlzaWJsZSI6dHJ1ZSwiV2lkdGgiOjAuMCwiSGVpZ2h0IjowLjAsIkJvcmRlclN0eWxlIjp7IiRpZCI6IjIxODIiLCJMaW5lQ29sb3IiOm51bGwsIkxpbmVXZWlnaHQiOjAuMCwiTGluZVR5cGUiOjAsIlBhcmVudFN0eWxlIjpudWxsfSwiUGFyZW50U3R5bGUiOm51bGx9LCJEYXRlU3R5bGUiOnsiJGlkIjoiMjE4MyIsIkZvbnRTZXR0aW5ncyI6eyIkaWQiOiIyMTg0IiwiRm9udFNpemUiOjEwLCJGb250TmFtZSI6IlRpdGlsbGl1bSBXZWIiLCJJc0JvbGQiOmZhbHNlLCJJc0l0YWxpYyI6ZmFsc2UsIklzVW5kZXJsaW5lZCI6ZmFsc2UsIlBhcmVudFN0eWxlIjpudWxsfSwiQXV0b1NpemUiOjAsIkZvcmVncm91bmQiOnsiJGlkIjoiMjE4NSIsIkNvbG9yIjp7IiRpZCI6IjIxODYiLCJBIjoyNTUsIlIiOjI1NSwiRyI6MjU1LCJCIjoyNTV9fSwiTWF4V2lkdGgiOjIwMC4wLCJNYXhIZWlnaHQiOiJJbmZpbml0eSIsIlNtYXJ0Rm9yZWdyb3VuZElzQWN0aXZlIjpmYWxzZSwiSG9yaXpvbnRhbEFsaWdubWVudCI6MiwiVmVydGljYWxBbGlnbm1lbnQiOjEsIlNtYXJ0Rm9yZWdyb3VuZCI6bnVsbCwiQmFja2dyb3VuZEZpbGxUeXBlIjowLCJNYXJnaW4iOnsiJGlkIjoiMjE4NyIsIlRvcCI6MC4wLCJMZWZ0IjowLjAsIlJpZ2h0IjowLjAsIkJvdHRvbSI6MC4wfSwiUGFkZGluZyI6eyIkaWQiOiIyMTg4IiwiVG9wIjowLjAsIkxlZnQiOjAuMCwiUmlnaHQiOjAuMCwiQm90dG9tIjowLjB9LCJCYWNrZ3JvdW5kIjp7IiRpZCI6IjIxODkiLCJDb2xvciI6eyIkaWQiOiIyMTkwIiwiQSI6MCwiUiI6MjU1LCJHIjoyNTUsIkIiOjI1NX19LCJJc1Zpc2libGUiOnRydWUsIldpZHRoIjowLjAsIkhlaWdodCI6MC4wLCJCb3JkZXJTdHlsZSI6eyIkaWQiOiIyMTkxIiwiTGluZUNvbG9yIjpudWxsLCJMaW5lV2VpZ2h0IjowLjAsIkxpbmVUeXBlIjowLCJQYXJlbnRTdHlsZSI6bnVsbH0sIlBhcmVudFN0eWxlIjpudWxsfSwiRGF0ZUZvcm1hdCI6eyIkaWQiOiIyMT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OTMiLCJGb3JtYXQiOjAsIklzVmlzaWJsZSI6ZmFsc2UsIkxhc3RLbm93blZpc2liaWxpdHlTdGF0ZSI6ZmFsc2V9LCJJc1Zpc2libGUiOnRydWUsIlZhcmlhbmNlU3R5bGUiOnsiJGlkIjoiMjE5NCIsIlRleHRTdHlsZSI6eyIkaWQiOiIyMTk1IiwiRm9udFNldHRpbmdzIjp7IiRpZCI6IjIxOTYiLCJGb250U2l6ZSI6MTAsIkZvbnROYW1lIjoiQ2FsaWJyaSIsIklzQm9sZCI6ZmFsc2UsIklzSXRhbGljIjpmYWxzZSwiSXNVbmRlcmxpbmVkIjpmYWxzZSwiUGFyZW50U3R5bGUiOm51bGx9LCJBdXRvU2l6ZSI6MCwiRm9yZWdyb3VuZCI6eyIkaWQiOiIyMTk3IiwiQ29sb3IiOnsiJGlkIjoiMjE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Tk5IiwiVG9wIjowLjAsIkxlZnQiOjAuMCwiUmlnaHQiOjAuMCwiQm90dG9tIjowLjB9LCJQYWRkaW5nIjp7IiRpZCI6IjIyMDAiLCJUb3AiOjAuMCwiTGVmdCI6MC4wLCJSaWdodCI6MC4wLCJCb3R0b20iOjAuMH0sIkJhY2tncm91bmQiOnsiJGlkIjoiMjIwMSIsIkNvbG9yIjp7IiRpZCI6IjIyMDIiLCJBIjoyNTUsIlIiOjAsIkciOjAsIkIiOjB9fSwiSXNWaXNpYmxlIjp0cnVlLCJXaWR0aCI6MC4wLCJIZWlnaHQiOjAuMCwiQm9yZGVyU3R5bGUiOnsiJGlkIjoiMjIwMyIsIkxpbmVDb2xvciI6bnVsbCwiTGluZVdlaWdodCI6MC4wLCJMaW5lVHlwZSI6MCwiUGFyZW50U3R5bGUiOm51bGx9LCJQYXJlbnRTdHlsZSI6bnVsbH0sIlBhcmVudFN0eWxlIjpudWxsfSwiUGFyZW50U3R5bGUiOm51bGx9LCJJbmRleCI6MTUsIlNtYXJ0RHVyYXRpb25BY3RpdmF0ZWQiOmZhbHNlLCJEYXRlRm9ybWF0Ijp7IiRyZWYiOiIyMTkyIn0sIldlZWtOdW1iZXJpbmciOnsiJGlkIjoiMjIwNCIsIkZvcm1hdCI6MCwiSXNWaXNpYmxlIjpmYWxzZSwiTGFzdEtub3duVmlzaWJpbGl0eVN0YXRlIjpmYWxzZX0sIkJhc2VsaW5lRGF0YSI6eyIkaWQiOiIyMjA1IiwiU3RhcnREYXRlIjoiMjAyNi0xMi0wMVQwMDowMDowMCIsIkVuZERhdGUiOiIyMDI2LTEyLTMxVDIzOjU5OjAwIn0sIklkIjoiZDg3Y2UwYjktNWY1Mi00MzQ1LWJlYjgtNTZjNDdjN2U5M2UwIiwiSW1wb3J0SWQiOm51bGwsIlRpdGxlIjoiVmVyc2nDs24gbcOtbmltYSB2aWFibGUgKFNwcmludHMgMTUtMTcpIiwiTm90ZSI6bnVsbCwiSHlwZXJsaW5rIjp7IiRpZCI6IjIyMDYiLCJBZGRyZXNzIjoiIiwiU3ViQWRkcmVzcyI6IiJ9LCJJc0NoYW5nZWQiOmZhbHNlLCJJc05ldyI6ZmFsc2V9fV0sIl9taWxlc3RvbmVzIjpbXSwiSWQiOiIwMDAwMDAwMC0wMDAwLTAwMDAtMDAwMC0wMDAwMDAwMDAwMDAiLCJJc1NpbmdsZUl0ZW1Sb3ciOnRydWV9XSwiSW5kZXgiOjE0LCJJZCI6IjY0MmNlOWI3LTY3ZjUtNDQ2NS04YmJiLTQzMzVhNzUyOTE2YSIsIkhlYWRlclRleHQiOm51bGwsIklzRGVmYXVsdCI6dHJ1ZSwiU3R5bGUiOnsiJGlkIjoiMjIwNyIsIkhlYWRlclN0eWxlIjp7IiRpZCI6IjIyMDgiLCJUZXh0U3R5bGUiOnsiJGlkIjoiMjIwOSIsIkZvbnRTZXR0aW5ncyI6eyIkaWQiOiIyMjEwIiwiRm9udFNpemUiOjExLCJGb250TmFtZSI6IkNhbGlicmkiLCJJc0JvbGQiOmZhbHNlLCJJc0l0YWxpYyI6ZmFsc2UsIklzVW5kZXJsaW5lZCI6ZmFsc2UsIlBhcmVudFN0eWxlIjpudWxsfSwiQXV0b1NpemUiOjIsIkZvcmVncm91bmQiOnsiJGlkIjoiMjIxMSIsIkNvbG9yIjp7IiRpZCI6IjIyMTI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MjEzIiwiVG9wIjowLjAsIkxlZnQiOjAuMCwiUmlnaHQiOjAuMCwiQm90dG9tIjowLjB9LCJQYWRkaW5nIjp7IiRpZCI6IjIyMTQiLCJUb3AiOjAuMCwiTGVmdCI6MC4wLCJSaWdodCI6MC4wLCJCb3R0b20iOjAuMH0sIkJhY2tncm91bmQiOnsiJGlkIjoiMjIxNSIsIkNvbG9yIjp7IiRpZCI6IjIyMTYiLCJBIjoyNTUsIlIiOjY0LCJHIjo2NCwiQiI6NjR9fSwiSXNWaXNpYmxlIjp0cnVlLCJXaWR0aCI6MC4wLCJIZWlnaHQiOjAuMCwiQm9yZGVyU3R5bGUiOm51bGwsIlBhcmVudFN0eWxlIjpudWxsfSwiUmVjdGFuZ2xlU3R5bGUiOnsiJGlkIjoiMjIxNyIsIk1hcmdpbiI6eyIkaWQiOiIyMjE4IiwiVG9wIjowLjAsIkxlZnQiOjAuMCwiUmlnaHQiOjAuMCwiQm90dG9tIjowLjB9LCJQYWRkaW5nIjp7IiRpZCI6IjIyMTkiLCJUb3AiOjAuMCwiTGVmdCI6MC4wLCJSaWdodCI6MC4wLCJCb3R0b20iOjAuMH0sIkJhY2tncm91bmQiOnsiJGlkIjoiMjIyMCIsIkNvbG9yIjp7IiRpZCI6IjIyMjEiLCJBIjoxMjcsIlIiOjExMiwiRyI6MTczLCJCIjo3MX19LCJJc1Zpc2libGUiOnRydWUsIldpZHRoIjowLjAsIkhlaWdodCI6MC4wLCJCb3JkZXJTdHlsZSI6eyIkaWQiOiIyMjIyIiwiTGluZUNvbG9yIjp7IiRpZCI6IjIyMjMiLCIkdHlwZSI6Ik5MUkUuQ29tbW9uLkRvbS5Tb2xpZENvbG9yQnJ1c2gsIE5MUkUuQ29tbW9uIiwiQ29sb3IiOnsiJGlkIjoiMjIyNCIsIkEiOjI1NSwiUiI6MjU1LCJHIjoyNTUsIkIiOjI1NX19LCJMaW5lV2VpZ2h0IjowLjAsIkxpbmVUeXBlIjowLCJQYXJlbnRTdHlsZSI6bnVsbH0sIlBhcmVudFN0eWxlIjpudWxsfSwiTWFyZ2luIjp7IiRpZCI6IjIyMjUiLCJUb3AiOjAuMCwiTGVmdCI6MC4wLCJSaWdodCI6MC4wLCJCb3R0b20iOjAuMH0sIlBhZGRpbmciOnsiJGlkIjoiMjIyNiIsIlRvcCI6MC4wLCJMZWZ0IjowLjAsIlJpZ2h0IjowLjAsIkJvdHRvbSI6MC4wfSwiQmFja2dyb3VuZCI6bnVsbCwiSXNWaXNpYmxlIjp0cnVlLCJXaWR0aCI6MC4wLCJIZWlnaHQiOjAuMCwiQm9yZGVyU3R5bGUiOm51bGwsIlBhcmVudFN0eWxlIjpudWxsfSwiQmFja2dyb3VuZFN0eWxlIjp7IiRpZCI6IjIyMjciLCJNYXJnaW4iOnsiJGlkIjoiMjIyOCIsIlRvcCI6MC4wLCJMZWZ0IjowLjAsIlJpZ2h0IjowLjAsIkJvdHRvbSI6MC4wfSwiUGFkZGluZyI6eyIkaWQiOiIyMjI5IiwiVG9wIjowLjAsIkxlZnQiOjAuMCwiUmlnaHQiOjAuMCwiQm90dG9tIjowLjB9LCJCYWNrZ3JvdW5kIjp7IiRpZCI6IjIyMzAiLCJDb2xvciI6eyIkaWQiOiIyMjMxIiwiQSI6NTEsIlIiOjIwMCwiRyI6MjAwLCJCIjoyMDB9fSwiSXNWaXNpYmxlIjp0cnVlLCJXaWR0aCI6MC4wLCJIZWlnaHQiOjAuMCwiQm9yZGVyU3R5bGUiOnsiJGlkIjoiMjIzMiIsIkxpbmVDb2xvciI6eyIkaWQiOiIyMjMzIiwiJHR5cGUiOiJOTFJFLkNvbW1vbi5Eb20uU29saWRDb2xvckJydXNoLCBOTFJFLkNvbW1vbiIsIkNvbG9yIjp7IiRpZCI6IjIyMzQiLCJBIjoyNTUsIlIiOjIzNCwiRyI6MjIsIkIiOjMwfX0sIkxpbmVXZWlnaHQiOjAuMCwiTGluZVR5cGUiOjAsIlBhcmVudFN0eWxlIjpudWxsfSwiUGFyZW50U3R5bGUiOm51bGx9LCJNYXJnaW4iOnsiJGlkIjoiMjIzNSIsIlRvcCI6MC4wLCJMZWZ0IjowLjAsIlJpZ2h0IjowLjAsIkJvdHRvbSI6MC4wfSwiUGFkZGluZyI6eyIkaWQiOiIyMjM2IiwiVG9wIjowLjAsIkxlZnQiOjAuMCwiUmlnaHQiOjAuMCwiQm90dG9tIjowLjB9LCJJc1Zpc2libGUiOnRydWUsIldpZHRoIjowLjAsIkhlaWdodCI6MC4wLCJCb3JkZXJTdHlsZSI6eyIkaWQiOiIyMjM3IiwiTGluZUNvbG9yIjpudWxsLCJMaW5lV2VpZ2h0IjowLjAsIkxpbmVUeXBlIjowLCJQYXJlbnRTdHlsZSI6bnVsbH0sIlBhcmVudFN0eWxlIjpudWxsfX1dLCJJZCI6ImViYjhlZjFkLWU2ZDktNGI1ZS04YWZkLTJhOWY0ZWE0ODNhMSIsIkluZGV4IjoxNCwiSGVhZGVyVGV4dCI6Ik1WUFxyXG4iLCJTdHlsZSI6eyIkaWQiOiIyMjM4IiwiU3R5bGVJZCI6ImIyNGY4MDQ1LWY2OWItNGE0My04MjlmLWE1NjUwM2ZkY2Q2OSIsIkhlYWRlclN0eWxlIjp7IiRpZCI6IjIyMzkiLCJUZXh0SXNWZXJ0aWNhbCI6ZmFsc2UsIlRleHRTdHlsZSI6eyIkaWQiOiIyMjQwIiwiRm9udFNldHRpbmdzIjp7IiRpZCI6IjIyNDEiLCJGb250U2l6ZSI6MTEsIkZvbnROYW1lIjoiVGl0aWxsaXVtIFdlYiIsIklzQm9sZCI6ZmFsc2UsIklzSXRhbGljIjpmYWxzZSwiSXNVbmRlcmxpbmVkIjpmYWxzZSwiUGFyZW50U3R5bGUiOm51bGx9LCJBdXRvU2l6ZSI6MiwiRm9yZWdyb3VuZCI6eyIkaWQiOiIyMjQyIiwiQ29sb3IiOnsiJGlkIjoiMjI0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yNDQiLCJUb3AiOjAuMCwiTGVmdCI6MC4wLCJSaWdodCI6MC4wLCJCb3R0b20iOjAuMH0sIlBhZGRpbmciOnsiJGlkIjoiMjI0NSIsIlRvcCI6MC4wLCJMZWZ0IjowLjAsIlJpZ2h0IjowLjAsIkJvdHRvbSI6MC4wfSwiQmFja2dyb3VuZCI6eyIkaWQiOiIyMjQ2IiwiQ29sb3IiOnsiJGlkIjoiMjI0NyIsIkEiOjI1NSwiUiI6MjU1LCJHIjoyNTUsIkIiOjI1NX19LCJJc1Zpc2libGUiOnRydWUsIldpZHRoIjowLjAsIkhlaWdodCI6MC4wLCJCb3JkZXJTdHlsZSI6bnVsbCwiUGFyZW50U3R5bGUiOm51bGx9LCJSZWN0YW5nbGVTdHlsZSI6eyIkaWQiOiIyMjQ4IiwiTWFyZ2luIjp7IiRpZCI6IjIyNDkiLCJUb3AiOjAuMCwiTGVmdCI6MC4wLCJSaWdodCI6MC4wLCJCb3R0b20iOjAuMH0sIlBhZGRpbmciOnsiJGlkIjoiMjI1MCIsIlRvcCI6MC4wLCJMZWZ0IjowLjAsIlJpZ2h0IjowLjAsIkJvdHRvbSI6MC4wfSwiQmFja2dyb3VuZCI6eyIkaWQiOiIyMjUxIiwiQ29sb3IiOnsiJGlkIjoiMjI1MiIsIkEiOjI1NSwiUiI6MTEyLCJHIjoxNzMsIkIiOjcxfX0sIklzVmlzaWJsZSI6dHJ1ZSwiV2lkdGgiOjAuMCwiSGVpZ2h0IjowLjAsIkJvcmRlclN0eWxlIjp7IiRpZCI6IjIyNTMiLCJMaW5lQ29sb3IiOnsiJGlkIjoiMjI1NCIsIiR0eXBlIjoiTkxSRS5Db21tb24uRG9tLlNvbGlkQ29sb3JCcnVzaCwgTkxSRS5Db21tb24iLCJDb2xvciI6eyIkaWQiOiIyMjU1IiwiQSI6MjU1LCJSIjoyNTUsIkciOjI1NSwiQiI6MjU1fX0sIkxpbmVXZWlnaHQiOjAuMCwiTGluZVR5cGUiOjAsIlBhcmVudFN0eWxlIjpudWxsfSwiUGFyZW50U3R5bGUiOm51bGx9LCJNYXJnaW4iOnsiJGlkIjoiMjI1NiIsIlRvcCI6MC4wLCJMZWZ0IjowLjAsIlJpZ2h0IjowLjAsIkJvdHRvbSI6MC4wfSwiUGFkZGluZyI6eyIkaWQiOiIyMjU3IiwiVG9wIjowLjAsIkxlZnQiOjAuMCwiUmlnaHQiOjAuMCwiQm90dG9tIjowLjB9LCJCYWNrZ3JvdW5kIjpudWxsLCJJc1Zpc2libGUiOnRydWUsIldpZHRoIjowLjAsIkhlaWdodCI6MC4wLCJCb3JkZXJTdHlsZSI6bnVsbCwiUGFyZW50U3R5bGUiOm51bGx9LCJCYWNrZ3JvdW5kU3R5bGUiOnsiJGlkIjoiMjI1OCIsIk1hcmdpbiI6eyIkaWQiOiIyMjU5IiwiVG9wIjowLjAsIkxlZnQiOjAuMCwiUmlnaHQiOjAuMCwiQm90dG9tIjowLjB9LCJQYWRkaW5nIjp7IiRpZCI6IjIyNjAiLCJUb3AiOjAuMCwiTGVmdCI6MC4wLCJSaWdodCI6MC4wLCJCb3R0b20iOjAuMH0sIkJhY2tncm91bmQiOnsiJGlkIjoiMjI2MSIsIkNvbG9yIjp7IiRpZCI6IjIyNjIiLCJBIjo1MSwiUiI6MjAwLCJHIjoyMDAsIkIiOjIwMH19LCJJc1Zpc2libGUiOnRydWUsIldpZHRoIjowLjAsIkhlaWdodCI6MC4wLCJCb3JkZXJTdHlsZSI6eyIkaWQiOiIyMjYzIiwiTGluZUNvbG9yIjp7IiRpZCI6IjIyNjQiLCIkdHlwZSI6Ik5MUkUuQ29tbW9uLkRvbS5Tb2xpZENvbG9yQnJ1c2gsIE5MUkUuQ29tbW9uIiwiQ29sb3IiOnsiJGlkIjoiMjI2NSIsIkEiOjI1NSwiUiI6MjM0LCJHIjoyMiwiQiI6MzB9fSwiTGluZVdlaWdodCI6MC4wLCJMaW5lVHlwZSI6MCwiUGFyZW50U3R5bGUiOm51bGx9LCJQYXJlbnRTdHlsZSI6bnVsbH0sIklzQWJvdmVUaW1lYmFuZCI6ZmFsc2UsIlNwYWNpbmciOjIsIkRlZmF1bHRTd2ltbGFuZVRhc2tTdHlsZSI6eyIkaWQiOiIyMjY2IiwiJHR5cGUiOiJOTFJFLkNvbW1vbi5Eb20uU3R5bGVzLkV4cGxpY2l0U2V0YWJsZVRhc2tTdHlsZSwgTkxSRS5Db21tb24iLCJTaGFwZSI6MSwiU2hhcGVUaGlja25lc3MiOjAsIkR1cmF0aW9uRm9ybWF0IjowLCJJbmNsdWRlTm9uV29ya2luZ0RheXNJbkR1cmF0aW9uIjpmYWxzZSwiUGVyY2VudGFnZUNvbXBsZXRlU3R5bGUiOnsiJGlkIjoiMjI2NyIsIkZvbnRTZXR0aW5ncyI6eyIkaWQiOiIyMjY4IiwiRm9udFNpemUiOjEwLCJGb250TmFtZSI6IkNhbGlicmkiLCJJc0JvbGQiOmZhbHNlLCJJc0l0YWxpYyI6ZmFsc2UsIklzVW5kZXJsaW5lZCI6ZmFsc2UsIlBhcmVudFN0eWxlIjpudWxsfSwiQXV0b1NpemUiOjAsIkZvcmVncm91bmQiOnsiJGlkIjoiMjI2OSIsIkNvbG9yIjp7IiRpZCI6IjIyNz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I3MSIsIlRvcCI6MC4wLCJMZWZ0IjowLjAsIlJpZ2h0IjowLjAsIkJvdHRvbSI6MC4wfSwiUGFkZGluZyI6eyIkaWQiOiIyMjcyIiwiVG9wIjowLjAsIkxlZnQiOjAuMCwiUmlnaHQiOjAuMCwiQm90dG9tIjowLjB9LCJCYWNrZ3JvdW5kIjp7IiRpZCI6IjIyNzMiLCJDb2xvciI6eyIkaWQiOiIyMjc0IiwiQSI6ODksIlIiOjAsIkciOjAsIkIiOjB9fSwiSXNWaXNpYmxlIjp0cnVlLCJXaWR0aCI6MC4wLCJIZWlnaHQiOjAuMCwiQm9yZGVyU3R5bGUiOnsiJGlkIjoiMjI3NSIsIkxpbmVDb2xvciI6bnVsbCwiTGluZVdlaWdodCI6MC4wLCJMaW5lVHlwZSI6MCwiUGFyZW50U3R5bGUiOm51bGx9LCJQYXJlbnRTdHlsZSI6bnVsbH0sIkR1cmF0aW9uU3R5bGUiOnsiJGlkIjoiMjI3NiIsIkZvbnRTZXR0aW5ncyI6eyIkaWQiOiIyMjc3IiwiRm9udFNpemUiOjEwLCJGb250TmFtZSI6IkNhbGlicmkiLCJJc0JvbGQiOmZhbHNlLCJJc0l0YWxpYyI6ZmFsc2UsIklzVW5kZXJsaW5lZCI6ZmFsc2UsIlBhcmVudFN0eWxlIjpudWxsfSwiQXV0b1NpemUiOjAsIkZvcmVncm91bmQiOnsiJGlkIjoiMjI3OCIsIkNvbG9yIjp7IiRpZCI6IjIyNz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IyODAiLCJUb3AiOjAuMCwiTGVmdCI6MC4wLCJSaWdodCI6MC4wLCJCb3R0b20iOjAuMH0sIlBhZGRpbmciOnsiJGlkIjoiMjI4MSIsIlRvcCI6MC4wLCJMZWZ0IjowLjAsIlJpZ2h0IjowLjAsIkJvdHRvbSI6MC4wfSwiQmFja2dyb3VuZCI6eyIkaWQiOiIyMjgyIiwiQ29sb3IiOnsiJGlkIjoiMjI4MyIsIkEiOjI1NSwiUiI6NjgsIkciOjg0LCJCIjoxMDZ9fSwiSXNWaXNpYmxlIjp0cnVlLCJXaWR0aCI6MC4wLCJIZWlnaHQiOjAuMCwiQm9yZGVyU3R5bGUiOnsiJGlkIjoiMjI4NCIsIkxpbmVDb2xvciI6bnVsbCwiTGluZVdlaWdodCI6MC4wLCJMaW5lVHlwZSI6MCwiUGFyZW50U3R5bGUiOm51bGx9LCJQYXJlbnRTdHlsZSI6bnVsbH0sIkhvcml6b250YWxDb25uZWN0b3JTdHlsZSI6eyIkaWQiOiIyMjg1IiwiTGluZUNvbG9yIjp7IiRpZCI6IjIyODYiLCIkdHlwZSI6Ik5MUkUuQ29tbW9uLkRvbS5Tb2xpZENvbG9yQnJ1c2gsIE5MUkUuQ29tbW9uIiwiQ29sb3IiOnsiJGlkIjoiMjI4NyIsIkEiOjI1NSwiUiI6MCwiRyI6MCwiQiI6MH19LCJMaW5lV2VpZ2h0IjowLjAsIkxpbmVUeXBlIjowLCJQYXJlbnRTdHlsZSI6bnVsbH0sIlZlcnRpY2FsQ29ubmVjdG9yU3R5bGUiOnsiJGlkIjoiMjI4OCIsIkxpbmVDb2xvciI6eyIkaWQiOiIyMjg5IiwiJHR5cGUiOiJOTFJFLkNvbW1vbi5Eb20uU29saWRDb2xvckJydXNoLCBOTFJFLkNvbW1vbiIsIkNvbG9yIjp7IiRpZCI6IjIyOT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yMjkxIiwiU2hhcGVTdHlsZSI6eyIkaWQiOiIyMjkyIiwiTWFyZ2luIjp7IiRpZCI6IjIyOTMiLCJUb3AiOjAuMCwiTGVmdCI6MC4wLCJSaWdodCI6MC4wLCJCb3R0b20iOjAuMH0sIlBhZGRpbmciOnsiJGlkIjoiMjI5NCIsIlRvcCI6MC4wLCJMZWZ0IjowLjAsIlJpZ2h0IjowLjAsIkJvdHRvbSI6MC4wfSwiQmFja2dyb3VuZCI6eyIkaWQiOiIyMjk1IiwiQ29sb3IiOnsiJGlkIjoiMjI5NiIsIkEiOjE1MywiUiI6MCwiRyI6MCwiQiI6MH19LCJJc1Zpc2libGUiOnRydWUsIldpZHRoIjowLjAsIkhlaWdodCI6MC4wLCJCb3JkZXJTdHlsZSI6eyIkaWQiOiIyMjk3IiwiTGluZUNvbG9yIjp7IiRpZCI6IjIyOTgiLCIkdHlwZSI6Ik5MUkUuQ29tbW9uLkRvbS5Tb2xpZENvbG9yQnJ1c2gsIE5MUkUuQ29tbW9uIiwiQ29sb3IiOnsiJGlkIjoiMjI5OSIsIkEiOjI1NSwiUiI6MjU1LCJHIjowLCJCIjowfX0sIkxpbmVXZWlnaHQiOjAuMCwiTGluZVR5cGUiOjAsIlBhcmVudFN0eWxlIjpudWxsfSwiUGFyZW50U3R5bGUiOm51bGx9LCJNYXJnaW4iOnsiJGlkIjoiMjMwMCIsIlRvcCI6MC4wLCJMZWZ0IjowLjAsIlJpZ2h0IjowLjAsIkJvdHRvbSI6MC4wfSwiUGFkZGluZyI6eyIkaWQiOiIyMzAxIiwiVG9wIjowLjAsIkxlZnQiOjAuMCwiUmlnaHQiOjAuMCwiQm90dG9tIjowLjB9LCJCYWNrZ3JvdW5kIjpudWxsLCJJc1Zpc2libGUiOnRydWUsIldpZHRoIjowLjAsIkhlaWdodCI6MC4wLCJCb3JkZXJTdHlsZSI6bnVsbCwiUGFyZW50U3R5bGUiOm51bGx9LCJTaGFwZVN0eWxlIjp7IiRpZCI6IjIzMDIiLCJNYXJnaW4iOnsiJGlkIjoiMjMwMyIsIlRvcCI6MC4wLCJMZWZ0Ijo0LjAsIlJpZ2h0Ijo0LjAsIkJvdHRvbSI6MC4wfSwiUGFkZGluZyI6eyIkaWQiOiIyMzA0IiwiVG9wIjowLjAsIkxlZnQiOjAuMCwiUmlnaHQiOjAuMCwiQm90dG9tIjowLjB9LCJCYWNrZ3JvdW5kIjp7IiRpZCI6IjIzMDUiLCJDb2xvciI6eyIkaWQiOiIyMzA2IiwiQSI6MjU1LCJSIjoxMTIsIkciOjE3MywiQiI6NzF9fSwiSXNWaXNpYmxlIjp0cnVlLCJXaWR0aCI6MC4wLCJIZWlnaHQiOjEwLjAsIkJvcmRlclN0eWxlIjp7IiRpZCI6IjIzMDciLCJMaW5lQ29sb3IiOnsiJGlkIjoiMjMwOCIsIiR0eXBlIjoiTkxSRS5Db21tb24uRG9tLlNvbGlkQ29sb3JCcnVzaCwgTkxSRS5Db21tb24iLCJDb2xvciI6eyIkaWQiOiIyMzA5IiwiQSI6MjU1LCJSIjoyMzQsIkciOjIyLCJCIjozMH19LCJMaW5lV2VpZ2h0IjowLjAsIkxpbmVUeXBlIjowLCJQYXJlbnRTdHlsZSI6bnVsbH0sIlBhcmVudFN0eWxlIjpudWxsfSwiVGl0bGVTdHlsZSI6eyIkaWQiOiIyMzEwIiwiRm9udFNldHRpbmdzIjp7IiRpZCI6IjIzMTEiLCJGb250U2l6ZSI6MTEsIkZvbnROYW1lIjoiQ2FsaWJyaSIsIklzQm9sZCI6ZmFsc2UsIklzSXRhbGljIjpmYWxzZSwiSXNVbmRlcmxpbmVkIjpmYWxzZSwiUGFyZW50U3R5bGUiOm51bGx9LCJBdXRvU2l6ZSI6MCwiRm9yZWdyb3VuZCI6eyIkaWQiOiIyMzEyIiwiQ29sb3IiOnsiJGlkIjoiMjMx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E0IiwiVG9wIjowLjAsIkxlZnQiOjAuMCwiUmlnaHQiOjAuMCwiQm90dG9tIjowLjB9LCJQYWRkaW5nIjp7IiRpZCI6IjIzMTUiLCJUb3AiOjAuMCwiTGVmdCI6MC4wLCJSaWdodCI6MC4wLCJCb3R0b20iOjAuMH0sIkJhY2tncm91bmQiOnsiJGlkIjoiMjMxNiIsIkNvbG9yIjp7IiRpZCI6IjIzMTciLCJBIjoyNTUsIlIiOjAsIkciOjAsIkIiOjB9fSwiSXNWaXNpYmxlIjp0cnVlLCJXaWR0aCI6MC4wLCJIZWlnaHQiOjAuMCwiQm9yZGVyU3R5bGUiOnsiJGlkIjoiMjMxOCIsIkxpbmVDb2xvciI6bnVsbCwiTGluZVdlaWdodCI6MC4wLCJMaW5lVHlwZSI6MCwiUGFyZW50U3R5bGUiOm51bGx9LCJQYXJlbnRTdHlsZSI6bnVsbH0sIkRhdGVTdHlsZSI6eyIkaWQiOiIyMzE5IiwiRm9udFNldHRpbmdzIjp7IiRpZCI6IjIzMjAiLCJGb250U2l6ZSI6MTAsIkZvbnROYW1lIjoiQ2FsaWJyaSIsIklzQm9sZCI6ZmFsc2UsIklzSXRhbGljIjpmYWxzZSwiSXNVbmRlcmxpbmVkIjpmYWxzZSwiUGFyZW50U3R5bGUiOm51bGx9LCJBdXRvU2l6ZSI6MCwiRm9yZWdyb3VuZCI6eyIkaWQiOiIyMzIxIiwiQ29sb3IiOnsiJGlkIjoiMjMy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jMyMyIsIlRvcCI6MC4wLCJMZWZ0IjowLjAsIlJpZ2h0IjowLjAsIkJvdHRvbSI6MC4wfSwiUGFkZGluZyI6eyIkaWQiOiIyMzI0IiwiVG9wIjowLjAsIkxlZnQiOjAuMCwiUmlnaHQiOjAuMCwiQm90dG9tIjowLjB9LCJCYWNrZ3JvdW5kIjp7IiRpZCI6IjIzMjUiLCJDb2xvciI6eyIkaWQiOiIyMzI2IiwiQSI6MjU1LCJSIjo2OCwiRyI6ODQsIkIiOjEwNn19LCJJc1Zpc2libGUiOnRydWUsIldpZHRoIjowLjAsIkhlaWdodCI6MC4wLCJCb3JkZXJTdHlsZSI6eyIkaWQiOiIyMzI3IiwiTGluZUNvbG9yIjpudWxsLCJMaW5lV2VpZ2h0IjowLjAsIkxpbmVUeXBlIjowLCJQYXJlbnRTdHlsZSI6bnVsbH0sIlBhcmVudFN0eWxlIjpudWxsfSwiRGF0ZUZvcm1hdCI6eyIkaWQiOiIyMzI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jkiLCJGb3JtYXQiOjAsIklzVmlzaWJsZSI6ZmFsc2UsIkxhc3RLbm93blZpc2liaWxpdHlTdGF0ZSI6ZmFsc2V9LCJJc1Zpc2libGUiOnRydWUsIlZhcmlhbmNlU3R5bGUiOnsiJGlkIjoiMjMzMCIsIlRleHRTdHlsZSI6eyIkaWQiOiIyMzMxIiwiRm9udFNldHRpbmdzIjp7IiRpZCI6IjIzMzIiLCJGb250U2l6ZSI6MTAsIkZvbnROYW1lIjoiQ2FsaWJyaSIsIklzQm9sZCI6ZmFsc2UsIklzSXRhbGljIjpmYWxzZSwiSXNVbmRlcmxpbmVkIjpmYWxzZSwiUGFyZW50U3R5bGUiOm51bGx9LCJBdXRvU2l6ZSI6MCwiRm9yZWdyb3VuZCI6eyIkaWQiOiIyMzMzIiwiQ29sb3IiOnsiJGlkIjoiMjM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zM1IiwiVG9wIjowLjAsIkxlZnQiOjAuMCwiUmlnaHQiOjAuMCwiQm90dG9tIjowLjB9LCJQYWRkaW5nIjp7IiRpZCI6IjIzMzYiLCJUb3AiOjAuMCwiTGVmdCI6MC4wLCJSaWdodCI6MC4wLCJCb3R0b20iOjAuMH0sIkJhY2tncm91bmQiOnsiJGlkIjoiMjMzNyIsIkNvbG9yIjp7IiRpZCI6IjIzMzgiLCJBIjoyNTUsIlIiOjAsIkciOjAsIkIiOjB9fSwiSXNWaXNpYmxlIjp0cnVlLCJXaWR0aCI6MC4wLCJIZWlnaHQiOjAuMCwiQm9yZGVyU3R5bGUiOnsiJGlkIjoiMjMzOSIsIkxpbmVDb2xvciI6bnVsbCwiTGluZVdlaWdodCI6MC4wLCJMaW5lVHlwZSI6MCwiUGFyZW50U3R5bGUiOm51bGx9LCJQYXJlbnRTdHlsZSI6bnVsbH0sIlBhcmVudFN0eWxlIjpudWxsfSwiUGFyZW50U3R5bGUiOm51bGwsIl9leHBsaWNpdGx5U2V0Ijp7IiRpZCI6IjIzND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yMzQxIiwiU2hhcGUiOjEsIkNvbm5lY3Rvck1hcmdpbiI6eyIkaWQiOiIyMzQyIiwiVG9wIjowLjAsIkxlZnQiOjIuMCwiUmlnaHQiOjIuMCwiQm90dG9tIjowLjB9LCJDb25uZWN0b3JTdHlsZSI6eyIkaWQiOiIyMzQzIiwiTGluZUNvbG9yIjp7IiRpZCI6IjIzNDQiLCIkdHlwZSI6Ik5MUkUuQ29tbW9uLkRvbS5Tb2xpZENvbG9yQnJ1c2gsIE5MUkUuQ29tbW9uIiwiQ29sb3IiOnsiJGlkIjoiMjM0NSIsIkEiOjEyNywiUiI6NTYsIkciOjg2LCJCIjozNX19LCJMaW5lV2VpZ2h0IjoxLjAsIkxpbmVUeXBlIjowLCJQYXJlbnRTdHlsZSI6bnVsbH0sIklzQmVsb3dUaW1lYmFuZCI6ZmFsc2UsIlBvc2l0aW9uT25UYXNrIjoxLCJIaWRlRGF0ZSI6ZmFsc2UsIlNoYXBlU2l6ZSI6MCwiU3BhY2luZyI6MC4wLCJQYWRkaW5nIjp7IiRpZCI6IjIzNDYiLCJUb3AiOjUuMCwiTGVmdCI6My4wLCJSaWdodCI6MC4wLCJCb3R0b20iOjIuMH0sIlNoYXBlU3R5bGUiOnsiJGlkIjoiMjM0NyIsIk1hcmdpbiI6eyIkaWQiOiIyMzQ4IiwiVG9wIjowLjAsIkxlZnQiOjAuMCwiUmlnaHQiOjAuMCwiQm90dG9tIjowLjB9LCJQYWRkaW5nIjp7IiRpZCI6IjIzNDkiLCJUb3AiOjAuMCwiTGVmdCI6MC4wLCJSaWdodCI6MC4wLCJCb3R0b20iOjAuMH0sIkJhY2tncm91bmQiOnsiJGlkIjoiMjM1MCIsIkNvbG9yIjp7IiRpZCI6IjIzNTEiLCJBIjoyNTUsIlIiOjU2LCJHIjo4NiwiQiI6MzV9fSwiSXNWaXNpYmxlIjp0cnVlLCJXaWR0aCI6MTIuMCwiSGVpZ2h0IjoxNC4wLCJCb3JkZXJTdHlsZSI6eyIkaWQiOiIyMzUyIiwiTGluZUNvbG9yIjp7IiRpZCI6IjIzNTMiLCIkdHlwZSI6Ik5MUkUuQ29tbW9uLkRvbS5Tb2xpZENvbG9yQnJ1c2gsIE5MUkUuQ29tbW9uIiwiQ29sb3IiOnsiJGlkIjoiMjM1NCIsIkEiOjI1NSwiUiI6MjU1LCJHIjoyNTUsIkIiOjI1NX19LCJMaW5lV2VpZ2h0IjowLjAsIkxpbmVUeXBlIjowLCJQYXJlbnRTdHlsZSI6bnVsbH0sIlBhcmVudFN0eWxlIjpudWxsfSwiVGl0bGVTdHlsZSI6eyIkaWQiOiIyMzU1IiwiRm9udFNldHRpbmdzIjp7IiRpZCI6IjIzNTYiLCJGb250U2l6ZSI6MTEsIkZvbnROYW1lIjoiQ2FsaWJyaSIsIklzQm9sZCI6ZmFsc2UsIklzSXRhbGljIjpmYWxzZSwiSXNVbmRlcmxpbmVkIjpmYWxzZSwiUGFyZW50U3R5bGUiOm51bGx9LCJBdXRvU2l6ZSI6MCwiRm9yZWdyb3VuZCI6eyIkaWQiOiIyMzU3IiwiQ29sb3IiOnsiJGlkIjoiMjM1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yMzU5IiwiVG9wIjowLjAsIkxlZnQiOjAuMCwiUmlnaHQiOjAuMCwiQm90dG9tIjowLjB9LCJQYWRkaW5nIjp7IiRpZCI6IjIzNjAiLCJUb3AiOjAuMCwiTGVmdCI6MC4wLCJSaWdodCI6MC4wLCJCb3R0b20iOjAuMH0sIkJhY2tncm91bmQiOnsiJGlkIjoiMjM2MSIsIkNvbG9yIjp7IiRpZCI6IjIzNjIiLCJBIjoyNTUsIlIiOjAsIkciOjAsIkIiOjB9fSwiSXNWaXNpYmxlIjp0cnVlLCJXaWR0aCI6MC4wLCJIZWlnaHQiOjAuMCwiQm9yZGVyU3R5bGUiOnsiJGlkIjoiMjM2MyIsIkxpbmVDb2xvciI6bnVsbCwiTGluZVdlaWdodCI6MC4wLCJMaW5lVHlwZSI6MCwiUGFyZW50U3R5bGUiOm51bGx9LCJQYXJlbnRTdHlsZSI6bnVsbH0sIkRhdGVTdHlsZSI6eyIkaWQiOiIyMzY0IiwiRm9udFNldHRpbmdzIjp7IiRpZCI6IjIzNjUiLCJGb250U2l6ZSI6MTAsIkZvbnROYW1lIjoiQ2FsaWJyaSIsIklzQm9sZCI6ZmFsc2UsIklzSXRhbGljIjpmYWxzZSwiSXNVbmRlcmxpbmVkIjpmYWxzZSwiUGFyZW50U3R5bGUiOm51bGx9LCJBdXRvU2l6ZSI6MCwiRm9yZWdyb3VuZCI6eyIkaWQiOiIyMzY2IiwiQ29sb3IiOnsiJGlkIjoiMjM2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jM2OCIsIlRvcCI6MC4wLCJMZWZ0IjowLjAsIlJpZ2h0IjowLjAsIkJvdHRvbSI6MC4wfSwiUGFkZGluZyI6eyIkaWQiOiIyMzY5IiwiVG9wIjowLjAsIkxlZnQiOjAuMCwiUmlnaHQiOjAuMCwiQm90dG9tIjowLjB9LCJCYWNrZ3JvdW5kIjp7IiRpZCI6IjIzNzAiLCJDb2xvciI6eyIkaWQiOiIyMzcxIiwiQSI6MjU1LCJSIjo2OCwiRyI6ODQsIkIiOjEwNn19LCJJc1Zpc2libGUiOnRydWUsIldpZHRoIjowLjAsIkhlaWdodCI6MC4wLCJCb3JkZXJTdHlsZSI6eyIkaWQiOiIyMzcyIiwiTGluZUNvbG9yIjpudWxsLCJMaW5lV2VpZ2h0IjowLjAsIkxpbmVUeXBlIjowLCJQYXJlbnRTdHlsZSI6bnVsbH0sIlBhcmVudFN0eWxlIjpudWxsfSwiRGF0ZUZvcm1hdCI6eyIkaWQiOiIyMzc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c0IiwiRm9ybWF0IjowLCJJc1Zpc2libGUiOmZhbHNlLCJMYXN0S25vd25WaXNpYmlsaXR5U3RhdGUiOmZhbHNlfSwiSXNWaXNpYmxlIjpmYWxzZSwiVmFyaWFuY2VTdHlsZSI6eyIkaWQiOiIyMzc1IiwiVGV4dFN0eWxlIjp7IiRpZCI6IjIzNzYiLCJGb250U2V0dGluZ3MiOnsiJGlkIjoiMjM3NyIsIkZvbnRTaXplIjoxMCwiRm9udE5hbWUiOiJDYWxpYnJpIiwiSXNCb2xkIjpmYWxzZSwiSXNJdGFsaWMiOmZhbHNlLCJJc1VuZGVybGluZWQiOmZhbHNlLCJQYXJlbnRTdHlsZSI6bnVsbH0sIkF1dG9TaXplIjowLCJGb3JlZ3JvdW5kIjp7IiRpZCI6IjIzNzgiLCJDb2xvciI6eyIkaWQiOiIyMzc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zODAiLCJUb3AiOjAuMCwiTGVmdCI6MC4wLCJSaWdodCI6MC4wLCJCb3R0b20iOjAuMH0sIlBhZGRpbmciOnsiJGlkIjoiMjM4MSIsIlRvcCI6MC4wLCJMZWZ0IjowLjAsIlJpZ2h0IjowLjAsIkJvdHRvbSI6MC4wfSwiQmFja2dyb3VuZCI6eyIkaWQiOiIyMzgyIiwiQ29sb3IiOnsiJGlkIjoiMjM4MyIsIkEiOjI1NSwiUiI6MCwiRyI6MCwiQiI6MH19LCJJc1Zpc2libGUiOnRydWUsIldpZHRoIjowLjAsIkhlaWdodCI6MC4wLCJCb3JkZXJTdHlsZSI6eyIkaWQiOiIyMzg0IiwiTGluZUNvbG9yIjpudWxsLCJMaW5lV2VpZ2h0IjowLjAsIkxpbmVUeXBlIjowLCJQYXJlbnRTdHlsZSI6bnVsbH0sIlBhcmVudFN0eWxlIjpudWxsfSwiUGFyZW50U3R5bGUiOm51bGx9LCJQYXJlbnRTdHlsZSI6bnVsbH0sIkRlZmF1bHRTd2ltbGFuZU1pbGVzdG9uZVN0eWxlIjp7IiRpZCI6IjIzODUiLCJUaXRsZVBvc2l0aW9uIjoiTGVmdCIsIkRhdGVQb3NpdGlvbiI6IlJpZ2h0IiwiVmFyaWFuY2VQb3NpdGlvbiI6IlJpZ2h0IiwiU2hhcGVUeXBlIjoxLCJTaGFwZVNpemUiOjAsIlNwYWNpbmciOjUsIlNoYXBlU3R5bGUiOnsiJGlkIjoiMjM4NiIsIk1hcmdpbiI6eyIkaWQiOiIyMzg3IiwiVG9wIjowLjAsIkxlZnQiOjAuMCwiUmlnaHQiOjAuMCwiQm90dG9tIjowLjB9LCJQYWRkaW5nIjp7IiRpZCI6IjIzODgiLCJUb3AiOjAuMCwiTGVmdCI6MC4wLCJSaWdodCI6MC4wLCJCb3R0b20iOjAuMH0sIkJhY2tncm91bmQiOnsiJGlkIjoiMjM4OSIsIkNvbG9yIjp7IiRpZCI6IjIzOTAiLCJBIjoyNTUsIlIiOjExMiwiRyI6MTczLCJCIjo3MX19LCJJc1Zpc2libGUiOnRydWUsIldpZHRoIjoxMi4wLCJIZWlnaHQiOjE0LjAsIkJvcmRlclN0eWxlIjp7IiRpZCI6IjIzOTEiLCJMaW5lQ29sb3IiOnsiJGlkIjoiMjM5MiIsIiR0eXBlIjoiTkxSRS5Db21tb24uRG9tLlNvbGlkQ29sb3JCcnVzaCwgTkxSRS5Db21tb24iLCJDb2xvciI6eyIkaWQiOiIyMzkzIiwiQSI6MjU1LCJSIjoyMzQsIkciOjIyLCJCIjozMH19LCJMaW5lV2VpZ2h0IjowLjAsIkxpbmVUeXBlIjowLCJQYXJlbnRTdHlsZSI6bnVsbH0sIlBhcmVudFN0eWxlIjpudWxsfSwiVGl0bGVTdHlsZSI6eyIkaWQiOiIyMzk0IiwiRm9udFNldHRpbmdzIjp7IiRpZCI6IjIzOTUiLCJGb250U2l6ZSI6MTEsIkZvbnROYW1lIjoiQ2FsaWJyaSIsIklzQm9sZCI6ZmFsc2UsIklzSXRhbGljIjpmYWxzZSwiSXNVbmRlcmxpbmVkIjpmYWxzZSwiUGFyZW50U3R5bGUiOm51bGx9LCJBdXRvU2l6ZSI6MCwiRm9yZWdyb3VuZCI6eyIkaWQiOiIyMzk2IiwiQ29sb3IiOnsiJGlkIjoiMjM5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Mzk4IiwiVG9wIjowLjAsIkxlZnQiOjAuMCwiUmlnaHQiOjAuMCwiQm90dG9tIjowLjB9LCJQYWRkaW5nIjp7IiRpZCI6IjIzOTkiLCJUb3AiOjAuMCwiTGVmdCI6MC4wLCJSaWdodCI6MC4wLCJCb3R0b20iOjAuMH0sIkJhY2tncm91bmQiOnsiJGlkIjoiMjQwMCIsIkNvbG9yIjp7IiRpZCI6IjI0MDEiLCJBIjoyNTUsIlIiOjAsIkciOjAsIkIiOjB9fSwiSXNWaXNpYmxlIjp0cnVlLCJXaWR0aCI6MC4wLCJIZWlnaHQiOjAuMCwiQm9yZGVyU3R5bGUiOnsiJGlkIjoiMjQwMiIsIkxpbmVDb2xvciI6bnVsbCwiTGluZVdlaWdodCI6MC4wLCJMaW5lVHlwZSI6MCwiUGFyZW50U3R5bGUiOm51bGx9LCJQYXJlbnRTdHlsZSI6bnVsbH0sIkRhdGVTdHlsZSI6eyIkaWQiOiIyNDAzIiwiRm9udFNldHRpbmdzIjp7IiRpZCI6IjI0MDQiLCJGb250U2l6ZSI6MTAsIkZvbnROYW1lIjoiQ2FsaWJyaSIsIklzQm9sZCI6ZmFsc2UsIklzSXRhbGljIjpmYWxzZSwiSXNVbmRlcmxpbmVkIjpmYWxzZSwiUGFyZW50U3R5bGUiOm51bGx9LCJBdXRvU2l6ZSI6MCwiRm9yZWdyb3VuZCI6eyIkaWQiOiIyNDA1IiwiQ29sb3IiOnsiJGlkIjoiMjQw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wNyIsIlRvcCI6MC4wLCJMZWZ0IjowLjAsIlJpZ2h0IjowLjAsIkJvdHRvbSI6MC4wfSwiUGFkZGluZyI6eyIkaWQiOiIyNDA4IiwiVG9wIjowLjAsIkxlZnQiOjAuMCwiUmlnaHQiOjAuMCwiQm90dG9tIjowLjB9LCJCYWNrZ3JvdW5kIjp7IiRpZCI6IjI0MDkiLCJDb2xvciI6eyIkaWQiOiIyNDEwIiwiQSI6MjU1LCJSIjo2OCwiRyI6ODQsIkIiOjEwNn19LCJJc1Zpc2libGUiOnRydWUsIldpZHRoIjowLjAsIkhlaWdodCI6MC4wLCJCb3JkZXJTdHlsZSI6eyIkaWQiOiIyNDExIiwiTGluZUNvbG9yIjpudWxsLCJMaW5lV2VpZ2h0IjowLjAsIkxpbmVUeXBlIjowLCJQYXJlbnRTdHlsZSI6bnVsbH0sIlBhcmVudFN0eWxlIjpudWxsfSwiRGF0ZUZvcm1hdCI6eyIkaWQiOiIyNDE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MTMiLCJGb3JtYXQiOjAsIklzVmlzaWJsZSI6ZmFsc2UsIkxhc3RLbm93blZpc2liaWxpdHlTdGF0ZSI6ZmFsc2V9LCJJc1Zpc2libGUiOnRydWUsIlZhcmlhbmNlU3R5bGUiOnsiJGlkIjoiMjQxNCIsIlRleHRTdHlsZSI6eyIkaWQiOiIyNDE1IiwiRm9udFNldHRpbmdzIjp7IiRpZCI6IjI0MTYiLCJGb250U2l6ZSI6MTAsIkZvbnROYW1lIjoiQ2FsaWJyaSIsIklzQm9sZCI6ZmFsc2UsIklzSXRhbGljIjpmYWxzZSwiSXNVbmRlcmxpbmVkIjpmYWxzZSwiUGFyZW50U3R5bGUiOm51bGx9LCJBdXRvU2l6ZSI6MCwiRm9yZWdyb3VuZCI6eyIkaWQiOiIyNDE3IiwiQ29sb3IiOnsiJGlkIjoiMjQ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DE5IiwiVG9wIjowLjAsIkxlZnQiOjAuMCwiUmlnaHQiOjAuMCwiQm90dG9tIjowLjB9LCJQYWRkaW5nIjp7IiRpZCI6IjI0MjAiLCJUb3AiOjAuMCwiTGVmdCI6MC4wLCJSaWdodCI6MC4wLCJCb3R0b20iOjAuMH0sIkJhY2tncm91bmQiOnsiJGlkIjoiMjQyMSIsIkNvbG9yIjp7IiRpZCI6IjI0MjIiLCJBIjoyNTUsIlIiOjAsIkciOjAsIkIiOjB9fSwiSXNWaXNpYmxlIjp0cnVlLCJXaWR0aCI6MC4wLCJIZWlnaHQiOjAuMCwiQm9yZGVyU3R5bGUiOnsiJGlkIjoiMjQyMyIsIkxpbmVDb2xvciI6bnVsbCwiTGluZVdlaWdodCI6MC4wLCJMaW5lVHlwZSI6MCwiUGFyZW50U3R5bGUiOm51bGx9LCJQYXJlbnRTdHlsZSI6bnVsbH0sIlBhcmVudFN0eWxlIjpudWxsfSwiUGFyZW50U3R5bGUiOm51bGx9LCJEZWZhdWx0U3dpbWxhbmVBY3Rpdml0eVN0eWxlIjp7IiRpZCI6IjI0MjQiLCJIZWFkZXJTdHlsZSI6eyIkaWQiOiIyNDI1IiwiVGV4dFN0eWxlIjp7IiRpZCI6IjI0MjYiLCJGb250U2V0dGluZ3MiOnsiJGlkIjoiMjQyNyIsIkZvbnRTaXplIjoxMSwiRm9udE5hbWUiOiJDYWxpYnJpIiwiSXNCb2xkIjpmYWxzZSwiSXNJdGFsaWMiOmZhbHNlLCJJc1VuZGVybGluZWQiOmZhbHNlLCJQYXJlbnRTdHlsZSI6bnVsbH0sIkF1dG9TaXplIjoyLCJGb3JlZ3JvdW5kIjp7IiRpZCI6IjI0MjgiLCJDb2xvciI6eyIkaWQiOiIyNDI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QzMCIsIlRvcCI6MC4wLCJMZWZ0IjowLjAsIlJpZ2h0IjowLjAsIkJvdHRvbSI6MC4wfSwiUGFkZGluZyI6eyIkaWQiOiIyNDMxIiwiVG9wIjowLjAsIkxlZnQiOjAuMCwiUmlnaHQiOjAuMCwiQm90dG9tIjowLjB9LCJCYWNrZ3JvdW5kIjp7IiRpZCI6IjI0MzIiLCJDb2xvciI6eyIkaWQiOiIyNDMzIiwiQSI6MjU1LCJSIjo2NCwiRyI6NjQsIkIiOjY0fX0sIklzVmlzaWJsZSI6dHJ1ZSwiV2lkdGgiOjAuMCwiSGVpZ2h0IjowLjAsIkJvcmRlclN0eWxlIjpudWxsLCJQYXJlbnRTdHlsZSI6bnVsbH0sIlJlY3RhbmdsZVN0eWxlIjp7IiRpZCI6IjI0MzQiLCJNYXJnaW4iOnsiJGlkIjoiMjQzNSIsIlRvcCI6MC4wLCJMZWZ0IjowLjAsIlJpZ2h0IjowLjAsIkJvdHRvbSI6MC4wfSwiUGFkZGluZyI6eyIkaWQiOiIyNDM2IiwiVG9wIjowLjAsIkxlZnQiOjAuMCwiUmlnaHQiOjAuMCwiQm90dG9tIjowLjB9LCJCYWNrZ3JvdW5kIjp7IiRpZCI6IjI0MzciLCJDb2xvciI6eyIkaWQiOiIyNDM4IiwiQSI6MTI3LCJSIjoxMTIsIkciOjE3MywiQiI6NzF9fSwiSXNWaXNpYmxlIjp0cnVlLCJXaWR0aCI6MC4wLCJIZWlnaHQiOjAuMCwiQm9yZGVyU3R5bGUiOnsiJGlkIjoiMjQzOSIsIkxpbmVDb2xvciI6eyIkaWQiOiIyNDQwIiwiJHR5cGUiOiJOTFJFLkNvbW1vbi5Eb20uU29saWRDb2xvckJydXNoLCBOTFJFLkNvbW1vbiIsIkNvbG9yIjp7IiRpZCI6IjI0NDEiLCJBIjoyNTUsIlIiOjI1NSwiRyI6MjU1LCJCIjoyNTV9fSwiTGluZVdlaWdodCI6MC4wLCJMaW5lVHlwZSI6MCwiUGFyZW50U3R5bGUiOm51bGx9LCJQYXJlbnRTdHlsZSI6bnVsbH0sIk1hcmdpbiI6eyIkaWQiOiIyNDQyIiwiVG9wIjowLjAsIkxlZnQiOjAuMCwiUmlnaHQiOjAuMCwiQm90dG9tIjowLjB9LCJQYWRkaW5nIjp7IiRpZCI6IjI0NDMiLCJUb3AiOjAuMCwiTGVmdCI6MC4wLCJSaWdodCI6MC4wLCJCb3R0b20iOjAuMH0sIkJhY2tncm91bmQiOm51bGwsIklzVmlzaWJsZSI6dHJ1ZSwiV2lkdGgiOjAuMCwiSGVpZ2h0IjowLjAsIkJvcmRlclN0eWxlIjpudWxsLCJQYXJlbnRTdHlsZSI6bnVsbH0sIkJhY2tncm91bmRTdHlsZSI6eyIkaWQiOiIyNDQ0IiwiTWFyZ2luIjp7IiRpZCI6IjI0NDUiLCJUb3AiOjAuMCwiTGVmdCI6MC4wLCJSaWdodCI6MC4wLCJCb3R0b20iOjAuMH0sIlBhZGRpbmciOnsiJGlkIjoiMjQ0NiIsIlRvcCI6MC4wLCJMZWZ0IjowLjAsIlJpZ2h0IjowLjAsIkJvdHRvbSI6MC4wfSwiQmFja2dyb3VuZCI6eyIkaWQiOiIyNDQ3IiwiQ29sb3IiOnsiJGlkIjoiMjQ0OCIsIkEiOjUxLCJSIjoyMDAsIkciOjIwMCwiQiI6MjAwfX0sIklzVmlzaWJsZSI6dHJ1ZSwiV2lkdGgiOjAuMCwiSGVpZ2h0IjowLjAsIkJvcmRlclN0eWxlIjp7IiRpZCI6IjI0NDkiLCJMaW5lQ29sb3IiOnsiJGlkIjoiMjQ1MCIsIiR0eXBlIjoiTkxSRS5Db21tb24uRG9tLlNvbGlkQ29sb3JCcnVzaCwgTkxSRS5Db21tb24iLCJDb2xvciI6eyIkaWQiOiIyNDUxIiwiQSI6MjU1LCJSIjoyMzQsIkciOjIyLCJCIjozMH19LCJMaW5lV2VpZ2h0IjowLjAsIkxpbmVUeXBlIjowLCJQYXJlbnRTdHlsZSI6bnVsbH0sIlBhcmVudFN0eWxlIjpudWxsfSwiTWFyZ2luIjp7IiRpZCI6IjI0NTIiLCJUb3AiOjAuMCwiTGVmdCI6MC4wLCJSaWdodCI6MC4wLCJCb3R0b20iOjAuMH0sIlBhZGRpbmciOnsiJGlkIjoiMjQ1MyIsIlRvcCI6MC4wLCJMZWZ0IjowLjAsIlJpZ2h0IjowLjAsIkJvdHRvbSI6MC4wfSwiSXNWaXNpYmxlIjp0cnVlLCJXaWR0aCI6MC4wLCJIZWlnaHQiOjAuMCwiQm9yZGVyU3R5bGUiOnsiJGlkIjoiMjQ1NCIsIkxpbmVDb2xvciI6bnVsbCwiTGluZVdlaWdodCI6MC4wLCJMaW5lVHlwZSI6MCwiUGFyZW50U3R5bGUiOm51bGx9LCJQYXJlbnRTdHlsZSI6bnVsbH0sIk1hcmdpbiI6eyIkaWQiOiIyNDU1IiwiVG9wIjowLjAsIkxlZnQiOjAuMCwiUmlnaHQiOjAuMCwiQm90dG9tIjowLjB9LCJQYWRkaW5nIjp7IiRpZCI6IjI0NTYiLCJUb3AiOjAuMCwiTGVmdCI6MC4wLCJSaWdodCI6MC4wLCJCb3R0b20iOjAuMH0sIklzVmlzaWJsZSI6ZmFsc2UsIldpZHRoIjowLjAsIkhlaWdodCI6MC4wLCJCb3JkZXJTdHlsZSI6eyIkaWQiOiIyNDU3IiwiTGluZUNvbG9yIjpudWxsLCJMaW5lV2VpZ2h0IjowLjAsIkxpbmVUeXBlIjowLCJQYXJlbnRTdHlsZSI6bnVsbH0sIlBhcmVudFN0eWxlIjpudWxsfX0seyIkaWQiOiIyNDU4IiwiX2FjdGl2aXRpZXMiOlt7IiRpZCI6IjI0NTkiLCJfcm93cyI6W3siJGlkIjoiMjQ2MCIsIl90YXNrcyI6W3siJGlkIjoiMjQ2MSIsIl9hdHRhY2hlZE1pbGVzdG9uZXMiOltdLCJUYXNrRGVmaW5pdGlvbiI6eyIkaWQiOiIyNDYyIiwiR3JvdXBOYW1lIjpudWxsLCJTdGFydERhdGUiOiIyMDI3LTAxLTAxVDAwOjAwOjAwWiIsIkVuZERhdGUiOiIyMDI3LTA0LTMwVDIzOjU5OjAwWiIsIlBlcmNlbnRhZ2VDb21wbGV0ZSI6bnVsbCwiU3R5bGUiOnsiJGlkIjoiMjQ2MyIsIlNoYXBlIjoxLCJTaGFwZVRoaWNrbmVzcyI6MCwiRHVyYXRpb25Gb3JtYXQiOjAsIkluY2x1ZGVOb25Xb3JraW5nRGF5c0luRHVyYXRpb24iOmZhbHNlLCJQZXJjZW50YWdlQ29tcGxldGVTdHlsZSI6eyIkaWQiOiIyNDY0IiwiRm9udFNldHRpbmdzIjp7IiRpZCI6IjI0NjUiLCJGb250U2l6ZSI6MTAsIkZvbnROYW1lIjoiQ2FsaWJyaSIsIklzQm9sZCI6ZmFsc2UsIklzSXRhbGljIjpmYWxzZSwiSXNVbmRlcmxpbmVkIjpmYWxzZSwiUGFyZW50U3R5bGUiOm51bGx9LCJBdXRvU2l6ZSI6MCwiRm9yZWdyb3VuZCI6eyIkaWQiOiIyNDY2IiwiQ29sb3IiOnsiJGlkIjoiMjQ2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NDY4IiwiVG9wIjowLjAsIkxlZnQiOjAuMCwiUmlnaHQiOjAuMCwiQm90dG9tIjowLjB9LCJQYWRkaW5nIjp7IiRpZCI6IjI0NjkiLCJUb3AiOjAuMCwiTGVmdCI6MC4wLCJSaWdodCI6MC4wLCJCb3R0b20iOjAuMH0sIkJhY2tncm91bmQiOnsiJGlkIjoiMjQ3MCIsIkNvbG9yIjp7IiRpZCI6IjI0NzEiLCJBIjo4OSwiUiI6MCwiRyI6MCwiQiI6MH19LCJJc1Zpc2libGUiOnRydWUsIldpZHRoIjowLjAsIkhlaWdodCI6MC4wLCJCb3JkZXJTdHlsZSI6eyIkaWQiOiIyNDcyIiwiTGluZUNvbG9yIjpudWxsLCJMaW5lV2VpZ2h0IjowLjAsIkxpbmVUeXBlIjowLCJQYXJlbnRTdHlsZSI6bnVsbH0sIlBhcmVudFN0eWxlIjpudWxsfSwiRHVyYXRpb25TdHlsZSI6eyIkaWQiOiIyNDczIiwiRm9udFNldHRpbmdzIjp7IiRpZCI6IjI0NzQiLCJGb250U2l6ZSI6MTAsIkZvbnROYW1lIjoiQ2FsaWJyaSIsIklzQm9sZCI6ZmFsc2UsIklzSXRhbGljIjpmYWxzZSwiSXNVbmRlcmxpbmVkIjpmYWxzZSwiUGFyZW50U3R5bGUiOm51bGx9LCJBdXRvU2l6ZSI6MCwiRm9yZWdyb3VuZCI6eyIkaWQiOiIyNDc1IiwiQ29sb3IiOnsiJGlkIjoiMjQ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jQ3NyIsIlRvcCI6MC4wLCJMZWZ0IjowLjAsIlJpZ2h0IjowLjAsIkJvdHRvbSI6MC4wfSwiUGFkZGluZyI6eyIkaWQiOiIyNDc4IiwiVG9wIjowLjAsIkxlZnQiOjAuMCwiUmlnaHQiOjAuMCwiQm90dG9tIjowLjB9LCJCYWNrZ3JvdW5kIjp7IiRpZCI6IjI0NzkiLCJDb2xvciI6eyIkaWQiOiIyNDgwIiwiQSI6MjU1LCJSIjo2OCwiRyI6ODQsIkIiOjEwNn19LCJJc1Zpc2libGUiOnRydWUsIldpZHRoIjowLjAsIkhlaWdodCI6MC4wLCJCb3JkZXJTdHlsZSI6eyIkaWQiOiIyNDgxIiwiTGluZUNvbG9yIjpudWxsLCJMaW5lV2VpZ2h0IjowLjAsIkxpbmVUeXBlIjowLCJQYXJlbnRTdHlsZSI6bnVsbH0sIlBhcmVudFN0eWxlIjpudWxsfSwiSG9yaXpvbnRhbENvbm5lY3RvclN0eWxlIjp7IiRpZCI6IjI0ODIiLCJMaW5lQ29sb3IiOnsiJGlkIjoiMjQ4MyIsIiR0eXBlIjoiTkxSRS5Db21tb24uRG9tLlNvbGlkQ29sb3JCcnVzaCwgTkxSRS5Db21tb24iLCJDb2xvciI6eyIkaWQiOiIyNDg0IiwiQSI6MjU1LCJSIjowLCJHIjowLCJCIjowfX0sIkxpbmVXZWlnaHQiOjAuMCwiTGluZVR5cGUiOjAsIlBhcmVudFN0eWxlIjpudWxsfSwiVmVydGljYWxDb25uZWN0b3JTdHlsZSI6eyIkaWQiOiIyNDg1IiwiTGluZUNvbG9yIjp7IiRpZCI6IjI0ODYiLCIkdHlwZSI6Ik5MUkUuQ29tbW9uLkRvbS5Tb2xpZENvbG9yQnJ1c2gsIE5MUkUuQ29tbW9uIiwiQ29sb3IiOnsiJGlkIjoiMjQ4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jQ4OCIsIlNoYXBlU3R5bGUiOnsiJGlkIjoiMjQ4OSIsIk1hcmdpbiI6eyIkaWQiOiIyNDkwIiwiVG9wIjowLjAsIkxlZnQiOjAuMCwiUmlnaHQiOjAuMCwiQm90dG9tIjowLjB9LCJQYWRkaW5nIjp7IiRpZCI6IjI0OTEiLCJUb3AiOjAuMCwiTGVmdCI6MC4wLCJSaWdodCI6MC4wLCJCb3R0b20iOjAuMH0sIkJhY2tncm91bmQiOnsiJGlkIjoiMjQ5MiIsIkNvbG9yIjp7IiRpZCI6IjI0OTMiLCJBIjoxNTMsIlIiOjAsIkciOjAsIkIiOjB9fSwiSXNWaXNpYmxlIjp0cnVlLCJXaWR0aCI6MC4wLCJIZWlnaHQiOjAuMCwiQm9yZGVyU3R5bGUiOm51bGwsIlBhcmVudFN0eWxlIjpudWxsfSwiTWFyZ2luIjp7IiRpZCI6IjI0OTQiLCJUb3AiOjAuMCwiTGVmdCI6MC4wLCJSaWdodCI6MC4wLCJCb3R0b20iOjAuMH0sIlBhZGRpbmciOnsiJGlkIjoiMjQ5NSIsIlRvcCI6MC4wLCJMZWZ0IjowLjAsIlJpZ2h0IjowLjAsIkJvdHRvbSI6MC4wfSwiQmFja2dyb3VuZCI6bnVsbCwiSXNWaXNpYmxlIjp0cnVlLCJXaWR0aCI6MC4wLCJIZWlnaHQiOjAuMCwiQm9yZGVyU3R5bGUiOm51bGwsIlBhcmVudFN0eWxlIjpudWxsfSwiU2hhcGVTdHlsZSI6eyIkaWQiOiIyNDk2IiwiTWFyZ2luIjp7IiRpZCI6IjI0OTciLCJUb3AiOjAuMCwiTGVmdCI6NC4wLCJSaWdodCI6NC4wLCJCb3R0b20iOjAuMH0sIlBhZGRpbmciOnsiJGlkIjoiMjQ5OCIsIlRvcCI6MC4wLCJMZWZ0IjowLjAsIlJpZ2h0IjowLjAsIkJvdHRvbSI6MC4wfSwiQmFja2dyb3VuZCI6eyIkaWQiOiIyNDk5IiwiQ29sb3IiOnsiJGlkIjoiMjUwMCIsIkEiOjI1NSwiUiI6MTY1LCJHIjoxNjUsIkIiOjE2NX19LCJJc1Zpc2libGUiOnRydWUsIldpZHRoIjowLjAsIkhlaWdodCI6MTAuMCwiQm9yZGVyU3R5bGUiOnsiJGlkIjoiMjUwMSIsIkxpbmVDb2xvciI6eyIkaWQiOiIyNTAyIiwiJHR5cGUiOiJOTFJFLkNvbW1vbi5Eb20uU29saWRDb2xvckJydXNoLCBOTFJFLkNvbW1vbiIsIkNvbG9yIjp7IiRpZCI6IjI1MDMiLCJBIjoyNTUsIlIiOjIzNCwiRyI6MjIsIkIiOjMwfX0sIkxpbmVXZWlnaHQiOjAuMCwiTGluZVR5cGUiOjAsIlBhcmVudFN0eWxlIjpudWxsfSwiUGFyZW50U3R5bGUiOm51bGx9LCJUaXRsZVN0eWxlIjp7IiRpZCI6IjI1MDQiLCJGb250U2V0dGluZ3MiOnsiJGlkIjoiMjUwNSIsIkZvbnRTaXplIjoxMSwiRm9udE5hbWUiOiJUaXRpbGxpdW0gV2ViIiwiSXNCb2xkIjpmYWxzZSwiSXNJdGFsaWMiOmZhbHNlLCJJc1VuZGVybGluZWQiOmZhbHNlLCJQYXJlbnRTdHlsZSI6bnVsbH0sIkF1dG9TaXplIjowLCJGb3JlZ3JvdW5kIjp7IiRpZCI6IjI1MDYiLCJDb2xvciI6eyIkaWQiOiIyNTA3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I1MDgiLCJUb3AiOjAuMCwiTGVmdCI6MC4wLCJSaWdodCI6MC4wLCJCb3R0b20iOjAuMH0sIlBhZGRpbmciOnsiJGlkIjoiMjUwOSIsIlRvcCI6MC4wLCJMZWZ0IjowLjAsIlJpZ2h0IjowLjAsIkJvdHRvbSI6MC4wfSwiQmFja2dyb3VuZCI6eyIkaWQiOiIyNTEwIiwiQ29sb3IiOnsiJGlkIjoiMjUxMSIsIkEiOjAsIlIiOjI1NSwiRyI6MjU1LCJCIjoyNTV9fSwiSXNWaXNpYmxlIjp0cnVlLCJXaWR0aCI6MC4wLCJIZWlnaHQiOjAuMCwiQm9yZGVyU3R5bGUiOnsiJGlkIjoiMjUxMiIsIkxpbmVDb2xvciI6bnVsbCwiTGluZVdlaWdodCI6MC4wLCJMaW5lVHlwZSI6MCwiUGFyZW50U3R5bGUiOm51bGx9LCJQYXJlbnRTdHlsZSI6bnVsbH0sIkRhdGVTdHlsZSI6eyIkaWQiOiIyNTEzIiwiRm9udFNldHRpbmdzIjp7IiRpZCI6IjI1MTQiLCJGb250U2l6ZSI6MTAsIkZvbnROYW1lIjoiVGl0aWxsaXVtIFdlYiIsIklzQm9sZCI6ZmFsc2UsIklzSXRhbGljIjpmYWxzZSwiSXNVbmRlcmxpbmVkIjpmYWxzZSwiUGFyZW50U3R5bGUiOm51bGx9LCJBdXRvU2l6ZSI6MCwiRm9yZWdyb3VuZCI6eyIkaWQiOiIyNTE1IiwiQ29sb3IiOnsiJGlkIjoiMjUxN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yNTE3IiwiVG9wIjowLjAsIkxlZnQiOjAuMCwiUmlnaHQiOjAuMCwiQm90dG9tIjowLjB9LCJQYWRkaW5nIjp7IiRpZCI6IjI1MTgiLCJUb3AiOjAuMCwiTGVmdCI6MC4wLCJSaWdodCI6MC4wLCJCb3R0b20iOjAuMH0sIkJhY2tncm91bmQiOnsiJGlkIjoiMjUxOSIsIkNvbG9yIjp7IiRpZCI6IjI1MjAiLCJBIjowLCJSIjoyNTUsIkciOjI1NSwiQiI6MjU1fX0sIklzVmlzaWJsZSI6dHJ1ZSwiV2lkdGgiOjAuMCwiSGVpZ2h0IjowLjAsIkJvcmRlclN0eWxlIjp7IiRpZCI6IjI1MjEiLCJMaW5lQ29sb3IiOm51bGwsIkxpbmVXZWlnaHQiOjAuMCwiTGluZVR5cGUiOjAsIlBhcmVudFN0eWxlIjpudWxsfSwiUGFyZW50U3R5bGUiOm51bGx9LCJEYXRlRm9ybWF0Ijp7IiRpZCI6IjI1M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yMyIsIkZvcm1hdCI6MCwiSXNWaXNpYmxlIjpmYWxzZSwiTGFzdEtub3duVmlzaWJpbGl0eVN0YXRlIjpmYWxzZX0sIklzVmlzaWJsZSI6dHJ1ZSwiVmFyaWFuY2VTdHlsZSI6eyIkaWQiOiIyNTI0IiwiVGV4dFN0eWxlIjp7IiRpZCI6IjI1MjUiLCJGb250U2V0dGluZ3MiOnsiJGlkIjoiMjUyNiIsIkZvbnRTaXplIjoxMCwiRm9udE5hbWUiOiJDYWxpYnJpIiwiSXNCb2xkIjpmYWxzZSwiSXNJdGFsaWMiOmZhbHNlLCJJc1VuZGVybGluZWQiOmZhbHNlLCJQYXJlbnRTdHlsZSI6bnVsbH0sIkF1dG9TaXplIjowLCJGb3JlZ3JvdW5kIjp7IiRpZCI6IjI1MjciLCJDb2xvciI6eyIkaWQiOiIyNTI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1MjkiLCJUb3AiOjAuMCwiTGVmdCI6MC4wLCJSaWdodCI6MC4wLCJCb3R0b20iOjAuMH0sIlBhZGRpbmciOnsiJGlkIjoiMjUzMCIsIlRvcCI6MC4wLCJMZWZ0IjowLjAsIlJpZ2h0IjowLjAsIkJvdHRvbSI6MC4wfSwiQmFja2dyb3VuZCI6eyIkaWQiOiIyNTMxIiwiQ29sb3IiOnsiJGlkIjoiMjUzMiIsIkEiOjI1NSwiUiI6MCwiRyI6MCwiQiI6MH19LCJJc1Zpc2libGUiOnRydWUsIldpZHRoIjowLjAsIkhlaWdodCI6MC4wLCJCb3JkZXJTdHlsZSI6eyIkaWQiOiIyNTMzIiwiTGluZUNvbG9yIjpudWxsLCJMaW5lV2VpZ2h0IjowLjAsIkxpbmVUeXBlIjowLCJQYXJlbnRTdHlsZSI6bnVsbH0sIlBhcmVudFN0eWxlIjpudWxsfSwiUGFyZW50U3R5bGUiOm51bGx9LCJQYXJlbnRTdHlsZSI6bnVsbH0sIkluZGV4IjoxNywiU21hcnREdXJhdGlvbkFjdGl2YXRlZCI6ZmFsc2UsIkRhdGVGb3JtYXQiOnsiJHJlZiI6IjI1MjIifSwiV2Vla051bWJlcmluZyI6eyIkaWQiOiIyNTM0IiwiRm9ybWF0IjowLCJJc1Zpc2libGUiOmZhbHNlLCJMYXN0S25vd25WaXNpYmlsaXR5U3RhdGUiOmZhbHNlfSwiQmFzZWxpbmVEYXRhIjp7IiRpZCI6IjI1MzUiLCJTdGFydERhdGUiOiIyMDI3LTAxLTAxVDAwOjAwOjAwIiwiRW5kRGF0ZSI6IjIwMjctMDQtMzBUMjM6NTk6MDAifSwiSWQiOiI1OTA1NjE0NS0yZGUxLTQ3MTMtODdjZi01Yjc3MTVlYTgzNTkiLCJJbXBvcnRJZCI6bnVsbCwiVGl0bGUiOiJQcnVlYmFzIGFtcGxpYXMgKFNwcmludCAxOC0yMykiLCJOb3RlIjpudWxsLCJIeXBlcmxpbmsiOnsiJGlkIjoiMjUzNiIsIkFkZHJlc3MiOiIiLCJTdWJBZGRyZXNzIjoiIn0sIklzQ2hhbmdlZCI6ZmFsc2UsIklzTmV3IjpmYWxzZX19XSwiX21pbGVzdG9uZXMiOltdLCJJZCI6IjAwMDAwMDAwLTAwMDAtMDAwMC0wMDAwLTAwMDAwMDAwMDAwMCIsIklzU2luZ2xlSXRlbVJvdyI6dHJ1ZX1dLCJJbmRleCI6MTYsIklkIjoiYzA3MTU2MDQtNDk4Zi00ZTM4LWIwODYtODRjOGUzYjdiMGViIiwiSGVhZGVyVGV4dCI6bnVsbCwiSXNEZWZhdWx0Ijp0cnVlLCJTdHlsZSI6eyIkaWQiOiIyNTM3IiwiSGVhZGVyU3R5bGUiOnsiJGlkIjoiMjUzOCIsIlRleHRTdHlsZSI6eyIkaWQiOiIyNTM5IiwiRm9udFNldHRpbmdzIjp7IiRpZCI6IjI1NDAiLCJGb250U2l6ZSI6MTEsIkZvbnROYW1lIjoiQ2FsaWJyaSIsIklzQm9sZCI6ZmFsc2UsIklzSXRhbGljIjpmYWxzZSwiSXNVbmRlcmxpbmVkIjpmYWxzZSwiUGFyZW50U3R5bGUiOm51bGx9LCJBdXRvU2l6ZSI6MiwiRm9yZWdyb3VuZCI6eyIkaWQiOiIyNTQxIiwiQ29sb3IiOnsiJGlkIjoiMjU0Mi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I1NDMiLCJUb3AiOjAuMCwiTGVmdCI6MC4wLCJSaWdodCI6MC4wLCJCb3R0b20iOjAuMH0sIlBhZGRpbmciOnsiJGlkIjoiMjU0NCIsIlRvcCI6MC4wLCJMZWZ0IjowLjAsIlJpZ2h0IjowLjAsIkJvdHRvbSI6MC4wfSwiQmFja2dyb3VuZCI6eyIkaWQiOiIyNTQ1IiwiQ29sb3IiOnsiJGlkIjoiMjU0NiIsIkEiOjI1NSwiUiI6NjQsIkciOjY0LCJCIjo2NH19LCJJc1Zpc2libGUiOnRydWUsIldpZHRoIjowLjAsIkhlaWdodCI6MC4wLCJCb3JkZXJTdHlsZSI6bnVsbCwiUGFyZW50U3R5bGUiOm51bGx9LCJSZWN0YW5nbGVTdHlsZSI6eyIkaWQiOiIyNTQ3IiwiTWFyZ2luIjp7IiRpZCI6IjI1NDgiLCJUb3AiOjAuMCwiTGVmdCI6MC4wLCJSaWdodCI6MC4wLCJCb3R0b20iOjAuMH0sIlBhZGRpbmciOnsiJGlkIjoiMjU0OSIsIlRvcCI6MC4wLCJMZWZ0IjowLjAsIlJpZ2h0IjowLjAsIkJvdHRvbSI6MC4wfSwiQmFja2dyb3VuZCI6eyIkaWQiOiIyNTUwIiwiQ29sb3IiOnsiJGlkIjoiMjU1MSIsIkEiOjEyNywiUiI6MTY1LCJHIjoxNjUsIkIiOjE2NX19LCJJc1Zpc2libGUiOnRydWUsIldpZHRoIjowLjAsIkhlaWdodCI6MC4wLCJCb3JkZXJTdHlsZSI6eyIkaWQiOiIyNTUyIiwiTGluZUNvbG9yIjp7IiRpZCI6IjI1NTMiLCIkdHlwZSI6Ik5MUkUuQ29tbW9uLkRvbS5Tb2xpZENvbG9yQnJ1c2gsIE5MUkUuQ29tbW9uIiwiQ29sb3IiOnsiJGlkIjoiMjU1NCIsIkEiOjI1NSwiUiI6MjU1LCJHIjowLCJCIjowfX0sIkxpbmVXZWlnaHQiOjAuMCwiTGluZVR5cGUiOjAsIlBhcmVudFN0eWxlIjpudWxsfSwiUGFyZW50U3R5bGUiOm51bGx9LCJNYXJnaW4iOnsiJGlkIjoiMjU1NSIsIlRvcCI6MC4wLCJMZWZ0IjowLjAsIlJpZ2h0IjowLjAsIkJvdHRvbSI6MC4wfSwiUGFkZGluZyI6eyIkaWQiOiIyNTU2IiwiVG9wIjowLjAsIkxlZnQiOjAuMCwiUmlnaHQiOjAuMCwiQm90dG9tIjowLjB9LCJCYWNrZ3JvdW5kIjpudWxsLCJJc1Zpc2libGUiOnRydWUsIldpZHRoIjowLjAsIkhlaWdodCI6MC4wLCJCb3JkZXJTdHlsZSI6bnVsbCwiUGFyZW50U3R5bGUiOm51bGx9LCJCYWNrZ3JvdW5kU3R5bGUiOnsiJGlkIjoiMjU1NyIsIk1hcmdpbiI6eyIkaWQiOiIyNTU4IiwiVG9wIjowLjAsIkxlZnQiOjAuMCwiUmlnaHQiOjAuMCwiQm90dG9tIjowLjB9LCJQYWRkaW5nIjp7IiRpZCI6IjI1NTkiLCJUb3AiOjAuMCwiTGVmdCI6MC4wLCJSaWdodCI6MC4wLCJCb3R0b20iOjAuMH0sIkJhY2tncm91bmQiOnsiJGlkIjoiMjU2MCIsIkNvbG9yIjp7IiRpZCI6IjI1NjEiLCJBIjo1MSwiUiI6MjAwLCJHIjoyMDAsIkIiOjIwMH19LCJJc1Zpc2libGUiOnRydWUsIldpZHRoIjowLjAsIkhlaWdodCI6MC4wLCJCb3JkZXJTdHlsZSI6eyIkaWQiOiIyNTYyIiwiTGluZUNvbG9yIjp7IiRpZCI6IjI1NjMiLCIkdHlwZSI6Ik5MUkUuQ29tbW9uLkRvbS5Tb2xpZENvbG9yQnJ1c2gsIE5MUkUuQ29tbW9uIiwiQ29sb3IiOnsiJGlkIjoiMjU2NCIsIkEiOjI1NSwiUiI6MjM0LCJHIjoyMiwiQiI6MzB9fSwiTGluZVdlaWdodCI6MC4wLCJMaW5lVHlwZSI6MCwiUGFyZW50U3R5bGUiOm51bGx9LCJQYXJlbnRTdHlsZSI6bnVsbH0sIk1hcmdpbiI6eyIkaWQiOiIyNTY1IiwiVG9wIjowLjAsIkxlZnQiOjAuMCwiUmlnaHQiOjAuMCwiQm90dG9tIjowLjB9LCJQYWRkaW5nIjp7IiRpZCI6IjI1NjYiLCJUb3AiOjAuMCwiTGVmdCI6MC4wLCJSaWdodCI6MC4wLCJCb3R0b20iOjAuMH0sIklzVmlzaWJsZSI6dHJ1ZSwiV2lkdGgiOjAuMCwiSGVpZ2h0IjowLjAsIkJvcmRlclN0eWxlIjp7IiRpZCI6IjI1NjciLCJMaW5lQ29sb3IiOm51bGwsIkxpbmVXZWlnaHQiOjAuMCwiTGluZVR5cGUiOjAsIlBhcmVudFN0eWxlIjpudWxsfSwiUGFyZW50U3R5bGUiOm51bGx9fV0sIklkIjoiZmEwMWFhYTEtZGRkNy00N2I0LTgxNWMtZTIzMGJkMzUyZTA1IiwiSW5kZXgiOjE2LCJIZWFkZXJUZXh0IjoiQmV0YVxyXG4iLCJTdHlsZSI6eyIkaWQiOiIyNTY4IiwiU3R5bGVJZCI6IjA3MDJkZWE4LWMxMTQtNGQ3MS1iZTQwLWNkMzA2MmM0Njk3MCIsIkhlYWRlclN0eWxlIjp7IiRpZCI6IjI1NjkiLCJUZXh0SXNWZXJ0aWNhbCI6ZmFsc2UsIlRleHRTdHlsZSI6eyIkaWQiOiIyNTcwIiwiRm9udFNldHRpbmdzIjp7IiRpZCI6IjI1NzEiLCJGb250U2l6ZSI6MTEsIkZvbnROYW1lIjoiVGl0aWxsaXVtIFdlYiIsIklzQm9sZCI6ZmFsc2UsIklzSXRhbGljIjpmYWxzZSwiSXNVbmRlcmxpbmVkIjpmYWxzZSwiUGFyZW50U3R5bGUiOm51bGx9LCJBdXRvU2l6ZSI6MiwiRm9yZWdyb3VuZCI6eyIkaWQiOiIyNTcyIiwiQ29sb3IiOnsiJGlkIjoiMjU3M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1NzQiLCJUb3AiOjAuMCwiTGVmdCI6MC4wLCJSaWdodCI6MC4wLCJCb3R0b20iOjAuMH0sIlBhZGRpbmciOnsiJGlkIjoiMjU3NSIsIlRvcCI6MC4wLCJMZWZ0IjowLjAsIlJpZ2h0IjowLjAsIkJvdHRvbSI6MC4wfSwiQmFja2dyb3VuZCI6eyIkaWQiOiIyNTc2IiwiQ29sb3IiOnsiJGlkIjoiMjU3NyIsIkEiOjI1NSwiUiI6MjU1LCJHIjoyNTUsIkIiOjI1NX19LCJJc1Zpc2libGUiOnRydWUsIldpZHRoIjowLjAsIkhlaWdodCI6MC4wLCJCb3JkZXJTdHlsZSI6bnVsbCwiUGFyZW50U3R5bGUiOm51bGx9LCJSZWN0YW5nbGVTdHlsZSI6eyIkaWQiOiIyNTc4IiwiTWFyZ2luIjp7IiRpZCI6IjI1NzkiLCJUb3AiOjAuMCwiTGVmdCI6MC4wLCJSaWdodCI6MC4wLCJCb3R0b20iOjAuMH0sIlBhZGRpbmciOnsiJGlkIjoiMjU4MCIsIlRvcCI6MC4wLCJMZWZ0IjowLjAsIlJpZ2h0IjowLjAsIkJvdHRvbSI6MC4wfSwiQmFja2dyb3VuZCI6eyIkaWQiOiIyNTgxIiwiQ29sb3IiOnsiJGlkIjoiMjU4MiIsIkEiOjI1NSwiUiI6MTY1LCJHIjoxNjUsIkIiOjE2NX19LCJJc1Zpc2libGUiOnRydWUsIldpZHRoIjowLjAsIkhlaWdodCI6MC4wLCJCb3JkZXJTdHlsZSI6eyIkaWQiOiIyNTgzIiwiTGluZUNvbG9yIjp7IiRpZCI6IjI1ODQiLCIkdHlwZSI6Ik5MUkUuQ29tbW9uLkRvbS5Tb2xpZENvbG9yQnJ1c2gsIE5MUkUuQ29tbW9uIiwiQ29sb3IiOnsiJGlkIjoiMjU4NSIsIkEiOjI1NSwiUiI6MjU1LCJHIjoyNTUsIkIiOjI1NX19LCJMaW5lV2VpZ2h0IjowLjAsIkxpbmVUeXBlIjowLCJQYXJlbnRTdHlsZSI6bnVsbH0sIlBhcmVudFN0eWxlIjpudWxsfSwiTWFyZ2luIjp7IiRpZCI6IjI1ODYiLCJUb3AiOjAuMCwiTGVmdCI6MC4wLCJSaWdodCI6MC4wLCJCb3R0b20iOjAuMH0sIlBhZGRpbmciOnsiJGlkIjoiMjU4NyIsIlRvcCI6MC4wLCJMZWZ0IjowLjAsIlJpZ2h0IjowLjAsIkJvdHRvbSI6MC4wfSwiQmFja2dyb3VuZCI6bnVsbCwiSXNWaXNpYmxlIjp0cnVlLCJXaWR0aCI6MC4wLCJIZWlnaHQiOjAuMCwiQm9yZGVyU3R5bGUiOm51bGwsIlBhcmVudFN0eWxlIjpudWxsfSwiQmFja2dyb3VuZFN0eWxlIjp7IiRpZCI6IjI1ODgiLCJNYXJnaW4iOnsiJGlkIjoiMjU4OSIsIlRvcCI6MC4wLCJMZWZ0IjowLjAsIlJpZ2h0IjowLjAsIkJvdHRvbSI6MC4wfSwiUGFkZGluZyI6eyIkaWQiOiIyNTkwIiwiVG9wIjowLjAsIkxlZnQiOjAuMCwiUmlnaHQiOjAuMCwiQm90dG9tIjowLjB9LCJCYWNrZ3JvdW5kIjp7IiRpZCI6IjI1OTEiLCJDb2xvciI6eyIkaWQiOiIyNTkyIiwiQSI6NTEsIlIiOjIwMCwiRyI6MjAwLCJCIjoyMDB9fSwiSXNWaXNpYmxlIjp0cnVlLCJXaWR0aCI6MC4wLCJIZWlnaHQiOjAuMCwiQm9yZGVyU3R5bGUiOnsiJGlkIjoiMjU5MyIsIkxpbmVDb2xvciI6eyIkaWQiOiIyNTk0IiwiJHR5cGUiOiJOTFJFLkNvbW1vbi5Eb20uU29saWRDb2xvckJydXNoLCBOTFJFLkNvbW1vbiIsIkNvbG9yIjp7IiRpZCI6IjI1OTUiLCJBIjoyNTUsIlIiOjIzNCwiRyI6MjIsIkIiOjMwfX0sIkxpbmVXZWlnaHQiOjAuMCwiTGluZVR5cGUiOjAsIlBhcmVudFN0eWxlIjpudWxsfSwiUGFyZW50U3R5bGUiOm51bGx9LCJJc0Fib3ZlVGltZWJhbmQiOmZhbHNlLCJTcGFjaW5nIjoyLCJEZWZhdWx0U3dpbWxhbmVUYXNrU3R5bGUiOnsiJGlkIjoiMjU5NiIsIiR0eXBlIjoiTkxSRS5Db21tb24uRG9tLlN0eWxlcy5FeHBsaWNpdFNldGFibGVUYXNrU3R5bGUsIE5MUkUuQ29tbW9uIiwiU2hhcGUiOjEsIlNoYXBlVGhpY2tuZXNzIjowLCJEdXJhdGlvbkZvcm1hdCI6MCwiSW5jbHVkZU5vbldvcmtpbmdEYXlzSW5EdXJhdGlvbiI6ZmFsc2UsIlBlcmNlbnRhZ2VDb21wbGV0ZVN0eWxlIjp7IiRpZCI6IjI1OTciLCJGb250U2V0dGluZ3MiOnsiJGlkIjoiMjU5OCIsIkZvbnRTaXplIjoxMCwiRm9udE5hbWUiOiJDYWxpYnJpIiwiSXNCb2xkIjpmYWxzZSwiSXNJdGFsaWMiOmZhbHNlLCJJc1VuZGVybGluZWQiOmZhbHNlLCJQYXJlbnRTdHlsZSI6bnVsbH0sIkF1dG9TaXplIjowLCJGb3JlZ3JvdW5kIjp7IiRpZCI6IjI1OTkiLCJDb2xvciI6eyIkaWQiOiIyNjAw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2MDEiLCJUb3AiOjAuMCwiTGVmdCI6MC4wLCJSaWdodCI6MC4wLCJCb3R0b20iOjAuMH0sIlBhZGRpbmciOnsiJGlkIjoiMjYwMiIsIlRvcCI6MC4wLCJMZWZ0IjowLjAsIlJpZ2h0IjowLjAsIkJvdHRvbSI6MC4wfSwiQmFja2dyb3VuZCI6eyIkaWQiOiIyNjAzIiwiQ29sb3IiOnsiJGlkIjoiMjYwNCIsIkEiOjg5LCJSIjowLCJHIjowLCJCIjowfX0sIklzVmlzaWJsZSI6dHJ1ZSwiV2lkdGgiOjAuMCwiSGVpZ2h0IjowLjAsIkJvcmRlclN0eWxlIjp7IiRpZCI6IjI2MDUiLCJMaW5lQ29sb3IiOm51bGwsIkxpbmVXZWlnaHQiOjAuMCwiTGluZVR5cGUiOjAsIlBhcmVudFN0eWxlIjpudWxsfSwiUGFyZW50U3R5bGUiOm51bGx9LCJEdXJhdGlvblN0eWxlIjp7IiRpZCI6IjI2MDYiLCJGb250U2V0dGluZ3MiOnsiJGlkIjoiMjYwNyIsIkZvbnRTaXplIjoxMCwiRm9udE5hbWUiOiJDYWxpYnJpIiwiSXNCb2xkIjpmYWxzZSwiSXNJdGFsaWMiOmZhbHNlLCJJc1VuZGVybGluZWQiOmZhbHNlLCJQYXJlbnRTdHlsZSI6bnVsbH0sIkF1dG9TaXplIjowLCJGb3JlZ3JvdW5kIjp7IiRpZCI6IjI2MDgiLCJDb2xvciI6eyIkaWQiOiIyNjA5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jEwIiwiVG9wIjowLjAsIkxlZnQiOjAuMCwiUmlnaHQiOjAuMCwiQm90dG9tIjowLjB9LCJQYWRkaW5nIjp7IiRpZCI6IjI2MTEiLCJUb3AiOjAuMCwiTGVmdCI6MC4wLCJSaWdodCI6MC4wLCJCb3R0b20iOjAuMH0sIkJhY2tncm91bmQiOnsiJGlkIjoiMjYxMiIsIkNvbG9yIjp7IiRpZCI6IjI2MTMiLCJBIjoyNTUsIlIiOjY4LCJHIjo4NCwiQiI6MTA2fX0sIklzVmlzaWJsZSI6dHJ1ZSwiV2lkdGgiOjAuMCwiSGVpZ2h0IjowLjAsIkJvcmRlclN0eWxlIjp7IiRpZCI6IjI2MTQiLCJMaW5lQ29sb3IiOm51bGwsIkxpbmVXZWlnaHQiOjAuMCwiTGluZVR5cGUiOjAsIlBhcmVudFN0eWxlIjpudWxsfSwiUGFyZW50U3R5bGUiOm51bGx9LCJIb3Jpem9udGFsQ29ubmVjdG9yU3R5bGUiOnsiJGlkIjoiMjYxNSIsIkxpbmVDb2xvciI6eyIkaWQiOiIyNjE2IiwiJHR5cGUiOiJOTFJFLkNvbW1vbi5Eb20uU29saWRDb2xvckJydXNoLCBOTFJFLkNvbW1vbiIsIkNvbG9yIjp7IiRpZCI6IjI2MTciLCJBIjoyNTUsIlIiOjAsIkciOjAsIkIiOjB9fSwiTGluZVdlaWdodCI6MC4wLCJMaW5lVHlwZSI6MCwiUGFyZW50U3R5bGUiOm51bGx9LCJWZXJ0aWNhbENvbm5lY3RvclN0eWxlIjp7IiRpZCI6IjI2MTgiLCJMaW5lQ29sb3IiOnsiJGlkIjoiMjYxOSIsIiR0eXBlIjoiTkxSRS5Db21tb24uRG9tLlNvbGlkQ29sb3JCcnVzaCwgTkxSRS5Db21tb24iLCJDb2xvciI6eyIkaWQiOiIyNjIw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jYyMSIsIlNoYXBlU3R5bGUiOnsiJGlkIjoiMjYyMiIsIk1hcmdpbiI6eyIkaWQiOiIyNjIzIiwiVG9wIjowLjAsIkxlZnQiOjAuMCwiUmlnaHQiOjAuMCwiQm90dG9tIjowLjB9LCJQYWRkaW5nIjp7IiRpZCI6IjI2MjQiLCJUb3AiOjAuMCwiTGVmdCI6MC4wLCJSaWdodCI6MC4wLCJCb3R0b20iOjAuMH0sIkJhY2tncm91bmQiOnsiJGlkIjoiMjYyNSIsIkNvbG9yIjp7IiRpZCI6IjI2MjYiLCJBIjoxNTMsIlIiOjAsIkciOjAsIkIiOjB9fSwiSXNWaXNpYmxlIjp0cnVlLCJXaWR0aCI6MC4wLCJIZWlnaHQiOjAuMCwiQm9yZGVyU3R5bGUiOnsiJGlkIjoiMjYyNyIsIkxpbmVDb2xvciI6eyIkaWQiOiIyNjI4IiwiJHR5cGUiOiJOTFJFLkNvbW1vbi5Eb20uU29saWRDb2xvckJydXNoLCBOTFJFLkNvbW1vbiIsIkNvbG9yIjp7IiRpZCI6IjI2MjkiLCJBIjoyNTUsIlIiOjI1NSwiRyI6MCwiQiI6MH19LCJMaW5lV2VpZ2h0IjowLjAsIkxpbmVUeXBlIjowLCJQYXJlbnRTdHlsZSI6bnVsbH0sIlBhcmVudFN0eWxlIjpudWxsfSwiTWFyZ2luIjp7IiRpZCI6IjI2MzAiLCJUb3AiOjAuMCwiTGVmdCI6MC4wLCJSaWdodCI6MC4wLCJCb3R0b20iOjAuMH0sIlBhZGRpbmciOnsiJGlkIjoiMjYzMSIsIlRvcCI6MC4wLCJMZWZ0IjowLjAsIlJpZ2h0IjowLjAsIkJvdHRvbSI6MC4wfSwiQmFja2dyb3VuZCI6bnVsbCwiSXNWaXNpYmxlIjp0cnVlLCJXaWR0aCI6MC4wLCJIZWlnaHQiOjAuMCwiQm9yZGVyU3R5bGUiOm51bGwsIlBhcmVudFN0eWxlIjpudWxsfSwiU2hhcGVTdHlsZSI6eyIkaWQiOiIyNjMyIiwiTWFyZ2luIjp7IiRpZCI6IjI2MzMiLCJUb3AiOjAuMCwiTGVmdCI6NC4wLCJSaWdodCI6NC4wLCJCb3R0b20iOjAuMH0sIlBhZGRpbmciOnsiJGlkIjoiMjYzNCIsIlRvcCI6MC4wLCJMZWZ0IjowLjAsIlJpZ2h0IjowLjAsIkJvdHRvbSI6MC4wfSwiQmFja2dyb3VuZCI6eyIkaWQiOiIyNjM1IiwiQ29sb3IiOnsiJGlkIjoiMjYzNiIsIkEiOjI1NSwiUiI6MTY1LCJHIjoxNjUsIkIiOjE2NX19LCJJc1Zpc2libGUiOnRydWUsIldpZHRoIjowLjAsIkhlaWdodCI6MTAuMCwiQm9yZGVyU3R5bGUiOnsiJGlkIjoiMjYzNyIsIkxpbmVDb2xvciI6eyIkaWQiOiIyNjM4IiwiJHR5cGUiOiJOTFJFLkNvbW1vbi5Eb20uU29saWRDb2xvckJydXNoLCBOTFJFLkNvbW1vbiIsIkNvbG9yIjp7IiRpZCI6IjI2MzkiLCJBIjoyNTUsIlIiOjIzNCwiRyI6MjIsIkIiOjMwfX0sIkxpbmVXZWlnaHQiOjAuMCwiTGluZVR5cGUiOjAsIlBhcmVudFN0eWxlIjpudWxsfSwiUGFyZW50U3R5bGUiOm51bGx9LCJUaXRsZVN0eWxlIjp7IiRpZCI6IjI2NDAiLCJGb250U2V0dGluZ3MiOnsiJGlkIjoiMjY0MSIsIkZvbnRTaXplIjoxMSwiRm9udE5hbWUiOiJDYWxpYnJpIiwiSXNCb2xkIjpmYWxzZSwiSXNJdGFsaWMiOmZhbHNlLCJJc1VuZGVybGluZWQiOmZhbHNlLCJQYXJlbnRTdHlsZSI6bnVsbH0sIkF1dG9TaXplIjowLCJGb3JlZ3JvdW5kIjp7IiRpZCI6IjI2NDIiLCJDb2xvciI6eyIkaWQiOiIyNjQ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DQiLCJUb3AiOjAuMCwiTGVmdCI6MC4wLCJSaWdodCI6MC4wLCJCb3R0b20iOjAuMH0sIlBhZGRpbmciOnsiJGlkIjoiMjY0NSIsIlRvcCI6MC4wLCJMZWZ0IjowLjAsIlJpZ2h0IjowLjAsIkJvdHRvbSI6MC4wfSwiQmFja2dyb3VuZCI6eyIkaWQiOiIyNjQ2IiwiQ29sb3IiOnsiJGlkIjoiMjY0NyIsIkEiOjI1NSwiUiI6MCwiRyI6MCwiQiI6MH19LCJJc1Zpc2libGUiOnRydWUsIldpZHRoIjowLjAsIkhlaWdodCI6MC4wLCJCb3JkZXJTdHlsZSI6eyIkaWQiOiIyNjQ4IiwiTGluZUNvbG9yIjpudWxsLCJMaW5lV2VpZ2h0IjowLjAsIkxpbmVUeXBlIjowLCJQYXJlbnRTdHlsZSI6bnVsbH0sIlBhcmVudFN0eWxlIjpudWxsfSwiRGF0ZVN0eWxlIjp7IiRpZCI6IjI2NDkiLCJGb250U2V0dGluZ3MiOnsiJGlkIjoiMjY1MCIsIkZvbnRTaXplIjoxMCwiRm9udE5hbWUiOiJDYWxpYnJpIiwiSXNCb2xkIjpmYWxzZSwiSXNJdGFsaWMiOmZhbHNlLCJJc1VuZGVybGluZWQiOmZhbHNlLCJQYXJlbnRTdHlsZSI6bnVsbH0sIkF1dG9TaXplIjowLCJGb3JlZ3JvdW5kIjp7IiRpZCI6IjI2NTEiLCJDb2xvciI6eyIkaWQiOiIyNjU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yNjUzIiwiVG9wIjowLjAsIkxlZnQiOjAuMCwiUmlnaHQiOjAuMCwiQm90dG9tIjowLjB9LCJQYWRkaW5nIjp7IiRpZCI6IjI2NTQiLCJUb3AiOjAuMCwiTGVmdCI6MC4wLCJSaWdodCI6MC4wLCJCb3R0b20iOjAuMH0sIkJhY2tncm91bmQiOnsiJGlkIjoiMjY1NSIsIkNvbG9yIjp7IiRpZCI6IjI2NTYiLCJBIjoyNTUsIlIiOjY4LCJHIjo4NCwiQiI6MTA2fX0sIklzVmlzaWJsZSI6dHJ1ZSwiV2lkdGgiOjAuMCwiSGVpZ2h0IjowLjAsIkJvcmRlclN0eWxlIjp7IiRpZCI6IjI2NTciLCJMaW5lQ29sb3IiOm51bGwsIkxpbmVXZWlnaHQiOjAuMCwiTGluZVR5cGUiOjAsIlBhcmVudFN0eWxlIjpudWxsfSwiUGFyZW50U3R5bGUiOm51bGx9LCJEYXRlRm9ybWF0Ijp7IiRpZCI6IjI2N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1OSIsIkZvcm1hdCI6MCwiSXNWaXNpYmxlIjpmYWxzZSwiTGFzdEtub3duVmlzaWJpbGl0eVN0YXRlIjpmYWxzZX0sIklzVmlzaWJsZSI6dHJ1ZSwiVmFyaWFuY2VTdHlsZSI6eyIkaWQiOiIyNjYwIiwiVGV4dFN0eWxlIjp7IiRpZCI6IjI2NjEiLCJGb250U2V0dGluZ3MiOnsiJGlkIjoiMjY2MiIsIkZvbnRTaXplIjoxMCwiRm9udE5hbWUiOiJDYWxpYnJpIiwiSXNCb2xkIjpmYWxzZSwiSXNJdGFsaWMiOmZhbHNlLCJJc1VuZGVybGluZWQiOmZhbHNlLCJQYXJlbnRTdHlsZSI6bnVsbH0sIkF1dG9TaXplIjowLCJGb3JlZ3JvdW5kIjp7IiRpZCI6IjI2NjMiLCJDb2xvciI6eyIkaWQiOiIyNjY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2NjUiLCJUb3AiOjAuMCwiTGVmdCI6MC4wLCJSaWdodCI6MC4wLCJCb3R0b20iOjAuMH0sIlBhZGRpbmciOnsiJGlkIjoiMjY2NiIsIlRvcCI6MC4wLCJMZWZ0IjowLjAsIlJpZ2h0IjowLjAsIkJvdHRvbSI6MC4wfSwiQmFja2dyb3VuZCI6eyIkaWQiOiIyNjY3IiwiQ29sb3IiOnsiJGlkIjoiMjY2OCIsIkEiOjI1NSwiUiI6MCwiRyI6MCwiQiI6MH19LCJJc1Zpc2libGUiOnRydWUsIldpZHRoIjowLjAsIkhlaWdodCI6MC4wLCJCb3JkZXJTdHlsZSI6eyIkaWQiOiIyNjY5IiwiTGluZUNvbG9yIjpudWxsLCJMaW5lV2VpZ2h0IjowLjAsIkxpbmVUeXBlIjowLCJQYXJlbnRTdHlsZSI6bnVsbH0sIlBhcmVudFN0eWxlIjpudWxsfSwiUGFyZW50U3R5bGUiOm51bGx9LCJQYXJlbnRTdHlsZSI6bnVsbCwiX2V4cGxpY2l0bHlTZXQiOnsiJGlkIjoiMjY3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2NzEiLCJTaGFwZSI6MSwiQ29ubmVjdG9yTWFyZ2luIjp7IiRpZCI6IjI2NzIiLCJUb3AiOjAuMCwiTGVmdCI6Mi4wLCJSaWdodCI6Mi4wLCJCb3R0b20iOjAuMH0sIkNvbm5lY3RvclN0eWxlIjp7IiRpZCI6IjI2NzMiLCJMaW5lQ29sb3IiOnsiJGlkIjoiMjY3NCIsIiR0eXBlIjoiTkxSRS5Db21tb24uRG9tLlNvbGlkQ29sb3JCcnVzaCwgTkxSRS5Db21tb24iLCJDb2xvciI6eyIkaWQiOiIyNjc1IiwiQSI6MTI3LCJSIjo1NywiRyI6NTcsIkIiOjU3fX0sIkxpbmVXZWlnaHQiOjEuMCwiTGluZVR5cGUiOjAsIlBhcmVudFN0eWxlIjpudWxsfSwiSXNCZWxvd1RpbWViYW5kIjpmYWxzZSwiUG9zaXRpb25PblRhc2siOjEsIkhpZGVEYXRlIjpmYWxzZSwiU2hhcGVTaXplIjowLCJTcGFjaW5nIjowLjAsIlBhZGRpbmciOnsiJGlkIjoiMjY3NiIsIlRvcCI6NS4wLCJMZWZ0IjozLjAsIlJpZ2h0IjowLjAsIkJvdHRvbSI6Mi4wfSwiU2hhcGVTdHlsZSI6eyIkaWQiOiIyNjc3IiwiTWFyZ2luIjp7IiRpZCI6IjI2NzgiLCJUb3AiOjAuMCwiTGVmdCI6MC4wLCJSaWdodCI6MC4wLCJCb3R0b20iOjAuMH0sIlBhZGRpbmciOnsiJGlkIjoiMjY3OSIsIlRvcCI6MC4wLCJMZWZ0IjowLjAsIlJpZ2h0IjowLjAsIkJvdHRvbSI6MC4wfSwiQmFja2dyb3VuZCI6eyIkaWQiOiIyNjgwIiwiQ29sb3IiOnsiJGlkIjoiMjY4MSIsIkEiOjI1NSwiUiI6NTcsIkciOjU3LCJCIjo1N319LCJJc1Zpc2libGUiOnRydWUsIldpZHRoIjoxMi4wLCJIZWlnaHQiOjE0LjAsIkJvcmRlclN0eWxlIjp7IiRpZCI6IjI2ODIiLCJMaW5lQ29sb3IiOnsiJGlkIjoiMjY4MyIsIiR0eXBlIjoiTkxSRS5Db21tb24uRG9tLlNvbGlkQ29sb3JCcnVzaCwgTkxSRS5Db21tb24iLCJDb2xvciI6eyIkaWQiOiIyNjg0IiwiQSI6MjU1LCJSIjoyNTUsIkciOjAsIkIiOjB9fSwiTGluZVdlaWdodCI6MC4wLCJMaW5lVHlwZSI6MCwiUGFyZW50U3R5bGUiOm51bGx9LCJQYXJlbnRTdHlsZSI6bnVsbH0sIlRpdGxlU3R5bGUiOnsiJGlkIjoiMjY4NSIsIkZvbnRTZXR0aW5ncyI6eyIkaWQiOiIyNjg2IiwiRm9udFNpemUiOjExLCJGb250TmFtZSI6IkNhbGlicmkiLCJJc0JvbGQiOmZhbHNlLCJJc0l0YWxpYyI6ZmFsc2UsIklzVW5kZXJsaW5lZCI6ZmFsc2UsIlBhcmVudFN0eWxlIjpudWxsfSwiQXV0b1NpemUiOjAsIkZvcmVncm91bmQiOnsiJGlkIjoiMjY4NyIsIkNvbG9yIjp7IiRpZCI6IjI2OD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jY4OSIsIlRvcCI6MC4wLCJMZWZ0IjowLjAsIlJpZ2h0IjowLjAsIkJvdHRvbSI6MC4wfSwiUGFkZGluZyI6eyIkaWQiOiIyNjkwIiwiVG9wIjowLjAsIkxlZnQiOjAuMCwiUmlnaHQiOjAuMCwiQm90dG9tIjowLjB9LCJCYWNrZ3JvdW5kIjp7IiRpZCI6IjI2OTEiLCJDb2xvciI6eyIkaWQiOiIyNjkyIiwiQSI6MjU1LCJSIjowLCJHIjowLCJCIjowfX0sIklzVmlzaWJsZSI6dHJ1ZSwiV2lkdGgiOjAuMCwiSGVpZ2h0IjowLjAsIkJvcmRlclN0eWxlIjp7IiRpZCI6IjI2OTMiLCJMaW5lQ29sb3IiOm51bGwsIkxpbmVXZWlnaHQiOjAuMCwiTGluZVR5cGUiOjAsIlBhcmVudFN0eWxlIjpudWxsfSwiUGFyZW50U3R5bGUiOm51bGx9LCJEYXRlU3R5bGUiOnsiJGlkIjoiMjY5NCIsIkZvbnRTZXR0aW5ncyI6eyIkaWQiOiIyNjk1IiwiRm9udFNpemUiOjEwLCJGb250TmFtZSI6IkNhbGlicmkiLCJJc0JvbGQiOmZhbHNlLCJJc0l0YWxpYyI6ZmFsc2UsIklzVW5kZXJsaW5lZCI6ZmFsc2UsIlBhcmVudFN0eWxlIjpudWxsfSwiQXV0b1NpemUiOjAsIkZvcmVncm91bmQiOnsiJGlkIjoiMjY5NiIsIkNvbG9yIjp7IiRpZCI6IjI2OTc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I2OTgiLCJUb3AiOjAuMCwiTGVmdCI6MC4wLCJSaWdodCI6MC4wLCJCb3R0b20iOjAuMH0sIlBhZGRpbmciOnsiJGlkIjoiMjY5OSIsIlRvcCI6MC4wLCJMZWZ0IjowLjAsIlJpZ2h0IjowLjAsIkJvdHRvbSI6MC4wfSwiQmFja2dyb3VuZCI6eyIkaWQiOiIyNzAwIiwiQ29sb3IiOnsiJGlkIjoiMjcwMSIsIkEiOjI1NSwiUiI6NjgsIkciOjg0LCJCIjoxMDZ9fSwiSXNWaXNpYmxlIjp0cnVlLCJXaWR0aCI6MC4wLCJIZWlnaHQiOjAuMCwiQm9yZGVyU3R5bGUiOnsiJGlkIjoiMjcwMiIsIkxpbmVDb2xvciI6bnVsbCwiTGluZVdlaWdodCI6MC4wLCJMaW5lVHlwZSI6MCwiUGFyZW50U3R5bGUiOm51bGx9LCJQYXJlbnRTdHlsZSI6bnVsbH0sIkRhdGVGb3JtYXQiOnsiJGlkIjoiMjcwMyIsIkZvcm1hdFN0cmluZyI6Ik1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wNCIsIkZvcm1hdCI6MCwiSXNWaXNpYmxlIjpmYWxzZSwiTGFzdEtub3duVmlzaWJpbGl0eVN0YXRlIjpmYWxzZX0sIklzVmlzaWJsZSI6ZmFsc2UsIlZhcmlhbmNlU3R5bGUiOnsiJGlkIjoiMjcwNSIsIlRleHRTdHlsZSI6eyIkaWQiOiIyNzA2IiwiRm9udFNldHRpbmdzIjp7IiRpZCI6IjI3MDciLCJGb250U2l6ZSI6MTAsIkZvbnROYW1lIjoiQ2FsaWJyaSIsIklzQm9sZCI6ZmFsc2UsIklzSXRhbGljIjpmYWxzZSwiSXNVbmRlcmxpbmVkIjpmYWxzZSwiUGFyZW50U3R5bGUiOm51bGx9LCJBdXRvU2l6ZSI6MCwiRm9yZWdyb3VuZCI6eyIkaWQiOiIyNzA4IiwiQ29sb3IiOnsiJGlkIjoiMjcw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zEwIiwiVG9wIjowLjAsIkxlZnQiOjAuMCwiUmlnaHQiOjAuMCwiQm90dG9tIjowLjB9LCJQYWRkaW5nIjp7IiRpZCI6IjI3MTEiLCJUb3AiOjAuMCwiTGVmdCI6MC4wLCJSaWdodCI6MC4wLCJCb3R0b20iOjAuMH0sIkJhY2tncm91bmQiOnsiJGlkIjoiMjcxMiIsIkNvbG9yIjp7IiRpZCI6IjI3MTMiLCJBIjoyNTUsIlIiOjAsIkciOjAsIkIiOjB9fSwiSXNWaXNpYmxlIjp0cnVlLCJXaWR0aCI6MC4wLCJIZWlnaHQiOjAuMCwiQm9yZGVyU3R5bGUiOnsiJGlkIjoiMjcxNCIsIkxpbmVDb2xvciI6bnVsbCwiTGluZVdlaWdodCI6MC4wLCJMaW5lVHlwZSI6MCwiUGFyZW50U3R5bGUiOm51bGx9LCJQYXJlbnRTdHlsZSI6bnVsbH0sIlBhcmVudFN0eWxlIjpudWxsfSwiUGFyZW50U3R5bGUiOm51bGx9LCJEZWZhdWx0U3dpbWxhbmVNaWxlc3RvbmVTdHlsZSI6eyIkaWQiOiIyNzE1IiwiVGl0bGVQb3NpdGlvbiI6IkxlZnQiLCJEYXRlUG9zaXRpb24iOiJSaWdodCIsIlZhcmlhbmNlUG9zaXRpb24iOiJSaWdodCIsIlNoYXBlVHlwZSI6MSwiU2hhcGVTaXplIjowLCJTcGFjaW5nIjo1LCJTaGFwZVN0eWxlIjp7IiRpZCI6IjI3MTYiLCJNYXJnaW4iOnsiJGlkIjoiMjcxNyIsIlRvcCI6MC4wLCJMZWZ0IjowLjAsIlJpZ2h0IjowLjAsIkJvdHRvbSI6MC4wfSwiUGFkZGluZyI6eyIkaWQiOiIyNzE4IiwiVG9wIjowLjAsIkxlZnQiOjAuMCwiUmlnaHQiOjAuMCwiQm90dG9tIjowLjB9LCJCYWNrZ3JvdW5kIjp7IiRpZCI6IjI3MTkiLCJDb2xvciI6eyIkaWQiOiIyNzIwIiwiQSI6MjU1LCJSIjoxNjUsIkciOjE2NSwiQiI6MTY1fX0sIklzVmlzaWJsZSI6dHJ1ZSwiV2lkdGgiOjEyLjAsIkhlaWdodCI6MTQuMCwiQm9yZGVyU3R5bGUiOnsiJGlkIjoiMjcyMSIsIkxpbmVDb2xvciI6eyIkaWQiOiIyNzIyIiwiJHR5cGUiOiJOTFJFLkNvbW1vbi5Eb20uU29saWRDb2xvckJydXNoLCBOTFJFLkNvbW1vbiIsIkNvbG9yIjp7IiRpZCI6IjI3MjMiLCJBIjoyNTUsIlIiOjIzNCwiRyI6MjIsIkIiOjMwfX0sIkxpbmVXZWlnaHQiOjAuMCwiTGluZVR5cGUiOjAsIlBhcmVudFN0eWxlIjpudWxsfSwiUGFyZW50U3R5bGUiOm51bGx9LCJUaXRsZVN0eWxlIjp7IiRpZCI6IjI3MjQiLCJGb250U2V0dGluZ3MiOnsiJGlkIjoiMjcyNSIsIkZvbnRTaXplIjoxMSwiRm9udE5hbWUiOiJDYWxpYnJpIiwiSXNCb2xkIjpmYWxzZSwiSXNJdGFsaWMiOmZhbHNlLCJJc1VuZGVybGluZWQiOmZhbHNlLCJQYXJlbnRTdHlsZSI6bnVsbH0sIkF1dG9TaXplIjowLCJGb3JlZ3JvdW5kIjp7IiRpZCI6IjI3MjYiLCJDb2xvciI6eyIkaWQiOiIyNzI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I3MjgiLCJUb3AiOjAuMCwiTGVmdCI6MC4wLCJSaWdodCI6MC4wLCJCb3R0b20iOjAuMH0sIlBhZGRpbmciOnsiJGlkIjoiMjcyOSIsIlRvcCI6MC4wLCJMZWZ0IjowLjAsIlJpZ2h0IjowLjAsIkJvdHRvbSI6MC4wfSwiQmFja2dyb3VuZCI6eyIkaWQiOiIyNzMwIiwiQ29sb3IiOnsiJGlkIjoiMjczMSIsIkEiOjI1NSwiUiI6MCwiRyI6MCwiQiI6MH19LCJJc1Zpc2libGUiOnRydWUsIldpZHRoIjowLjAsIkhlaWdodCI6MC4wLCJCb3JkZXJTdHlsZSI6eyIkaWQiOiIyNzMyIiwiTGluZUNvbG9yIjpudWxsLCJMaW5lV2VpZ2h0IjowLjAsIkxpbmVUeXBlIjowLCJQYXJlbnRTdHlsZSI6bnVsbH0sIlBhcmVudFN0eWxlIjpudWxsfSwiRGF0ZVN0eWxlIjp7IiRpZCI6IjI3MzMiLCJGb250U2V0dGluZ3MiOnsiJGlkIjoiMjczNCIsIkZvbnRTaXplIjoxMCwiRm9udE5hbWUiOiJDYWxpYnJpIiwiSXNCb2xkIjpmYWxzZSwiSXNJdGFsaWMiOmZhbHNlLCJJc1VuZGVybGluZWQiOmZhbHNlLCJQYXJlbnRTdHlsZSI6bnVsbH0sIkF1dG9TaXplIjowLCJGb3JlZ3JvdW5kIjp7IiRpZCI6IjI3MzUiLCJDb2xvciI6eyIkaWQiOiIyNzM2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yNzM3IiwiVG9wIjowLjAsIkxlZnQiOjAuMCwiUmlnaHQiOjAuMCwiQm90dG9tIjowLjB9LCJQYWRkaW5nIjp7IiRpZCI6IjI3MzgiLCJUb3AiOjAuMCwiTGVmdCI6MC4wLCJSaWdodCI6MC4wLCJCb3R0b20iOjAuMH0sIkJhY2tncm91bmQiOnsiJGlkIjoiMjczOSIsIkNvbG9yIjp7IiRpZCI6IjI3NDAiLCJBIjoyNTUsIlIiOjY4LCJHIjo4NCwiQiI6MTA2fX0sIklzVmlzaWJsZSI6dHJ1ZSwiV2lkdGgiOjAuMCwiSGVpZ2h0IjowLjAsIkJvcmRlclN0eWxlIjp7IiRpZCI6IjI3NDEiLCJMaW5lQ29sb3IiOm51bGwsIkxpbmVXZWlnaHQiOjAuMCwiTGluZVR5cGUiOjAsIlBhcmVudFN0eWxlIjpudWxsfSwiUGFyZW50U3R5bGUiOm51bGx9LCJEYXRlRm9ybWF0Ijp7IiRpZCI6IjI3NDI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0MyIsIkZvcm1hdCI6MCwiSXNWaXNpYmxlIjpmYWxzZSwiTGFzdEtub3duVmlzaWJpbGl0eVN0YXRlIjpmYWxzZX0sIklzVmlzaWJsZSI6dHJ1ZSwiVmFyaWFuY2VTdHlsZSI6eyIkaWQiOiIyNzQ0IiwiVGV4dFN0eWxlIjp7IiRpZCI6IjI3NDUiLCJGb250U2V0dGluZ3MiOnsiJGlkIjoiMjc0NiIsIkZvbnRTaXplIjoxMCwiRm9udE5hbWUiOiJDYWxpYnJpIiwiSXNCb2xkIjpmYWxzZSwiSXNJdGFsaWMiOmZhbHNlLCJJc1VuZGVybGluZWQiOmZhbHNlLCJQYXJlbnRTdHlsZSI6bnVsbH0sIkF1dG9TaXplIjowLCJGb3JlZ3JvdW5kIjp7IiRpZCI6IjI3NDciLCJDb2xvciI6eyIkaWQiOiIyNzQ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3NDkiLCJUb3AiOjAuMCwiTGVmdCI6MC4wLCJSaWdodCI6MC4wLCJCb3R0b20iOjAuMH0sIlBhZGRpbmciOnsiJGlkIjoiMjc1MCIsIlRvcCI6MC4wLCJMZWZ0IjowLjAsIlJpZ2h0IjowLjAsIkJvdHRvbSI6MC4wfSwiQmFja2dyb3VuZCI6eyIkaWQiOiIyNzUxIiwiQ29sb3IiOnsiJGlkIjoiMjc1MiIsIkEiOjI1NSwiUiI6MCwiRyI6MCwiQiI6MH19LCJJc1Zpc2libGUiOnRydWUsIldpZHRoIjowLjAsIkhlaWdodCI6MC4wLCJCb3JkZXJTdHlsZSI6eyIkaWQiOiIyNzUzIiwiTGluZUNvbG9yIjpudWxsLCJMaW5lV2VpZ2h0IjowLjAsIkxpbmVUeXBlIjowLCJQYXJlbnRTdHlsZSI6bnVsbH0sIlBhcmVudFN0eWxlIjpudWxsfSwiUGFyZW50U3R5bGUiOm51bGx9LCJQYXJlbnRTdHlsZSI6bnVsbH0sIkRlZmF1bHRTd2ltbGFuZUFjdGl2aXR5U3R5bGUiOnsiJGlkIjoiMjc1NCIsIkhlYWRlclN0eWxlIjp7IiRpZCI6IjI3NTUiLCJUZXh0U3R5bGUiOnsiJGlkIjoiMjc1NiIsIkZvbnRTZXR0aW5ncyI6eyIkaWQiOiIyNzU3IiwiRm9udFNpemUiOjExLCJGb250TmFtZSI6IkNhbGlicmkiLCJJc0JvbGQiOmZhbHNlLCJJc0l0YWxpYyI6ZmFsc2UsIklzVW5kZXJsaW5lZCI6ZmFsc2UsIlBhcmVudFN0eWxlIjpudWxsfSwiQXV0b1NpemUiOjIsIkZvcmVncm91bmQiOnsiJGlkIjoiMjc1OCIsIkNvbG9yIjp7IiRpZCI6IjI3NTk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yNzYwIiwiVG9wIjowLjAsIkxlZnQiOjAuMCwiUmlnaHQiOjAuMCwiQm90dG9tIjowLjB9LCJQYWRkaW5nIjp7IiRpZCI6IjI3NjEiLCJUb3AiOjAuMCwiTGVmdCI6MC4wLCJSaWdodCI6MC4wLCJCb3R0b20iOjAuMH0sIkJhY2tncm91bmQiOnsiJGlkIjoiMjc2MiIsIkNvbG9yIjp7IiRpZCI6IjI3NjMiLCJBIjoyNTUsIlIiOjY0LCJHIjo2NCwiQiI6NjR9fSwiSXNWaXNpYmxlIjp0cnVlLCJXaWR0aCI6MC4wLCJIZWlnaHQiOjAuMCwiQm9yZGVyU3R5bGUiOm51bGwsIlBhcmVudFN0eWxlIjpudWxsfSwiUmVjdGFuZ2xlU3R5bGUiOnsiJGlkIjoiMjc2NCIsIk1hcmdpbiI6eyIkaWQiOiIyNzY1IiwiVG9wIjowLjAsIkxlZnQiOjAuMCwiUmlnaHQiOjAuMCwiQm90dG9tIjowLjB9LCJQYWRkaW5nIjp7IiRpZCI6IjI3NjYiLCJUb3AiOjAuMCwiTGVmdCI6MC4wLCJSaWdodCI6MC4wLCJCb3R0b20iOjAuMH0sIkJhY2tncm91bmQiOnsiJGlkIjoiMjc2NyIsIkNvbG9yIjp7IiRpZCI6IjI3NjgiLCJBIjoxMjcsIlIiOjE2NSwiRyI6MTY1LCJCIjoxNjV9fSwiSXNWaXNpYmxlIjp0cnVlLCJXaWR0aCI6MC4wLCJIZWlnaHQiOjAuMCwiQm9yZGVyU3R5bGUiOnsiJGlkIjoiMjc2OSIsIkxpbmVDb2xvciI6eyIkaWQiOiIyNzcwIiwiJHR5cGUiOiJOTFJFLkNvbW1vbi5Eb20uU29saWRDb2xvckJydXNoLCBOTFJFLkNvbW1vbiIsIkNvbG9yIjp7IiRpZCI6IjI3NzEiLCJBIjoyNTUsIlIiOjI1NSwiRyI6MCwiQiI6MH19LCJMaW5lV2VpZ2h0IjowLjAsIkxpbmVUeXBlIjowLCJQYXJlbnRTdHlsZSI6bnVsbH0sIlBhcmVudFN0eWxlIjpudWxsfSwiTWFyZ2luIjp7IiRpZCI6IjI3NzIiLCJUb3AiOjAuMCwiTGVmdCI6MC4wLCJSaWdodCI6MC4wLCJCb3R0b20iOjAuMH0sIlBhZGRpbmciOnsiJGlkIjoiMjc3MyIsIlRvcCI6MC4wLCJMZWZ0IjowLjAsIlJpZ2h0IjowLjAsIkJvdHRvbSI6MC4wfSwiQmFja2dyb3VuZCI6bnVsbCwiSXNWaXNpYmxlIjp0cnVlLCJXaWR0aCI6MC4wLCJIZWlnaHQiOjAuMCwiQm9yZGVyU3R5bGUiOm51bGwsIlBhcmVudFN0eWxlIjpudWxsfSwiQmFja2dyb3VuZFN0eWxlIjp7IiRpZCI6IjI3NzQiLCJNYXJnaW4iOnsiJGlkIjoiMjc3NSIsIlRvcCI6MC4wLCJMZWZ0IjowLjAsIlJpZ2h0IjowLjAsIkJvdHRvbSI6MC4wfSwiUGFkZGluZyI6eyIkaWQiOiIyNzc2IiwiVG9wIjowLjAsIkxlZnQiOjAuMCwiUmlnaHQiOjAuMCwiQm90dG9tIjowLjB9LCJCYWNrZ3JvdW5kIjp7IiRpZCI6IjI3NzciLCJDb2xvciI6eyIkaWQiOiIyNzc4IiwiQSI6NTEsIlIiOjIwMCwiRyI6MjAwLCJCIjoyMDB9fSwiSXNWaXNpYmxlIjp0cnVlLCJXaWR0aCI6MC4wLCJIZWlnaHQiOjAuMCwiQm9yZGVyU3R5bGUiOnsiJGlkIjoiMjc3OSIsIkxpbmVDb2xvciI6eyIkaWQiOiIyNzgwIiwiJHR5cGUiOiJOTFJFLkNvbW1vbi5Eb20uU29saWRDb2xvckJydXNoLCBOTFJFLkNvbW1vbiIsIkNvbG9yIjp7IiRpZCI6IjI3ODEiLCJBIjoyNTUsIlIiOjIzNCwiRyI6MjIsIkIiOjMwfX0sIkxpbmVXZWlnaHQiOjAuMCwiTGluZVR5cGUiOjAsIlBhcmVudFN0eWxlIjpudWxsfSwiUGFyZW50U3R5bGUiOm51bGx9LCJNYXJnaW4iOnsiJGlkIjoiMjc4MiIsIlRvcCI6MC4wLCJMZWZ0IjowLjAsIlJpZ2h0IjowLjAsIkJvdHRvbSI6MC4wfSwiUGFkZGluZyI6eyIkaWQiOiIyNzgzIiwiVG9wIjowLjAsIkxlZnQiOjAuMCwiUmlnaHQiOjAuMCwiQm90dG9tIjowLjB9LCJJc1Zpc2libGUiOnRydWUsIldpZHRoIjowLjAsIkhlaWdodCI6MC4wLCJCb3JkZXJTdHlsZSI6eyIkaWQiOiIyNzg0IiwiTGluZUNvbG9yIjpudWxsLCJMaW5lV2VpZ2h0IjowLjAsIkxpbmVUeXBlIjowLCJQYXJlbnRTdHlsZSI6bnVsbH0sIlBhcmVudFN0eWxlIjpudWxsfSwiTWFyZ2luIjp7IiRpZCI6IjI3ODUiLCJUb3AiOjAuMCwiTGVmdCI6MC4wLCJSaWdodCI6MC4wLCJCb3R0b20iOjAuMH0sIlBhZGRpbmciOnsiJGlkIjoiMjc4NiIsIlRvcCI6MC4wLCJMZWZ0IjowLjAsIlJpZ2h0IjowLjAsIkJvdHRvbSI6MC4wfSwiSXNWaXNpYmxlIjpmYWxzZSwiV2lkdGgiOjAuMCwiSGVpZ2h0IjowLjAsIkJvcmRlclN0eWxlIjp7IiRpZCI6IjI3ODciLCJMaW5lQ29sb3IiOm51bGwsIkxpbmVXZWlnaHQiOjAuMCwiTGluZVR5cGUiOjAsIlBhcmVudFN0eWxlIjpudWxsfSwiUGFyZW50U3R5bGUiOm51bGx9fSx7IiRpZCI6IjI3ODgiLCJfYWN0aXZpdGllcyI6W3siJGlkIjoiMjc4OSIsIl9yb3dzIjpbeyIkaWQiOiIyNzkwIiwiX3Rhc2tzIjpbeyIkaWQiOiIyNzkxIiwiX2F0dGFjaGVkTWlsZXN0b25lcyI6W10sIlRhc2tEZWZpbml0aW9uIjp7IiRpZCI6IjI3OTIiLCJHcm91cE5hbWUiOm51bGwsIlN0YXJ0RGF0ZSI6IjIwMjctMDQtMDFUMDA6MDA6MDBaIiwiRW5kRGF0ZSI6IjIwMjctMDUtMzFUMjM6NTk6MDBaIiwiUGVyY2VudGFnZUNvbXBsZXRlIjpudWxsLCJTdHlsZSI6eyIkaWQiOiIyNzkzIiwiU2hhcGUiOjEsIlNoYXBlVGhpY2tuZXNzIjowLCJEdXJhdGlvbkZvcm1hdCI6MCwiSW5jbHVkZU5vbldvcmtpbmdEYXlzSW5EdXJhdGlvbiI6ZmFsc2UsIlBlcmNlbnRhZ2VDb21wbGV0ZVN0eWxlIjp7IiRpZCI6IjI3OTQiLCJGb250U2V0dGluZ3MiOnsiJGlkIjoiMjc5NSIsIkZvbnRTaXplIjoxMCwiRm9udE5hbWUiOiJDYWxpYnJpIiwiSXNCb2xkIjpmYWxzZSwiSXNJdGFsaWMiOmZhbHNlLCJJc1VuZGVybGluZWQiOmZhbHNlLCJQYXJlbnRTdHlsZSI6bnVsbH0sIkF1dG9TaXplIjowLCJGb3JlZ3JvdW5kIjp7IiRpZCI6IjI3OTYiLCJDb2xvciI6eyIkaWQiOiIyNzk3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3OTgiLCJUb3AiOjAuMCwiTGVmdCI6MC4wLCJSaWdodCI6MC4wLCJCb3R0b20iOjAuMH0sIlBhZGRpbmciOnsiJGlkIjoiMjc5OSIsIlRvcCI6MC4wLCJMZWZ0IjowLjAsIlJpZ2h0IjowLjAsIkJvdHRvbSI6MC4wfSwiQmFja2dyb3VuZCI6eyIkaWQiOiIyODAwIiwiQ29sb3IiOnsiJGlkIjoiMjgwMSIsIkEiOjg5LCJSIjowLCJHIjowLCJCIjowfX0sIklzVmlzaWJsZSI6dHJ1ZSwiV2lkdGgiOjAuMCwiSGVpZ2h0IjowLjAsIkJvcmRlclN0eWxlIjp7IiRpZCI6IjI4MDIiLCJMaW5lQ29sb3IiOm51bGwsIkxpbmVXZWlnaHQiOjAuMCwiTGluZVR5cGUiOjAsIlBhcmVudFN0eWxlIjpudWxsfSwiUGFyZW50U3R5bGUiOm51bGx9LCJEdXJhdGlvblN0eWxlIjp7IiRpZCI6IjI4MDMiLCJGb250U2V0dGluZ3MiOnsiJGlkIjoiMjgwNCIsIkZvbnRTaXplIjoxMCwiRm9udE5hbWUiOiJDYWxpYnJpIiwiSXNCb2xkIjpmYWxzZSwiSXNJdGFsaWMiOmZhbHNlLCJJc1VuZGVybGluZWQiOmZhbHNlLCJQYXJlbnRTdHlsZSI6bnVsbH0sIkF1dG9TaXplIjowLCJGb3JlZ3JvdW5kIjp7IiRpZCI6IjI4MDUiLCJDb2xvciI6eyIkaWQiOiIyODA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DA3IiwiVG9wIjowLjAsIkxlZnQiOjAuMCwiUmlnaHQiOjAuMCwiQm90dG9tIjowLjB9LCJQYWRkaW5nIjp7IiRpZCI6IjI4MDgiLCJUb3AiOjAuMCwiTGVmdCI6MC4wLCJSaWdodCI6MC4wLCJCb3R0b20iOjAuMH0sIkJhY2tncm91bmQiOnsiJGlkIjoiMjgwOSIsIkNvbG9yIjp7IiRpZCI6IjI4MTAiLCJBIjoyNTUsIlIiOjY4LCJHIjo4NCwiQiI6MTA2fX0sIklzVmlzaWJsZSI6dHJ1ZSwiV2lkdGgiOjAuMCwiSGVpZ2h0IjowLjAsIkJvcmRlclN0eWxlIjp7IiRpZCI6IjI4MTEiLCJMaW5lQ29sb3IiOm51bGwsIkxpbmVXZWlnaHQiOjAuMCwiTGluZVR5cGUiOjAsIlBhcmVudFN0eWxlIjpudWxsfSwiUGFyZW50U3R5bGUiOm51bGx9LCJIb3Jpem9udGFsQ29ubmVjdG9yU3R5bGUiOnsiJGlkIjoiMjgxMiIsIkxpbmVDb2xvciI6eyIkaWQiOiIyODEzIiwiJHR5cGUiOiJOTFJFLkNvbW1vbi5Eb20uU29saWRDb2xvckJydXNoLCBOTFJFLkNvbW1vbiIsIkNvbG9yIjp7IiRpZCI6IjI4MTQiLCJBIjoyNTUsIlIiOjAsIkciOjAsIkIiOjB9fSwiTGluZVdlaWdodCI6MC4wLCJMaW5lVHlwZSI6MCwiUGFyZW50U3R5bGUiOm51bGx9LCJWZXJ0aWNhbENvbm5lY3RvclN0eWxlIjp7IiRpZCI6IjI4MTUiLCJMaW5lQ29sb3IiOnsiJGlkIjoiMjgxNiIsIiR0eXBlIjoiTkxSRS5Db21tb24uRG9tLlNvbGlkQ29sb3JCcnVzaCwgTkxSRS5Db21tb24iLCJDb2xvciI6eyIkaWQiOiIyODE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ODE4IiwiU2hhcGVTdHlsZSI6eyIkaWQiOiIyODE5IiwiTWFyZ2luIjp7IiRpZCI6IjI4MjAiLCJUb3AiOjAuMCwiTGVmdCI6MC4wLCJSaWdodCI6MC4wLCJCb3R0b20iOjAuMH0sIlBhZGRpbmciOnsiJGlkIjoiMjgyMSIsIlRvcCI6MC4wLCJMZWZ0IjowLjAsIlJpZ2h0IjowLjAsIkJvdHRvbSI6MC4wfSwiQmFja2dyb3VuZCI6eyIkaWQiOiIyODIyIiwiQ29sb3IiOnsiJGlkIjoiMjgyMyIsIkEiOjE1MywiUiI6MCwiRyI6MCwiQiI6MH19LCJJc1Zpc2libGUiOnRydWUsIldpZHRoIjowLjAsIkhlaWdodCI6MC4wLCJCb3JkZXJTdHlsZSI6bnVsbCwiUGFyZW50U3R5bGUiOm51bGx9LCJNYXJnaW4iOnsiJGlkIjoiMjgyNCIsIlRvcCI6MC4wLCJMZWZ0IjowLjAsIlJpZ2h0IjowLjAsIkJvdHRvbSI6MC4wfSwiUGFkZGluZyI6eyIkaWQiOiIyODI1IiwiVG9wIjowLjAsIkxlZnQiOjAuMCwiUmlnaHQiOjAuMCwiQm90dG9tIjowLjB9LCJCYWNrZ3JvdW5kIjpudWxsLCJJc1Zpc2libGUiOnRydWUsIldpZHRoIjowLjAsIkhlaWdodCI6MC4wLCJCb3JkZXJTdHlsZSI6bnVsbCwiUGFyZW50U3R5bGUiOm51bGx9LCJTaGFwZVN0eWxlIjp7IiRpZCI6IjI4MjYiLCJNYXJnaW4iOnsiJGlkIjoiMjgyNyIsIlRvcCI6MC4wLCJMZWZ0Ijo0LjAsIlJpZ2h0Ijo0LjAsIkJvdHRvbSI6MC4wfSwiUGFkZGluZyI6eyIkaWQiOiIyODI4IiwiVG9wIjowLjAsIkxlZnQiOjAuMCwiUmlnaHQiOjAuMCwiQm90dG9tIjowLjB9LCJCYWNrZ3JvdW5kIjp7IiRpZCI6IjI4MjkiLCJDb2xvciI6eyIkaWQiOiIyODMwIiwiQSI6MjU1LCJSIjo2OCwiRyI6MTE0LCJCIjoxOTZ9fSwiSXNWaXNpYmxlIjp0cnVlLCJXaWR0aCI6MC4wLCJIZWlnaHQiOjEwLjAsIkJvcmRlclN0eWxlIjp7IiRpZCI6IjI4MzEiLCJMaW5lQ29sb3IiOnsiJGlkIjoiMjgzMiIsIiR0eXBlIjoiTkxSRS5Db21tb24uRG9tLlNvbGlkQ29sb3JCcnVzaCwgTkxSRS5Db21tb24iLCJDb2xvciI6eyIkaWQiOiIyODMzIiwiQSI6MjU1LCJSIjoyMzQsIkciOjIyLCJCIjozMH19LCJMaW5lV2VpZ2h0IjowLjAsIkxpbmVUeXBlIjowLCJQYXJlbnRTdHlsZSI6bnVsbH0sIlBhcmVudFN0eWxlIjpudWxsfSwiVGl0bGVTdHlsZSI6eyIkaWQiOiIyODM0IiwiRm9udFNldHRpbmdzIjp7IiRpZCI6IjI4MzUiLCJGb250U2l6ZSI6MTEsIkZvbnROYW1lIjoiVGl0aWxsaXVtIFdlYiIsIklzQm9sZCI6ZmFsc2UsIklzSXRhbGljIjpmYWxzZSwiSXNVbmRlcmxpbmVkIjpmYWxzZSwiUGFyZW50U3R5bGUiOm51bGx9LCJBdXRvU2l6ZSI6MCwiRm9yZWdyb3VuZCI6eyIkaWQiOiIyODM2IiwiQ29sb3IiOnsiJGlkIjoiMjgzNyIsIkEiOjI1NSwiUiI6MjU1LCJHIjoyNTUsIkIiOjI1NX19LCJNYXhXaWR0aCI6NzIwLjAsIk1heEhlaWdodCI6IkluZmluaXR5IiwiU21hcnRGb3JlZ3JvdW5kSXNBY3RpdmUiOmZhbHNlLCJIb3Jpem9udGFsQWxpZ25tZW50IjowLCJWZXJ0aWNhbEFsaWdubWVudCI6MCwiU21hcnRGb3JlZ3JvdW5kIjpudWxsLCJCYWNrZ3JvdW5kRmlsbFR5cGUiOjAsIk1hcmdpbiI6eyIkaWQiOiIyODM4IiwiVG9wIjowLjAsIkxlZnQiOjAuMCwiUmlnaHQiOjAuMCwiQm90dG9tIjowLjB9LCJQYWRkaW5nIjp7IiRpZCI6IjI4MzkiLCJUb3AiOjAuMCwiTGVmdCI6MC4wLCJSaWdodCI6MC4wLCJCb3R0b20iOjAuMH0sIkJhY2tncm91bmQiOnsiJGlkIjoiMjg0MCIsIkNvbG9yIjp7IiRpZCI6IjI4NDEiLCJBIjowLCJSIjoyNTUsIkciOjI1NSwiQiI6MjU1fX0sIklzVmlzaWJsZSI6dHJ1ZSwiV2lkdGgiOjAuMCwiSGVpZ2h0IjowLjAsIkJvcmRlclN0eWxlIjp7IiRpZCI6IjI4NDIiLCJMaW5lQ29sb3IiOm51bGwsIkxpbmVXZWlnaHQiOjAuMCwiTGluZVR5cGUiOjAsIlBhcmVudFN0eWxlIjpudWxsfSwiUGFyZW50U3R5bGUiOm51bGx9LCJEYXRlU3R5bGUiOnsiJGlkIjoiMjg0MyIsIkZvbnRTZXR0aW5ncyI6eyIkaWQiOiIyODQ0IiwiRm9udFNpemUiOjEwLCJGb250TmFtZSI6IlRpdGlsbGl1bSBXZWIiLCJJc0JvbGQiOmZhbHNlLCJJc0l0YWxpYyI6ZmFsc2UsIklzVW5kZXJsaW5lZCI6ZmFsc2UsIlBhcmVudFN0eWxlIjpudWxsfSwiQXV0b1NpemUiOjAsIkZvcmVncm91bmQiOnsiJGlkIjoiMjg0NSIsIkNvbG9yIjp7IiRpZCI6IjI4ND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GlkIjoiMjg0NyIsIlRvcCI6MC4wLCJMZWZ0IjowLjAsIlJpZ2h0IjowLjAsIkJvdHRvbSI6MC4wfSwiUGFkZGluZyI6eyIkaWQiOiIyODQ4IiwiVG9wIjowLjAsIkxlZnQiOjAuMCwiUmlnaHQiOjAuMCwiQm90dG9tIjowLjB9LCJCYWNrZ3JvdW5kIjp7IiRpZCI6IjI4NDkiLCJDb2xvciI6eyIkaWQiOiIyODUwIiwiQSI6MCwiUiI6MjU1LCJHIjoyNTUsIkIiOjI1NX19LCJJc1Zpc2libGUiOnRydWUsIldpZHRoIjowLjAsIkhlaWdodCI6MC4wLCJCb3JkZXJTdHlsZSI6eyIkaWQiOiIyODUxIiwiTGluZUNvbG9yIjpudWxsLCJMaW5lV2VpZ2h0IjowLjAsIkxpbmVUeXBlIjowLCJQYXJlbnRTdHlsZSI6bnVsbH0sIlBhcmVudFN0eWxlIjpudWxsfSwiRGF0ZUZvcm1hdCI6eyIkaWQiOiIyODU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TMiLCJGb3JtYXQiOjAsIklzVmlzaWJsZSI6ZmFsc2UsIkxhc3RLbm93blZpc2liaWxpdHlTdGF0ZSI6ZmFsc2V9LCJJc1Zpc2libGUiOnRydWUsIlZhcmlhbmNlU3R5bGUiOnsiJGlkIjoiMjg1NCIsIlRleHRTdHlsZSI6eyIkaWQiOiIyODU1IiwiRm9udFNldHRpbmdzIjp7IiRpZCI6IjI4NTYiLCJGb250U2l6ZSI6MTAsIkZvbnROYW1lIjoiQ2FsaWJyaSIsIklzQm9sZCI6ZmFsc2UsIklzSXRhbGljIjpmYWxzZSwiSXNVbmRlcmxpbmVkIjpmYWxzZSwiUGFyZW50U3R5bGUiOm51bGx9LCJBdXRvU2l6ZSI6MCwiRm9yZWdyb3VuZCI6eyIkaWQiOiIyODU3IiwiQ29sb3IiOnsiJGlkIjoiMjg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DU5IiwiVG9wIjowLjAsIkxlZnQiOjAuMCwiUmlnaHQiOjAuMCwiQm90dG9tIjowLjB9LCJQYWRkaW5nIjp7IiRpZCI6IjI4NjAiLCJUb3AiOjAuMCwiTGVmdCI6MC4wLCJSaWdodCI6MC4wLCJCb3R0b20iOjAuMH0sIkJhY2tncm91bmQiOnsiJGlkIjoiMjg2MSIsIkNvbG9yIjp7IiRpZCI6IjI4NjIiLCJBIjoyNTUsIlIiOjAsIkciOjAsIkIiOjB9fSwiSXNWaXNpYmxlIjp0cnVlLCJXaWR0aCI6MC4wLCJIZWlnaHQiOjAuMCwiQm9yZGVyU3R5bGUiOm51bGwsIlBhcmVudFN0eWxlIjpudWxsfSwiUGFyZW50U3R5bGUiOm51bGx9LCJQYXJlbnRTdHlsZSI6bnVsbH0sIkluZGV4IjoxOSwiU21hcnREdXJhdGlvbkFjdGl2YXRlZCI6ZmFsc2UsIkRhdGVGb3JtYXQiOnsiJHJlZiI6IjI4NTIifSwiV2Vla051bWJlcmluZyI6eyIkaWQiOiIyODYzIiwiRm9ybWF0IjowLCJJc1Zpc2libGUiOmZhbHNlLCJMYXN0S25vd25WaXNpYmlsaXR5U3RhdGUiOmZhbHNlfSwiQmFzZWxpbmVEYXRhIjp7IiRpZCI6IjI4NjQiLCJTdGFydERhdGUiOiIyMDI3LTA0LTAxVDAwOjAwOjAwIiwiRW5kRGF0ZSI6IjIwMjctMDUtMzFUMjM6NTk6MDAifSwiSWQiOiI1NDRjMGNjOC0zZmI4LTRkZTMtYWY3ZS05MWQ0MzU0ODI1YzQiLCJJbXBvcnRJZCI6bnVsbCwiVGl0bGUiOiJWZXJzacOzbiBjYW5kaWRhdGEgKFNwcmludHMgMjQtMjcpIiwiTm90ZSI6bnVsbCwiSHlwZXJsaW5rIjp7IiRpZCI6IjI4NjUiLCJBZGRyZXNzIjoiIiwiU3ViQWRkcmVzcyI6IiJ9LCJJc0NoYW5nZWQiOmZhbHNlLCJJc05ldyI6ZmFsc2V9fV0sIl9taWxlc3RvbmVzIjpbXSwiSWQiOiIwMDAwMDAwMC0wMDAwLTAwMDAtMDAwMC0wMDAwMDAwMDAwMDAiLCJJc1NpbmdsZUl0ZW1Sb3ciOnRydWV9XSwiSW5kZXgiOjE4LCJJZCI6ImM5YWMwOTk1LWQ3YzUtNDdjYy04MDY4LTQ2NzMwYWI0YTdjZiIsIkhlYWRlclRleHQiOm51bGwsIklzRGVmYXVsdCI6dHJ1ZSwiU3R5bGUiOnsiJGlkIjoiMjg2NiIsIkhlYWRlclN0eWxlIjp7IiRpZCI6IjI4NjciLCJUZXh0U3R5bGUiOnsiJGlkIjoiMjg2OCIsIkZvbnRTZXR0aW5ncyI6eyIkaWQiOiIyODY5IiwiRm9udFNpemUiOjExLCJGb250TmFtZSI6IkNhbGlicmkiLCJJc0JvbGQiOmZhbHNlLCJJc0l0YWxpYyI6ZmFsc2UsIklzVW5kZXJsaW5lZCI6ZmFsc2UsIlBhcmVudFN0eWxlIjpudWxsfSwiQXV0b1NpemUiOjAsIkZvcmVncm91bmQiOnsiJGlkIjoiMjg3MCIsIkNvbG9yIjp7IiRpZCI6IjI4NzEiLCJBIjoyNTUsIlIiOjY0LCJHIjo2NCwiQiI6NjR9fSwiTWF4V2lkdGgiOjAuMCwiTWF4SGVpZ2h0IjowLjAsIlNtYXJ0Rm9yZWdyb3VuZElzQWN0aXZlIjpmYWxzZSwiSG9yaXpvbnRhbEFsaWdubWVudCI6MCwiVmVydGljYWxBbGlnbm1lbnQiOjAsIlNtYXJ0Rm9yZWdyb3VuZCI6bnVsbCwiQmFja2dyb3VuZEZpbGxUeXBlIjowLCJNYXJnaW4iOnsiJGlkIjoiMjg3MiIsIlRvcCI6MC4wLCJMZWZ0IjowLjAsIlJpZ2h0IjowLjAsIkJvdHRvbSI6MC4wfSwiUGFkZGluZyI6eyIkaWQiOiIyODczIiwiVG9wIjowLjAsIkxlZnQiOjAuMCwiUmlnaHQiOjAuMCwiQm90dG9tIjowLjB9LCJCYWNrZ3JvdW5kIjp7IiRpZCI6IjI4NzQiLCJDb2xvciI6eyIkaWQiOiIyODc1IiwiQSI6MjU1LCJSIjo2NCwiRyI6NjQsIkIiOjY0fX0sIklzVmlzaWJsZSI6ZmFsc2UsIldpZHRoIjowLjAsIkhlaWdodCI6MC4wLCJCb3JkZXJTdHlsZSI6bnVsbCwiUGFyZW50U3R5bGUiOm51bGx9LCJSZWN0YW5nbGVTdHlsZSI6eyIkaWQiOiIyODc2IiwiTWFyZ2luIjp7IiRpZCI6IjI4NzciLCJUb3AiOjAuMCwiTGVmdCI6MC4wLCJSaWdodCI6MC4wLCJCb3R0b20iOjAuMH0sIlBhZGRpbmciOnsiJGlkIjoiMjg3OCIsIlRvcCI6MC4wLCJMZWZ0IjowLjAsIlJpZ2h0IjowLjAsIkJvdHRvbSI6MC4wfSwiQmFja2dyb3VuZCI6eyIkaWQiOiIyODc5IiwiQ29sb3IiOnsiJGlkIjoiMjg4MCIsIkEiOjEyNywiUiI6NjgsIkciOjExNCwiQiI6MTk2fX0sIklzVmlzaWJsZSI6ZmFsc2UsIldpZHRoIjowLjAsIkhlaWdodCI6MC4wLCJCb3JkZXJTdHlsZSI6eyIkaWQiOiIyODgxIiwiTGluZUNvbG9yIjp7IiRpZCI6IjI4ODIiLCIkdHlwZSI6Ik5MUkUuQ29tbW9uLkRvbS5Tb2xpZENvbG9yQnJ1c2gsIE5MUkUuQ29tbW9uIiwiQ29sb3IiOnsiJGlkIjoiMjg4MyIsIkEiOjI1NSwiUiI6MjU1LCJHIjowLCJCIjowfX0sIkxpbmVXZWlnaHQiOjAuMCwiTGluZVR5cGUiOjAsIlBhcmVudFN0eWxlIjpudWxsfSwiUGFyZW50U3R5bGUiOm51bGx9LCJNYXJnaW4iOnsiJGlkIjoiMjg4NCIsIlRvcCI6MC4wLCJMZWZ0IjowLjAsIlJpZ2h0IjowLjAsIkJvdHRvbSI6MC4wfSwiUGFkZGluZyI6eyIkaWQiOiIyODg1IiwiVG9wIjowLjAsIkxlZnQiOjAuMCwiUmlnaHQiOjAuMCwiQm90dG9tIjowLjB9LCJCYWNrZ3JvdW5kIjpudWxsLCJJc1Zpc2libGUiOnRydWUsIldpZHRoIjowLjAsIkhlaWdodCI6MC4wLCJCb3JkZXJTdHlsZSI6bnVsbCwiUGFyZW50U3R5bGUiOm51bGx9LCJCYWNrZ3JvdW5kU3R5bGUiOnsiJGlkIjoiMjg4NiIsIk1hcmdpbiI6eyIkaWQiOiIyODg3IiwiVG9wIjowLjAsIkxlZnQiOjAuMCwiUmlnaHQiOjAuMCwiQm90dG9tIjowLjB9LCJQYWRkaW5nIjp7IiRpZCI6IjI4ODgiLCJUb3AiOjAuMCwiTGVmdCI6MC4wLCJSaWdodCI6MC4wLCJCb3R0b20iOjAuMH0sIkJhY2tncm91bmQiOnsiJGlkIjoiMjg4OSIsIkNvbG9yIjp7IiRpZCI6IjI4OTAiLCJBIjo1MSwiUiI6MjAwLCJHIjoyMDAsIkIiOjIwMH19LCJJc1Zpc2libGUiOnRydWUsIldpZHRoIjowLjAsIkhlaWdodCI6MC4wLCJCb3JkZXJTdHlsZSI6eyIkaWQiOiIyODkxIiwiTGluZUNvbG9yIjp7IiRpZCI6IjI4OTIiLCIkdHlwZSI6Ik5MUkUuQ29tbW9uLkRvbS5Tb2xpZENvbG9yQnJ1c2gsIE5MUkUuQ29tbW9uIiwiQ29sb3IiOnsiJGlkIjoiMjg5MyIsIkEiOjI1NSwiUiI6MjM0LCJHIjoyMiwiQiI6MzB9fSwiTGluZVdlaWdodCI6MC4wLCJMaW5lVHlwZSI6MCwiUGFyZW50U3R5bGUiOm51bGx9LCJQYXJlbnRTdHlsZSI6bnVsbH0sIk1hcmdpbiI6eyIkaWQiOiIyODk0IiwiVG9wIjowLjAsIkxlZnQiOjAuMCwiUmlnaHQiOjAuMCwiQm90dG9tIjowLjB9LCJQYWRkaW5nIjp7IiRpZCI6IjI4OTUiLCJUb3AiOjAuMCwiTGVmdCI6MC4wLCJSaWdodCI6MC4wLCJCb3R0b20iOjAuMH0sIklzVmlzaWJsZSI6dHJ1ZSwiV2lkdGgiOjAuMCwiSGVpZ2h0IjowLjAsIkJvcmRlclN0eWxlIjp7IiRpZCI6IjI4OTYiLCJMaW5lQ29sb3IiOm51bGwsIkxpbmVXZWlnaHQiOjAuMCwiTGluZVR5cGUiOjAsIlBhcmVudFN0eWxlIjpudWxsfSwiUGFyZW50U3R5bGUiOm51bGx9fV0sIklkIjoiYjJjZGVkNDQtMjc5MS00ZTBkLThkNTMtOTMzYmVjZTE5NzFmIiwiSW5kZXgiOjE4LCJIZWFkZXJUZXh0IjoiUkMiLCJTdHlsZSI6eyIkaWQiOiIyODk3IiwiU3R5bGVJZCI6IjMzMmNmYjEzLWI0MDEtNGVjMy1iNjU1LTczOTY4ZDA0ZDc0OSIsIkhlYWRlclN0eWxlIjp7IiRpZCI6IjI4OTgiLCJUZXh0SXNWZXJ0aWNhbCI6ZmFsc2UsIlRleHRTdHlsZSI6eyIkaWQiOiIyODk5IiwiRm9udFNldHRpbmdzIjp7IiRpZCI6IjI5MDAiLCJGb250U2l6ZSI6MTEsIkZvbnROYW1lIjoiQ2FsaWJyaSIsIklzQm9sZCI6ZmFsc2UsIklzSXRhbGljIjpmYWxzZSwiSXNVbmRlcmxpbmVkIjpmYWxzZSwiUGFyZW50U3R5bGUiOm51bGx9LCJBdXRvU2l6ZSI6MiwiRm9yZWdyb3VuZCI6eyIkaWQiOiIyOTAxIiwiQ29sb3IiOnsiJGlkIjoiMjkwM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5MDMiLCJUb3AiOjAuMCwiTGVmdCI6MC4wLCJSaWdodCI6MC4wLCJCb3R0b20iOjAuMH0sIlBhZGRpbmciOnsiJGlkIjoiMjkwNCIsIlRvcCI6MC4wLCJMZWZ0IjowLjAsIlJpZ2h0IjowLjAsIkJvdHRvbSI6MC4wfSwiQmFja2dyb3VuZCI6eyIkaWQiOiIyOTA1IiwiQ29sb3IiOnsiJGlkIjoiMjkwNiIsIkEiOjI1NSwiUiI6MjU1LCJHIjoyNTUsIkIiOjI1NX19LCJJc1Zpc2libGUiOmZhbHNlLCJXaWR0aCI6MC4wLCJIZWlnaHQiOjAuMCwiQm9yZGVyU3R5bGUiOm51bGwsIlBhcmVudFN0eWxlIjpudWxsfSwiUmVjdGFuZ2xlU3R5bGUiOnsiJGlkIjoiMjkwNyIsIk1hcmdpbiI6eyIkaWQiOiIyOTA4IiwiVG9wIjowLjAsIkxlZnQiOjAuMCwiUmlnaHQiOjAuMCwiQm90dG9tIjowLjB9LCJQYWRkaW5nIjp7IiRpZCI6IjI5MDkiLCJUb3AiOjAuMCwiTGVmdCI6MC4wLCJSaWdodCI6MC4wLCJCb3R0b20iOjAuMH0sIkJhY2tncm91bmQiOnsiJGlkIjoiMjkxMCIsIkNvbG9yIjp7IiRpZCI6IjI5MTEiLCJBIjoyNTUsIlIiOjY4LCJHIjoxMTQsIkIiOjE5Nn19LCJJc1Zpc2libGUiOnRydWUsIldpZHRoIjowLjAsIkhlaWdodCI6MC4wLCJCb3JkZXJTdHlsZSI6eyIkaWQiOiIyOTEyIiwiTGluZUNvbG9yIjp7IiRpZCI6IjI5MTMiLCIkdHlwZSI6Ik5MUkUuQ29tbW9uLkRvbS5Tb2xpZENvbG9yQnJ1c2gsIE5MUkUuQ29tbW9uIiwiQ29sb3IiOnsiJGlkIjoiMjkxNCIsIkEiOjI1NSwiUiI6MjU1LCJHIjoyNTUsIkIiOjI1NX19LCJMaW5lV2VpZ2h0IjowLjAsIkxpbmVUeXBlIjowLCJQYXJlbnRTdHlsZSI6bnVsbH0sIlBhcmVudFN0eWxlIjpudWxsfSwiTWFyZ2luIjp7IiRpZCI6IjI5MTUiLCJUb3AiOjAuMCwiTGVmdCI6MC4wLCJSaWdodCI6MC4wLCJCb3R0b20iOjAuMH0sIlBhZGRpbmciOnsiJGlkIjoiMjkxNiIsIlRvcCI6MC4wLCJMZWZ0IjowLjAsIlJpZ2h0IjowLjAsIkJvdHRvbSI6MC4wfSwiQmFja2dyb3VuZCI6bnVsbCwiSXNWaXNpYmxlIjp0cnVlLCJXaWR0aCI6MC4wLCJIZWlnaHQiOjAuMCwiQm9yZGVyU3R5bGUiOm51bGwsIlBhcmVudFN0eWxlIjpudWxsfSwiQmFja2dyb3VuZFN0eWxlIjp7IiRpZCI6IjI5MTciLCJNYXJnaW4iOnsiJGlkIjoiMjkxOCIsIlRvcCI6MC4wLCJMZWZ0IjowLjAsIlJpZ2h0IjowLjAsIkJvdHRvbSI6MC4wfSwiUGFkZGluZyI6eyIkaWQiOiIyOTE5IiwiVG9wIjowLjAsIkxlZnQiOjAuMCwiUmlnaHQiOjAuMCwiQm90dG9tIjowLjB9LCJCYWNrZ3JvdW5kIjp7IiRpZCI6IjI5MjAiLCJDb2xvciI6eyIkaWQiOiIyOTIxIiwiQSI6NTEsIlIiOjIwMCwiRyI6MjAwLCJCIjoyMDB9fSwiSXNWaXNpYmxlIjp0cnVlLCJXaWR0aCI6MC4wLCJIZWlnaHQiOjAuMCwiQm9yZGVyU3R5bGUiOnsiJGlkIjoiMjkyMiIsIkxpbmVDb2xvciI6eyIkaWQiOiIyOTIzIiwiJHR5cGUiOiJOTFJFLkNvbW1vbi5Eb20uU29saWRDb2xvckJydXNoLCBOTFJFLkNvbW1vbiIsIkNvbG9yIjp7IiRpZCI6IjI5MjQiLCJBIjoyNTUsIlIiOjIzNCwiRyI6MjIsIkIiOjMwfX0sIkxpbmVXZWlnaHQiOjAuMCwiTGluZVR5cGUiOjAsIlBhcmVudFN0eWxlIjpudWxsfSwiUGFyZW50U3R5bGUiOm51bGx9LCJJc0Fib3ZlVGltZWJhbmQiOmZhbHNlLCJTcGFjaW5nIjoyLCJEZWZhdWx0U3dpbWxhbmVUYXNrU3R5bGUiOnsiJGlkIjoiMjkyNSIsIiR0eXBlIjoiTkxSRS5Db21tb24uRG9tLlN0eWxlcy5FeHBsaWNpdFNldGFibGVUYXNrU3R5bGUsIE5MUkUuQ29tbW9uIiwiU2hhcGUiOjEsIlNoYXBlVGhpY2tuZXNzIjowLCJEdXJhdGlvbkZvcm1hdCI6MCwiSW5jbHVkZU5vbldvcmtpbmdEYXlzSW5EdXJhdGlvbiI6ZmFsc2UsIlBlcmNlbnRhZ2VDb21wbGV0ZVN0eWxlIjp7IiRpZCI6IjI5MjYiLCJGb250U2V0dGluZ3MiOnsiJGlkIjoiMjkyNyIsIkZvbnRTaXplIjoxMCwiRm9udE5hbWUiOiJDYWxpYnJpIiwiSXNCb2xkIjpmYWxzZSwiSXNJdGFsaWMiOmZhbHNlLCJJc1VuZGVybGluZWQiOmZhbHNlLCJQYXJlbnRTdHlsZSI6bnVsbH0sIkF1dG9TaXplIjowLCJGb3JlZ3JvdW5kIjp7IiRpZCI6IjI5MjgiLCJDb2xvciI6eyIkaWQiOiIyOTI5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I5MzAiLCJUb3AiOjAuMCwiTGVmdCI6MC4wLCJSaWdodCI6MC4wLCJCb3R0b20iOjAuMH0sIlBhZGRpbmciOnsiJGlkIjoiMjkzMSIsIlRvcCI6MC4wLCJMZWZ0IjowLjAsIlJpZ2h0IjowLjAsIkJvdHRvbSI6MC4wfSwiQmFja2dyb3VuZCI6eyIkaWQiOiIyOTMyIiwiQ29sb3IiOnsiJGlkIjoiMjkzMyIsIkEiOjg5LCJSIjowLCJHIjowLCJCIjowfX0sIklzVmlzaWJsZSI6dHJ1ZSwiV2lkdGgiOjAuMCwiSGVpZ2h0IjowLjAsIkJvcmRlclN0eWxlIjp7IiRpZCI6IjI5MzQiLCJMaW5lQ29sb3IiOm51bGwsIkxpbmVXZWlnaHQiOjAuMCwiTGluZVR5cGUiOjAsIlBhcmVudFN0eWxlIjpudWxsfSwiUGFyZW50U3R5bGUiOm51bGx9LCJEdXJhdGlvblN0eWxlIjp7IiRpZCI6IjI5MzUiLCJGb250U2V0dGluZ3MiOnsiJGlkIjoiMjkzNiIsIkZvbnRTaXplIjoxMCwiRm9udE5hbWUiOiJDYWxpYnJpIiwiSXNCb2xkIjpmYWxzZSwiSXNJdGFsaWMiOmZhbHNlLCJJc1VuZGVybGluZWQiOmZhbHNlLCJQYXJlbnRTdHlsZSI6bnVsbH0sIkF1dG9TaXplIjowLCJGb3JlZ3JvdW5kIjp7IiRpZCI6IjI5MzciLCJDb2xvciI6eyIkaWQiOiIyOTM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TM5IiwiVG9wIjowLjAsIkxlZnQiOjAuMCwiUmlnaHQiOjAuMCwiQm90dG9tIjowLjB9LCJQYWRkaW5nIjp7IiRpZCI6IjI5NDAiLCJUb3AiOjAuMCwiTGVmdCI6MC4wLCJSaWdodCI6MC4wLCJCb3R0b20iOjAuMH0sIkJhY2tncm91bmQiOnsiJGlkIjoiMjk0MSIsIkNvbG9yIjp7IiRpZCI6IjI5NDIiLCJBIjoyNTUsIlIiOjY4LCJHIjo4NCwiQiI6MTA2fX0sIklzVmlzaWJsZSI6dHJ1ZSwiV2lkdGgiOjAuMCwiSGVpZ2h0IjowLjAsIkJvcmRlclN0eWxlIjp7IiRpZCI6IjI5NDMiLCJMaW5lQ29sb3IiOm51bGwsIkxpbmVXZWlnaHQiOjAuMCwiTGluZVR5cGUiOjAsIlBhcmVudFN0eWxlIjpudWxsfSwiUGFyZW50U3R5bGUiOm51bGx9LCJIb3Jpem9udGFsQ29ubmVjdG9yU3R5bGUiOnsiJGlkIjoiMjk0NCIsIkxpbmVDb2xvciI6eyIkaWQiOiIyOTQ1IiwiJHR5cGUiOiJOTFJFLkNvbW1vbi5Eb20uU29saWRDb2xvckJydXNoLCBOTFJFLkNvbW1vbiIsIkNvbG9yIjp7IiRpZCI6IjI5NDYiLCJBIjoyNTUsIlIiOjAsIkciOjAsIkIiOjB9fSwiTGluZVdlaWdodCI6MC4wLCJMaW5lVHlwZSI6MCwiUGFyZW50U3R5bGUiOm51bGx9LCJWZXJ0aWNhbENvbm5lY3RvclN0eWxlIjp7IiRpZCI6IjI5NDciLCJMaW5lQ29sb3IiOnsiJGlkIjoiMjk0OCIsIiR0eXBlIjoiTkxSRS5Db21tb24uRG9tLlNvbGlkQ29sb3JCcnVzaCwgTkxSRS5Db21tb24iLCJDb2xvciI6eyIkaWQiOiIyOTQ5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yOTUwIiwiU2hhcGVTdHlsZSI6eyIkaWQiOiIyOTUxIiwiTWFyZ2luIjp7IiRpZCI6IjI5NTIiLCJUb3AiOjAuMCwiTGVmdCI6MC4wLCJSaWdodCI6MC4wLCJCb3R0b20iOjAuMH0sIlBhZGRpbmciOnsiJGlkIjoiMjk1MyIsIlRvcCI6MC4wLCJMZWZ0IjowLjAsIlJpZ2h0IjowLjAsIkJvdHRvbSI6MC4wfSwiQmFja2dyb3VuZCI6eyIkaWQiOiIyOTU0IiwiQ29sb3IiOnsiJGlkIjoiMjk1NSIsIkEiOjE1MywiUiI6MCwiRyI6MCwiQiI6MH19LCJJc1Zpc2libGUiOnRydWUsIldpZHRoIjowLjAsIkhlaWdodCI6MC4wLCJCb3JkZXJTdHlsZSI6eyIkaWQiOiIyOTU2IiwiTGluZUNvbG9yIjp7IiRpZCI6IjI5NTciLCIkdHlwZSI6Ik5MUkUuQ29tbW9uLkRvbS5Tb2xpZENvbG9yQnJ1c2gsIE5MUkUuQ29tbW9uIiwiQ29sb3IiOnsiJGlkIjoiMjk1OCIsIkEiOjI1NSwiUiI6MjU1LCJHIjowLCJCIjowfX0sIkxpbmVXZWlnaHQiOjAuMCwiTGluZVR5cGUiOjAsIlBhcmVudFN0eWxlIjpudWxsfSwiUGFyZW50U3R5bGUiOm51bGx9LCJNYXJnaW4iOnsiJGlkIjoiMjk1OSIsIlRvcCI6MC4wLCJMZWZ0IjowLjAsIlJpZ2h0IjowLjAsIkJvdHRvbSI6MC4wfSwiUGFkZGluZyI6eyIkaWQiOiIyOTYwIiwiVG9wIjowLjAsIkxlZnQiOjAuMCwiUmlnaHQiOjAuMCwiQm90dG9tIjowLjB9LCJCYWNrZ3JvdW5kIjpudWxsLCJJc1Zpc2libGUiOnRydWUsIldpZHRoIjowLjAsIkhlaWdodCI6MC4wLCJCb3JkZXJTdHlsZSI6bnVsbCwiUGFyZW50U3R5bGUiOm51bGx9LCJTaGFwZVN0eWxlIjp7IiRpZCI6IjI5NjEiLCJNYXJnaW4iOnsiJGlkIjoiMjk2MiIsIlRvcCI6MC4wLCJMZWZ0Ijo0LjAsIlJpZ2h0Ijo0LjAsIkJvdHRvbSI6MC4wfSwiUGFkZGluZyI6eyIkaWQiOiIyOTYzIiwiVG9wIjowLjAsIkxlZnQiOjAuMCwiUmlnaHQiOjAuMCwiQm90dG9tIjowLjB9LCJCYWNrZ3JvdW5kIjp7IiRpZCI6IjI5NjQiLCJDb2xvciI6eyIkaWQiOiIyOTY1IiwiQSI6MjU1LCJSIjo2OCwiRyI6MTE0LCJCIjoxOTZ9fSwiSXNWaXNpYmxlIjp0cnVlLCJXaWR0aCI6MC4wLCJIZWlnaHQiOjEwLjAsIkJvcmRlclN0eWxlIjp7IiRpZCI6IjI5NjYiLCJMaW5lQ29sb3IiOnsiJGlkIjoiMjk2NyIsIiR0eXBlIjoiTkxSRS5Db21tb24uRG9tLlNvbGlkQ29sb3JCcnVzaCwgTkxSRS5Db21tb24iLCJDb2xvciI6eyIkaWQiOiIyOTY4IiwiQSI6MjU1LCJSIjoyMzQsIkciOjIyLCJCIjozMH19LCJMaW5lV2VpZ2h0IjowLjAsIkxpbmVUeXBlIjowLCJQYXJlbnRTdHlsZSI6bnVsbH0sIlBhcmVudFN0eWxlIjpudWxsfSwiVGl0bGVTdHlsZSI6eyIkaWQiOiIyOTY5IiwiRm9udFNldHRpbmdzIjp7IiRpZCI6IjI5NzAiLCJGb250U2l6ZSI6MTEsIkZvbnROYW1lIjoiQ2FsaWJyaSIsIklzQm9sZCI6ZmFsc2UsIklzSXRhbGljIjpmYWxzZSwiSXNVbmRlcmxpbmVkIjpmYWxzZSwiUGFyZW50U3R5bGUiOm51bGx9LCJBdXRvU2l6ZSI6MCwiRm9yZWdyb3VuZCI6eyIkaWQiOiIyOTcxIiwiQ29sb3IiOnsiJGlkIjoiMjk3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OTczIiwiVG9wIjowLjAsIkxlZnQiOjAuMCwiUmlnaHQiOjAuMCwiQm90dG9tIjowLjB9LCJQYWRkaW5nIjp7IiRpZCI6IjI5NzQiLCJUb3AiOjAuMCwiTGVmdCI6MC4wLCJSaWdodCI6MC4wLCJCb3R0b20iOjAuMH0sIkJhY2tncm91bmQiOnsiJGlkIjoiMjk3NSIsIkNvbG9yIjp7IiRpZCI6IjI5NzYiLCJBIjoyNTUsIlIiOjAsIkciOjAsIkIiOjB9fSwiSXNWaXNpYmxlIjp0cnVlLCJXaWR0aCI6MC4wLCJIZWlnaHQiOjAuMCwiQm9yZGVyU3R5bGUiOnsiJGlkIjoiMjk3NyIsIkxpbmVDb2xvciI6bnVsbCwiTGluZVdlaWdodCI6MC4wLCJMaW5lVHlwZSI6MCwiUGFyZW50U3R5bGUiOm51bGx9LCJQYXJlbnRTdHlsZSI6bnVsbH0sIkRhdGVTdHlsZSI6eyIkaWQiOiIyOTc4IiwiRm9udFNldHRpbmdzIjp7IiRpZCI6IjI5NzkiLCJGb250U2l6ZSI6MTAsIkZvbnROYW1lIjoiQ2FsaWJyaSIsIklzQm9sZCI6ZmFsc2UsIklzSXRhbGljIjpmYWxzZSwiSXNVbmRlcmxpbmVkIjpmYWxzZSwiUGFyZW50U3R5bGUiOm51bGx9LCJBdXRvU2l6ZSI6MCwiRm9yZWdyb3VuZCI6eyIkaWQiOiIyOTgwIiwiQ29sb3IiOnsiJGlkIjoiMjk4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4MiIsIlRvcCI6MC4wLCJMZWZ0IjowLjAsIlJpZ2h0IjowLjAsIkJvdHRvbSI6MC4wfSwiUGFkZGluZyI6eyIkaWQiOiIyOTgzIiwiVG9wIjowLjAsIkxlZnQiOjAuMCwiUmlnaHQiOjAuMCwiQm90dG9tIjowLjB9LCJCYWNrZ3JvdW5kIjp7IiRpZCI6IjI5ODQiLCJDb2xvciI6eyIkaWQiOiIyOTg1IiwiQSI6MjU1LCJSIjo2OCwiRyI6ODQsIkIiOjEwNn19LCJJc1Zpc2libGUiOnRydWUsIldpZHRoIjowLjAsIkhlaWdodCI6MC4wLCJCb3JkZXJTdHlsZSI6eyIkaWQiOiIyOTg2IiwiTGluZUNvbG9yIjpudWxsLCJMaW5lV2VpZ2h0IjowLjAsIkxpbmVUeXBlIjowLCJQYXJlbnRTdHlsZSI6bnVsbH0sIlBhcmVudFN0eWxlIjpudWxsfSwiRGF0ZUZvcm1hdCI6eyIkaWQiOiIyOT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DgiLCJGb3JtYXQiOjAsIklzVmlzaWJsZSI6ZmFsc2UsIkxhc3RLbm93blZpc2liaWxpdHlTdGF0ZSI6ZmFsc2V9LCJJc1Zpc2libGUiOnRydWUsIlZhcmlhbmNlU3R5bGUiOnsiJGlkIjoiMjk4OSIsIlRleHRTdHlsZSI6eyIkaWQiOiIyOTkwIiwiRm9udFNldHRpbmdzIjp7IiRpZCI6IjI5OTEiLCJGb250U2l6ZSI6MTAsIkZvbnROYW1lIjoiQ2FsaWJyaSIsIklzQm9sZCI6ZmFsc2UsIklzSXRhbGljIjpmYWxzZSwiSXNVbmRlcmxpbmVkIjpmYWxzZSwiUGFyZW50U3R5bGUiOm51bGx9LCJBdXRvU2l6ZSI6MCwiRm9yZWdyb3VuZCI6eyIkaWQiOiIyOTkyIiwiQ29sb3IiOnsiJGlkIjoiMjk5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Tk0IiwiVG9wIjowLjAsIkxlZnQiOjAuMCwiUmlnaHQiOjAuMCwiQm90dG9tIjowLjB9LCJQYWRkaW5nIjp7IiRpZCI6IjI5OTUiLCJUb3AiOjAuMCwiTGVmdCI6MC4wLCJSaWdodCI6MC4wLCJCb3R0b20iOjAuMH0sIkJhY2tncm91bmQiOnsiJGlkIjoiMjk5NiIsIkNvbG9yIjp7IiRpZCI6IjI5OTciLCJBIjoyNTUsIlIiOjAsIkciOjAsIkIiOjB9fSwiSXNWaXNpYmxlIjp0cnVlLCJXaWR0aCI6MC4wLCJIZWlnaHQiOjAuMCwiQm9yZGVyU3R5bGUiOm51bGwsIlBhcmVudFN0eWxlIjpudWxsfSwiUGFyZW50U3R5bGUiOm51bGx9LCJQYXJlbnRTdHlsZSI6bnVsbCwiX2V4cGxpY2l0bHlTZXQiOnsiJGlkIjoiMjk5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I5OTkiLCJTaGFwZSI6MSwiQ29ubmVjdG9yTWFyZ2luIjp7IiRpZCI6IjMwMDAiLCJUb3AiOjAuMCwiTGVmdCI6Mi4wLCJSaWdodCI6Mi4wLCJCb3R0b20iOjAuMH0sIkNvbm5lY3RvclN0eWxlIjp7IiRpZCI6IjMwMDEiLCJMaW5lQ29sb3IiOnsiJGlkIjoiMzAwMiIsIiR0eXBlIjoiTkxSRS5Db21tb24uRG9tLlNvbGlkQ29sb3JCcnVzaCwgTkxSRS5Db21tb24iLCJDb2xvciI6eyIkaWQiOiIzMDAzIiwiQSI6MTI3LCJSIjozNCwiRyI6NTcsIkIiOjk4fX0sIkxpbmVXZWlnaHQiOjEuMCwiTGluZVR5cGUiOjAsIlBhcmVudFN0eWxlIjpudWxsfSwiSXNCZWxvd1RpbWViYW5kIjpmYWxzZSwiUG9zaXRpb25PblRhc2siOjEsIkhpZGVEYXRlIjpmYWxzZSwiU2hhcGVTaXplIjowLCJTcGFjaW5nIjowLjAsIlBhZGRpbmciOnsiJGlkIjoiMzAwNCIsIlRvcCI6NS4wLCJMZWZ0IjozLjAsIlJpZ2h0IjowLjAsIkJvdHRvbSI6Mi4wfSwiU2hhcGVTdHlsZSI6eyIkaWQiOiIzMDA1IiwiTWFyZ2luIjp7IiRpZCI6IjMwMDYiLCJUb3AiOjAuMCwiTGVmdCI6MC4wLCJSaWdodCI6MC4wLCJCb3R0b20iOjAuMH0sIlBhZGRpbmciOnsiJGlkIjoiMzAwNyIsIlRvcCI6MC4wLCJMZWZ0IjowLjAsIlJpZ2h0IjowLjAsIkJvdHRvbSI6MC4wfSwiQmFja2dyb3VuZCI6eyIkaWQiOiIzMDA4IiwiQ29sb3IiOnsiJGlkIjoiMzAwOSIsIkEiOjI1NSwiUiI6MzQsIkciOjU3LCJCIjo5OH19LCJJc1Zpc2libGUiOnRydWUsIldpZHRoIjoxMi4wLCJIZWlnaHQiOjE0LjAsIkJvcmRlclN0eWxlIjp7IiRpZCI6IjMwMTAiLCJMaW5lQ29sb3IiOnsiJGlkIjoiMzAxMSIsIiR0eXBlIjoiTkxSRS5Db21tb24uRG9tLlNvbGlkQ29sb3JCcnVzaCwgTkxSRS5Db21tb24iLCJDb2xvciI6eyIkaWQiOiIzMDEyIiwiQSI6MjU1LCJSIjoyNTUsIkciOjAsIkIiOjB9fSwiTGluZVdlaWdodCI6MC4wLCJMaW5lVHlwZSI6MCwiUGFyZW50U3R5bGUiOm51bGx9LCJQYXJlbnRTdHlsZSI6bnVsbH0sIlRpdGxlU3R5bGUiOnsiJGlkIjoiMzAxMyIsIkZvbnRTZXR0aW5ncyI6eyIkaWQiOiIzMDE0IiwiRm9udFNpemUiOjExLCJGb250TmFtZSI6IkNhbGlicmkiLCJJc0JvbGQiOmZhbHNlLCJJc0l0YWxpYyI6ZmFsc2UsIklzVW5kZXJsaW5lZCI6ZmFsc2UsIlBhcmVudFN0eWxlIjpudWxsfSwiQXV0b1NpemUiOjAsIkZvcmVncm91bmQiOnsiJGlkIjoiMzAxNSIsIkNvbG9yIjp7IiRpZCI6IjMwMTY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xNyIsIlRvcCI6MC4wLCJMZWZ0IjowLjAsIlJpZ2h0IjowLjAsIkJvdHRvbSI6MC4wfSwiUGFkZGluZyI6eyIkaWQiOiIzMDE4IiwiVG9wIjowLjAsIkxlZnQiOjAuMCwiUmlnaHQiOjAuMCwiQm90dG9tIjowLjB9LCJCYWNrZ3JvdW5kIjp7IiRpZCI6IjMwMTkiLCJDb2xvciI6eyIkaWQiOiIzMDIwIiwiQSI6MjU1LCJSIjowLCJHIjowLCJCIjowfX0sIklzVmlzaWJsZSI6dHJ1ZSwiV2lkdGgiOjAuMCwiSGVpZ2h0IjowLjAsIkJvcmRlclN0eWxlIjp7IiRpZCI6IjMwMjEiLCJMaW5lQ29sb3IiOm51bGwsIkxpbmVXZWlnaHQiOjAuMCwiTGluZVR5cGUiOjAsIlBhcmVudFN0eWxlIjpudWxsfSwiUGFyZW50U3R5bGUiOm51bGx9LCJEYXRlU3R5bGUiOnsiJGlkIjoiMzAyMiIsIkZvbnRTZXR0aW5ncyI6eyIkaWQiOiIzMDIzIiwiRm9udFNpemUiOjEwLCJGb250TmFtZSI6IkNhbGlicmkiLCJJc0JvbGQiOmZhbHNlLCJJc0l0YWxpYyI6ZmFsc2UsIklzVW5kZXJsaW5lZCI6ZmFsc2UsIlBhcmVudFN0eWxlIjpudWxsfSwiQXV0b1NpemUiOjAsIkZvcmVncm91bmQiOnsiJGlkIjoiMzAyNCIsIkNvbG9yIjp7IiRpZCI6IjMwMjU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wMjYiLCJUb3AiOjAuMCwiTGVmdCI6MC4wLCJSaWdodCI6MC4wLCJCb3R0b20iOjAuMH0sIlBhZGRpbmciOnsiJGlkIjoiMzAyNyIsIlRvcCI6MC4wLCJMZWZ0IjowLjAsIlJpZ2h0IjowLjAsIkJvdHRvbSI6MC4wfSwiQmFja2dyb3VuZCI6eyIkaWQiOiIzMDI4IiwiQ29sb3IiOnsiJGlkIjoiMzAyOSIsIkEiOjI1NSwiUiI6NjgsIkciOjg0LCJCIjoxMDZ9fSwiSXNWaXNpYmxlIjp0cnVlLCJXaWR0aCI6MC4wLCJIZWlnaHQiOjAuMCwiQm9yZGVyU3R5bGUiOnsiJGlkIjoiMzAzMCIsIkxpbmVDb2xvciI6bnVsbCwiTGluZVdlaWdodCI6MC4wLCJMaW5lVHlwZSI6MCwiUGFyZW50U3R5bGUiOm51bGx9LCJQYXJlbnRTdHlsZSI6bnVsbH0sIkRhdGVGb3JtYXQiOnsiJGlkIjoiMzAzM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MyIiwiRm9ybWF0IjowLCJJc1Zpc2libGUiOmZhbHNlLCJMYXN0S25vd25WaXNpYmlsaXR5U3RhdGUiOmZhbHNlfSwiSXNWaXNpYmxlIjp0cnVlLCJWYXJpYW5jZVN0eWxlIjp7IiRpZCI6IjMwMzMiLCJUZXh0U3R5bGUiOnsiJGlkIjoiMzAzNCIsIkZvbnRTZXR0aW5ncyI6eyIkaWQiOiIzMDM1IiwiRm9udFNpemUiOjEwLCJGb250TmFtZSI6IkNhbGlicmkiLCJJc0JvbGQiOmZhbHNlLCJJc0l0YWxpYyI6ZmFsc2UsIklzVW5kZXJsaW5lZCI6ZmFsc2UsIlBhcmVudFN0eWxlIjpudWxsfSwiQXV0b1NpemUiOjAsIkZvcmVncm91bmQiOnsiJGlkIjoiMzAzNiIsIkNvbG9yIjp7IiRpZCI6IjM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zOCIsIlRvcCI6MC4wLCJMZWZ0IjowLjAsIlJpZ2h0IjowLjAsIkJvdHRvbSI6MC4wfSwiUGFkZGluZyI6eyIkaWQiOiIzMDM5IiwiVG9wIjowLjAsIkxlZnQiOjAuMCwiUmlnaHQiOjAuMCwiQm90dG9tIjowLjB9LCJCYWNrZ3JvdW5kIjp7IiRpZCI6IjMwNDAiLCJDb2xvciI6eyIkaWQiOiIzMDQxIiwiQSI6MjU1LCJSIjowLCJHIjowLCJCIjowfX0sIklzVmlzaWJsZSI6dHJ1ZSwiV2lkdGgiOjAuMCwiSGVpZ2h0IjowLjAsIkJvcmRlclN0eWxlIjpudWxsLCJQYXJlbnRTdHlsZSI6bnVsbH0sIlBhcmVudFN0eWxlIjpudWxsfSwiUGFyZW50U3R5bGUiOm51bGx9LCJEZWZhdWx0U3dpbWxhbmVNaWxlc3RvbmVTdHlsZSI6eyIkaWQiOiIzMDQyIiwiVGl0bGVQb3NpdGlvbiI6IkxlZnQiLCJEYXRlUG9zaXRpb24iOiJSaWdodCIsIlZhcmlhbmNlUG9zaXRpb24iOiJSaWdodCIsIlNoYXBlVHlwZSI6MSwiU2hhcGVTaXplIjowLCJTcGFjaW5nIjo1LCJTaGFwZVN0eWxlIjp7IiRpZCI6IjMwNDMiLCJNYXJnaW4iOnsiJGlkIjoiMzA0NCIsIlRvcCI6MC4wLCJMZWZ0IjowLjAsIlJpZ2h0IjowLjAsIkJvdHRvbSI6MC4wfSwiUGFkZGluZyI6eyIkaWQiOiIzMDQ1IiwiVG9wIjowLjAsIkxlZnQiOjAuMCwiUmlnaHQiOjAuMCwiQm90dG9tIjowLjB9LCJCYWNrZ3JvdW5kIjp7IiRpZCI6IjMwNDYiLCJDb2xvciI6eyIkaWQiOiIzMDQ3IiwiQSI6MjU1LCJSIjo2OCwiRyI6MTE0LCJCIjoxOTZ9fSwiSXNWaXNpYmxlIjp0cnVlLCJXaWR0aCI6MTIuMCwiSGVpZ2h0IjoxNC4wLCJCb3JkZXJTdHlsZSI6eyIkaWQiOiIzMDQ4IiwiTGluZUNvbG9yIjp7IiRpZCI6IjMwNDkiLCIkdHlwZSI6Ik5MUkUuQ29tbW9uLkRvbS5Tb2xpZENvbG9yQnJ1c2gsIE5MUkUuQ29tbW9uIiwiQ29sb3IiOnsiJGlkIjoiMzA1MCIsIkEiOjI1NSwiUiI6MjM0LCJHIjoyMiwiQiI6MzB9fSwiTGluZVdlaWdodCI6MC4wLCJMaW5lVHlwZSI6MCwiUGFyZW50U3R5bGUiOm51bGx9LCJQYXJlbnRTdHlsZSI6bnVsbH0sIlRpdGxlU3R5bGUiOnsiJGlkIjoiMzA1MSIsIkZvbnRTZXR0aW5ncyI6eyIkaWQiOiIzMDUyIiwiRm9udFNpemUiOjExLCJGb250TmFtZSI6IkNhbGlicmkiLCJJc0JvbGQiOmZhbHNlLCJJc0l0YWxpYyI6ZmFsc2UsIklzVW5kZXJsaW5lZCI6ZmFsc2UsIlBhcmVudFN0eWxlIjpudWxsfSwiQXV0b1NpemUiOjAsIkZvcmVncm91bmQiOnsiJGlkIjoiMzA1MyIsIkNvbG9yIjp7IiRpZCI6IjMwNTQ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zA1NSIsIlRvcCI6MC4wLCJMZWZ0IjowLjAsIlJpZ2h0IjowLjAsIkJvdHRvbSI6MC4wfSwiUGFkZGluZyI6eyIkaWQiOiIzMDU2IiwiVG9wIjowLjAsIkxlZnQiOjAuMCwiUmlnaHQiOjAuMCwiQm90dG9tIjowLjB9LCJCYWNrZ3JvdW5kIjp7IiRpZCI6IjMwNTciLCJDb2xvciI6eyIkaWQiOiIzMDU4IiwiQSI6MjU1LCJSIjowLCJHIjowLCJCIjowfX0sIklzVmlzaWJsZSI6dHJ1ZSwiV2lkdGgiOjAuMCwiSGVpZ2h0IjowLjAsIkJvcmRlclN0eWxlIjp7IiRpZCI6IjMwNTkiLCJMaW5lQ29sb3IiOm51bGwsIkxpbmVXZWlnaHQiOjAuMCwiTGluZVR5cGUiOjAsIlBhcmVudFN0eWxlIjpudWxsfSwiUGFyZW50U3R5bGUiOm51bGx9LCJEYXRlU3R5bGUiOnsiJGlkIjoiMzA2MCIsIkZvbnRTZXR0aW5ncyI6eyIkaWQiOiIzMDYxIiwiRm9udFNpemUiOjEwLCJGb250TmFtZSI6IkNhbGlicmkiLCJJc0JvbGQiOmZhbHNlLCJJc0l0YWxpYyI6ZmFsc2UsIklzVW5kZXJsaW5lZCI6ZmFsc2UsIlBhcmVudFN0eWxlIjpudWxsfSwiQXV0b1NpemUiOjAsIkZvcmVncm91bmQiOnsiJGlkIjoiMzA2MiIsIkNvbG9yIjp7IiRpZCI6IjMwN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wNjQiLCJUb3AiOjAuMCwiTGVmdCI6MC4wLCJSaWdodCI6MC4wLCJCb3R0b20iOjAuMH0sIlBhZGRpbmciOnsiJGlkIjoiMzA2NSIsIlRvcCI6MC4wLCJMZWZ0IjowLjAsIlJpZ2h0IjowLjAsIkJvdHRvbSI6MC4wfSwiQmFja2dyb3VuZCI6eyIkaWQiOiIzMDY2IiwiQ29sb3IiOnsiJGlkIjoiMzA2NyIsIkEiOjI1NSwiUiI6NjgsIkciOjg0LCJCIjoxMDZ9fSwiSXNWaXNpYmxlIjp0cnVlLCJXaWR0aCI6MC4wLCJIZWlnaHQiOjAuMCwiQm9yZGVyU3R5bGUiOnsiJGlkIjoiMzA2OCIsIkxpbmVDb2xvciI6bnVsbCwiTGluZVdlaWdodCI6MC4wLCJMaW5lVHlwZSI6MCwiUGFyZW50U3R5bGUiOm51bGx9LCJQYXJlbnRTdHlsZSI6bnVsbH0sIkRhdGVGb3JtYXQiOnsiJGlkIjoiMzA2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cwIiwiRm9ybWF0IjowLCJJc1Zpc2libGUiOmZhbHNlLCJMYXN0S25vd25WaXNpYmlsaXR5U3RhdGUiOmZhbHNlfSwiSXNWaXNpYmxlIjp0cnVlLCJWYXJpYW5jZVN0eWxlIjp7IiRpZCI6IjMwNzEiLCJUZXh0U3R5bGUiOnsiJGlkIjoiMzA3MiIsIkZvbnRTZXR0aW5ncyI6eyIkaWQiOiIzMDczIiwiRm9udFNpemUiOjEwLCJGb250TmFtZSI6IkNhbGlicmkiLCJJc0JvbGQiOmZhbHNlLCJJc0l0YWxpYyI6ZmFsc2UsIklzVW5kZXJsaW5lZCI6ZmFsc2UsIlBhcmVudFN0eWxlIjpudWxsfSwiQXV0b1NpemUiOjAsIkZvcmVncm91bmQiOnsiJGlkIjoiMzA3NCIsIkNvbG9yIjp7IiRpZCI6IjMwN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3NiIsIlRvcCI6MC4wLCJMZWZ0IjowLjAsIlJpZ2h0IjowLjAsIkJvdHRvbSI6MC4wfSwiUGFkZGluZyI6eyIkaWQiOiIzMDc3IiwiVG9wIjowLjAsIkxlZnQiOjAuMCwiUmlnaHQiOjAuMCwiQm90dG9tIjowLjB9LCJCYWNrZ3JvdW5kIjp7IiRpZCI6IjMwNzgiLCJDb2xvciI6eyIkaWQiOiIzMDc5IiwiQSI6MjU1LCJSIjowLCJHIjowLCJCIjowfX0sIklzVmlzaWJsZSI6dHJ1ZSwiV2lkdGgiOjAuMCwiSGVpZ2h0IjowLjAsIkJvcmRlclN0eWxlIjpudWxsLCJQYXJlbnRTdHlsZSI6bnVsbH0sIlBhcmVudFN0eWxlIjpudWxsfSwiUGFyZW50U3R5bGUiOm51bGx9LCJEZWZhdWx0U3dpbWxhbmVBY3Rpdml0eVN0eWxlIjp7IiRpZCI6IjMwODAiLCJIZWFkZXJTdHlsZSI6eyIkaWQiOiIzMDgxIiwiVGV4dFN0eWxlIjp7IiRpZCI6IjMwODIiLCJGb250U2V0dGluZ3MiOnsiJGlkIjoiMzA4MyIsIkZvbnRTaXplIjoxMSwiRm9udE5hbWUiOiJDYWxpYnJpIiwiSXNCb2xkIjpmYWxzZSwiSXNJdGFsaWMiOmZhbHNlLCJJc1VuZGVybGluZWQiOmZhbHNlLCJQYXJlbnRTdHlsZSI6bnVsbH0sIkF1dG9TaXplIjowLCJGb3JlZ3JvdW5kIjp7IiRpZCI6IjMwODQiLCJDb2xvciI6eyIkaWQiOiIzMDg1IiwiQSI6MjU1LCJSIjo2NCwiRyI6NjQsIkIiOjY0fX0sIk1heFdpZHRoIjowLjAsIk1heEhlaWdodCI6MC4wLCJTbWFydEZvcmVncm91bmRJc0FjdGl2ZSI6ZmFsc2UsIkhvcml6b250YWxBbGlnbm1lbnQiOjAsIlZlcnRpY2FsQWxpZ25tZW50IjowLCJTbWFydEZvcmVncm91bmQiOm51bGwsIkJhY2tncm91bmRGaWxsVHlwZSI6MCwiTWFyZ2luIjp7IiRpZCI6IjMwODYiLCJUb3AiOjAuMCwiTGVmdCI6MC4wLCJSaWdodCI6MC4wLCJCb3R0b20iOjAuMH0sIlBhZGRpbmciOnsiJGlkIjoiMzA4NyIsIlRvcCI6MC4wLCJMZWZ0IjowLjAsIlJpZ2h0IjowLjAsIkJvdHRvbSI6MC4wfSwiQmFja2dyb3VuZCI6eyIkaWQiOiIzMDg4IiwiQ29sb3IiOnsiJGlkIjoiMzA4OSIsIkEiOjI1NSwiUiI6NjQsIkciOjY0LCJCIjo2NH19LCJJc1Zpc2libGUiOmZhbHNlLCJXaWR0aCI6MC4wLCJIZWlnaHQiOjAuMCwiQm9yZGVyU3R5bGUiOm51bGwsIlBhcmVudFN0eWxlIjpudWxsfSwiUmVjdGFuZ2xlU3R5bGUiOnsiJGlkIjoiMzA5MCIsIk1hcmdpbiI6eyIkaWQiOiIzMDkxIiwiVG9wIjowLjAsIkxlZnQiOjAuMCwiUmlnaHQiOjAuMCwiQm90dG9tIjowLjB9LCJQYWRkaW5nIjp7IiRpZCI6IjMwOTIiLCJUb3AiOjAuMCwiTGVmdCI6MC4wLCJSaWdodCI6MC4wLCJCb3R0b20iOjAuMH0sIkJhY2tncm91bmQiOnsiJGlkIjoiMzA5MyIsIkNvbG9yIjp7IiRpZCI6IjMwOTQiLCJBIjoxMjcsIlIiOjY4LCJHIjoxMTQsIkIiOjE5Nn19LCJJc1Zpc2libGUiOmZhbHNlLCJXaWR0aCI6MC4wLCJIZWlnaHQiOjAuMCwiQm9yZGVyU3R5bGUiOnsiJGlkIjoiMzA5NSIsIkxpbmVDb2xvciI6eyIkaWQiOiIzMDk2IiwiJHR5cGUiOiJOTFJFLkNvbW1vbi5Eb20uU29saWRDb2xvckJydXNoLCBOTFJFLkNvbW1vbiIsIkNvbG9yIjp7IiRpZCI6IjMwOTciLCJBIjoyNTUsIlIiOjI1NSwiRyI6MCwiQiI6MH19LCJMaW5lV2VpZ2h0IjowLjAsIkxpbmVUeXBlIjowLCJQYXJlbnRTdHlsZSI6bnVsbH0sIlBhcmVudFN0eWxlIjpudWxsfSwiTWFyZ2luIjp7IiRpZCI6IjMwOTgiLCJUb3AiOjAuMCwiTGVmdCI6MC4wLCJSaWdodCI6MC4wLCJCb3R0b20iOjAuMH0sIlBhZGRpbmciOnsiJGlkIjoiMzA5OSIsIlRvcCI6MC4wLCJMZWZ0IjowLjAsIlJpZ2h0IjowLjAsIkJvdHRvbSI6MC4wfSwiQmFja2dyb3VuZCI6bnVsbCwiSXNWaXNpYmxlIjp0cnVlLCJXaWR0aCI6MC4wLCJIZWlnaHQiOjAuMCwiQm9yZGVyU3R5bGUiOm51bGwsIlBhcmVudFN0eWxlIjpudWxsfSwiQmFja2dyb3VuZFN0eWxlIjp7IiRpZCI6IjMxMDAiLCJNYXJnaW4iOnsiJGlkIjoiMzEwMSIsIlRvcCI6MC4wLCJMZWZ0IjowLjAsIlJpZ2h0IjowLjAsIkJvdHRvbSI6MC4wfSwiUGFkZGluZyI6eyIkaWQiOiIzMTAyIiwiVG9wIjowLjAsIkxlZnQiOjAuMCwiUmlnaHQiOjAuMCwiQm90dG9tIjowLjB9LCJCYWNrZ3JvdW5kIjp7IiRpZCI6IjMxMDMiLCJDb2xvciI6eyIkaWQiOiIzMTA0IiwiQSI6NTEsIlIiOjIwMCwiRyI6MjAwLCJCIjoyMDB9fSwiSXNWaXNpYmxlIjp0cnVlLCJXaWR0aCI6MC4wLCJIZWlnaHQiOjAuMCwiQm9yZGVyU3R5bGUiOnsiJGlkIjoiMzEwNSIsIkxpbmVDb2xvciI6eyIkaWQiOiIzMTA2IiwiJHR5cGUiOiJOTFJFLkNvbW1vbi5Eb20uU29saWRDb2xvckJydXNoLCBOTFJFLkNvbW1vbiIsIkNvbG9yIjp7IiRpZCI6IjMxMDciLCJBIjoyNTUsIlIiOjIzNCwiRyI6MjIsIkIiOjMwfX0sIkxpbmVXZWlnaHQiOjAuMCwiTGluZVR5cGUiOjAsIlBhcmVudFN0eWxlIjpudWxsfSwiUGFyZW50U3R5bGUiOm51bGx9LCJNYXJnaW4iOnsiJGlkIjoiMzEwOCIsIlRvcCI6MC4wLCJMZWZ0IjowLjAsIlJpZ2h0IjowLjAsIkJvdHRvbSI6MC4wfSwiUGFkZGluZyI6eyIkaWQiOiIzMTA5IiwiVG9wIjowLjAsIkxlZnQiOjAuMCwiUmlnaHQiOjAuMCwiQm90dG9tIjowLjB9LCJJc1Zpc2libGUiOnRydWUsIldpZHRoIjowLjAsIkhlaWdodCI6MC4wLCJCb3JkZXJTdHlsZSI6eyIkaWQiOiIzMTEwIiwiTGluZUNvbG9yIjpudWxsLCJMaW5lV2VpZ2h0IjowLjAsIkxpbmVUeXBlIjowLCJQYXJlbnRTdHlsZSI6bnVsbH0sIlBhcmVudFN0eWxlIjpudWxsfSwiTWFyZ2luIjp7IiRpZCI6IjMxMTEiLCJUb3AiOjAuMCwiTGVmdCI6MC4wLCJSaWdodCI6MC4wLCJCb3R0b20iOjAuMH0sIlBhZGRpbmciOnsiJGlkIjoiMzExMiIsIlRvcCI6MC4wLCJMZWZ0IjowLjAsIlJpZ2h0IjowLjAsIkJvdHRvbSI6MC4wfSwiSXNWaXNpYmxlIjpmYWxzZSwiV2lkdGgiOjAuMCwiSGVpZ2h0IjowLjAsIkJvcmRlclN0eWxlIjp7IiRpZCI6IjMxMTMiLCJMaW5lQ29sb3IiOm51bGwsIkxpbmVXZWlnaHQiOjAuMCwiTGluZVR5cGUiOjAsIlBhcmVudFN0eWxlIjpudWxsfSwiUGFyZW50U3R5bGUiOm51bGx9fSx7IiRpZCI6IjMxMTQiLCJfYWN0aXZpdGllcyI6W3siJGlkIjoiMzExNSIsIl9yb3dzIjpbeyIkaWQiOiIzMTE2IiwiX3Rhc2tzIjpbeyIkaWQiOiIzMTE3IiwiX2F0dGFjaGVkTWlsZXN0b25lcyI6W10sIlRhc2tEZWZpbml0aW9uIjp7IiRpZCI6IjMxMTgiLCJHcm91cE5hbWUiOm51bGwsIlN0YXJ0RGF0ZSI6IjIwMjctMDQtMTZUMDA6MDA6MDBaIiwiRW5kRGF0ZSI6IjIwMjctMTAtMzFUMjM6NTk6MDBaIiwiUGVyY2VudGFnZUNvbXBsZXRlIjpudWxsLCJTdHlsZSI6eyIkaWQiOiIzMTE5IiwiU2hhcGUiOjEsIlNoYXBlVGhpY2tuZXNzIjowLCJEdXJhdGlvbkZvcm1hdCI6MCwiSW5jbHVkZU5vbldvcmtpbmdEYXlzSW5EdXJhdGlvbiI6ZmFsc2UsIlBlcmNlbnRhZ2VDb21wbGV0ZVN0eWxlIjp7IiRpZCI6IjMxMjAiLCJGb250U2V0dGluZ3MiOnsiJGlkIjoiMzEyMSIsIkZvbnRTaXplIjoxMCwiRm9udE5hbWUiOiJDYWxpYnJpIiwiSXNCb2xkIjpmYWxzZSwiSXNJdGFsaWMiOmZhbHNlLCJJc1VuZGVybGluZWQiOmZhbHNlLCJQYXJlbnRTdHlsZSI6bnVsbH0sIkF1dG9TaXplIjowLCJGb3JlZ3JvdW5kIjp7IiRpZCI6IjMxMjIiLCJDb2xvciI6eyIkaWQiOiIzMTIz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MxMjQiLCJUb3AiOjAuMCwiTGVmdCI6MC4wLCJSaWdodCI6MC4wLCJCb3R0b20iOjAuMH0sIlBhZGRpbmciOnsiJGlkIjoiMzEyNSIsIlRvcCI6MC4wLCJMZWZ0IjowLjAsIlJpZ2h0IjowLjAsIkJvdHRvbSI6MC4wfSwiQmFja2dyb3VuZCI6eyIkaWQiOiIzMTI2IiwiQ29sb3IiOnsiJGlkIjoiMzEyNyIsIkEiOjg5LCJSIjowLCJHIjowLCJCIjowfX0sIklzVmlzaWJsZSI6dHJ1ZSwiV2lkdGgiOjAuMCwiSGVpZ2h0IjowLjAsIkJvcmRlclN0eWxlIjp7IiRpZCI6IjMxMjgiLCJMaW5lQ29sb3IiOm51bGwsIkxpbmVXZWlnaHQiOjAuMCwiTGluZVR5cGUiOjAsIlBhcmVudFN0eWxlIjpudWxsfSwiUGFyZW50U3R5bGUiOm51bGx9LCJEdXJhdGlvblN0eWxlIjp7IiRpZCI6IjMxMjkiLCJGb250U2V0dGluZ3MiOnsiJGlkIjoiMzEzMCIsIkZvbnRTaXplIjoxMCwiRm9udE5hbWUiOiJDYWxpYnJpIiwiSXNCb2xkIjpmYWxzZSwiSXNJdGFsaWMiOmZhbHNlLCJJc1VuZGVybGluZWQiOmZhbHNlLCJQYXJlbnRTdHlsZSI6bnVsbH0sIkF1dG9TaXplIjowLCJGb3JlZ3JvdW5kIjp7IiRpZCI6IjMxMzEiLCJDb2xvciI6eyIkaWQiOiIzMTM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TMzIiwiVG9wIjowLjAsIkxlZnQiOjAuMCwiUmlnaHQiOjAuMCwiQm90dG9tIjowLjB9LCJQYWRkaW5nIjp7IiRpZCI6IjMxMzQiLCJUb3AiOjAuMCwiTGVmdCI6MC4wLCJSaWdodCI6MC4wLCJCb3R0b20iOjAuMH0sIkJhY2tncm91bmQiOnsiJGlkIjoiMzEzNSIsIkNvbG9yIjp7IiRpZCI6IjMxMzYiLCJBIjoyNTUsIlIiOjY4LCJHIjo4NCwiQiI6MTA2fX0sIklzVmlzaWJsZSI6dHJ1ZSwiV2lkdGgiOjAuMCwiSGVpZ2h0IjowLjAsIkJvcmRlclN0eWxlIjp7IiRpZCI6IjMxMzciLCJMaW5lQ29sb3IiOm51bGwsIkxpbmVXZWlnaHQiOjAuMCwiTGluZVR5cGUiOjAsIlBhcmVudFN0eWxlIjpudWxsfSwiUGFyZW50U3R5bGUiOm51bGx9LCJIb3Jpem9udGFsQ29ubmVjdG9yU3R5bGUiOnsiJGlkIjoiMzEzOCIsIkxpbmVDb2xvciI6eyIkaWQiOiIzMTM5IiwiJHR5cGUiOiJOTFJFLkNvbW1vbi5Eb20uU29saWRDb2xvckJydXNoLCBOTFJFLkNvbW1vbiIsIkNvbG9yIjp7IiRpZCI6IjMxNDAiLCJBIjoyNTUsIlIiOjAsIkciOjAsIkIiOjB9fSwiTGluZVdlaWdodCI6MC4wLCJMaW5lVHlwZSI6MCwiUGFyZW50U3R5bGUiOm51bGx9LCJWZXJ0aWNhbENvbm5lY3RvclN0eWxlIjp7IiRpZCI6IjMxNDEiLCJMaW5lQ29sb3IiOnsiJGlkIjoiMzE0MiIsIiR0eXBlIjoiTkxSRS5Db21tb24uRG9tLlNvbGlkQ29sb3JCcnVzaCwgTkxSRS5Db21tb24iLCJDb2xvciI6eyIkaWQiOiIzMTQ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zMTQ0IiwiU2hhcGVTdHlsZSI6eyIkaWQiOiIzMTQ1IiwiTWFyZ2luIjp7IiRpZCI6IjMxNDYiLCJUb3AiOjAuMCwiTGVmdCI6MC4wLCJSaWdodCI6MC4wLCJCb3R0b20iOjAuMH0sIlBhZGRpbmciOnsiJGlkIjoiMzE0NyIsIlRvcCI6MC4wLCJMZWZ0IjowLjAsIlJpZ2h0IjowLjAsIkJvdHRvbSI6MC4wfSwiQmFja2dyb3VuZCI6eyIkaWQiOiIzMTQ4IiwiQ29sb3IiOnsiJGlkIjoiMzE0OSIsIkEiOjE1MywiUiI6MCwiRyI6MCwiQiI6MH19LCJJc1Zpc2libGUiOnRydWUsIldpZHRoIjowLjAsIkhlaWdodCI6MC4wLCJCb3JkZXJTdHlsZSI6bnVsbCwiUGFyZW50U3R5bGUiOm51bGx9LCJNYXJnaW4iOnsiJGlkIjoiMzE1MCIsIlRvcCI6MC4wLCJMZWZ0IjowLjAsIlJpZ2h0IjowLjAsIkJvdHRvbSI6MC4wfSwiUGFkZGluZyI6eyIkaWQiOiIzMTUxIiwiVG9wIjowLjAsIkxlZnQiOjAuMCwiUmlnaHQiOjAuMCwiQm90dG9tIjowLjB9LCJCYWNrZ3JvdW5kIjpudWxsLCJJc1Zpc2libGUiOnRydWUsIldpZHRoIjowLjAsIkhlaWdodCI6MC4wLCJCb3JkZXJTdHlsZSI6bnVsbCwiUGFyZW50U3R5bGUiOm51bGx9LCJTaGFwZVN0eWxlIjp7IiRpZCI6IjMxNTIiLCJNYXJnaW4iOnsiJGlkIjoiMzE1MyIsIlRvcCI6MC4wLCJMZWZ0Ijo0LjAsIlJpZ2h0Ijo0LjAsIkJvdHRvbSI6MC4wfSwiUGFkZGluZyI6eyIkaWQiOiIzMTU0IiwiVG9wIjowLjAsIkxlZnQiOjAuMCwiUmlnaHQiOjAuMCwiQm90dG9tIjowLjB9LCJCYWNrZ3JvdW5kIjp7IiRpZCI6IjMxNTUiLCJDb2xvciI6eyIkaWQiOiIzMTU2IiwiQSI6MjU1LCJSIjoyNTUsIkciOjE5MiwiQiI6MH19LCJJc1Zpc2libGUiOnRydWUsIldpZHRoIjowLjAsIkhlaWdodCI6MTAuMCwiQm9yZGVyU3R5bGUiOnsiJGlkIjoiMzE1NyIsIkxpbmVDb2xvciI6eyIkaWQiOiIzMTU4IiwiJHR5cGUiOiJOTFJFLkNvbW1vbi5Eb20uU29saWRDb2xvckJydXNoLCBOTFJFLkNvbW1vbiIsIkNvbG9yIjp7IiRpZCI6IjMxNTkiLCJBIjoyNTUsIlIiOjIzNCwiRyI6MjIsIkIiOjMwfX0sIkxpbmVXZWlnaHQiOjAuMCwiTGluZVR5cGUiOjAsIlBhcmVudFN0eWxlIjpudWxsfSwiUGFyZW50U3R5bGUiOm51bGx9LCJUaXRsZVN0eWxlIjp7IiRpZCI6IjMxNjAiLCJGb250U2V0dGluZ3MiOnsiJGlkIjoiMzE2MSIsIkZvbnRTaXplIjoxMSwiRm9udE5hbWUiOiJUaXRpbGxpdW0gV2ViIiwiSXNCb2xkIjpmYWxzZSwiSXNJdGFsaWMiOmZhbHNlLCJJc1VuZGVybGluZWQiOmZhbHNlLCJQYXJlbnRTdHlsZSI6bnVsbH0sIkF1dG9TaXplIjowLCJGb3JlZ3JvdW5kIjp7IiRpZCI6IjMxNjIiLCJDb2xvciI6eyIkaWQiOiIzMTY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xNjQiLCJUb3AiOjAuMCwiTGVmdCI6MC4wLCJSaWdodCI6MC4wLCJCb3R0b20iOjAuMH0sIlBhZGRpbmciOnsiJGlkIjoiMzE2NSIsIlRvcCI6MC4wLCJMZWZ0IjowLjAsIlJpZ2h0IjowLjAsIkJvdHRvbSI6MC4wfSwiQmFja2dyb3VuZCI6eyIkaWQiOiIzMTY2IiwiQ29sb3IiOnsiJGlkIjoiMzE2NyIsIkEiOjAsIlIiOjI1NSwiRyI6MjU1LCJCIjoyNTV9fSwiSXNWaXNpYmxlIjp0cnVlLCJXaWR0aCI6MC4wLCJIZWlnaHQiOjAuMCwiQm9yZGVyU3R5bGUiOnsiJGlkIjoiMzE2OCIsIkxpbmVDb2xvciI6bnVsbCwiTGluZVdlaWdodCI6MC4wLCJMaW5lVHlwZSI6MCwiUGFyZW50U3R5bGUiOm51bGx9LCJQYXJlbnRTdHlsZSI6bnVsbH0sIkRhdGVTdHlsZSI6eyIkaWQiOiIzMTY5IiwiRm9udFNldHRpbmdzIjp7IiRpZCI6IjMxNzAiLCJGb250U2l6ZSI6MTAsIkZvbnROYW1lIjoiVGl0aWxsaXVtIFdlYiIsIklzQm9sZCI6ZmFsc2UsIklzSXRhbGljIjpmYWxzZSwiSXNVbmRlcmxpbmVkIjpmYWxzZSwiUGFyZW50U3R5bGUiOm51bGx9LCJBdXRvU2l6ZSI6MCwiRm9yZWdyb3VuZCI6eyIkaWQiOiIzMTcxIiwiQ29sb3IiOnsiJGlkIjoiMzE3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MTczIiwiVG9wIjowLjAsIkxlZnQiOjAuMCwiUmlnaHQiOjAuMCwiQm90dG9tIjowLjB9LCJQYWRkaW5nIjp7IiRpZCI6IjMxNzQiLCJUb3AiOjAuMCwiTGVmdCI6MC4wLCJSaWdodCI6MC4wLCJCb3R0b20iOjAuMH0sIkJhY2tncm91bmQiOnsiJGlkIjoiMzE3NSIsIkNvbG9yIjp7IiRpZCI6IjMxNzYiLCJBIjowLCJSIjoyNTUsIkciOjI1NSwiQiI6MjU1fX0sIklzVmlzaWJsZSI6dHJ1ZSwiV2lkdGgiOjAuMCwiSGVpZ2h0IjowLjAsIkJvcmRlclN0eWxlIjp7IiRpZCI6IjMxNzciLCJMaW5lQ29sb3IiOm51bGwsIkxpbmVXZWlnaHQiOjAuMCwiTGluZVR5cGUiOjAsIlBhcmVudFN0eWxlIjpudWxsfSwiUGFyZW50U3R5bGUiOm51bGx9LCJEYXRlRm9ybWF0Ijp7IiRpZCI6IjMx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3OSIsIkZvcm1hdCI6MCwiSXNWaXNpYmxlIjpmYWxzZSwiTGFzdEtub3duVmlzaWJpbGl0eVN0YXRlIjpmYWxzZX0sIklzVmlzaWJsZSI6dHJ1ZSwiVmFyaWFuY2VTdHlsZSI6eyIkaWQiOiIzMTgwIiwiVGV4dFN0eWxlIjp7IiRpZCI6IjMxODEiLCJGb250U2V0dGluZ3MiOnsiJGlkIjoiMzE4MiIsIkZvbnRTaXplIjoxMCwiRm9udE5hbWUiOiJDYWxpYnJpIiwiSXNCb2xkIjpmYWxzZSwiSXNJdGFsaWMiOmZhbHNlLCJJc1VuZGVybGluZWQiOmZhbHNlLCJQYXJlbnRTdHlsZSI6bnVsbH0sIkF1dG9TaXplIjowLCJGb3JlZ3JvdW5kIjp7IiRpZCI6IjMxODMiLCJDb2xvciI6eyIkaWQiOiIzMT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xODUiLCJUb3AiOjAuMCwiTGVmdCI6MC4wLCJSaWdodCI6MC4wLCJCb3R0b20iOjAuMH0sIlBhZGRpbmciOnsiJGlkIjoiMzE4NiIsIlRvcCI6MC4wLCJMZWZ0IjowLjAsIlJpZ2h0IjowLjAsIkJvdHRvbSI6MC4wfSwiQmFja2dyb3VuZCI6eyIkaWQiOiIzMTg3IiwiQ29sb3IiOnsiJGlkIjoiMzE4OCIsIkEiOjI1NSwiUiI6MCwiRyI6MCwiQiI6MH19LCJJc1Zpc2libGUiOnRydWUsIldpZHRoIjowLjAsIkhlaWdodCI6MC4wLCJCb3JkZXJTdHlsZSI6eyIkaWQiOiIzMTg5IiwiTGluZUNvbG9yIjpudWxsLCJMaW5lV2VpZ2h0IjowLjAsIkxpbmVUeXBlIjowLCJQYXJlbnRTdHlsZSI6bnVsbH0sIlBhcmVudFN0eWxlIjpudWxsfSwiUGFyZW50U3R5bGUiOm51bGx9LCJQYXJlbnRTdHlsZSI6bnVsbH0sIkluZGV4IjoyMSwiU21hcnREdXJhdGlvbkFjdGl2YXRlZCI6ZmFsc2UsIkRhdGVGb3JtYXQiOnsiJHJlZiI6IjMxNzgifSwiV2Vla051bWJlcmluZyI6eyIkaWQiOiIzMTkwIiwiRm9ybWF0IjowLCJJc1Zpc2libGUiOmZhbHNlLCJMYXN0S25vd25WaXNpYmlsaXR5U3RhdGUiOmZhbHNlfSwiQmFzZWxpbmVEYXRhIjp7IiRpZCI6IjMxOTEiLCJTdGFydERhdGUiOiIyMDI3LTA0LTE2VDAwOjAwOjAwIiwiRW5kRGF0ZSI6IjIwMjctMTAtMzFUMjM6NTk6MDAifSwiSWQiOiIyMjY2N2IxZi01MTY0LTRhZTItOWIyMi0yNDExMTNhMTdlYjEiLCJJbXBvcnRJZCI6bnVsbCwiVGl0bGUiOiJWZXJzacOzbiBmaW5hbCAoU3ByaW50cyAyOC0zMCkiLCJOb3RlIjpudWxsLCJIeXBlcmxpbmsiOnsiJGlkIjoiMzE5MiIsIkFkZHJlc3MiOiIiLCJTdWJBZGRyZXNzIjoiIn0sIklzQ2hhbmdlZCI6ZmFsc2UsIklzTmV3IjpmYWxzZX19XSwiX21pbGVzdG9uZXMiOltdLCJJZCI6IjAwMDAwMDAwLTAwMDAtMDAwMC0wMDAwLTAwMDAwMDAwMDAwMCIsIklzU2luZ2xlSXRlbVJvdyI6dHJ1ZX1dLCJJbmRleCI6MjAsIklkIjoiNDU1Y2ZkMjAtNWNhOC00MGI3LTkxOTgtYmYxMGUwMDM1NWY2IiwiSGVhZGVyVGV4dCI6bnVsbCwiSXNEZWZhdWx0Ijp0cnVlLCJTdHlsZSI6eyIkaWQiOiIzMTkzIiwiSGVhZGVyU3R5bGUiOnsiJGlkIjoiMzE5NCIsIlRleHRTdHlsZSI6eyIkaWQiOiIzMTk1IiwiRm9udFNldHRpbmdzIjp7IiRpZCI6IjMxOTYiLCJGb250U2l6ZSI6MTEsIkZvbnROYW1lIjoiQ2FsaWJyaSIsIklzQm9sZCI6ZmFsc2UsIklzSXRhbGljIjpmYWxzZSwiSXNVbmRlcmxpbmVkIjpmYWxzZSwiUGFyZW50U3R5bGUiOm51bGx9LCJBdXRvU2l6ZSI6MiwiRm9yZWdyb3VuZCI6eyIkaWQiOiIzMTk3IiwiQ29sb3IiOnsiJGlkIjoiMzE5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xOTkiLCJUb3AiOjAuMCwiTGVmdCI6MC4wLCJSaWdodCI6MC4wLCJCb3R0b20iOjAuMH0sIlBhZGRpbmciOnsiJGlkIjoiMzIwMCIsIlRvcCI6MC4wLCJMZWZ0IjowLjAsIlJpZ2h0IjowLjAsIkJvdHRvbSI6MC4wfSwiQmFja2dyb3VuZCI6eyIkaWQiOiIzMjAxIiwiQ29sb3IiOnsiJGlkIjoiMzIwMiIsIkEiOjI1NSwiUiI6NjQsIkciOjY0LCJCIjo2NH19LCJJc1Zpc2libGUiOnRydWUsIldpZHRoIjowLjAsIkhlaWdodCI6MC4wLCJCb3JkZXJTdHlsZSI6bnVsbCwiUGFyZW50U3R5bGUiOm51bGx9LCJSZWN0YW5nbGVTdHlsZSI6eyIkaWQiOiIzMjAzIiwiTWFyZ2luIjp7IiRpZCI6IjMyMDQiLCJUb3AiOjAuMCwiTGVmdCI6MC4wLCJSaWdodCI6MC4wLCJCb3R0b20iOjAuMH0sIlBhZGRpbmciOnsiJGlkIjoiMzIwNSIsIlRvcCI6MC4wLCJMZWZ0IjowLjAsIlJpZ2h0IjowLjAsIkJvdHRvbSI6MC4wfSwiQmFja2dyb3VuZCI6eyIkaWQiOiIzMjA2IiwiQ29sb3IiOnsiJGlkIjoiMzIwNyIsIkEiOjEyNywiUiI6MjU1LCJHIjoxOTIsIkIiOjB9fSwiSXNWaXNpYmxlIjp0cnVlLCJXaWR0aCI6MC4wLCJIZWlnaHQiOjAuMCwiQm9yZGVyU3R5bGUiOnsiJGlkIjoiMzIwOCIsIkxpbmVDb2xvciI6eyIkaWQiOiIzMjA5IiwiJHR5cGUiOiJOTFJFLkNvbW1vbi5Eb20uU29saWRDb2xvckJydXNoLCBOTFJFLkNvbW1vbiIsIkNvbG9yIjp7IiRpZCI6IjMyMTAiLCJBIjoyNTUsIlIiOjI1NSwiRyI6MjU1LCJCIjoyNTV9fSwiTGluZVdlaWdodCI6MC4wLCJMaW5lVHlwZSI6MCwiUGFyZW50U3R5bGUiOm51bGx9LCJQYXJlbnRTdHlsZSI6bnVsbH0sIk1hcmdpbiI6eyIkaWQiOiIzMjExIiwiVG9wIjowLjAsIkxlZnQiOjAuMCwiUmlnaHQiOjAuMCwiQm90dG9tIjowLjB9LCJQYWRkaW5nIjp7IiRpZCI6IjMyMTIiLCJUb3AiOjAuMCwiTGVmdCI6MC4wLCJSaWdodCI6MC4wLCJCb3R0b20iOjAuMH0sIkJhY2tncm91bmQiOm51bGwsIklzVmlzaWJsZSI6dHJ1ZSwiV2lkdGgiOjAuMCwiSGVpZ2h0IjowLjAsIkJvcmRlclN0eWxlIjpudWxsLCJQYXJlbnRTdHlsZSI6bnVsbH0sIkJhY2tncm91bmRTdHlsZSI6eyIkaWQiOiIzMjEzIiwiTWFyZ2luIjp7IiRpZCI6IjMyMTQiLCJUb3AiOjAuMCwiTGVmdCI6MC4wLCJSaWdodCI6MC4wLCJCb3R0b20iOjAuMH0sIlBhZGRpbmciOnsiJGlkIjoiMzIxNSIsIlRvcCI6MC4wLCJMZWZ0IjowLjAsIlJpZ2h0IjowLjAsIkJvdHRvbSI6MC4wfSwiQmFja2dyb3VuZCI6eyIkaWQiOiIzMjE2IiwiQ29sb3IiOnsiJGlkIjoiMzIxNyIsIkEiOjUxLCJSIjoyMDAsIkciOjIwMCwiQiI6MjAwfX0sIklzVmlzaWJsZSI6dHJ1ZSwiV2lkdGgiOjAuMCwiSGVpZ2h0IjowLjAsIkJvcmRlclN0eWxlIjp7IiRpZCI6IjMyMTgiLCJMaW5lQ29sb3IiOnsiJGlkIjoiMzIxOSIsIiR0eXBlIjoiTkxSRS5Db21tb24uRG9tLlNvbGlkQ29sb3JCcnVzaCwgTkxSRS5Db21tb24iLCJDb2xvciI6eyIkaWQiOiIzMjIwIiwiQSI6MjU1LCJSIjoyMzQsIkciOjIyLCJCIjozMH19LCJMaW5lV2VpZ2h0IjowLjAsIkxpbmVUeXBlIjowLCJQYXJlbnRTdHlsZSI6bnVsbH0sIlBhcmVudFN0eWxlIjpudWxsfSwiTWFyZ2luIjp7IiRpZCI6IjMyMjEiLCJUb3AiOjAuMCwiTGVmdCI6MC4wLCJSaWdodCI6MC4wLCJCb3R0b20iOjAuMH0sIlBhZGRpbmciOnsiJGlkIjoiMzIyMiIsIlRvcCI6MC4wLCJMZWZ0IjowLjAsIlJpZ2h0IjowLjAsIkJvdHRvbSI6MC4wfSwiSXNWaXNpYmxlIjp0cnVlLCJXaWR0aCI6MC4wLCJIZWlnaHQiOjAuMCwiQm9yZGVyU3R5bGUiOnsiJGlkIjoiMzIyMyIsIkxpbmVDb2xvciI6bnVsbCwiTGluZVdlaWdodCI6MC4wLCJMaW5lVHlwZSI6MCwiUGFyZW50U3R5bGUiOm51bGx9LCJQYXJlbnRTdHlsZSI6bnVsbH19XSwiSWQiOiI4ODZiNzcwZi1mYjRjLTRmYTMtYTFkMy1jNzE4OTZhMTEyN2YiLCJJbmRleCI6MjAsIkhlYWRlclRleHQiOiJSVE0iLCJTdHlsZSI6eyIkaWQiOiIzMjI0IiwiU3R5bGVJZCI6Ijk4NTEzZTEwLTU1MWMtNGYzMC1hYzExLWEwNjkwZTkwMzEzNCIsIkhlYWRlclN0eWxlIjp7IiRpZCI6IjMyMjUiLCJUZXh0SXNWZXJ0aWNhbCI6ZmFsc2UsIlRleHRTdHlsZSI6eyIkaWQiOiIzMjI2IiwiRm9udFNldHRpbmdzIjp7IiRpZCI6IjMyMjciLCJGb250U2l6ZSI6MTEsIkZvbnROYW1lIjoiVGl0aWxsaXVtIFdlYiIsIklzQm9sZCI6ZmFsc2UsIklzSXRhbGljIjpmYWxzZSwiSXNVbmRlcmxpbmVkIjpmYWxzZSwiUGFyZW50U3R5bGUiOm51bGx9LCJBdXRvU2l6ZSI6MiwiRm9yZWdyb3VuZCI6eyIkaWQiOiIzMjI4IiwiQ29sb3IiOnsiJGlkIjoiMzIy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yMzAiLCJUb3AiOjAuMCwiTGVmdCI6MC4wLCJSaWdodCI6MC4wLCJCb3R0b20iOjAuMH0sIlBhZGRpbmciOnsiJGlkIjoiMzIzMSIsIlRvcCI6MC4wLCJMZWZ0IjowLjAsIlJpZ2h0IjowLjAsIkJvdHRvbSI6MC4wfSwiQmFja2dyb3VuZCI6eyIkaWQiOiIzMjMyIiwiQ29sb3IiOnsiJGlkIjoiMzIzMyIsIkEiOjI1NSwiUiI6MzgsIkciOjM4LCJCIjozOH19LCJJc1Zpc2libGUiOnRydWUsIldpZHRoIjowLjAsIkhlaWdodCI6MC4wLCJCb3JkZXJTdHlsZSI6bnVsbCwiUGFyZW50U3R5bGUiOm51bGx9LCJSZWN0YW5nbGVTdHlsZSI6eyIkaWQiOiIzMjM0IiwiTWFyZ2luIjp7IiRpZCI6IjMyMzUiLCJUb3AiOjAuMCwiTGVmdCI6MC4wLCJSaWdodCI6MC4wLCJCb3R0b20iOjAuMH0sIlBhZGRpbmciOnsiJGlkIjoiMzIzNiIsIlRvcCI6MC4wLCJMZWZ0IjowLjAsIlJpZ2h0IjowLjAsIkJvdHRvbSI6MC4wfSwiQmFja2dyb3VuZCI6eyIkaWQiOiIzMjM3IiwiQ29sb3IiOnsiJGlkIjoiMzIzOCIsIkEiOjI1NSwiUiI6MjU1LCJHIjoxOTIsIkIiOjB9fSwiSXNWaXNpYmxlIjp0cnVlLCJXaWR0aCI6MC4wLCJIZWlnaHQiOjAuMCwiQm9yZGVyU3R5bGUiOnsiJGlkIjoiMzIzOSIsIkxpbmVDb2xvciI6eyIkaWQiOiIzMjQwIiwiJHR5cGUiOiJOTFJFLkNvbW1vbi5Eb20uU29saWRDb2xvckJydXNoLCBOTFJFLkNvbW1vbiIsIkNvbG9yIjp7IiRpZCI6IjMyNDEiLCJBIjoyNTUsIlIiOjI1NSwiRyI6MjU1LCJCIjoyNTV9fSwiTGluZVdlaWdodCI6MC4wLCJMaW5lVHlwZSI6MCwiUGFyZW50U3R5bGUiOm51bGx9LCJQYXJlbnRTdHlsZSI6bnVsbH0sIk1hcmdpbiI6eyIkaWQiOiIzMjQyIiwiVG9wIjowLjAsIkxlZnQiOjAuMCwiUmlnaHQiOjAuMCwiQm90dG9tIjowLjB9LCJQYWRkaW5nIjp7IiRpZCI6IjMyNDMiLCJUb3AiOjAuMCwiTGVmdCI6MC4wLCJSaWdodCI6MC4wLCJCb3R0b20iOjAuMH0sIkJhY2tncm91bmQiOm51bGwsIklzVmlzaWJsZSI6dHJ1ZSwiV2lkdGgiOjAuMCwiSGVpZ2h0IjowLjAsIkJvcmRlclN0eWxlIjpudWxsLCJQYXJlbnRTdHlsZSI6bnVsbH0sIkJhY2tncm91bmRTdHlsZSI6eyIkaWQiOiIzMjQ0IiwiTWFyZ2luIjp7IiRpZCI6IjMyNDUiLCJUb3AiOjAuMCwiTGVmdCI6MC4wLCJSaWdodCI6MC4wLCJCb3R0b20iOjAuMH0sIlBhZGRpbmciOnsiJGlkIjoiMzI0NiIsIlRvcCI6MC4wLCJMZWZ0IjowLjAsIlJpZ2h0IjowLjAsIkJvdHRvbSI6MC4wfSwiQmFja2dyb3VuZCI6eyIkaWQiOiIzMjQ3IiwiQ29sb3IiOnsiJGlkIjoiMzI0OCIsIkEiOjUxLCJSIjoyMDAsIkciOjIwMCwiQiI6MjAwfX0sIklzVmlzaWJsZSI6dHJ1ZSwiV2lkdGgiOjAuMCwiSGVpZ2h0IjowLjAsIkJvcmRlclN0eWxlIjp7IiRpZCI6IjMyNDkiLCJMaW5lQ29sb3IiOnsiJGlkIjoiMzI1MCIsIiR0eXBlIjoiTkxSRS5Db21tb24uRG9tLlNvbGlkQ29sb3JCcnVzaCwgTkxSRS5Db21tb24iLCJDb2xvciI6eyIkaWQiOiIzMjUxIiwiQSI6MjU1LCJSIjoyMzQsIkciOjIyLCJCIjozMH19LCJMaW5lV2VpZ2h0IjowLjAsIkxpbmVUeXBlIjowLCJQYXJlbnRTdHlsZSI6bnVsbH0sIlBhcmVudFN0eWxlIjpudWxsfSwiSXNBYm92ZVRpbWViYW5kIjpmYWxzZSwiU3BhY2luZyI6MiwiRGVmYXVsdFN3aW1sYW5lVGFza1N0eWxlIjp7IiRpZCI6IjMyNTIiLCIkdHlwZSI6Ik5MUkUuQ29tbW9uLkRvbS5TdHlsZXMuRXhwbGljaXRTZXRhYmxlVGFza1N0eWxlLCBOTFJFLkNvbW1vbiIsIlNoYXBlIjoxLCJTaGFwZVRoaWNrbmVzcyI6MCwiRHVyYXRpb25Gb3JtYXQiOjAsIkluY2x1ZGVOb25Xb3JraW5nRGF5c0luRHVyYXRpb24iOmZhbHNlLCJQZXJjZW50YWdlQ29tcGxldGVTdHlsZSI6eyIkaWQiOiIzMjUzIiwiRm9udFNldHRpbmdzIjp7IiRpZCI6IjMyNTQiLCJGb250U2l6ZSI6MTAsIkZvbnROYW1lIjoiQ2FsaWJyaSIsIklzQm9sZCI6ZmFsc2UsIklzSXRhbGljIjpmYWxzZSwiSXNVbmRlcmxpbmVkIjpmYWxzZSwiUGFyZW50U3R5bGUiOm51bGx9LCJBdXRvU2l6ZSI6MCwiRm9yZWdyb3VuZCI6eyIkaWQiOiIzMjU1IiwiQ29sb3IiOnsiJGlkIjoiMzI1N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jU3IiwiVG9wIjowLjAsIkxlZnQiOjAuMCwiUmlnaHQiOjAuMCwiQm90dG9tIjowLjB9LCJQYWRkaW5nIjp7IiRpZCI6IjMyNTgiLCJUb3AiOjAuMCwiTGVmdCI6MC4wLCJSaWdodCI6MC4wLCJCb3R0b20iOjAuMH0sIkJhY2tncm91bmQiOnsiJGlkIjoiMzI1OSIsIkNvbG9yIjp7IiRpZCI6IjMyNjAiLCJBIjo4OSwiUiI6MCwiRyI6MCwiQiI6MH19LCJJc1Zpc2libGUiOnRydWUsIldpZHRoIjowLjAsIkhlaWdodCI6MC4wLCJCb3JkZXJTdHlsZSI6eyIkaWQiOiIzMjYxIiwiTGluZUNvbG9yIjpudWxsLCJMaW5lV2VpZ2h0IjowLjAsIkxpbmVUeXBlIjowLCJQYXJlbnRTdHlsZSI6bnVsbH0sIlBhcmVudFN0eWxlIjpudWxsfSwiRHVyYXRpb25TdHlsZSI6eyIkaWQiOiIzMjYyIiwiRm9udFNldHRpbmdzIjp7IiRpZCI6IjMyNjMiLCJGb250U2l6ZSI6MTAsIkZvbnROYW1lIjoiQ2FsaWJyaSIsIklzQm9sZCI6ZmFsc2UsIklzSXRhbGljIjpmYWxzZSwiSXNVbmRlcmxpbmVkIjpmYWxzZSwiUGFyZW50U3R5bGUiOm51bGx9LCJBdXRvU2l6ZSI6MCwiRm9yZWdyb3VuZCI6eyIkaWQiOiIzMjY0IiwiQ29sb3IiOnsiJGlkIjoiMzI2N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I2NiIsIlRvcCI6MC4wLCJMZWZ0IjowLjAsIlJpZ2h0IjowLjAsIkJvdHRvbSI6MC4wfSwiUGFkZGluZyI6eyIkaWQiOiIzMjY3IiwiVG9wIjowLjAsIkxlZnQiOjAuMCwiUmlnaHQiOjAuMCwiQm90dG9tIjowLjB9LCJCYWNrZ3JvdW5kIjp7IiRpZCI6IjMyNjgiLCJDb2xvciI6eyIkaWQiOiIzMjY5IiwiQSI6MjU1LCJSIjo2OCwiRyI6ODQsIkIiOjEwNn19LCJJc1Zpc2libGUiOnRydWUsIldpZHRoIjowLjAsIkhlaWdodCI6MC4wLCJCb3JkZXJTdHlsZSI6eyIkaWQiOiIzMjcwIiwiTGluZUNvbG9yIjpudWxsLCJMaW5lV2VpZ2h0IjowLjAsIkxpbmVUeXBlIjowLCJQYXJlbnRTdHlsZSI6bnVsbH0sIlBhcmVudFN0eWxlIjpudWxsfSwiSG9yaXpvbnRhbENvbm5lY3RvclN0eWxlIjp7IiRpZCI6IjMyNzEiLCJMaW5lQ29sb3IiOnsiJGlkIjoiMzI3MiIsIiR0eXBlIjoiTkxSRS5Db21tb24uRG9tLlNvbGlkQ29sb3JCcnVzaCwgTkxSRS5Db21tb24iLCJDb2xvciI6eyIkaWQiOiIzMjczIiwiQSI6MjU1LCJSIjowLCJHIjowLCJCIjowfX0sIkxpbmVXZWlnaHQiOjAuMCwiTGluZVR5cGUiOjAsIlBhcmVudFN0eWxlIjpudWxsfSwiVmVydGljYWxDb25uZWN0b3JTdHlsZSI6eyIkaWQiOiIzMjc0IiwiTGluZUNvbG9yIjp7IiRpZCI6IjMyNzUiLCIkdHlwZSI6Ik5MUkUuQ29tbW9uLkRvbS5Tb2xpZENvbG9yQnJ1c2gsIE5MUkUuQ29tbW9uIiwiQ29sb3IiOnsiJGlkIjoiMzI3Ni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yNzciLCJTaGFwZVN0eWxlIjp7IiRpZCI6IjMyNzgiLCJNYXJnaW4iOnsiJGlkIjoiMzI3OSIsIlRvcCI6MC4wLCJMZWZ0IjowLjAsIlJpZ2h0IjowLjAsIkJvdHRvbSI6MC4wfSwiUGFkZGluZyI6eyIkaWQiOiIzMjgwIiwiVG9wIjowLjAsIkxlZnQiOjAuMCwiUmlnaHQiOjAuMCwiQm90dG9tIjowLjB9LCJCYWNrZ3JvdW5kIjp7IiRpZCI6IjMyODEiLCJDb2xvciI6eyIkaWQiOiIzMjgyIiwiQSI6MTUzLCJSIjowLCJHIjowLCJCIjowfX0sIklzVmlzaWJsZSI6dHJ1ZSwiV2lkdGgiOjAuMCwiSGVpZ2h0IjowLjAsIkJvcmRlclN0eWxlIjp7IiRpZCI6IjMyODMiLCJMaW5lQ29sb3IiOnsiJGlkIjoiMzI4NCIsIiR0eXBlIjoiTkxSRS5Db21tb24uRG9tLlNvbGlkQ29sb3JCcnVzaCwgTkxSRS5Db21tb24iLCJDb2xvciI6eyIkaWQiOiIzMjg1IiwiQSI6MjU1LCJSIjoyNTUsIkciOjAsIkIiOjB9fSwiTGluZVdlaWdodCI6MC4wLCJMaW5lVHlwZSI6MCwiUGFyZW50U3R5bGUiOm51bGx9LCJQYXJlbnRTdHlsZSI6bnVsbH0sIk1hcmdpbiI6eyIkaWQiOiIzMjg2IiwiVG9wIjowLjAsIkxlZnQiOjAuMCwiUmlnaHQiOjAuMCwiQm90dG9tIjowLjB9LCJQYWRkaW5nIjp7IiRpZCI6IjMyODciLCJUb3AiOjAuMCwiTGVmdCI6MC4wLCJSaWdodCI6MC4wLCJCb3R0b20iOjAuMH0sIkJhY2tncm91bmQiOm51bGwsIklzVmlzaWJsZSI6dHJ1ZSwiV2lkdGgiOjAuMCwiSGVpZ2h0IjowLjAsIkJvcmRlclN0eWxlIjpudWxsLCJQYXJlbnRTdHlsZSI6bnVsbH0sIlNoYXBlU3R5bGUiOnsiJGlkIjoiMzI4OCIsIk1hcmdpbiI6eyIkaWQiOiIzMjg5IiwiVG9wIjowLjAsIkxlZnQiOjQuMCwiUmlnaHQiOjQuMCwiQm90dG9tIjowLjB9LCJQYWRkaW5nIjp7IiRpZCI6IjMyOTAiLCJUb3AiOjAuMCwiTGVmdCI6MC4wLCJSaWdodCI6MC4wLCJCb3R0b20iOjAuMH0sIkJhY2tncm91bmQiOnsiJGlkIjoiMzI5MSIsIkNvbG9yIjp7IiRpZCI6IjMyOTIiLCJBIjoyNTUsIlIiOjI1NSwiRyI6MTkyLCJCIjowfX0sIklzVmlzaWJsZSI6dHJ1ZSwiV2lkdGgiOjAuMCwiSGVpZ2h0IjoxMC4wLCJCb3JkZXJTdHlsZSI6eyIkaWQiOiIzMjkzIiwiTGluZUNvbG9yIjp7IiRpZCI6IjMyOTQiLCIkdHlwZSI6Ik5MUkUuQ29tbW9uLkRvbS5Tb2xpZENvbG9yQnJ1c2gsIE5MUkUuQ29tbW9uIiwiQ29sb3IiOnsiJGlkIjoiMzI5NSIsIkEiOjI1NSwiUiI6MjM0LCJHIjoyMiwiQiI6MzB9fSwiTGluZVdlaWdodCI6MC4wLCJMaW5lVHlwZSI6MCwiUGFyZW50U3R5bGUiOm51bGx9LCJQYXJlbnRTdHlsZSI6bnVsbH0sIlRpdGxlU3R5bGUiOnsiJGlkIjoiMzI5NiIsIkZvbnRTZXR0aW5ncyI6eyIkaWQiOiIzMjk3IiwiRm9udFNpemUiOjExLCJGb250TmFtZSI6IkNhbGlicmkiLCJJc0JvbGQiOmZhbHNlLCJJc0l0YWxpYyI6ZmFsc2UsIklzVW5kZXJsaW5lZCI6ZmFsc2UsIlBhcmVudFN0eWxlIjpudWxsfSwiQXV0b1NpemUiOjAsIkZvcmVncm91bmQiOnsiJGlkIjoiMzI5OCIsIkNvbG9yIjp7IiRpZCI6IjMy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wMCIsIlRvcCI6MC4wLCJMZWZ0IjowLjAsIlJpZ2h0IjowLjAsIkJvdHRvbSI6MC4wfSwiUGFkZGluZyI6eyIkaWQiOiIzMzAxIiwiVG9wIjowLjAsIkxlZnQiOjAuMCwiUmlnaHQiOjAuMCwiQm90dG9tIjowLjB9LCJCYWNrZ3JvdW5kIjp7IiRpZCI6IjMzMDIiLCJDb2xvciI6eyIkaWQiOiIzMzAzIiwiQSI6MjU1LCJSIjowLCJHIjowLCJCIjowfX0sIklzVmlzaWJsZSI6dHJ1ZSwiV2lkdGgiOjAuMCwiSGVpZ2h0IjowLjAsIkJvcmRlclN0eWxlIjp7IiRpZCI6IjMzMDQiLCJMaW5lQ29sb3IiOm51bGwsIkxpbmVXZWlnaHQiOjAuMCwiTGluZVR5cGUiOjAsIlBhcmVudFN0eWxlIjpudWxsfSwiUGFyZW50U3R5bGUiOm51bGx9LCJEYXRlU3R5bGUiOnsiJGlkIjoiMzMwNSIsIkZvbnRTZXR0aW5ncyI6eyIkaWQiOiIzMzA2IiwiRm9udFNpemUiOjEwLCJGb250TmFtZSI6IkNhbGlicmkiLCJJc0JvbGQiOmZhbHNlLCJJc0l0YWxpYyI6ZmFsc2UsIklzVW5kZXJsaW5lZCI6ZmFsc2UsIlBhcmVudFN0eWxlIjpudWxsfSwiQXV0b1NpemUiOjAsIkZvcmVncm91bmQiOnsiJGlkIjoiMzMwNyIsIkNvbG9yIjp7IiRpZCI6IjMzMDgiLCJBIjoyNTUsIlIiOjY4LCJHIjo4NCwiQiI6MTA2fX0sIk1heFdpZHRoIjoyMDAuMCwiTWF4SGVpZ2h0IjoiSW5maW5pdHkiLCJTbWFydEZvcmVncm91bmRJc0FjdGl2ZSI6ZmFsc2UsIkhvcml6b250YWxBbGlnbm1lbnQiOjIsIlZlcnRpY2FsQWxpZ25tZW50IjoxLCJTbWFydEZvcmVncm91bmQiOm51bGwsIkJhY2tncm91bmRGaWxsVHlwZSI6MCwiTWFyZ2luIjp7IiRpZCI6IjMzMDkiLCJUb3AiOjAuMCwiTGVmdCI6MC4wLCJSaWdodCI6MC4wLCJCb3R0b20iOjAuMH0sIlBhZGRpbmciOnsiJGlkIjoiMzMxMCIsIlRvcCI6MC4wLCJMZWZ0IjowLjAsIlJpZ2h0IjowLjAsIkJvdHRvbSI6MC4wfSwiQmFja2dyb3VuZCI6eyIkaWQiOiIzMzExIiwiQ29sb3IiOnsiJGlkIjoiMzMxMiIsIkEiOjI1NSwiUiI6NjgsIkciOjg0LCJCIjoxMDZ9fSwiSXNWaXNpYmxlIjp0cnVlLCJXaWR0aCI6MC4wLCJIZWlnaHQiOjAuMCwiQm9yZGVyU3R5bGUiOnsiJGlkIjoiMzMxMyIsIkxpbmVDb2xvciI6bnVsbCwiTGluZVdlaWdodCI6MC4wLCJMaW5lVHlwZSI6MCwiUGFyZW50U3R5bGUiOm51bGx9LCJQYXJlbnRTdHlsZSI6bnVsbH0sIkRhdGVGb3JtYXQiOnsiJGlkIjoiMzMx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E1IiwiRm9ybWF0IjowLCJJc1Zpc2libGUiOmZhbHNlLCJMYXN0S25vd25WaXNpYmlsaXR5U3RhdGUiOmZhbHNlfSwiSXNWaXNpYmxlIjp0cnVlLCJWYXJpYW5jZVN0eWxlIjp7IiRpZCI6IjMzMTYiLCJUZXh0U3R5bGUiOnsiJGlkIjoiMzMxNyIsIkZvbnRTZXR0aW5ncyI6eyIkaWQiOiIzMzE4IiwiRm9udFNpemUiOjEwLCJGb250TmFtZSI6IkNhbGlicmkiLCJJc0JvbGQiOmZhbHNlLCJJc0l0YWxpYyI6ZmFsc2UsIklzVW5kZXJsaW5lZCI6ZmFsc2UsIlBhcmVudFN0eWxlIjpudWxsfSwiQXV0b1NpemUiOjAsIkZvcmVncm91bmQiOnsiJGlkIjoiMzMxOSIsIkNvbG9yIjp7IiRpZCI6IjMzM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yMSIsIlRvcCI6MC4wLCJMZWZ0IjowLjAsIlJpZ2h0IjowLjAsIkJvdHRvbSI6MC4wfSwiUGFkZGluZyI6eyIkaWQiOiIzMzIyIiwiVG9wIjowLjAsIkxlZnQiOjAuMCwiUmlnaHQiOjAuMCwiQm90dG9tIjowLjB9LCJCYWNrZ3JvdW5kIjp7IiRpZCI6IjMzMjMiLCJDb2xvciI6eyIkaWQiOiIzMzI0IiwiQSI6MjU1LCJSIjowLCJHIjowLCJCIjowfX0sIklzVmlzaWJsZSI6dHJ1ZSwiV2lkdGgiOjAuMCwiSGVpZ2h0IjowLjAsIkJvcmRlclN0eWxlIjp7IiRpZCI6IjMzMjUiLCJMaW5lQ29sb3IiOm51bGwsIkxpbmVXZWlnaHQiOjAuMCwiTGluZVR5cGUiOjAsIlBhcmVudFN0eWxlIjpudWxsfSwiUGFyZW50U3R5bGUiOm51bGx9LCJQYXJlbnRTdHlsZSI6bnVsbH0sIlBhcmVudFN0eWxlIjpudWxsLCJfZXhwbGljaXRseVNldCI6eyIkaWQiOiIzMzI2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zMyNyIsIlNoYXBlIjoxLCJDb25uZWN0b3JNYXJnaW4iOnsiJGlkIjoiMzMyOCIsIlRvcCI6MC4wLCJMZWZ0IjoyLjAsIlJpZ2h0IjoyLjAsIkJvdHRvbSI6MC4wfSwiQ29ubmVjdG9yU3R5bGUiOnsiJGlkIjoiMzMyOSIsIkxpbmVDb2xvciI6eyIkaWQiOiIzMzMwIiwiJHR5cGUiOiJOTFJFLkNvbW1vbi5Eb20uU29saWRDb2xvckJydXNoLCBOTFJFLkNvbW1vbiIsIkNvbG9yIjp7IiRpZCI6IjMzMzEiLCJBIjoxMjcsIlIiOjEyNywiRyI6OTYsIkIiOjB9fSwiTGluZVdlaWdodCI6MS4wLCJMaW5lVHlwZSI6MCwiUGFyZW50U3R5bGUiOm51bGx9LCJJc0JlbG93VGltZWJhbmQiOmZhbHNlLCJQb3NpdGlvbk9uVGFzayI6MSwiSGlkZURhdGUiOmZhbHNlLCJTaGFwZVNpemUiOjAsIlNwYWNpbmciOjAuMCwiUGFkZGluZyI6eyIkaWQiOiIzMzMyIiwiVG9wIjo1LjAsIkxlZnQiOjMuMCwiUmlnaHQiOjAuMCwiQm90dG9tIjoyLjB9LCJTaGFwZVN0eWxlIjp7IiRpZCI6IjMzMzMiLCJNYXJnaW4iOnsiJGlkIjoiMzMzNCIsIlRvcCI6MC4wLCJMZWZ0IjowLjAsIlJpZ2h0IjowLjAsIkJvdHRvbSI6MC4wfSwiUGFkZGluZyI6eyIkaWQiOiIzMzM1IiwiVG9wIjowLjAsIkxlZnQiOjAuMCwiUmlnaHQiOjAuMCwiQm90dG9tIjowLjB9LCJCYWNrZ3JvdW5kIjp7IiRpZCI6IjMzMzYiLCJDb2xvciI6eyIkaWQiOiIzMzM3IiwiQSI6MjU1LCJSIjoxMjcsIkciOjk2LCJCIjowfX0sIklzVmlzaWJsZSI6dHJ1ZSwiV2lkdGgiOjEyLjAsIkhlaWdodCI6MTQuMCwiQm9yZGVyU3R5bGUiOnsiJGlkIjoiMzMzOCIsIkxpbmVDb2xvciI6eyIkaWQiOiIzMzM5IiwiJHR5cGUiOiJOTFJFLkNvbW1vbi5Eb20uU29saWRDb2xvckJydXNoLCBOTFJFLkNvbW1vbiIsIkNvbG9yIjp7IiRpZCI6IjMzNDAiLCJBIjoyNTUsIlIiOjI1NSwiRyI6MjU1LCJCIjoyNTV9fSwiTGluZVdlaWdodCI6MC4wLCJMaW5lVHlwZSI6MCwiUGFyZW50U3R5bGUiOm51bGx9LCJQYXJlbnRTdHlsZSI6bnVsbH0sIlRpdGxlU3R5bGUiOnsiJGlkIjoiMzM0MSIsIkZvbnRTZXR0aW5ncyI6eyIkaWQiOiIzMzQyIiwiRm9udFNpemUiOjExLCJGb250TmFtZSI6IkNhbGlicmkiLCJJc0JvbGQiOmZhbHNlLCJJc0l0YWxpYyI6ZmFsc2UsIklzVW5kZXJsaW5lZCI6ZmFsc2UsIlBhcmVudFN0eWxlIjpudWxsfSwiQXV0b1NpemUiOjAsIkZvcmVncm91bmQiOnsiJGlkIjoiMzM0MyIsIkNvbG9yIjp7IiRpZCI6IjMzND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zM0NSIsIlRvcCI6MC4wLCJMZWZ0IjowLjAsIlJpZ2h0IjowLjAsIkJvdHRvbSI6MC4wfSwiUGFkZGluZyI6eyIkaWQiOiIzMzQ2IiwiVG9wIjowLjAsIkxlZnQiOjAuMCwiUmlnaHQiOjAuMCwiQm90dG9tIjowLjB9LCJCYWNrZ3JvdW5kIjp7IiRpZCI6IjMzNDciLCJDb2xvciI6eyIkaWQiOiIzMzQ4IiwiQSI6MjU1LCJSIjowLCJHIjowLCJCIjowfX0sIklzVmlzaWJsZSI6dHJ1ZSwiV2lkdGgiOjAuMCwiSGVpZ2h0IjowLjAsIkJvcmRlclN0eWxlIjp7IiRpZCI6IjMzNDkiLCJMaW5lQ29sb3IiOm51bGwsIkxpbmVXZWlnaHQiOjAuMCwiTGluZVR5cGUiOjAsIlBhcmVudFN0eWxlIjpudWxsfSwiUGFyZW50U3R5bGUiOm51bGx9LCJEYXRlU3R5bGUiOnsiJGlkIjoiMzM1MCIsIkZvbnRTZXR0aW5ncyI6eyIkaWQiOiIzMzUxIiwiRm9udFNpemUiOjEwLCJGb250TmFtZSI6IkNhbGlicmkiLCJJc0JvbGQiOmZhbHNlLCJJc0l0YWxpYyI6ZmFsc2UsIklzVW5kZXJsaW5lZCI6ZmFsc2UsIlBhcmVudFN0eWxlIjpudWxsfSwiQXV0b1NpemUiOjAsIkZvcmVncm91bmQiOnsiJGlkIjoiMzM1MiIsIkNvbG9yIjp7IiRpZCI6IjMzNTMiLCJBIjoyNTUsIlIiOjY4LCJHIjo4NCwiQiI6MTA2fX0sIk1heFdpZHRoIjoyMDAuMCwiTWF4SGVpZ2h0IjoiSW5maW5pdHkiLCJTbWFydEZvcmVncm91bmRJc0FjdGl2ZSI6ZmFsc2UsIkhvcml6b250YWxBbGlnbm1lbnQiOjEsIlZlcnRpY2FsQWxpZ25tZW50IjoxLCJTbWFydEZvcmVncm91bmQiOm51bGwsIkJhY2tncm91bmRGaWxsVHlwZSI6MCwiTWFyZ2luIjp7IiRpZCI6IjMzNTQiLCJUb3AiOjAuMCwiTGVmdCI6MC4wLCJSaWdodCI6MC4wLCJCb3R0b20iOjAuMH0sIlBhZGRpbmciOnsiJGlkIjoiMzM1NSIsIlRvcCI6MC4wLCJMZWZ0IjowLjAsIlJpZ2h0IjowLjAsIkJvdHRvbSI6MC4wfSwiQmFja2dyb3VuZCI6eyIkaWQiOiIzMzU2IiwiQ29sb3IiOnsiJGlkIjoiMzM1NyIsIkEiOjI1NSwiUiI6NjgsIkciOjg0LCJCIjoxMDZ9fSwiSXNWaXNpYmxlIjp0cnVlLCJXaWR0aCI6MC4wLCJIZWlnaHQiOjAuMCwiQm9yZGVyU3R5bGUiOnsiJGlkIjoiMzM1OCIsIkxpbmVDb2xvciI6bnVsbCwiTGluZVdlaWdodCI6MC4wLCJMaW5lVHlwZSI6MCwiUGFyZW50U3R5bGUiOm51bGx9LCJQYXJlbnRTdHlsZSI6bnVsbH0sIkRhdGVGb3JtYXQiOnsiJGlkIjoiMzM1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YwIiwiRm9ybWF0IjowLCJJc1Zpc2libGUiOmZhbHNlLCJMYXN0S25vd25WaXNpYmlsaXR5U3RhdGUiOmZhbHNlfSwiSXNWaXNpYmxlIjpmYWxzZSwiVmFyaWFuY2VTdHlsZSI6eyIkaWQiOiIzMzYxIiwiVGV4dFN0eWxlIjp7IiRpZCI6IjMzNjIiLCJGb250U2V0dGluZ3MiOnsiJGlkIjoiMzM2MyIsIkZvbnRTaXplIjoxMCwiRm9udE5hbWUiOiJDYWxpYnJpIiwiSXNCb2xkIjpmYWxzZSwiSXNJdGFsaWMiOmZhbHNlLCJJc1VuZGVybGluZWQiOmZhbHNlLCJQYXJlbnRTdHlsZSI6bnVsbH0sIkF1dG9TaXplIjowLCJGb3JlZ3JvdW5kIjp7IiRpZCI6IjMzNjQiLCJDb2xvciI6eyIkaWQiOiIzMz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zNjYiLCJUb3AiOjAuMCwiTGVmdCI6MC4wLCJSaWdodCI6MC4wLCJCb3R0b20iOjAuMH0sIlBhZGRpbmciOnsiJGlkIjoiMzM2NyIsIlRvcCI6MC4wLCJMZWZ0IjowLjAsIlJpZ2h0IjowLjAsIkJvdHRvbSI6MC4wfSwiQmFja2dyb3VuZCI6eyIkaWQiOiIzMzY4IiwiQ29sb3IiOnsiJGlkIjoiMzM2OSIsIkEiOjI1NSwiUiI6MCwiRyI6MCwiQiI6MH19LCJJc1Zpc2libGUiOnRydWUsIldpZHRoIjowLjAsIkhlaWdodCI6MC4wLCJCb3JkZXJTdHlsZSI6eyIkaWQiOiIzMzcwIiwiTGluZUNvbG9yIjpudWxsLCJMaW5lV2VpZ2h0IjowLjAsIkxpbmVUeXBlIjowLCJQYXJlbnRTdHlsZSI6bnVsbH0sIlBhcmVudFN0eWxlIjpudWxsfSwiUGFyZW50U3R5bGUiOm51bGx9LCJQYXJlbnRTdHlsZSI6bnVsbH0sIkRlZmF1bHRTd2ltbGFuZU1pbGVzdG9uZVN0eWxlIjp7IiRpZCI6IjMzNzEiLCJUaXRsZVBvc2l0aW9uIjoiTGVmdCIsIkRhdGVQb3NpdGlvbiI6IlJpZ2h0IiwiVmFyaWFuY2VQb3NpdGlvbiI6IlJpZ2h0IiwiU2hhcGVUeXBlIjoxLCJTaGFwZVNpemUiOjAsIlNwYWNpbmciOjUsIlNoYXBlU3R5bGUiOnsiJGlkIjoiMzM3MiIsIk1hcmdpbiI6eyIkaWQiOiIzMzczIiwiVG9wIjowLjAsIkxlZnQiOjAuMCwiUmlnaHQiOjAuMCwiQm90dG9tIjowLjB9LCJQYWRkaW5nIjp7IiRpZCI6IjMzNzQiLCJUb3AiOjAuMCwiTGVmdCI6MC4wLCJSaWdodCI6MC4wLCJCb3R0b20iOjAuMH0sIkJhY2tncm91bmQiOnsiJGlkIjoiMzM3NSIsIkNvbG9yIjp7IiRpZCI6IjMzNzYiLCJBIjoyNTUsIlIiOjI1NSwiRyI6MTkyLCJCIjowfX0sIklzVmlzaWJsZSI6dHJ1ZSwiV2lkdGgiOjEyLjAsIkhlaWdodCI6MTQuMCwiQm9yZGVyU3R5bGUiOnsiJGlkIjoiMzM3NyIsIkxpbmVDb2xvciI6eyIkaWQiOiIzMzc4IiwiJHR5cGUiOiJOTFJFLkNvbW1vbi5Eb20uU29saWRDb2xvckJydXNoLCBOTFJFLkNvbW1vbiIsIkNvbG9yIjp7IiRpZCI6IjMzNzkiLCJBIjoyNTUsIlIiOjIzNCwiRyI6MjIsIkIiOjMwfX0sIkxpbmVXZWlnaHQiOjAuMCwiTGluZVR5cGUiOjAsIlBhcmVudFN0eWxlIjpudWxsfSwiUGFyZW50U3R5bGUiOm51bGx9LCJUaXRsZVN0eWxlIjp7IiRpZCI6IjMzODAiLCJGb250U2V0dGluZ3MiOnsiJGlkIjoiMzM4MSIsIkZvbnRTaXplIjoxMSwiRm9udE5hbWUiOiJDYWxpYnJpIiwiSXNCb2xkIjpmYWxzZSwiSXNJdGFsaWMiOmZhbHNlLCJJc1VuZGVybGluZWQiOmZhbHNlLCJQYXJlbnRTdHlsZSI6bnVsbH0sIkF1dG9TaXplIjowLCJGb3JlZ3JvdW5kIjp7IiRpZCI6IjMzODIiLCJDb2xvciI6eyIkaWQiOiIzMz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MzODQiLCJUb3AiOjAuMCwiTGVmdCI6MC4wLCJSaWdodCI6MC4wLCJCb3R0b20iOjAuMH0sIlBhZGRpbmciOnsiJGlkIjoiMzM4NSIsIlRvcCI6MC4wLCJMZWZ0IjowLjAsIlJpZ2h0IjowLjAsIkJvdHRvbSI6MC4wfSwiQmFja2dyb3VuZCI6eyIkaWQiOiIzMzg2IiwiQ29sb3IiOnsiJGlkIjoiMzM4NyIsIkEiOjI1NSwiUiI6MCwiRyI6MCwiQiI6MH19LCJJc1Zpc2libGUiOnRydWUsIldpZHRoIjowLjAsIkhlaWdodCI6MC4wLCJCb3JkZXJTdHlsZSI6eyIkaWQiOiIzMzg4IiwiTGluZUNvbG9yIjpudWxsLCJMaW5lV2VpZ2h0IjowLjAsIkxpbmVUeXBlIjowLCJQYXJlbnRTdHlsZSI6bnVsbH0sIlBhcmVudFN0eWxlIjpudWxsfSwiRGF0ZVN0eWxlIjp7IiRpZCI6IjMzODkiLCJGb250U2V0dGluZ3MiOnsiJGlkIjoiMzM5MCIsIkZvbnRTaXplIjoxMCwiRm9udE5hbWUiOiJDYWxpYnJpIiwiSXNCb2xkIjpmYWxzZSwiSXNJdGFsaWMiOmZhbHNlLCJJc1VuZGVybGluZWQiOmZhbHNlLCJQYXJlbnRTdHlsZSI6bnVsbH0sIkF1dG9TaXplIjowLCJGb3JlZ3JvdW5kIjp7IiRpZCI6IjMzOTEiLCJDb2xvciI6eyIkaWQiOiIzMzkyIiwiQSI6MjU1LCJSIjo2OCwiRyI6ODQsIkIiOjEwNn19LCJNYXhXaWR0aCI6MjAwLjAsIk1heEhlaWdodCI6IkluZmluaXR5IiwiU21hcnRGb3JlZ3JvdW5kSXNBY3RpdmUiOmZhbHNlLCJIb3Jpem9udGFsQWxpZ25tZW50IjowLCJWZXJ0aWNhbEFsaWdubWVudCI6MSwiU21hcnRGb3JlZ3JvdW5kIjpudWxsLCJCYWNrZ3JvdW5kRmlsbFR5cGUiOjAsIk1hcmdpbiI6eyIkaWQiOiIzMzkzIiwiVG9wIjowLjAsIkxlZnQiOjAuMCwiUmlnaHQiOjAuMCwiQm90dG9tIjowLjB9LCJQYWRkaW5nIjp7IiRpZCI6IjMzOTQiLCJUb3AiOjAuMCwiTGVmdCI6MC4wLCJSaWdodCI6MC4wLCJCb3R0b20iOjAuMH0sIkJhY2tncm91bmQiOnsiJGlkIjoiMzM5NSIsIkNvbG9yIjp7IiRpZCI6IjMzOTYiLCJBIjoyNTUsIlIiOjY4LCJHIjo4NCwiQiI6MTA2fX0sIklzVmlzaWJsZSI6dHJ1ZSwiV2lkdGgiOjAuMCwiSGVpZ2h0IjowLjAsIkJvcmRlclN0eWxlIjp7IiRpZCI6IjMzOTciLCJMaW5lQ29sb3IiOm51bGwsIkxpbmVXZWlnaHQiOjAuMCwiTGluZVR5cGUiOjAsIlBhcmVudFN0eWxlIjpudWxsfSwiUGFyZW50U3R5bGUiOm51bGx9LCJEYXRlRm9ybWF0Ijp7IiRpZCI6IjMzOTg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M5OSIsIkZvcm1hdCI6MCwiSXNWaXNpYmxlIjpmYWxzZSwiTGFzdEtub3duVmlzaWJpbGl0eVN0YXRlIjpmYWxzZX0sIklzVmlzaWJsZSI6dHJ1ZSwiVmFyaWFuY2VTdHlsZSI6eyIkaWQiOiIzNDAwIiwiVGV4dFN0eWxlIjp7IiRpZCI6IjM0MDEiLCJGb250U2V0dGluZ3MiOnsiJGlkIjoiMzQwMiIsIkZvbnRTaXplIjoxMCwiRm9udE5hbWUiOiJDYWxpYnJpIiwiSXNCb2xkIjpmYWxzZSwiSXNJdGFsaWMiOmZhbHNlLCJJc1VuZGVybGluZWQiOmZhbHNlLCJQYXJlbnRTdHlsZSI6bnVsbH0sIkF1dG9TaXplIjowLCJGb3JlZ3JvdW5kIjp7IiRpZCI6IjM0MDMiLCJDb2xvciI6eyIkaWQiOiIzNDA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0MDUiLCJUb3AiOjAuMCwiTGVmdCI6MC4wLCJSaWdodCI6MC4wLCJCb3R0b20iOjAuMH0sIlBhZGRpbmciOnsiJGlkIjoiMzQwNiIsIlRvcCI6MC4wLCJMZWZ0IjowLjAsIlJpZ2h0IjowLjAsIkJvdHRvbSI6MC4wfSwiQmFja2dyb3VuZCI6eyIkaWQiOiIzNDA3IiwiQ29sb3IiOnsiJGlkIjoiMzQwOCIsIkEiOjI1NSwiUiI6MCwiRyI6MCwiQiI6MH19LCJJc1Zpc2libGUiOnRydWUsIldpZHRoIjowLjAsIkhlaWdodCI6MC4wLCJCb3JkZXJTdHlsZSI6eyIkaWQiOiIzNDA5IiwiTGluZUNvbG9yIjpudWxsLCJMaW5lV2VpZ2h0IjowLjAsIkxpbmVUeXBlIjowLCJQYXJlbnRTdHlsZSI6bnVsbH0sIlBhcmVudFN0eWxlIjpudWxsfSwiUGFyZW50U3R5bGUiOm51bGx9LCJQYXJlbnRTdHlsZSI6bnVsbH0sIkRlZmF1bHRTd2ltbGFuZUFjdGl2aXR5U3R5bGUiOnsiJGlkIjoiMzQxMCIsIkhlYWRlclN0eWxlIjp7IiRpZCI6IjM0MTEiLCJUZXh0U3R5bGUiOnsiJGlkIjoiMzQxMiIsIkZvbnRTZXR0aW5ncyI6eyIkaWQiOiIzNDEzIiwiRm9udFNpemUiOjExLCJGb250TmFtZSI6IkNhbGlicmkiLCJJc0JvbGQiOmZhbHNlLCJJc0l0YWxpYyI6ZmFsc2UsIklzVW5kZXJsaW5lZCI6ZmFsc2UsIlBhcmVudFN0eWxlIjpudWxsfSwiQXV0b1NpemUiOjIsIkZvcmVncm91bmQiOnsiJGlkIjoiMzQxNCIsIkNvbG9yIjp7IiRpZCI6IjM0MTU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zNDE2IiwiVG9wIjowLjAsIkxlZnQiOjAuMCwiUmlnaHQiOjAuMCwiQm90dG9tIjowLjB9LCJQYWRkaW5nIjp7IiRpZCI6IjM0MTciLCJUb3AiOjAuMCwiTGVmdCI6MC4wLCJSaWdodCI6MC4wLCJCb3R0b20iOjAuMH0sIkJhY2tncm91bmQiOnsiJGlkIjoiMzQxOCIsIkNvbG9yIjp7IiRpZCI6IjM0MTkiLCJBIjoyNTUsIlIiOjY0LCJHIjo2NCwiQiI6NjR9fSwiSXNWaXNpYmxlIjp0cnVlLCJXaWR0aCI6MC4wLCJIZWlnaHQiOjAuMCwiQm9yZGVyU3R5bGUiOm51bGwsIlBhcmVudFN0eWxlIjpudWxsfSwiUmVjdGFuZ2xlU3R5bGUiOnsiJGlkIjoiMzQyMCIsIk1hcmdpbiI6eyIkaWQiOiIzNDIxIiwiVG9wIjowLjAsIkxlZnQiOjAuMCwiUmlnaHQiOjAuMCwiQm90dG9tIjowLjB9LCJQYWRkaW5nIjp7IiRpZCI6IjM0MjIiLCJUb3AiOjAuMCwiTGVmdCI6MC4wLCJSaWdodCI6MC4wLCJCb3R0b20iOjAuMH0sIkJhY2tncm91bmQiOnsiJGlkIjoiMzQyMyIsIkNvbG9yIjp7IiRpZCI6IjM0MjQiLCJBIjoxMjcsIlIiOjI1NSwiRyI6MTkyLCJCIjowfX0sIklzVmlzaWJsZSI6dHJ1ZSwiV2lkdGgiOjAuMCwiSGVpZ2h0IjowLjAsIkJvcmRlclN0eWxlIjp7IiRpZCI6IjM0MjUiLCJMaW5lQ29sb3IiOnsiJGlkIjoiMzQyNiIsIiR0eXBlIjoiTkxSRS5Db21tb24uRG9tLlNvbGlkQ29sb3JCcnVzaCwgTkxSRS5Db21tb24iLCJDb2xvciI6eyIkaWQiOiIzNDI3IiwiQSI6MjU1LCJSIjoyNTUsIkciOjI1NSwiQiI6MjU1fX0sIkxpbmVXZWlnaHQiOjAuMCwiTGluZVR5cGUiOjAsIlBhcmVudFN0eWxlIjpudWxsfSwiUGFyZW50U3R5bGUiOm51bGx9LCJNYXJnaW4iOnsiJGlkIjoiMzQyOCIsIlRvcCI6MC4wLCJMZWZ0IjowLjAsIlJpZ2h0IjowLjAsIkJvdHRvbSI6MC4wfSwiUGFkZGluZyI6eyIkaWQiOiIzNDI5IiwiVG9wIjowLjAsIkxlZnQiOjAuMCwiUmlnaHQiOjAuMCwiQm90dG9tIjowLjB9LCJCYWNrZ3JvdW5kIjpudWxsLCJJc1Zpc2libGUiOnRydWUsIldpZHRoIjowLjAsIkhlaWdodCI6MC4wLCJCb3JkZXJTdHlsZSI6bnVsbCwiUGFyZW50U3R5bGUiOm51bGx9LCJCYWNrZ3JvdW5kU3R5bGUiOnsiJGlkIjoiMzQzMCIsIk1hcmdpbiI6eyIkaWQiOiIzNDMxIiwiVG9wIjowLjAsIkxlZnQiOjAuMCwiUmlnaHQiOjAuMCwiQm90dG9tIjowLjB9LCJQYWRkaW5nIjp7IiRpZCI6IjM0MzIiLCJUb3AiOjAuMCwiTGVmdCI6MC4wLCJSaWdodCI6MC4wLCJCb3R0b20iOjAuMH0sIkJhY2tncm91bmQiOnsiJGlkIjoiMzQzMyIsIkNvbG9yIjp7IiRpZCI6IjM0MzQiLCJBIjo1MSwiUiI6MjAwLCJHIjoyMDAsIkIiOjIwMH19LCJJc1Zpc2libGUiOnRydWUsIldpZHRoIjowLjAsIkhlaWdodCI6MC4wLCJCb3JkZXJTdHlsZSI6eyIkaWQiOiIzNDM1IiwiTGluZUNvbG9yIjp7IiRpZCI6IjM0MzYiLCIkdHlwZSI6Ik5MUkUuQ29tbW9uLkRvbS5Tb2xpZENvbG9yQnJ1c2gsIE5MUkUuQ29tbW9uIiwiQ29sb3IiOnsiJGlkIjoiMzQzNyIsIkEiOjI1NSwiUiI6MjM0LCJHIjoyMiwiQiI6MzB9fSwiTGluZVdlaWdodCI6MC4wLCJMaW5lVHlwZSI6MCwiUGFyZW50U3R5bGUiOm51bGx9LCJQYXJlbnRTdHlsZSI6bnVsbH0sIk1hcmdpbiI6eyIkaWQiOiIzNDM4IiwiVG9wIjowLjAsIkxlZnQiOjAuMCwiUmlnaHQiOjAuMCwiQm90dG9tIjowLjB9LCJQYWRkaW5nIjp7IiRpZCI6IjM0MzkiLCJUb3AiOjAuMCwiTGVmdCI6MC4wLCJSaWdodCI6MC4wLCJCb3R0b20iOjAuMH0sIklzVmlzaWJsZSI6dHJ1ZSwiV2lkdGgiOjAuMCwiSGVpZ2h0IjowLjAsIkJvcmRlclN0eWxlIjp7IiRpZCI6IjM0NDAiLCJMaW5lQ29sb3IiOm51bGwsIkxpbmVXZWlnaHQiOjAuMCwiTGluZVR5cGUiOjAsIlBhcmVudFN0eWxlIjpudWxsfSwiUGFyZW50U3R5bGUiOm51bGx9LCJNYXJnaW4iOnsiJGlkIjoiMzQ0MSIsIlRvcCI6MC4wLCJMZWZ0IjowLjAsIlJpZ2h0IjowLjAsIkJvdHRvbSI6MC4wfSwiUGFkZGluZyI6eyIkaWQiOiIzNDQyIiwiVG9wIjowLjAsIkxlZnQiOjAuMCwiUmlnaHQiOjAuMCwiQm90dG9tIjowLjB9LCJJc1Zpc2libGUiOmZhbHNlLCJXaWR0aCI6MC4wLCJIZWlnaHQiOjAuMCwiQm9yZGVyU3R5bGUiOnsiJGlkIjoiMzQ0MyIsIkxpbmVDb2xvciI6bnVsbCwiTGluZVdlaWdodCI6MC4wLCJMaW5lVHlwZSI6MCwiUGFyZW50U3R5bGUiOm51bGx9LCJQYXJlbnRTdHlsZSI6bnVsbH19LHsiJGlkIjoiMzQ0NCIsIl9hY3Rpdml0aWVzIjpbeyIkaWQiOiIzNDQ1IiwiX3Jvd3MiOlt7IiRpZCI6IjM0NDYiLCJfdGFza3MiOlt7IiRpZCI6IjM0NDciLCJfYXR0YWNoZWRNaWxlc3RvbmVzIjpbXSwiVGFza0RlZmluaXRpb24iOnsiJGlkIjoiMzQ0OCIsIkdyb3VwTmFtZSI6bnVsbCwiU3RhcnREYXRlIjoiMjAyNy0xMC0yNVQwMDowMDowMFoiLCJFbmREYXRlIjoiMjAyNy0xMi0zMVQyMzo1OTowMFoiLCJQZXJjZW50YWdlQ29tcGxldGUiOm51bGwsIlN0eWxlIjp7IiRpZCI6IjM0NDkiLCJTaGFwZSI6MSwiU2hhcGVUaGlja25lc3MiOjAsIkR1cmF0aW9uRm9ybWF0IjowLCJJbmNsdWRlTm9uV29ya2luZ0RheXNJbkR1cmF0aW9uIjpmYWxzZSwiUGVyY2VudGFnZUNvbXBsZXRlU3R5bGUiOnsiJGlkIjoiMzQ1MCIsIkZvbnRTZXR0aW5ncyI6eyIkaWQiOiIzNDUxIiwiRm9udFNpemUiOjEwLCJGb250TmFtZSI6IkNhbGlicmkiLCJJc0JvbGQiOmZhbHNlLCJJc0l0YWxpYyI6ZmFsc2UsIklzVW5kZXJsaW5lZCI6ZmFsc2UsIlBhcmVudFN0eWxlIjpudWxsfSwiQXV0b1NpemUiOjAsIkZvcmVncm91bmQiOnsiJGlkIjoiMzQ1MiIsIkNvbG9yIjp7IiRpZCI6IjM0NTM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Q1NCIsIlRvcCI6MC4wLCJMZWZ0IjowLjAsIlJpZ2h0IjowLjAsIkJvdHRvbSI6MC4wfSwiUGFkZGluZyI6eyIkaWQiOiIzNDU1IiwiVG9wIjowLjAsIkxlZnQiOjAuMCwiUmlnaHQiOjAuMCwiQm90dG9tIjowLjB9LCJCYWNrZ3JvdW5kIjp7IiRpZCI6IjM0NTYiLCJDb2xvciI6eyIkaWQiOiIzNDU3IiwiQSI6ODksIlIiOjAsIkciOjAsIkIiOjB9fSwiSXNWaXNpYmxlIjp0cnVlLCJXaWR0aCI6MC4wLCJIZWlnaHQiOjAuMCwiQm9yZGVyU3R5bGUiOnsiJGlkIjoiMzQ1OCIsIkxpbmVDb2xvciI6bnVsbCwiTGluZVdlaWdodCI6MC4wLCJMaW5lVHlwZSI6MCwiUGFyZW50U3R5bGUiOm51bGx9LCJQYXJlbnRTdHlsZSI6bnVsbH0sIkR1cmF0aW9uU3R5bGUiOnsiJGlkIjoiMzQ1OSIsIkZvbnRTZXR0aW5ncyI6eyIkaWQiOiIzNDYwIiwiRm9udFNpemUiOjEwLCJGb250TmFtZSI6IkNhbGlicmkiLCJJc0JvbGQiOmZhbHNlLCJJc0l0YWxpYyI6ZmFsc2UsIklzVW5kZXJsaW5lZCI6ZmFsc2UsIlBhcmVudFN0eWxlIjpudWxsfSwiQXV0b1NpemUiOjAsIkZvcmVncm91bmQiOnsiJGlkIjoiMzQ2MSIsIkNvbG9yIjp7IiRpZCI6IjM0NjI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0NjMiLCJUb3AiOjAuMCwiTGVmdCI6MC4wLCJSaWdodCI6MC4wLCJCb3R0b20iOjAuMH0sIlBhZGRpbmciOnsiJGlkIjoiMzQ2NCIsIlRvcCI6MC4wLCJMZWZ0IjowLjAsIlJpZ2h0IjowLjAsIkJvdHRvbSI6MC4wfSwiQmFja2dyb3VuZCI6eyIkaWQiOiIzNDY1IiwiQ29sb3IiOnsiJGlkIjoiMzQ2NiIsIkEiOjI1NSwiUiI6NjgsIkciOjg0LCJCIjoxMDZ9fSwiSXNWaXNpYmxlIjp0cnVlLCJXaWR0aCI6MC4wLCJIZWlnaHQiOjAuMCwiQm9yZGVyU3R5bGUiOnsiJGlkIjoiMzQ2NyIsIkxpbmVDb2xvciI6bnVsbCwiTGluZVdlaWdodCI6MC4wLCJMaW5lVHlwZSI6MCwiUGFyZW50U3R5bGUiOm51bGx9LCJQYXJlbnRTdHlsZSI6bnVsbH0sIkhvcml6b250YWxDb25uZWN0b3JTdHlsZSI6eyIkaWQiOiIzNDY4IiwiTGluZUNvbG9yIjp7IiRpZCI6IjM0NjkiLCIkdHlwZSI6Ik5MUkUuQ29tbW9uLkRvbS5Tb2xpZENvbG9yQnJ1c2gsIE5MUkUuQ29tbW9uIiwiQ29sb3IiOnsiJGlkIjoiMzQ3MCIsIkEiOjI1NSwiUiI6MCwiRyI6MCwiQiI6MH19LCJMaW5lV2VpZ2h0IjowLjAsIkxpbmVUeXBlIjowLCJQYXJlbnRTdHlsZSI6bnVsbH0sIlZlcnRpY2FsQ29ubmVjdG9yU3R5bGUiOnsiJGlkIjoiMzQ3MSIsIkxpbmVDb2xvciI6eyIkaWQiOiIzNDcyIiwiJHR5cGUiOiJOTFJFLkNvbW1vbi5Eb20uU29saWRDb2xvckJydXNoLCBOTFJFLkNvbW1vbiIsIkNvbG9yIjp7IiRpZCI6IjM0NzM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M0NzQiLCJTaGFwZVN0eWxlIjp7IiRpZCI6IjM0NzUiLCJNYXJnaW4iOnsiJGlkIjoiMzQ3NiIsIlRvcCI6MC4wLCJMZWZ0IjowLjAsIlJpZ2h0IjowLjAsIkJvdHRvbSI6MC4wfSwiUGFkZGluZyI6eyIkaWQiOiIzNDc3IiwiVG9wIjowLjAsIkxlZnQiOjAuMCwiUmlnaHQiOjAuMCwiQm90dG9tIjowLjB9LCJCYWNrZ3JvdW5kIjp7IiRpZCI6IjM0NzgiLCJDb2xvciI6eyIkaWQiOiIzNDc5IiwiQSI6MTUzLCJSIjowLCJHIjowLCJCIjowfX0sIklzVmlzaWJsZSI6dHJ1ZSwiV2lkdGgiOjAuMCwiSGVpZ2h0IjowLjAsIkJvcmRlclN0eWxlIjpudWxsLCJQYXJlbnRTdHlsZSI6bnVsbH0sIk1hcmdpbiI6eyIkaWQiOiIzNDgwIiwiVG9wIjowLjAsIkxlZnQiOjAuMCwiUmlnaHQiOjAuMCwiQm90dG9tIjowLjB9LCJQYWRkaW5nIjp7IiRpZCI6IjM0ODEiLCJUb3AiOjAuMCwiTGVmdCI6MC4wLCJSaWdodCI6MC4wLCJCb3R0b20iOjAuMH0sIkJhY2tncm91bmQiOm51bGwsIklzVmlzaWJsZSI6dHJ1ZSwiV2lkdGgiOjAuMCwiSGVpZ2h0IjowLjAsIkJvcmRlclN0eWxlIjpudWxsLCJQYXJlbnRTdHlsZSI6bnVsbH0sIlNoYXBlU3R5bGUiOnsiJGlkIjoiMzQ4MiIsIk1hcmdpbiI6eyIkaWQiOiIzNDgzIiwiVG9wIjowLjAsIkxlZnQiOjQuMCwiUmlnaHQiOjQuMCwiQm90dG9tIjowLjB9LCJQYWRkaW5nIjp7IiRpZCI6IjM0ODQiLCJUb3AiOjAuMCwiTGVmdCI6MC4wLCJSaWdodCI6MC4wLCJCb3R0b20iOjAuMH0sIkJhY2tncm91bmQiOnsiJGlkIjoiMzQ4NSIsIkNvbG9yIjp7IiRpZCI6IjM0ODYiLCJBIjoyNTUsIlIiOjExMiwiRyI6MTczLCJCIjo3MX19LCJJc1Zpc2libGUiOnRydWUsIldpZHRoIjowLjAsIkhlaWdodCI6MTAuMCwiQm9yZGVyU3R5bGUiOnsiJGlkIjoiMzQ4NyIsIkxpbmVDb2xvciI6eyIkaWQiOiIzNDg4IiwiJHR5cGUiOiJOTFJFLkNvbW1vbi5Eb20uU29saWRDb2xvckJydXNoLCBOTFJFLkNvbW1vbiIsIkNvbG9yIjp7IiRpZCI6IjM0ODkiLCJBIjoyNTUsIlIiOjIzNCwiRyI6MjIsIkIiOjMwfX0sIkxpbmVXZWlnaHQiOjAuMCwiTGluZVR5cGUiOjAsIlBhcmVudFN0eWxlIjpudWxsfSwiUGFyZW50U3R5bGUiOm51bGx9LCJUaXRsZVN0eWxlIjp7IiRpZCI6IjM0OTAiLCJGb250U2V0dGluZ3MiOnsiJGlkIjoiMzQ5MSIsIkZvbnRTaXplIjoxMSwiRm9udE5hbWUiOiJUaXRpbGxpdW0gV2ViIiwiSXNCb2xkIjpmYWxzZSwiSXNJdGFsaWMiOmZhbHNlLCJJc1VuZGVybGluZWQiOmZhbHNlLCJQYXJlbnRTdHlsZSI6bnVsbH0sIkF1dG9TaXplIjowLCJGb3JlZ3JvdW5kIjp7IiRpZCI6IjM0OTIiLCJDb2xvciI6eyIkaWQiOiIzNDkzIiwiQSI6MjU1LCJSIjoyNTUsIkciOjI1NSwiQiI6MjU1fX0sIk1heFdpZHRoIjo3MjAuMCwiTWF4SGVpZ2h0IjoiSW5maW5pdHkiLCJTbWFydEZvcmVncm91bmRJc0FjdGl2ZSI6ZmFsc2UsIkhvcml6b250YWxBbGlnbm1lbnQiOjAsIlZlcnRpY2FsQWxpZ25tZW50IjoxLCJTbWFydEZvcmVncm91bmQiOm51bGwsIkJhY2tncm91bmRGaWxsVHlwZSI6MCwiTWFyZ2luIjp7IiRpZCI6IjM0OTQiLCJUb3AiOjAuMCwiTGVmdCI6MC4wLCJSaWdodCI6MC4wLCJCb3R0b20iOjAuMH0sIlBhZGRpbmciOnsiJGlkIjoiMzQ5NSIsIlRvcCI6MC4wLCJMZWZ0IjowLjAsIlJpZ2h0IjowLjAsIkJvdHRvbSI6MC4wfSwiQmFja2dyb3VuZCI6eyIkaWQiOiIzNDk2IiwiQ29sb3IiOnsiJGlkIjoiMzQ5NyIsIkEiOjAsIlIiOjI1NSwiRyI6MjU1LCJCIjoyNTV9fSwiSXNWaXNpYmxlIjp0cnVlLCJXaWR0aCI6MC4wLCJIZWlnaHQiOjAuMCwiQm9yZGVyU3R5bGUiOnsiJGlkIjoiMzQ5OCIsIkxpbmVDb2xvciI6bnVsbCwiTGluZVdlaWdodCI6MC4wLCJMaW5lVHlwZSI6MCwiUGFyZW50U3R5bGUiOm51bGx9LCJQYXJlbnRTdHlsZSI6bnVsbH0sIkRhdGVTdHlsZSI6eyIkaWQiOiIzNDk5IiwiRm9udFNldHRpbmdzIjp7IiRpZCI6IjM1MDAiLCJGb250U2l6ZSI6MTAsIkZvbnROYW1lIjoiVGl0aWxsaXVtIFdlYiIsIklzQm9sZCI6ZmFsc2UsIklzSXRhbGljIjpmYWxzZSwiSXNVbmRlcmxpbmVkIjpmYWxzZSwiUGFyZW50U3R5bGUiOm51bGx9LCJBdXRvU2l6ZSI6MCwiRm9yZWdyb3VuZCI6eyIkaWQiOiIzNTAxIiwiQ29sb3IiOnsiJGlkIjoiMzUwMiIsIkEiOjI1NSwiUiI6MjU1LCJHIjoyNTUsIkIiOjI1NX19LCJNYXhXaWR0aCI6MjAwLjAsIk1heEhlaWdodCI6IkluZmluaXR5IiwiU21hcnRGb3JlZ3JvdW5kSXNBY3RpdmUiOmZhbHNlLCJIb3Jpem9udGFsQWxpZ25tZW50IjoyLCJWZXJ0aWNhbEFsaWdubWVudCI6MSwiU21hcnRGb3JlZ3JvdW5kIjpudWxsLCJCYWNrZ3JvdW5kRmlsbFR5cGUiOjAsIk1hcmdpbiI6eyIkaWQiOiIzNTAzIiwiVG9wIjowLjAsIkxlZnQiOjAuMCwiUmlnaHQiOjAuMCwiQm90dG9tIjowLjB9LCJQYWRkaW5nIjp7IiRpZCI6IjM1MDQiLCJUb3AiOjAuMCwiTGVmdCI6MC4wLCJSaWdodCI6MC4wLCJCb3R0b20iOjAuMH0sIkJhY2tncm91bmQiOnsiJGlkIjoiMzUwNSIsIkNvbG9yIjp7IiRpZCI6IjM1MDYiLCJBIjowLCJSIjoyNTUsIkciOjI1NSwiQiI6MjU1fX0sIklzVmlzaWJsZSI6dHJ1ZSwiV2lkdGgiOjAuMCwiSGVpZ2h0IjowLjAsIkJvcmRlclN0eWxlIjp7IiRpZCI6IjM1MDciLCJMaW5lQ29sb3IiOm51bGwsIkxpbmVXZWlnaHQiOjAuMCwiTGluZVR5cGUiOjAsIlBhcmVudFN0eWxlIjpudWxsfSwiUGFyZW50U3R5bGUiOm51bGx9LCJEYXRlRm9ybWF0Ijp7IiRpZCI6IjM1M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UwOSIsIkZvcm1hdCI6MCwiSXNWaXNpYmxlIjpmYWxzZSwiTGFzdEtub3duVmlzaWJpbGl0eVN0YXRlIjpmYWxzZX0sIklzVmlzaWJsZSI6dHJ1ZSwiVmFyaWFuY2VTdHlsZSI6eyIkaWQiOiIzNTEwIiwiVGV4dFN0eWxlIjp7IiRpZCI6IjM1MTEiLCJGb250U2V0dGluZ3MiOnsiJGlkIjoiMzUxMiIsIkZvbnRTaXplIjoxMCwiRm9udE5hbWUiOiJDYWxpYnJpIiwiSXNCb2xkIjpmYWxzZSwiSXNJdGFsaWMiOmZhbHNlLCJJc1VuZGVybGluZWQiOmZhbHNlLCJQYXJlbnRTdHlsZSI6bnVsbH0sIkF1dG9TaXplIjowLCJGb3JlZ3JvdW5kIjp7IiRpZCI6IjM1MTMiLCJDb2xvciI6eyIkaWQiOiIzNTE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1MTUiLCJUb3AiOjAuMCwiTGVmdCI6MC4wLCJSaWdodCI6MC4wLCJCb3R0b20iOjAuMH0sIlBhZGRpbmciOnsiJGlkIjoiMzUxNiIsIlRvcCI6MC4wLCJMZWZ0IjowLjAsIlJpZ2h0IjowLjAsIkJvdHRvbSI6MC4wfSwiQmFja2dyb3VuZCI6eyIkaWQiOiIzNTE3IiwiQ29sb3IiOnsiJGlkIjoiMzUxOCIsIkEiOjI1NSwiUiI6MCwiRyI6MCwiQiI6MH19LCJJc1Zpc2libGUiOnRydWUsIldpZHRoIjowLjAsIkhlaWdodCI6MC4wLCJCb3JkZXJTdHlsZSI6eyIkaWQiOiIzNTE5IiwiTGluZUNvbG9yIjpudWxsLCJMaW5lV2VpZ2h0IjowLjAsIkxpbmVUeXBlIjowLCJQYXJlbnRTdHlsZSI6bnVsbH0sIlBhcmVudFN0eWxlIjpudWxsfSwiUGFyZW50U3R5bGUiOm51bGx9LCJQYXJlbnRTdHlsZSI6bnVsbH0sIkluZGV4IjoyMywiU21hcnREdXJhdGlvbkFjdGl2YXRlZCI6ZmFsc2UsIkRhdGVGb3JtYXQiOnsiJHJlZiI6IjM1MDgifSwiV2Vla051bWJlcmluZyI6eyIkaWQiOiIzNTIwIiwiRm9ybWF0IjowLCJJc1Zpc2libGUiOmZhbHNlLCJMYXN0S25vd25WaXNpYmlsaXR5U3RhdGUiOmZhbHNlfSwiQmFzZWxpbmVEYXRhIjp7IiRpZCI6IjM1MjEiLCJTdGFydERhdGUiOiIyMDI3LTEwLTI1VDAwOjAwOjAwIiwiRW5kRGF0ZSI6IjIwMjctMTItMzFUMjM6NTk6MDAifSwiSWQiOiI5YzEyZjhlMi03OGU4LTRhODgtYjFiNi1mZDUwNzdiOTY1ODUiLCJJbXBvcnRJZCI6bnVsbCwiVGl0bGUiOiJQcm9kdWNjacOzbiAoUTMgMjAyNykiLCJOb3RlIjpudWxsLCJIeXBlcmxpbmsiOnsiJGlkIjoiMzUyMiIsIkFkZHJlc3MiOiIiLCJTdWJBZGRyZXNzIjoiIn0sIklzQ2hhbmdlZCI6ZmFsc2UsIklzTmV3IjpmYWxzZX19XSwiX21pbGVzdG9uZXMiOltdLCJJZCI6IjAwMDAwMDAwLTAwMDAtMDAwMC0wMDAwLTAwMDAwMDAwMDAwMCIsIklzU2luZ2xlSXRlbVJvdyI6dHJ1ZX1dLCJJbmRleCI6MjIsIklkIjoiYjBkODIwNjQtM2Y5Yi00ODg4LWJmNjgtZGY4NTg2NDkxODI4IiwiSGVhZGVyVGV4dCI6bnVsbCwiSXNEZWZhdWx0Ijp0cnVlLCJTdHlsZSI6eyIkaWQiOiIzNTIzIiwiSGVhZGVyU3R5bGUiOnsiJGlkIjoiMzUyNCIsIlRleHRTdHlsZSI6eyIkaWQiOiIzNTI1IiwiRm9udFNldHRpbmdzIjp7IiRpZCI6IjM1MjYiLCJGb250U2l6ZSI6MTEsIkZvbnROYW1lIjoiQ2FsaWJyaSIsIklzQm9sZCI6ZmFsc2UsIklzSXRhbGljIjpmYWxzZSwiSXNVbmRlcmxpbmVkIjpmYWxzZSwiUGFyZW50U3R5bGUiOm51bGx9LCJBdXRvU2l6ZSI6MiwiRm9yZWdyb3VuZCI6eyIkaWQiOiIzNTI3IiwiQ29sb3IiOnsiJGlkIjoiMzUy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M1MjkiLCJUb3AiOjAuMCwiTGVmdCI6MC4wLCJSaWdodCI6MC4wLCJCb3R0b20iOjAuMH0sIlBhZGRpbmciOnsiJGlkIjoiMzUzMCIsIlRvcCI6MC4wLCJMZWZ0IjowLjAsIlJpZ2h0IjowLjAsIkJvdHRvbSI6MC4wfSwiQmFja2dyb3VuZCI6eyIkaWQiOiIzNTMxIiwiQ29sb3IiOnsiJGlkIjoiMzUzMiIsIkEiOjI1NSwiUiI6NjQsIkciOjY0LCJCIjo2NH19LCJJc1Zpc2libGUiOnRydWUsIldpZHRoIjowLjAsIkhlaWdodCI6MC4wLCJCb3JkZXJTdHlsZSI6bnVsbCwiUGFyZW50U3R5bGUiOm51bGx9LCJSZWN0YW5nbGVTdHlsZSI6eyIkaWQiOiIzNTMzIiwiTWFyZ2luIjp7IiRpZCI6IjM1MzQiLCJUb3AiOjAuMCwiTGVmdCI6MC4wLCJSaWdodCI6MC4wLCJCb3R0b20iOjAuMH0sIlBhZGRpbmciOnsiJGlkIjoiMzUzNSIsIlRvcCI6MC4wLCJMZWZ0IjowLjAsIlJpZ2h0IjowLjAsIkJvdHRvbSI6MC4wfSwiQmFja2dyb3VuZCI6eyIkaWQiOiIzNTM2IiwiQ29sb3IiOnsiJGlkIjoiMzUzNyIsIkEiOjEyNywiUiI6MTEyLCJHIjoxNzMsIkIiOjcxfX0sIklzVmlzaWJsZSI6dHJ1ZSwiV2lkdGgiOjAuMCwiSGVpZ2h0IjowLjAsIkJvcmRlclN0eWxlIjp7IiRpZCI6IjM1MzgiLCJMaW5lQ29sb3IiOnsiJGlkIjoiMzUzOSIsIiR0eXBlIjoiTkxSRS5Db21tb24uRG9tLlNvbGlkQ29sb3JCcnVzaCwgTkxSRS5Db21tb24iLCJDb2xvciI6eyIkaWQiOiIzNTQwIiwiQSI6MjU1LCJSIjoyNTUsIkciOjI1NSwiQiI6MjU1fX0sIkxpbmVXZWlnaHQiOjAuMCwiTGluZVR5cGUiOjAsIlBhcmVudFN0eWxlIjpudWxsfSwiUGFyZW50U3R5bGUiOm51bGx9LCJNYXJnaW4iOnsiJGlkIjoiMzU0MSIsIlRvcCI6MC4wLCJMZWZ0IjowLjAsIlJpZ2h0IjowLjAsIkJvdHRvbSI6MC4wfSwiUGFkZGluZyI6eyIkaWQiOiIzNTQyIiwiVG9wIjowLjAsIkxlZnQiOjAuMCwiUmlnaHQiOjAuMCwiQm90dG9tIjowLjB9LCJCYWNrZ3JvdW5kIjpudWxsLCJJc1Zpc2libGUiOnRydWUsIldpZHRoIjowLjAsIkhlaWdodCI6MC4wLCJCb3JkZXJTdHlsZSI6bnVsbCwiUGFyZW50U3R5bGUiOm51bGx9LCJCYWNrZ3JvdW5kU3R5bGUiOnsiJGlkIjoiMzU0MyIsIk1hcmdpbiI6eyIkaWQiOiIzNTQ0IiwiVG9wIjowLjAsIkxlZnQiOjAuMCwiUmlnaHQiOjAuMCwiQm90dG9tIjowLjB9LCJQYWRkaW5nIjp7IiRpZCI6IjM1NDUiLCJUb3AiOjAuMCwiTGVmdCI6MC4wLCJSaWdodCI6MC4wLCJCb3R0b20iOjAuMH0sIkJhY2tncm91bmQiOnsiJGlkIjoiMzU0NiIsIkNvbG9yIjp7IiRpZCI6IjM1NDciLCJBIjo1MSwiUiI6MjAwLCJHIjoyMDAsIkIiOjIwMH19LCJJc1Zpc2libGUiOnRydWUsIldpZHRoIjowLjAsIkhlaWdodCI6MC4wLCJCb3JkZXJTdHlsZSI6eyIkaWQiOiIzNTQ4IiwiTGluZUNvbG9yIjp7IiRpZCI6IjM1NDkiLCIkdHlwZSI6Ik5MUkUuQ29tbW9uLkRvbS5Tb2xpZENvbG9yQnJ1c2gsIE5MUkUuQ29tbW9uIiwiQ29sb3IiOnsiJGlkIjoiMzU1MCIsIkEiOjI1NSwiUiI6MjM0LCJHIjoyMiwiQiI6MzB9fSwiTGluZVdlaWdodCI6MC4wLCJMaW5lVHlwZSI6MCwiUGFyZW50U3R5bGUiOm51bGx9LCJQYXJlbnRTdHlsZSI6bnVsbH0sIk1hcmdpbiI6eyIkaWQiOiIzNTUxIiwiVG9wIjowLjAsIkxlZnQiOjAuMCwiUmlnaHQiOjAuMCwiQm90dG9tIjowLjB9LCJQYWRkaW5nIjp7IiRpZCI6IjM1NTIiLCJUb3AiOjAuMCwiTGVmdCI6MC4wLCJSaWdodCI6MC4wLCJCb3R0b20iOjAuMH0sIklzVmlzaWJsZSI6dHJ1ZSwiV2lkdGgiOjAuMCwiSGVpZ2h0IjowLjAsIkJvcmRlclN0eWxlIjp7IiRpZCI6IjM1NTMiLCJMaW5lQ29sb3IiOm51bGwsIkxpbmVXZWlnaHQiOjAuMCwiTGluZVR5cGUiOjAsIlBhcmVudFN0eWxlIjpudWxsfSwiUGFyZW50U3R5bGUiOm51bGx9fV0sIklkIjoiNjg4MzE2ODgtNjZjZi00Nzk4LWFjNGEtMzdlN2Y4ZjlhODliIiwiSW5kZXgiOjIyLCJIZWFkZXJUZXh0IjoiR0EiLCJTdHlsZSI6eyIkaWQiOiIzNTU0IiwiU3R5bGVJZCI6ImIyNGY4MDQ1LWY2OWItNGE0My04MjlmLWE1NjUwM2ZkY2Q2OSIsIkhlYWRlclN0eWxlIjp7IiRpZCI6IjM1NTUiLCJUZXh0SXNWZXJ0aWNhbCI6ZmFsc2UsIlRleHRTdHlsZSI6eyIkaWQiOiIzNTU2IiwiRm9udFNldHRpbmdzIjp7IiRpZCI6IjM1NTciLCJGb250U2l6ZSI6MTEsIkZvbnROYW1lIjoiVGl0aWxsaXVtIFdlYiIsIklzQm9sZCI6ZmFsc2UsIklzSXRhbGljIjpmYWxzZSwiSXNVbmRlcmxpbmVkIjpmYWxzZSwiUGFyZW50U3R5bGUiOm51bGx9LCJBdXRvU2l6ZSI6MiwiRm9yZWdyb3VuZCI6eyIkaWQiOiIzNTU4IiwiQ29sb3IiOnsiJGlkIjoiMzU1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1NjAiLCJUb3AiOjAuMCwiTGVmdCI6MC4wLCJSaWdodCI6MC4wLCJCb3R0b20iOjAuMH0sIlBhZGRpbmciOnsiJGlkIjoiMzU2MSIsIlRvcCI6MC4wLCJMZWZ0IjowLjAsIlJpZ2h0IjowLjAsIkJvdHRvbSI6MC4wfSwiQmFja2dyb3VuZCI6eyIkaWQiOiIzNTYyIiwiQ29sb3IiOnsiJGlkIjoiMzU2MyIsIkEiOjI1NSwiUiI6MjU1LCJHIjoyNTUsIkIiOjI1NX19LCJJc1Zpc2libGUiOnRydWUsIldpZHRoIjowLjAsIkhlaWdodCI6MC4wLCJCb3JkZXJTdHlsZSI6bnVsbCwiUGFyZW50U3R5bGUiOm51bGx9LCJSZWN0YW5nbGVTdHlsZSI6eyIkaWQiOiIzNTY0IiwiTWFyZ2luIjp7IiRpZCI6IjM1NjUiLCJUb3AiOjAuMCwiTGVmdCI6MC4wLCJSaWdodCI6MC4wLCJCb3R0b20iOjAuMH0sIlBhZGRpbmciOnsiJGlkIjoiMzU2NiIsIlRvcCI6MC4wLCJMZWZ0IjowLjAsIlJpZ2h0IjowLjAsIkJvdHRvbSI6MC4wfSwiQmFja2dyb3VuZCI6eyIkaWQiOiIzNTY3IiwiQ29sb3IiOnsiJGlkIjoiMzU2OCIsIkEiOjI1NSwiUiI6MTEyLCJHIjoxNzMsIkIiOjcxfX0sIklzVmlzaWJsZSI6dHJ1ZSwiV2lkdGgiOjAuMCwiSGVpZ2h0IjowLjAsIkJvcmRlclN0eWxlIjp7IiRpZCI6IjM1NjkiLCJMaW5lQ29sb3IiOnsiJGlkIjoiMzU3MCIsIiR0eXBlIjoiTkxSRS5Db21tb24uRG9tLlNvbGlkQ29sb3JCcnVzaCwgTkxSRS5Db21tb24iLCJDb2xvciI6eyIkaWQiOiIzNTcxIiwiQSI6MjU1LCJSIjoyNTUsIkciOjI1NSwiQiI6MjU1fX0sIkxpbmVXZWlnaHQiOjAuMCwiTGluZVR5cGUiOjAsIlBhcmVudFN0eWxlIjpudWxsfSwiUGFyZW50U3R5bGUiOm51bGx9LCJNYXJnaW4iOnsiJGlkIjoiMzU3MiIsIlRvcCI6MC4wLCJMZWZ0IjowLjAsIlJpZ2h0IjowLjAsIkJvdHRvbSI6MC4wfSwiUGFkZGluZyI6eyIkaWQiOiIzNTczIiwiVG9wIjowLjAsIkxlZnQiOjAuMCwiUmlnaHQiOjAuMCwiQm90dG9tIjowLjB9LCJCYWNrZ3JvdW5kIjpudWxsLCJJc1Zpc2libGUiOnRydWUsIldpZHRoIjowLjAsIkhlaWdodCI6MC4wLCJCb3JkZXJTdHlsZSI6bnVsbCwiUGFyZW50U3R5bGUiOm51bGx9LCJCYWNrZ3JvdW5kU3R5bGUiOnsiJGlkIjoiMzU3NCIsIk1hcmdpbiI6eyIkaWQiOiIzNTc1IiwiVG9wIjowLjAsIkxlZnQiOjAuMCwiUmlnaHQiOjAuMCwiQm90dG9tIjowLjB9LCJQYWRkaW5nIjp7IiRpZCI6IjM1NzYiLCJUb3AiOjAuMCwiTGVmdCI6MC4wLCJSaWdodCI6MC4wLCJCb3R0b20iOjAuMH0sIkJhY2tncm91bmQiOnsiJGlkIjoiMzU3NyIsIkNvbG9yIjp7IiRpZCI6IjM1NzgiLCJBIjo1MSwiUiI6MjAwLCJHIjoyMDAsIkIiOjIwMH19LCJJc1Zpc2libGUiOnRydWUsIldpZHRoIjowLjAsIkhlaWdodCI6MC4wLCJCb3JkZXJTdHlsZSI6eyIkaWQiOiIzNTc5IiwiTGluZUNvbG9yIjp7IiRpZCI6IjM1ODAiLCIkdHlwZSI6Ik5MUkUuQ29tbW9uLkRvbS5Tb2xpZENvbG9yQnJ1c2gsIE5MUkUuQ29tbW9uIiwiQ29sb3IiOnsiJGlkIjoiMzU4MSIsIkEiOjI1NSwiUiI6MjM0LCJHIjoyMiwiQiI6MzB9fSwiTGluZVdlaWdodCI6MC4wLCJMaW5lVHlwZSI6MCwiUGFyZW50U3R5bGUiOm51bGx9LCJQYXJlbnRTdHlsZSI6bnVsbH0sIklzQWJvdmVUaW1lYmFuZCI6ZmFsc2UsIlNwYWNpbmciOjIsIkRlZmF1bHRTd2ltbGFuZVRhc2tTdHlsZSI6eyIkaWQiOiIzNTgyIiwiJHR5cGUiOiJOTFJFLkNvbW1vbi5Eb20uU3R5bGVzLkV4cGxpY2l0U2V0YWJsZVRhc2tTdHlsZSwgTkxSRS5Db21tb24iLCJTaGFwZSI6MSwiU2hhcGVUaGlja25lc3MiOjAsIkR1cmF0aW9uRm9ybWF0IjowLCJJbmNsdWRlTm9uV29ya2luZ0RheXNJbkR1cmF0aW9uIjpmYWxzZSwiUGVyY2VudGFnZUNvbXBsZXRlU3R5bGUiOnsiJGlkIjoiMzU4MyIsIkZvbnRTZXR0aW5ncyI6eyIkaWQiOiIzNTg0IiwiRm9udFNpemUiOjEwLCJGb250TmFtZSI6IkNhbGlicmkiLCJJc0JvbGQiOmZhbHNlLCJJc0l0YWxpYyI6ZmFsc2UsIklzVW5kZXJsaW5lZCI6ZmFsc2UsIlBhcmVudFN0eWxlIjpudWxsfSwiQXV0b1NpemUiOjAsIkZvcmVncm91bmQiOnsiJGlkIjoiMzU4NSIsIkNvbG9yIjp7IiRpZCI6IjM1ODY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U4NyIsIlRvcCI6MC4wLCJMZWZ0IjowLjAsIlJpZ2h0IjowLjAsIkJvdHRvbSI6MC4wfSwiUGFkZGluZyI6eyIkaWQiOiIzNTg4IiwiVG9wIjowLjAsIkxlZnQiOjAuMCwiUmlnaHQiOjAuMCwiQm90dG9tIjowLjB9LCJCYWNrZ3JvdW5kIjp7IiRpZCI6IjM1ODkiLCJDb2xvciI6eyIkaWQiOiIzNTkwIiwiQSI6ODksIlIiOjAsIkciOjAsIkIiOjB9fSwiSXNWaXNpYmxlIjp0cnVlLCJXaWR0aCI6MC4wLCJIZWlnaHQiOjAuMCwiQm9yZGVyU3R5bGUiOnsiJGlkIjoiMzU5MSIsIkxpbmVDb2xvciI6bnVsbCwiTGluZVdlaWdodCI6MC4wLCJMaW5lVHlwZSI6MCwiUGFyZW50U3R5bGUiOm51bGx9LCJQYXJlbnRTdHlsZSI6bnVsbH0sIkR1cmF0aW9uU3R5bGUiOnsiJGlkIjoiMzU5MiIsIkZvbnRTZXR0aW5ncyI6eyIkaWQiOiIzNTkzIiwiRm9udFNpemUiOjEwLCJGb250TmFtZSI6IkNhbGlicmkiLCJJc0JvbGQiOmZhbHNlLCJJc0l0YWxpYyI6ZmFsc2UsIklzVW5kZXJsaW5lZCI6ZmFsc2UsIlBhcmVudFN0eWxlIjpudWxsfSwiQXV0b1NpemUiOjAsIkZvcmVncm91bmQiOnsiJGlkIjoiMzU5NCIsIkNvbG9yIjp7IiRpZCI6IjM1OTU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M1OTYiLCJUb3AiOjAuMCwiTGVmdCI6MC4wLCJSaWdodCI6MC4wLCJCb3R0b20iOjAuMH0sIlBhZGRpbmciOnsiJGlkIjoiMzU5NyIsIlRvcCI6MC4wLCJMZWZ0IjowLjAsIlJpZ2h0IjowLjAsIkJvdHRvbSI6MC4wfSwiQmFja2dyb3VuZCI6eyIkaWQiOiIzNTk4IiwiQ29sb3IiOnsiJGlkIjoiMzU5OSIsIkEiOjI1NSwiUiI6NjgsIkciOjg0LCJCIjoxMDZ9fSwiSXNWaXNpYmxlIjp0cnVlLCJXaWR0aCI6MC4wLCJIZWlnaHQiOjAuMCwiQm9yZGVyU3R5bGUiOnsiJGlkIjoiMzYwMCIsIkxpbmVDb2xvciI6bnVsbCwiTGluZVdlaWdodCI6MC4wLCJMaW5lVHlwZSI6MCwiUGFyZW50U3R5bGUiOm51bGx9LCJQYXJlbnRTdHlsZSI6bnVsbH0sIkhvcml6b250YWxDb25uZWN0b3JTdHlsZSI6eyIkaWQiOiIzNjAxIiwiTGluZUNvbG9yIjp7IiRpZCI6IjM2MDIiLCIkdHlwZSI6Ik5MUkUuQ29tbW9uLkRvbS5Tb2xpZENvbG9yQnJ1c2gsIE5MUkUuQ29tbW9uIiwiQ29sb3IiOnsiJGlkIjoiMzYwMyIsIkEiOjI1NSwiUiI6MCwiRyI6MCwiQiI6MH19LCJMaW5lV2VpZ2h0IjowLjAsIkxpbmVUeXBlIjowLCJQYXJlbnRTdHlsZSI6bnVsbH0sIlZlcnRpY2FsQ29ubmVjdG9yU3R5bGUiOnsiJGlkIjoiMzYwNCIsIkxpbmVDb2xvciI6eyIkaWQiOiIzNjA1IiwiJHR5cGUiOiJOTFJFLkNvbW1vbi5Eb20uU29saWRDb2xvckJydXNoLCBOTFJFLkNvbW1vbiIsIkNvbG9yIjp7IiRpZCI6IjM2MDY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zNjA3IiwiU2hhcGVTdHlsZSI6eyIkaWQiOiIzNjA4IiwiTWFyZ2luIjp7IiRpZCI6IjM2MDkiLCJUb3AiOjAuMCwiTGVmdCI6MC4wLCJSaWdodCI6MC4wLCJCb3R0b20iOjAuMH0sIlBhZGRpbmciOnsiJGlkIjoiMzYxMCIsIlRvcCI6MC4wLCJMZWZ0IjowLjAsIlJpZ2h0IjowLjAsIkJvdHRvbSI6MC4wfSwiQmFja2dyb3VuZCI6eyIkaWQiOiIzNjExIiwiQ29sb3IiOnsiJGlkIjoiMzYxMiIsIkEiOjE1MywiUiI6MCwiRyI6MCwiQiI6MH19LCJJc1Zpc2libGUiOnRydWUsIldpZHRoIjowLjAsIkhlaWdodCI6MC4wLCJCb3JkZXJTdHlsZSI6eyIkaWQiOiIzNjEzIiwiTGluZUNvbG9yIjp7IiRpZCI6IjM2MTQiLCIkdHlwZSI6Ik5MUkUuQ29tbW9uLkRvbS5Tb2xpZENvbG9yQnJ1c2gsIE5MUkUuQ29tbW9uIiwiQ29sb3IiOnsiJGlkIjoiMzYxNSIsIkEiOjI1NSwiUiI6MjU1LCJHIjowLCJCIjowfX0sIkxpbmVXZWlnaHQiOjAuMCwiTGluZVR5cGUiOjAsIlBhcmVudFN0eWxlIjpudWxsfSwiUGFyZW50U3R5bGUiOm51bGx9LCJNYXJnaW4iOnsiJGlkIjoiMzYxNiIsIlRvcCI6MC4wLCJMZWZ0IjowLjAsIlJpZ2h0IjowLjAsIkJvdHRvbSI6MC4wfSwiUGFkZGluZyI6eyIkaWQiOiIzNjE3IiwiVG9wIjowLjAsIkxlZnQiOjAuMCwiUmlnaHQiOjAuMCwiQm90dG9tIjowLjB9LCJCYWNrZ3JvdW5kIjpudWxsLCJJc1Zpc2libGUiOnRydWUsIldpZHRoIjowLjAsIkhlaWdodCI6MC4wLCJCb3JkZXJTdHlsZSI6bnVsbCwiUGFyZW50U3R5bGUiOm51bGx9LCJTaGFwZVN0eWxlIjp7IiRpZCI6IjM2MTgiLCJNYXJnaW4iOnsiJGlkIjoiMzYxOSIsIlRvcCI6MC4wLCJMZWZ0Ijo0LjAsIlJpZ2h0Ijo0LjAsIkJvdHRvbSI6MC4wfSwiUGFkZGluZyI6eyIkaWQiOiIzNjIwIiwiVG9wIjowLjAsIkxlZnQiOjAuMCwiUmlnaHQiOjAuMCwiQm90dG9tIjowLjB9LCJCYWNrZ3JvdW5kIjp7IiRpZCI6IjM2MjEiLCJDb2xvciI6eyIkaWQiOiIzNjIyIiwiQSI6MjU1LCJSIjoxMTIsIkciOjE3MywiQiI6NzF9fSwiSXNWaXNpYmxlIjp0cnVlLCJXaWR0aCI6MC4wLCJIZWlnaHQiOjEwLjAsIkJvcmRlclN0eWxlIjp7IiRpZCI6IjM2MjMiLCJMaW5lQ29sb3IiOnsiJGlkIjoiMzYyNCIsIiR0eXBlIjoiTkxSRS5Db21tb24uRG9tLlNvbGlkQ29sb3JCcnVzaCwgTkxSRS5Db21tb24iLCJDb2xvciI6eyIkaWQiOiIzNjI1IiwiQSI6MjU1LCJSIjoyMzQsIkciOjIyLCJCIjozMH19LCJMaW5lV2VpZ2h0IjowLjAsIkxpbmVUeXBlIjowLCJQYXJlbnRTdHlsZSI6bnVsbH0sIlBhcmVudFN0eWxlIjpudWxsfSwiVGl0bGVTdHlsZSI6eyIkaWQiOiIzNjI2IiwiRm9udFNldHRpbmdzIjp7IiRpZCI6IjM2MjciLCJGb250U2l6ZSI6MTEsIkZvbnROYW1lIjoiQ2FsaWJyaSIsIklzQm9sZCI6ZmFsc2UsIklzSXRhbGljIjpmYWxzZSwiSXNVbmRlcmxpbmVkIjpmYWxzZSwiUGFyZW50U3R5bGUiOm51bGx9LCJBdXRvU2l6ZSI6MCwiRm9yZWdyb3VuZCI6eyIkaWQiOiIzNjI4IiwiQ29sb3IiOnsiJGlkIjoiMzY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MwIiwiVG9wIjowLjAsIkxlZnQiOjAuMCwiUmlnaHQiOjAuMCwiQm90dG9tIjowLjB9LCJQYWRkaW5nIjp7IiRpZCI6IjM2MzEiLCJUb3AiOjAuMCwiTGVmdCI6MC4wLCJSaWdodCI6MC4wLCJCb3R0b20iOjAuMH0sIkJhY2tncm91bmQiOnsiJGlkIjoiMzYzMiIsIkNvbG9yIjp7IiRpZCI6IjM2MzMiLCJBIjoyNTUsIlIiOjAsIkciOjAsIkIiOjB9fSwiSXNWaXNpYmxlIjp0cnVlLCJXaWR0aCI6MC4wLCJIZWlnaHQiOjAuMCwiQm9yZGVyU3R5bGUiOnsiJGlkIjoiMzYzNCIsIkxpbmVDb2xvciI6bnVsbCwiTGluZVdlaWdodCI6MC4wLCJMaW5lVHlwZSI6MCwiUGFyZW50U3R5bGUiOm51bGx9LCJQYXJlbnRTdHlsZSI6bnVsbH0sIkRhdGVTdHlsZSI6eyIkaWQiOiIzNjM1IiwiRm9udFNldHRpbmdzIjp7IiRpZCI6IjM2MzYiLCJGb250U2l6ZSI6MTAsIkZvbnROYW1lIjoiQ2FsaWJyaSIsIklzQm9sZCI6ZmFsc2UsIklzSXRhbGljIjpmYWxzZSwiSXNVbmRlcmxpbmVkIjpmYWxzZSwiUGFyZW50U3R5bGUiOm51bGx9LCJBdXRvU2l6ZSI6MCwiRm9yZWdyb3VuZCI6eyIkaWQiOiIzNjM3IiwiQ29sb3IiOnsiJGlkIjoiMzYzOC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MzYzOSIsIlRvcCI6MC4wLCJMZWZ0IjowLjAsIlJpZ2h0IjowLjAsIkJvdHRvbSI6MC4wfSwiUGFkZGluZyI6eyIkaWQiOiIzNjQwIiwiVG9wIjowLjAsIkxlZnQiOjAuMCwiUmlnaHQiOjAuMCwiQm90dG9tIjowLjB9LCJCYWNrZ3JvdW5kIjp7IiRpZCI6IjM2NDEiLCJDb2xvciI6eyIkaWQiOiIzNjQyIiwiQSI6MjU1LCJSIjo2OCwiRyI6ODQsIkIiOjEwNn19LCJJc1Zpc2libGUiOnRydWUsIldpZHRoIjowLjAsIkhlaWdodCI6MC4wLCJCb3JkZXJTdHlsZSI6eyIkaWQiOiIzNjQzIiwiTGluZUNvbG9yIjpudWxsLCJMaW5lV2VpZ2h0IjowLjAsIkxpbmVUeXBlIjowLCJQYXJlbnRTdHlsZSI6bnVsbH0sIlBhcmVudFN0eWxlIjpudWxsfSwiRGF0ZUZvcm1hdCI6eyIkaWQiOiIzNjQ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2NDUiLCJGb3JtYXQiOjAsIklzVmlzaWJsZSI6ZmFsc2UsIkxhc3RLbm93blZpc2liaWxpdHlTdGF0ZSI6ZmFsc2V9LCJJc1Zpc2libGUiOnRydWUsIlZhcmlhbmNlU3R5bGUiOnsiJGlkIjoiMzY0NiIsIlRleHRTdHlsZSI6eyIkaWQiOiIzNjQ3IiwiRm9udFNldHRpbmdzIjp7IiRpZCI6IjM2NDgiLCJGb250U2l6ZSI6MTAsIkZvbnROYW1lIjoiQ2FsaWJyaSIsIklzQm9sZCI6ZmFsc2UsIklzSXRhbGljIjpmYWxzZSwiSXNVbmRlcmxpbmVkIjpmYWxzZSwiUGFyZW50U3R5bGUiOm51bGx9LCJBdXRvU2l6ZSI6MCwiRm9yZWdyb3VuZCI6eyIkaWQiOiIzNjQ5IiwiQ29sb3IiOnsiJGlkIjoiMzY1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jUxIiwiVG9wIjowLjAsIkxlZnQiOjAuMCwiUmlnaHQiOjAuMCwiQm90dG9tIjowLjB9LCJQYWRkaW5nIjp7IiRpZCI6IjM2NTIiLCJUb3AiOjAuMCwiTGVmdCI6MC4wLCJSaWdodCI6MC4wLCJCb3R0b20iOjAuMH0sIkJhY2tncm91bmQiOnsiJGlkIjoiMzY1MyIsIkNvbG9yIjp7IiRpZCI6IjM2NTQiLCJBIjoyNTUsIlIiOjAsIkciOjAsIkIiOjB9fSwiSXNWaXNpYmxlIjp0cnVlLCJXaWR0aCI6MC4wLCJIZWlnaHQiOjAuMCwiQm9yZGVyU3R5bGUiOnsiJGlkIjoiMzY1NSIsIkxpbmVDb2xvciI6bnVsbCwiTGluZVdlaWdodCI6MC4wLCJMaW5lVHlwZSI6MCwiUGFyZW50U3R5bGUiOm51bGx9LCJQYXJlbnRTdHlsZSI6bnVsbH0sIlBhcmVudFN0eWxlIjpudWxsfSwiUGFyZW50U3R5bGUiOm51bGwsIl9leHBsaWNpdGx5U2V0Ijp7IiRpZCI6IjM2NT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zNjU3IiwiU2hhcGUiOjEsIkNvbm5lY3Rvck1hcmdpbiI6eyIkaWQiOiIzNjU4IiwiVG9wIjowLjAsIkxlZnQiOjIuMCwiUmlnaHQiOjIuMCwiQm90dG9tIjowLjB9LCJDb25uZWN0b3JTdHlsZSI6eyIkaWQiOiIzNjU5IiwiTGluZUNvbG9yIjp7IiRpZCI6IjM2NjAiLCIkdHlwZSI6Ik5MUkUuQ29tbW9uLkRvbS5Tb2xpZENvbG9yQnJ1c2gsIE5MUkUuQ29tbW9uIiwiQ29sb3IiOnsiJGlkIjoiMzY2MSIsIkEiOjEyNywiUiI6NTYsIkciOjg2LCJCIjozNX19LCJMaW5lV2VpZ2h0IjoxLjAsIkxpbmVUeXBlIjowLCJQYXJlbnRTdHlsZSI6bnVsbH0sIklzQmVsb3dUaW1lYmFuZCI6ZmFsc2UsIlBvc2l0aW9uT25UYXNrIjoxLCJIaWRlRGF0ZSI6ZmFsc2UsIlNoYXBlU2l6ZSI6MCwiU3BhY2luZyI6MC4wLCJQYWRkaW5nIjp7IiRpZCI6IjM2NjIiLCJUb3AiOjUuMCwiTGVmdCI6My4wLCJSaWdodCI6MC4wLCJCb3R0b20iOjIuMH0sIlNoYXBlU3R5bGUiOnsiJGlkIjoiMzY2MyIsIk1hcmdpbiI6eyIkaWQiOiIzNjY0IiwiVG9wIjowLjAsIkxlZnQiOjAuMCwiUmlnaHQiOjAuMCwiQm90dG9tIjowLjB9LCJQYWRkaW5nIjp7IiRpZCI6IjM2NjUiLCJUb3AiOjAuMCwiTGVmdCI6MC4wLCJSaWdodCI6MC4wLCJCb3R0b20iOjAuMH0sIkJhY2tncm91bmQiOnsiJGlkIjoiMzY2NiIsIkNvbG9yIjp7IiRpZCI6IjM2NjciLCJBIjoyNTUsIlIiOjU2LCJHIjo4NiwiQiI6MzV9fSwiSXNWaXNpYmxlIjp0cnVlLCJXaWR0aCI6MTIuMCwiSGVpZ2h0IjoxNC4wLCJCb3JkZXJTdHlsZSI6eyIkaWQiOiIzNjY4IiwiTGluZUNvbG9yIjp7IiRpZCI6IjM2NjkiLCIkdHlwZSI6Ik5MUkUuQ29tbW9uLkRvbS5Tb2xpZENvbG9yQnJ1c2gsIE5MUkUuQ29tbW9uIiwiQ29sb3IiOnsiJGlkIjoiMzY3MCIsIkEiOjI1NSwiUiI6MjU1LCJHIjoyNTUsIkIiOjI1NX19LCJMaW5lV2VpZ2h0IjowLjAsIkxpbmVUeXBlIjowLCJQYXJlbnRTdHlsZSI6bnVsbH0sIlBhcmVudFN0eWxlIjpudWxsfSwiVGl0bGVTdHlsZSI6eyIkaWQiOiIzNjcxIiwiRm9udFNldHRpbmdzIjp7IiRpZCI6IjM2NzIiLCJGb250U2l6ZSI6MTEsIkZvbnROYW1lIjoiQ2FsaWJyaSIsIklzQm9sZCI6ZmFsc2UsIklzSXRhbGljIjpmYWxzZSwiSXNVbmRlcmxpbmVkIjpmYWxzZSwiUGFyZW50U3R5bGUiOm51bGx9LCJBdXRvU2l6ZSI6MCwiRm9yZWdyb3VuZCI6eyIkaWQiOiIzNjczIiwiQ29sb3IiOnsiJGlkIjoiMzY3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zNjc1IiwiVG9wIjowLjAsIkxlZnQiOjAuMCwiUmlnaHQiOjAuMCwiQm90dG9tIjowLjB9LCJQYWRkaW5nIjp7IiRpZCI6IjM2NzYiLCJUb3AiOjAuMCwiTGVmdCI6MC4wLCJSaWdodCI6MC4wLCJCb3R0b20iOjAuMH0sIkJhY2tncm91bmQiOnsiJGlkIjoiMzY3NyIsIkNvbG9yIjp7IiRpZCI6IjM2NzgiLCJBIjoyNTUsIlIiOjAsIkciOjAsIkIiOjB9fSwiSXNWaXNpYmxlIjp0cnVlLCJXaWR0aCI6MC4wLCJIZWlnaHQiOjAuMCwiQm9yZGVyU3R5bGUiOnsiJGlkIjoiMzY3OSIsIkxpbmVDb2xvciI6bnVsbCwiTGluZVdlaWdodCI6MC4wLCJMaW5lVHlwZSI6MCwiUGFyZW50U3R5bGUiOm51bGx9LCJQYXJlbnRTdHlsZSI6bnVsbH0sIkRhdGVTdHlsZSI6eyIkaWQiOiIzNjgwIiwiRm9udFNldHRpbmdzIjp7IiRpZCI6IjM2ODEiLCJGb250U2l6ZSI6MTAsIkZvbnROYW1lIjoiQ2FsaWJyaSIsIklzQm9sZCI6ZmFsc2UsIklzSXRhbGljIjpmYWxzZSwiSXNVbmRlcmxpbmVkIjpmYWxzZSwiUGFyZW50U3R5bGUiOm51bGx9LCJBdXRvU2l6ZSI6MCwiRm9yZWdyb3VuZCI6eyIkaWQiOiIzNjgyIiwiQ29sb3IiOnsiJGlkIjoiMzY4M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MzY4NCIsIlRvcCI6MC4wLCJMZWZ0IjowLjAsIlJpZ2h0IjowLjAsIkJvdHRvbSI6MC4wfSwiUGFkZGluZyI6eyIkaWQiOiIzNjg1IiwiVG9wIjowLjAsIkxlZnQiOjAuMCwiUmlnaHQiOjAuMCwiQm90dG9tIjowLjB9LCJCYWNrZ3JvdW5kIjp7IiRpZCI6IjM2ODYiLCJDb2xvciI6eyIkaWQiOiIzNjg3IiwiQSI6MjU1LCJSIjo2OCwiRyI6ODQsIkIiOjEwNn19LCJJc1Zpc2libGUiOnRydWUsIldpZHRoIjowLjAsIkhlaWdodCI6MC4wLCJCb3JkZXJTdHlsZSI6eyIkaWQiOiIzNjg4IiwiTGluZUNvbG9yIjpudWxsLCJMaW5lV2VpZ2h0IjowLjAsIkxpbmVUeXBlIjowLCJQYXJlbnRTdHlsZSI6bnVsbH0sIlBhcmVudFN0eWxlIjpudWxsfSwiRGF0ZUZvcm1hdCI6eyIkaWQiOiIzNjg5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kwIiwiRm9ybWF0IjowLCJJc1Zpc2libGUiOmZhbHNlLCJMYXN0S25vd25WaXNpYmlsaXR5U3RhdGUiOmZhbHNlfSwiSXNWaXNpYmxlIjpmYWxzZSwiVmFyaWFuY2VTdHlsZSI6eyIkaWQiOiIzNjkxIiwiVGV4dFN0eWxlIjp7IiRpZCI6IjM2OTIiLCJGb250U2V0dGluZ3MiOnsiJGlkIjoiMzY5MyIsIkZvbnRTaXplIjoxMCwiRm9udE5hbWUiOiJDYWxpYnJpIiwiSXNCb2xkIjpmYWxzZSwiSXNJdGFsaWMiOmZhbHNlLCJJc1VuZGVybGluZWQiOmZhbHNlLCJQYXJlbnRTdHlsZSI6bnVsbH0sIkF1dG9TaXplIjowLCJGb3JlZ3JvdW5kIjp7IiRpZCI6IjM2OTQiLCJDb2xvciI6eyIkaWQiOiIzNjk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2OTYiLCJUb3AiOjAuMCwiTGVmdCI6MC4wLCJSaWdodCI6MC4wLCJCb3R0b20iOjAuMH0sIlBhZGRpbmciOnsiJGlkIjoiMzY5NyIsIlRvcCI6MC4wLCJMZWZ0IjowLjAsIlJpZ2h0IjowLjAsIkJvdHRvbSI6MC4wfSwiQmFja2dyb3VuZCI6eyIkaWQiOiIzNjk4IiwiQ29sb3IiOnsiJGlkIjoiMzY5OSIsIkEiOjI1NSwiUiI6MCwiRyI6MCwiQiI6MH19LCJJc1Zpc2libGUiOnRydWUsIldpZHRoIjowLjAsIkhlaWdodCI6MC4wLCJCb3JkZXJTdHlsZSI6eyIkaWQiOiIzNzAwIiwiTGluZUNvbG9yIjpudWxsLCJMaW5lV2VpZ2h0IjowLjAsIkxpbmVUeXBlIjowLCJQYXJlbnRTdHlsZSI6bnVsbH0sIlBhcmVudFN0eWxlIjpudWxsfSwiUGFyZW50U3R5bGUiOm51bGx9LCJQYXJlbnRTdHlsZSI6bnVsbH0sIkRlZmF1bHRTd2ltbGFuZU1pbGVzdG9uZVN0eWxlIjp7IiRpZCI6IjM3MDEiLCJUaXRsZVBvc2l0aW9uIjoiTGVmdCIsIkRhdGVQb3NpdGlvbiI6IlJpZ2h0IiwiVmFyaWFuY2VQb3NpdGlvbiI6IlJpZ2h0IiwiU2hhcGVUeXBlIjoxLCJTaGFwZVNpemUiOjAsIlNwYWNpbmciOjUsIlNoYXBlU3R5bGUiOnsiJGlkIjoiMzcwMiIsIk1hcmdpbiI6eyIkaWQiOiIzNzAzIiwiVG9wIjowLjAsIkxlZnQiOjAuMCwiUmlnaHQiOjAuMCwiQm90dG9tIjowLjB9LCJQYWRkaW5nIjp7IiRpZCI6IjM3MDQiLCJUb3AiOjAuMCwiTGVmdCI6MC4wLCJSaWdodCI6MC4wLCJCb3R0b20iOjAuMH0sIkJhY2tncm91bmQiOnsiJGlkIjoiMzcwNSIsIkNvbG9yIjp7IiRpZCI6IjM3MDYiLCJBIjoyNTUsIlIiOjExMiwiRyI6MTczLCJCIjo3MX19LCJJc1Zpc2libGUiOnRydWUsIldpZHRoIjoxMi4wLCJIZWlnaHQiOjE0LjAsIkJvcmRlclN0eWxlIjp7IiRpZCI6IjM3MDciLCJMaW5lQ29sb3IiOnsiJGlkIjoiMzcwOCIsIiR0eXBlIjoiTkxSRS5Db21tb24uRG9tLlNvbGlkQ29sb3JCcnVzaCwgTkxSRS5Db21tb24iLCJDb2xvciI6eyIkaWQiOiIzNzA5IiwiQSI6MjU1LCJSIjoyMzQsIkciOjIyLCJCIjozMH19LCJMaW5lV2VpZ2h0IjowLjAsIkxpbmVUeXBlIjowLCJQYXJlbnRTdHlsZSI6bnVsbH0sIlBhcmVudFN0eWxlIjpudWxsfSwiVGl0bGVTdHlsZSI6eyIkaWQiOiIzNzEwIiwiRm9udFNldHRpbmdzIjp7IiRpZCI6IjM3MTEiLCJGb250U2l6ZSI6MTEsIkZvbnROYW1lIjoiQ2FsaWJyaSIsIklzQm9sZCI6ZmFsc2UsIklzSXRhbGljIjpmYWxzZSwiSXNVbmRlcmxpbmVkIjpmYWxzZSwiUGFyZW50U3R5bGUiOm51bGx9LCJBdXRvU2l6ZSI6MCwiRm9yZWdyb3VuZCI6eyIkaWQiOiIzNzEyIiwiQ29sb3IiOnsiJGlkIjoiMzcx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zNzE0IiwiVG9wIjowLjAsIkxlZnQiOjAuMCwiUmlnaHQiOjAuMCwiQm90dG9tIjowLjB9LCJQYWRkaW5nIjp7IiRpZCI6IjM3MTUiLCJUb3AiOjAuMCwiTGVmdCI6MC4wLCJSaWdodCI6MC4wLCJCb3R0b20iOjAuMH0sIkJhY2tncm91bmQiOnsiJGlkIjoiMzcxNiIsIkNvbG9yIjp7IiRpZCI6IjM3MTciLCJBIjoyNTUsIlIiOjAsIkciOjAsIkIiOjB9fSwiSXNWaXNpYmxlIjp0cnVlLCJXaWR0aCI6MC4wLCJIZWlnaHQiOjAuMCwiQm9yZGVyU3R5bGUiOnsiJGlkIjoiMzcxOCIsIkxpbmVDb2xvciI6bnVsbCwiTGluZVdlaWdodCI6MC4wLCJMaW5lVHlwZSI6MCwiUGFyZW50U3R5bGUiOm51bGx9LCJQYXJlbnRTdHlsZSI6bnVsbH0sIkRhdGVTdHlsZSI6eyIkaWQiOiIzNzE5IiwiRm9udFNldHRpbmdzIjp7IiRpZCI6IjM3MjAiLCJGb250U2l6ZSI6MTAsIkZvbnROYW1lIjoiQ2FsaWJyaSIsIklzQm9sZCI6ZmFsc2UsIklzSXRhbGljIjpmYWxzZSwiSXNVbmRlcmxpbmVkIjpmYWxzZSwiUGFyZW50U3R5bGUiOm51bGx9LCJBdXRvU2l6ZSI6MCwiRm9yZWdyb3VuZCI6eyIkaWQiOiIzNzIxIiwiQ29sb3IiOnsiJGlkIjoiMzcyM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MzcyMyIsIlRvcCI6MC4wLCJMZWZ0IjowLjAsIlJpZ2h0IjowLjAsIkJvdHRvbSI6MC4wfSwiUGFkZGluZyI6eyIkaWQiOiIzNzI0IiwiVG9wIjowLjAsIkxlZnQiOjAuMCwiUmlnaHQiOjAuMCwiQm90dG9tIjowLjB9LCJCYWNrZ3JvdW5kIjp7IiRpZCI6IjM3MjUiLCJDb2xvciI6eyIkaWQiOiIzNzI2IiwiQSI6MjU1LCJSIjo2OCwiRyI6ODQsIkIiOjEwNn19LCJJc1Zpc2libGUiOnRydWUsIldpZHRoIjowLjAsIkhlaWdodCI6MC4wLCJCb3JkZXJTdHlsZSI6eyIkaWQiOiIzNzI3IiwiTGluZUNvbG9yIjpudWxsLCJMaW5lV2VpZ2h0IjowLjAsIkxpbmVUeXBlIjowLCJQYXJlbnRTdHlsZSI6bnVsbH0sIlBhcmVudFN0eWxlIjpudWxsfSwiRGF0ZUZvcm1hdCI6eyIkaWQiOiIzNzI4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jkiLCJGb3JtYXQiOjAsIklzVmlzaWJsZSI6ZmFsc2UsIkxhc3RLbm93blZpc2liaWxpdHlTdGF0ZSI6ZmFsc2V9LCJJc1Zpc2libGUiOnRydWUsIlZhcmlhbmNlU3R5bGUiOnsiJGlkIjoiMzczMCIsIlRleHRTdHlsZSI6eyIkaWQiOiIzNzMxIiwiRm9udFNldHRpbmdzIjp7IiRpZCI6IjM3MzIiLCJGb250U2l6ZSI6MTAsIkZvbnROYW1lIjoiQ2FsaWJyaSIsIklzQm9sZCI6ZmFsc2UsIklzSXRhbGljIjpmYWxzZSwiSXNVbmRlcmxpbmVkIjpmYWxzZSwiUGFyZW50U3R5bGUiOm51bGx9LCJBdXRvU2l6ZSI6MCwiRm9yZWdyb3VuZCI6eyIkaWQiOiIzNzMzIiwiQ29sb3IiOnsiJGlkIjoiMzc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zM1IiwiVG9wIjowLjAsIkxlZnQiOjAuMCwiUmlnaHQiOjAuMCwiQm90dG9tIjowLjB9LCJQYWRkaW5nIjp7IiRpZCI6IjM3MzYiLCJUb3AiOjAuMCwiTGVmdCI6MC4wLCJSaWdodCI6MC4wLCJCb3R0b20iOjAuMH0sIkJhY2tncm91bmQiOnsiJGlkIjoiMzczNyIsIkNvbG9yIjp7IiRpZCI6IjM3MzgiLCJBIjoyNTUsIlIiOjAsIkciOjAsIkIiOjB9fSwiSXNWaXNpYmxlIjp0cnVlLCJXaWR0aCI6MC4wLCJIZWlnaHQiOjAuMCwiQm9yZGVyU3R5bGUiOnsiJGlkIjoiMzczOSIsIkxpbmVDb2xvciI6bnVsbCwiTGluZVdlaWdodCI6MC4wLCJMaW5lVHlwZSI6MCwiUGFyZW50U3R5bGUiOm51bGx9LCJQYXJlbnRTdHlsZSI6bnVsbH0sIlBhcmVudFN0eWxlIjpudWxsfSwiUGFyZW50U3R5bGUiOm51bGx9LCJEZWZhdWx0U3dpbWxhbmVBY3Rpdml0eVN0eWxlIjp7IiRpZCI6IjM3NDAiLCJIZWFkZXJTdHlsZSI6eyIkaWQiOiIzNzQxIiwiVGV4dFN0eWxlIjp7IiRpZCI6IjM3NDIiLCJGb250U2V0dGluZ3MiOnsiJGlkIjoiMzc0MyIsIkZvbnRTaXplIjoxMSwiRm9udE5hbWUiOiJDYWxpYnJpIiwiSXNCb2xkIjpmYWxzZSwiSXNJdGFsaWMiOmZhbHNlLCJJc1VuZGVybGluZWQiOmZhbHNlLCJQYXJlbnRTdHlsZSI6bnVsbH0sIkF1dG9TaXplIjoyLCJGb3JlZ3JvdW5kIjp7IiRpZCI6IjM3NDQiLCJDb2xvciI6eyIkaWQiOiIzNzQ1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zc0NiIsIlRvcCI6MC4wLCJMZWZ0IjowLjAsIlJpZ2h0IjowLjAsIkJvdHRvbSI6MC4wfSwiUGFkZGluZyI6eyIkaWQiOiIzNzQ3IiwiVG9wIjowLjAsIkxlZnQiOjAuMCwiUmlnaHQiOjAuMCwiQm90dG9tIjowLjB9LCJCYWNrZ3JvdW5kIjp7IiRpZCI6IjM3NDgiLCJDb2xvciI6eyIkaWQiOiIzNzQ5IiwiQSI6MjU1LCJSIjo2NCwiRyI6NjQsIkIiOjY0fX0sIklzVmlzaWJsZSI6dHJ1ZSwiV2lkdGgiOjAuMCwiSGVpZ2h0IjowLjAsIkJvcmRlclN0eWxlIjpudWxsLCJQYXJlbnRTdHlsZSI6bnVsbH0sIlJlY3RhbmdsZVN0eWxlIjp7IiRpZCI6IjM3NTAiLCJNYXJnaW4iOnsiJGlkIjoiMzc1MSIsIlRvcCI6MC4wLCJMZWZ0IjowLjAsIlJpZ2h0IjowLjAsIkJvdHRvbSI6MC4wfSwiUGFkZGluZyI6eyIkaWQiOiIzNzUyIiwiVG9wIjowLjAsIkxlZnQiOjAuMCwiUmlnaHQiOjAuMCwiQm90dG9tIjowLjB9LCJCYWNrZ3JvdW5kIjp7IiRpZCI6IjM3NTMiLCJDb2xvciI6eyIkaWQiOiIzNzU0IiwiQSI6MTI3LCJSIjoxMTIsIkciOjE3MywiQiI6NzF9fSwiSXNWaXNpYmxlIjp0cnVlLCJXaWR0aCI6MC4wLCJIZWlnaHQiOjAuMCwiQm9yZGVyU3R5bGUiOnsiJGlkIjoiMzc1NSIsIkxpbmVDb2xvciI6eyIkaWQiOiIzNzU2IiwiJHR5cGUiOiJOTFJFLkNvbW1vbi5Eb20uU29saWRDb2xvckJydXNoLCBOTFJFLkNvbW1vbiIsIkNvbG9yIjp7IiRpZCI6IjM3NTciLCJBIjoyNTUsIlIiOjI1NSwiRyI6MjU1LCJCIjoyNTV9fSwiTGluZVdlaWdodCI6MC4wLCJMaW5lVHlwZSI6MCwiUGFyZW50U3R5bGUiOm51bGx9LCJQYXJlbnRTdHlsZSI6bnVsbH0sIk1hcmdpbiI6eyIkaWQiOiIzNzU4IiwiVG9wIjowLjAsIkxlZnQiOjAuMCwiUmlnaHQiOjAuMCwiQm90dG9tIjowLjB9LCJQYWRkaW5nIjp7IiRpZCI6IjM3NTkiLCJUb3AiOjAuMCwiTGVmdCI6MC4wLCJSaWdodCI6MC4wLCJCb3R0b20iOjAuMH0sIkJhY2tncm91bmQiOm51bGwsIklzVmlzaWJsZSI6dHJ1ZSwiV2lkdGgiOjAuMCwiSGVpZ2h0IjowLjAsIkJvcmRlclN0eWxlIjpudWxsLCJQYXJlbnRTdHlsZSI6bnVsbH0sIkJhY2tncm91bmRTdHlsZSI6eyIkaWQiOiIzNzYwIiwiTWFyZ2luIjp7IiRpZCI6IjM3NjEiLCJUb3AiOjAuMCwiTGVmdCI6MC4wLCJSaWdodCI6MC4wLCJCb3R0b20iOjAuMH0sIlBhZGRpbmciOnsiJGlkIjoiMzc2MiIsIlRvcCI6MC4wLCJMZWZ0IjowLjAsIlJpZ2h0IjowLjAsIkJvdHRvbSI6MC4wfSwiQmFja2dyb3VuZCI6eyIkaWQiOiIzNzYzIiwiQ29sb3IiOnsiJGlkIjoiMzc2NCIsIkEiOjUxLCJSIjoyMDAsIkciOjIwMCwiQiI6MjAwfX0sIklzVmlzaWJsZSI6dHJ1ZSwiV2lkdGgiOjAuMCwiSGVpZ2h0IjowLjAsIkJvcmRlclN0eWxlIjp7IiRpZCI6IjM3NjUiLCJMaW5lQ29sb3IiOnsiJGlkIjoiMzc2NiIsIiR0eXBlIjoiTkxSRS5Db21tb24uRG9tLlNvbGlkQ29sb3JCcnVzaCwgTkxSRS5Db21tb24iLCJDb2xvciI6eyIkaWQiOiIzNzY3IiwiQSI6MjU1LCJSIjoyMzQsIkciOjIyLCJCIjozMH19LCJMaW5lV2VpZ2h0IjowLjAsIkxpbmVUeXBlIjowLCJQYXJlbnRTdHlsZSI6bnVsbH0sIlBhcmVudFN0eWxlIjpudWxsfSwiTWFyZ2luIjp7IiRpZCI6IjM3NjgiLCJUb3AiOjAuMCwiTGVmdCI6MC4wLCJSaWdodCI6MC4wLCJCb3R0b20iOjAuMH0sIlBhZGRpbmciOnsiJGlkIjoiMzc2OSIsIlRvcCI6MC4wLCJMZWZ0IjowLjAsIlJpZ2h0IjowLjAsIkJvdHRvbSI6MC4wfSwiSXNWaXNpYmxlIjp0cnVlLCJXaWR0aCI6MC4wLCJIZWlnaHQiOjAuMCwiQm9yZGVyU3R5bGUiOnsiJGlkIjoiMzc3MCIsIkxpbmVDb2xvciI6bnVsbCwiTGluZVdlaWdodCI6MC4wLCJMaW5lVHlwZSI6MCwiUGFyZW50U3R5bGUiOm51bGx9LCJQYXJlbnRTdHlsZSI6bnVsbH0sIk1hcmdpbiI6eyIkaWQiOiIzNzcxIiwiVG9wIjowLjAsIkxlZnQiOjAuMCwiUmlnaHQiOjAuMCwiQm90dG9tIjowLjB9LCJQYWRkaW5nIjp7IiRpZCI6IjM3NzIiLCJUb3AiOjAuMCwiTGVmdCI6MC4wLCJSaWdodCI6MC4wLCJCb3R0b20iOjAuMH0sIklzVmlzaWJsZSI6ZmFsc2UsIldpZHRoIjowLjAsIkhlaWdodCI6MC4wLCJCb3JkZXJTdHlsZSI6eyIkaWQiOiIzNzczIiwiTGluZUNvbG9yIjpudWxsLCJMaW5lV2VpZ2h0IjowLjAsIkxpbmVUeXBlIjowLCJQYXJlbnRTdHlsZSI6bnVsbH0sIlBhcmVudFN0eWxlIjpudWxsfX1dLCJIYXNCYXNlbGluZXMiOmZhbHNlLCJDdWx0dXJlSW5mb05hbWUiOiJlbi1VUyIsIlN0eWxlTmFtZSI6bnVsbCwiVmVyc2lvbiI6eyIkaWQiOiIzNzc0IiwiVmVyc2lvbiI6IjUuNi4wIiwiT3JpZ2luYWxBc3NlbWJseVZlcnNpb24iOiIxMy4xNy4wMC4wMCIsIkVkaXRpb24iOm51bGwsIkxhc3RTYXZlZEVkaXRpb24iOjMsIklzUGx1c0VkaXRpb24iOmZhbHNlLCJJc1Byb0VkaXRpb24iOmZhbHNlfSwiRWZmZWN0IjowLCJTdHlsZSI6eyIkaWQiOiIzNzc1IiwiRGVmYXVsdERlcGVuZGVuY3lTdHlsZSI6eyIkaWQiOiIzNzc2IiwiTGluZVN0eWxlIjp7IiRpZCI6IjM3NzciLCJMaW5lQ29sb3IiOnsiJGlkIjoiMzc3OCIsIiR0eXBlIjoiTkxSRS5Db21tb24uRG9tLlNvbGlkQ29sb3JCcnVzaCwgTkxSRS5Db21tb24iLCJDb2xvciI6eyIkaWQiOiIzNzc5IiwiQSI6MjU1LCJSIjo2OCwiRyI6ODQsIkIiOjEwNn19LCJMaW5lV2VpZ2h0IjoxLjAsIkxpbmVUeXBlIjowLCJQYXJlbnRTdHlsZSI6bnVsbH0sIkVuZEFycm93aGVhZExpbmVTdHlsZSI6eyIkaWQiOiIzNzgwIiwiS2luZCI6MSwiV2lkdGgiOjEsIkxlbmd0aCI6MCwiUGFyZW50U3R5bGUiOm51bGx9LCJCcmluZ1RvRnJvbnQiOnRydWUsIkVsYm93UmFkaXVzIjozLjAsIk1hcmdpbiI6eyIkaWQiOiIzNzgxIiwiVG9wIjowLjAsIkxlZnQiOjAuMCwiUmlnaHQiOjAuMCwiQm90dG9tIjowLjB9LCJQYWRkaW5nIjp7IiRpZCI6IjM3ODIiLCJUb3AiOjAuMCwiTGVmdCI6MC4wLCJSaWdodCI6MC4wLCJCb3R0b20iOjAuMH0sIkJhY2tncm91bmQiOm51bGwsIklzVmlzaWJsZSI6dHJ1ZSwiV2lkdGgiOjAuMCwiSGVpZ2h0IjowLjAsIkJvcmRlclN0eWxlIjpudWxsLCJQYXJlbnRTdHlsZSI6bnVsbH0sIkNyaXRpY2FsUGF0aFN0eWxlIjp7IiRpZCI6IjM3ODMiLCJDcml0aWNhbFBhdGhTdHlsZU9wdGlvbnMiOjMwLCJMaW5lU3R5bGUiOnsiJGlkIjoiMzc4NCIsIkxpbmVDb2xvciI6eyIkaWQiOiIzNzg1IiwiJHR5cGUiOiJOTFJFLkNvbW1vbi5Eb20uU29saWRDb2xvckJydXNoLCBOTFJFLkNvbW1vbiIsIkNvbG9yIjp7IiRpZCI6IjM3ODYiLCJBIjoyNTUsIlIiOjIyMiwiRyI6NTAsIkIiOjUwfX0sIkxpbmVXZWlnaHQiOjEuMCwiTGluZVR5cGUiOjAsIlBhcmVudFN0eWxlIjpudWxsfSwiVGl0bGVGb3JlZ3JvdW5kIjp7IiRpZCI6IjM3ODciLCJDb2xvciI6eyIkaWQiOiIzNzg4IiwiQSI6MjU1LCJSIjoxNzYsIkciOjE5LCJCIjoyNX19LCJTaGFwZXNCYWNrZ3JvdW5kIjp7IiRpZCI6IjM3ODkiLCJDb2xvciI6eyIkaWQiOiIzNzkwIiwiQSI6MjU1LCJSIjoyNTMsIkciOjIwMywiQiI6MjA4fX0sIlNoYXBlc0JvcmRlclN0eWxlIjp7IiRpZCI6IjM3OTEiLCJMaW5lQ29sb3IiOnsiJGlkIjoiMzc5MiIsIiR0eXBlIjoiTkxSRS5Db21tb24uRG9tLlNvbGlkQ29sb3JCcnVzaCwgTkxSRS5Db21tb24iLCJDb2xvciI6eyIkaWQiOiIzNzkzIiwiQSI6MjU1LCJSIjoyMzQsIkciOjIyLCJCIjozMH19LCJMaW5lV2VpZ2h0IjoyLjAsIkxpbmVUeXBlIjowLCJQYXJlbnRTdHlsZSI6bnVsbH0sIk1hcmdpbiI6eyIkaWQiOiIzNzk0IiwiVG9wIjowLjAsIkxlZnQiOjAuMCwiUmlnaHQiOjAuMCwiQm90dG9tIjowLjB9LCJQYWRkaW5nIjp7IiRpZCI6IjM3OTUiLCJUb3AiOjAuMCwiTGVmdCI6MC4wLCJSaWdodCI6MC4wLCJCb3R0b20iOjAuMH0sIkJhY2tncm91bmQiOm51bGwsIklzVmlzaWJsZSI6dHJ1ZSwiV2lkdGgiOjAuMCwiSGVpZ2h0IjowLjAsIkJvcmRlclN0eWxlIjp7IiRpZCI6IjM3OTYiLCJMaW5lQ29sb3IiOm51bGwsIkxpbmVXZWlnaHQiOjAuMCwiTGluZVR5cGUiOjAsIlBhcmVudFN0eWxlIjpudWxsfSwiUGFyZW50U3R5bGUiOm51bGx9LCJQYW5lbHNTcGFjaW5nRGVmaW5pdGlvbiI6eyIkaWQiOiIzNzk3IiwiU3BhY2luZ0Fib3ZlVGltZWJhbmQiOjMsIlNwYWNpbmdCZWxvd1RpbWViYW5kIjozLCJTcGFjaW5nQWJvdmVCZXR3ZWVuU3dpbWxhbmVzQW5kVGFza3MiOjUsIlNwYWNpbmdCZWxvd0JldHdlZW5Td2ltbGFuZXNBbmRUYXNrcyI6NX0sIlRpbWViYW5kU3R5bGUiOnsiJGlkIjoiMzc5OCIsIlNjYWxlTWFya2luZyI6MCwiU2hhcGUiOjAsIlNoYXBlU3R5bGUiOnsiJGlkIjoiMzc5OSIsIk1hcmdpbiI6eyIkaWQiOiIzODAwIiwiVG9wIjowLjAsIkxlZnQiOjEwLjAsIlJpZ2h0IjoxMC4wLCJCb3R0b20iOjAuMH0sIlBhZGRpbmciOnsiJGlkIjoiMzgwMSIsIlRvcCI6MC4wLCJMZWZ0IjowLjAsIlJpZ2h0IjowLjAsIkJvdHRvbSI6MC4wfSwiQmFja2dyb3VuZCI6eyIkaWQiOiIzODAyIiwiQ29sb3IiOnsiJGlkIjoiMzgwMyIsIkEiOjI1NSwiUiI6NjgsIkciOjg0LCJCIjoxMDZ9fSwiSXNWaXNpYmxlIjp0cnVlLCJXaWR0aCI6ODU4LjAsIkhlaWdodCI6MjAuMCwiQm9yZGVyU3R5bGUiOnsiJGlkIjoiMzgwNCIsIkxpbmVDb2xvciI6eyIkaWQiOiIzODA1IiwiJHR5cGUiOiJOTFJFLkNvbW1vbi5Eb20uU29saWRDb2xvckJydXNoLCBOTFJFLkNvbW1vbiIsIkNvbG9yIjp7IiRpZCI6IjM4MDYiLCJBIjoyNTUsIlIiOjI1NSwiRyI6MCwiQiI6MH19LCJMaW5lV2VpZ2h0IjowLjAsIkxpbmVUeXBlIjowLCJQYXJlbnRTdHlsZSI6bnVsbH0sIlBhcmVudFN0eWxlIjpudWxsfSwiTWlkZGxlVGllclNoYXBlU3R5bGUiOnsiJGlkIjoiMzgwNyIsIk1hcmdpbiI6eyIkaWQiOiIzODA4IiwiVG9wIjowLjAsIkxlZnQiOjEwLjAsIlJpZ2h0IjoxMC4wLCJCb3R0b20iOjAuMH0sIlBhZGRpbmciOnsiJGlkIjoiMzgwOSIsIlRvcCI6MC4wLCJMZWZ0IjowLjAsIlJpZ2h0IjowLjAsIkJvdHRvbSI6MC4wfSwiQmFja2dyb3VuZCI6eyIkaWQiOiIzODEwIiwiQ29sb3IiOnsiJGlkIjoiMzgxMSIsIkEiOjI1NSwiUiI6NjgsIkciOjg0LCJCIjoxMDZ9fSwiSXNWaXNpYmxlIjp0cnVlLCJXaWR0aCI6ODU4LjAsIkhlaWdodCI6MjAuMCwiQm9yZGVyU3R5bGUiOnsiJGlkIjoiMzgxMiIsIkxpbmVDb2xvciI6eyIkcmVmIjoiMzgwNSJ9LCJMaW5lV2VpZ2h0IjowLjAsIkxpbmVUeXBlIjowLCJQYXJlbnRTdHlsZSI6bnVsbH0sIlBhcmVudFN0eWxlIjpudWxsfSwiQm90dG9tVGllclNoYXBlU3R5bGUiOnsiJGlkIjoiMzgxMyIsIk1hcmdpbiI6eyIkaWQiOiIzODE0IiwiVG9wIjowLjAsIkxlZnQiOjEwLjAsIlJpZ2h0IjoxMC4wLCJCb3R0b20iOjAuMH0sIlBhZGRpbmciOnsiJGlkIjoiMzgxNSIsIlRvcCI6MC4wLCJMZWZ0IjowLjAsIlJpZ2h0IjowLjAsIkJvdHRvbSI6MC4wfSwiQmFja2dyb3VuZCI6eyIkaWQiOiIzODE2IiwiQ29sb3IiOnsiJGlkIjoiMzgxNyIsIkEiOjI1NSwiUiI6NjgsIkciOjg0LCJCIjoxMDZ9fSwiSXNWaXNpYmxlIjp0cnVlLCJXaWR0aCI6ODU4LjAsIkhlaWdodCI6MjAuMCwiQm9yZGVyU3R5bGUiOnsiJGlkIjoiMzgxOCIsIkxpbmVDb2xvciI6eyIkcmVmIjoiMzgwNSJ9LCJMaW5lV2VpZ2h0IjowLjAsIkxpbmVUeXBlIjowLCJQYXJlbnRTdHlsZSI6bnVsbH0sIlBhcmVudFN0eWxlIjpudWxsfSwiUmlnaHRFbmRDYXBzU3R5bGUiOnsiJGlkIjoiMzgxOSIsIkZvbnRTZXR0aW5ncyI6eyIkaWQiOiIzODIwIiwiRm9udFNpemUiOjE4LCJGb250TmFtZSI6IlRpdGlsbGl1bSBXZWIiLCJJc0JvbGQiOnRydWUsIklzSXRhbGljIjpmYWxzZSwiSXNVbmRlcmxpbmVkIjpmYWxzZSwiUGFyZW50U3R5bGUiOm51bGx9LCJBdXRvU2l6ZSI6MCwiRm9yZWdyb3VuZCI6eyIkaWQiOiIzODIxIiwiQ29sb3IiOnsiJGlkIjoiMzgyMiIsIkEiOjI1NSwiUiI6MCwiRyI6MjYsIkIiOjY3fX0sIk1heFdpZHRoIjoiSW5maW5pdHkiLCJNYXhIZWlnaHQiOiJJbmZpbml0eSIsIlNtYXJ0Rm9yZWdyb3VuZElzQWN0aXZlIjpmYWxzZSwiSG9yaXpvbnRhbEFsaWdubWVudCI6MCwiVmVydGljYWxBbGlnbm1lbnQiOjAsIlNtYXJ0Rm9yZWdyb3VuZCI6bnVsbCwiQmFja2dyb3VuZEZpbGxUeXBlIjowLCJNYXJnaW4iOnsiJGlkIjoiMzgyMyIsIlRvcCI6MC4wLCJMZWZ0IjowLjAsIlJpZ2h0IjoyMC4wLCJCb3R0b20iOjAuMH0sIlBhZGRpbmciOnsiJGlkIjoiMzgyNCIsIlRvcCI6MC4wLCJMZWZ0IjowLjAsIlJpZ2h0IjowLjAsIkJvdHRvbSI6MC4wfSwiQmFja2dyb3VuZCI6eyIkaWQiOiIzODI1IiwiQ29sb3IiOnsiJGlkIjoiMzgyNiIsIkEiOjI1NSwiUiI6NjgsIkciOjg0LCJCIjoxMDZ9fSwiSXNWaXNpYmxlIjpmYWxzZSwiV2lkdGgiOjAuMCwiSGVpZ2h0IjowLjAsIkJvcmRlclN0eWxlIjp7IiRpZCI6IjM4MjciLCJMaW5lQ29sb3IiOm51bGwsIkxpbmVXZWlnaHQiOjAuMCwiTGluZVR5cGUiOjAsIlBhcmVudFN0eWxlIjpudWxsfSwiUGFyZW50U3R5bGUiOm51bGx9LCJMZWZ0RW5kQ2Fwc1N0eWxlIjp7IiRpZCI6IjM4MjgiLCJGb250U2V0dGluZ3MiOnsiJGlkIjoiMzgyOSIsIkZvbnRTaXplIjoxOCwiRm9udE5hbWUiOiJDYWxpYnJpIiwiSXNCb2xkIjp0cnVlLCJJc0l0YWxpYyI6ZmFsc2UsIklzVW5kZXJsaW5lZCI6ZmFsc2UsIlBhcmVudFN0eWxlIjpudWxsfSwiQXV0b1NpemUiOjAsIkZvcmVncm91bmQiOnsiJGlkIjoiMzgzMCIsIkNvbG9yIjp7IiRpZCI6IjM4MzEiLCJBIjoyNTUsIlIiOjI1NSwiRyI6MTkyLCJCIjowfX0sIk1heFdpZHRoIjoiSW5maW5pdHkiLCJNYXhIZWlnaHQiOiJJbmZpbml0eSIsIlNtYXJ0Rm9yZWdyb3VuZElzQWN0aXZlIjpmYWxzZSwiSG9yaXpvbnRhbEFsaWdubWVudCI6MCwiVmVydGljYWxBbGlnbm1lbnQiOjAsIlNtYXJ0Rm9yZWdyb3VuZCI6bnVsbCwiQmFja2dyb3VuZEZpbGxUeXBlIjowLCJNYXJnaW4iOnsiJGlkIjoiMzgzMiIsIlRvcCI6MC4wLCJMZWZ0IjozOS41MDY2NjY2NjY2NjY2NjEsIlJpZ2h0IjowLjAsIkJvdHRvbSI6MC4wfSwiUGFkZGluZyI6eyIkaWQiOiIzODMzIiwiVG9wIjowLjAsIkxlZnQiOjAuMCwiUmlnaHQiOjAuMCwiQm90dG9tIjowLjB9LCJCYWNrZ3JvdW5kIjp7IiRpZCI6IjM4MzQiLCJDb2xvciI6eyIkaWQiOiIzODM1IiwiQSI6MjU1LCJSIjoyNTUsIkciOjE5MiwiQiI6MH19LCJJc1Zpc2libGUiOmZhbHNlLCJXaWR0aCI6MC4wLCJIZWlnaHQiOjAuMCwiQm9yZGVyU3R5bGUiOnsiJGlkIjoiMzgzNiIsIkxpbmVDb2xvciI6bnVsbCwiTGluZVdlaWdodCI6MC4wLCJMaW5lVHlwZSI6MCwiUGFyZW50U3R5bGUiOm51bGx9LCJQYXJlbnRTdHlsZSI6bnVsbH0sIlRvZGF5VGV4dFN0eWxlIjp7IiRpZCI6IjM4MzciLCJGb250U2V0dGluZ3MiOnsiJGlkIjoiMzgzOCIsIkZvbnRTaXplIjoxMiwiRm9udE5hbWUiOiJUaXRpbGxpdW0gV2ViIiwiSXNCb2xkIjpmYWxzZSwiSXNJdGFsaWMiOmZhbHNlLCJJc1VuZGVybGluZWQiOmZhbHNlLCJQYXJlbnRTdHlsZSI6bnVsbH0sIkF1dG9TaXplIjowLCJGb3JlZ3JvdW5kIjp7IiRpZCI6IjM4MzkiLCJDb2xvciI6eyIkaWQiOiIzODQw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M4NDEiLCJUb3AiOjAuMCwiTGVmdCI6MC4wLCJSaWdodCI6MC4wLCJCb3R0b20iOjAuMH0sIlBhZGRpbmciOnsiJGlkIjoiMzg0MiIsIlRvcCI6MC4wLCJMZWZ0IjowLjAsIlJpZ2h0IjowLjAsIkJvdHRvbSI6MC4wfSwiQmFja2dyb3VuZCI6eyIkaWQiOiIzODQzIiwiQ29sb3IiOnsiJGlkIjoiMzg0NCIsIkEiOjI1NSwiUiI6MCwiRyI6MCwiQiI6MH19LCJJc1Zpc2libGUiOmZhbHNlLCJXaWR0aCI6MC4wLCJIZWlnaHQiOjAuMCwiQm9yZGVyU3R5bGUiOnsiJGlkIjoiMzg0NSIsIkxpbmVDb2xvciI6bnVsbCwiTGluZVdlaWdodCI6MC4wLCJMaW5lVHlwZSI6MCwiUGFyZW50U3R5bGUiOm51bGx9LCJQYXJlbnRTdHlsZSI6bnVsbH0sIlRvZGF5TWFya2VyU3R5bGUiOnsiJGlkIjoiMzg0NiIsIk1hcmdpbiI6eyIkaWQiOiIzODQ3IiwiVG9wIjowLjAsIkxlZnQiOjAuMCwiUmlnaHQiOjAuMCwiQm90dG9tIjowLjB9LCJQYWRkaW5nIjp7IiRpZCI6IjM4NDgiLCJUb3AiOjAuMCwiTGVmdCI6MC4wLCJSaWdodCI6MC4wLCJCb3R0b20iOjAuMH0sIkJhY2tncm91bmQiOnsiJGlkIjoiMzg0OSIsIkNvbG9yIjp7IiRpZCI6IjM4NTAiLCJBIjoyNTUsIlIiOjI1NSwiRyI6MCwiQiI6MH19LCJJc1Zpc2libGUiOnRydWUsIldpZHRoIjowLjAsIkhlaWdodCI6MC4wLCJCb3JkZXJTdHlsZSI6bnVsbCwiUGFyZW50U3R5bGUiOm51bGx9LCJTY2FsZVN0eWxlIjp7IiRpZCI6IjM4NTEiLCJTaGFwZSI6MywiU2hvd1NlZ21lbnRTZXBhcmF0b3JzIjp0cnVlLCJTZWdtZW50U2VwYXJhdG9yT3BhY2l0eSI6MzAsIkhhc0JlZW5WaXNpYmxlQmVmb3JlIjp0cnVlLCJGb250U2V0dGluZ3MiOnsiJGlkIjoiMzg1MiIsIkZvbnRTaXplIjoxMiwiRm9udE5hbWUiOiJUaXRpbGxpdW0gV2ViIiwiSXNCb2xkIjpmYWxzZSwiSXNJdGFsaWMiOmZhbHNlLCJJc1VuZGVybGluZWQiOmZhbHNlLCJQYXJlbnRTdHlsZSI6bnVsbH0sIkF1dG9TaXplIjowLCJGb3JlZ3JvdW5kIjp7IiRpZCI6IjM4NTMiLCJDb2xvciI6eyIkaWQiOiIzODU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M4NTUiLCJUb3AiOjAuMCwiTGVmdCI6NC4wLCJSaWdodCI6NC4wLCJCb3R0b20iOjAuMH0sIlBhZGRpbmciOnsiJGlkIjoiMzg1NiIsIlRvcCI6MC4wLCJMZWZ0IjowLjAsIlJpZ2h0IjowLjAsIkJvdHRvbSI6MC4wfSwiQmFja2dyb3VuZCI6eyIkaWQiOiIzODU3IiwiQ29sb3IiOnsiJGlkIjoiMzg1OCIsIkEiOjI1NSwiUiI6NjgsIkciOjg0LCJCIjoxMDZ9fSwiSXNWaXNpYmxlIjp0cnVlLCJXaWR0aCI6MC4wLCJIZWlnaHQiOjAuMCwiQm9yZGVyU3R5bGUiOnsiJGlkIjoiMzg1OSIsIkxpbmVDb2xvciI6bnVsbCwiTGluZVdlaWdodCI6MC4wLCJMaW5lVHlwZSI6MCwiUGFyZW50U3R5bGUiOm51bGx9LCJQYXJlbnRTdHlsZSI6bnVsbH0sIlNpbmdsZVNjYWxlU2hhcGVTdHlsZSI6eyIkaWQiOiIzODYwIiwiU2hhcGUiOjAsIkhlaWdodCI6MC4wfSwiTWlkZGxlVGllclNjYWxlU3R5bGUiOnsiJGlkIjoiMzg2MSIsIlNoYXBlIjozLCJTaG93U2VnbWVudFNlcGFyYXRvcnMiOnRydWUsIlNlZ21lbnRTZXBhcmF0b3JPcGFjaXR5IjozMCwiSGFzQmVlblZpc2libGVCZWZvcmUiOmZhbHNlLCJGb250U2V0dGluZ3MiOnsiJGlkIjoiMzg2MiIsIkZvbnRTaXplIjoxMiwiRm9udE5hbWUiOiJDYWxpYnJpIiwiSXNCb2xkIjpmYWxzZSwiSXNJdGFsaWMiOmZhbHNlLCJJc1VuZGVybGluZWQiOmZhbHNlLCJQYXJlbnRTdHlsZSI6bnVsbH0sIkF1dG9TaXplIjowLCJGb3JlZ3JvdW5kIjp7IiRpZCI6IjM4NjMiLCJDb2xvciI6eyIkaWQiOiIzODY0IiwiQSI6MjU1LCJSIjoyMzEsIkciOjIzMCwiQiI6MjMwfX0sIk1heFdpZHRoIjoyMDAuMCwiTWF4SGVpZ2h0IjoiSW5maW5pdHkiLCJTbWFydEZvcmVncm91bmRJc0FjdGl2ZSI6ZmFsc2UsIkhvcml6b250YWxBbGlnbm1lbnQiOjAsIlZlcnRpY2FsQWxpZ25tZW50IjoxLCJTbWFydEZvcmVncm91bmQiOm51bGwsIkJhY2tncm91bmRGaWxsVHlwZSI6MCwiTWFyZ2luIjp7IiRpZCI6IjM4NjUiLCJUb3AiOjAuMCwiTGVmdCI6NC4wLCJSaWdodCI6NC4wLCJCb3R0b20iOjAuMH0sIlBhZGRpbmciOnsiJGlkIjoiMzg2NiIsIlRvcCI6MC4wLCJMZWZ0IjowLjAsIlJpZ2h0IjowLjAsIkJvdHRvbSI6MC4wfSwiQmFja2dyb3VuZCI6eyIkaWQiOiIzODY3IiwiQ29sb3IiOnsiJGlkIjoiMzg2OCIsIkEiOjI1NSwiUiI6NjgsIkciOjg0LCJCIjoxMDZ9fSwiSXNWaXNpYmxlIjpmYWxzZSwiV2lkdGgiOjAuMCwiSGVpZ2h0IjowLjAsIkJvcmRlclN0eWxlIjp7IiRpZCI6IjM4NjkiLCJMaW5lQ29sb3IiOm51bGwsIkxpbmVXZWlnaHQiOjAuMCwiTGluZVR5cGUiOjAsIlBhcmVudFN0eWxlIjpudWxsfSwiUGFyZW50U3R5bGUiOm51bGx9LCJCb3R0b21UaWVyU2NhbGVTdHlsZSI6eyIkaWQiOiIzODcwIiwiU2hhcGUiOjMsIlNob3dTZWdtZW50U2VwYXJhdG9ycyI6dHJ1ZSwiU2VnbWVudFNlcGFyYXRvck9wYWNpdHkiOjMwLCJIYXNCZWVuVmlzaWJsZUJlZm9yZSI6ZmFsc2UsIkZvbnRTZXR0aW5ncyI6eyIkaWQiOiIzODcxIiwiRm9udFNpemUiOjEyLCJGb250TmFtZSI6IkNhbGlicmkiLCJJc0JvbGQiOmZhbHNlLCJJc0l0YWxpYyI6ZmFsc2UsIklzVW5kZXJsaW5lZCI6ZmFsc2UsIlBhcmVudFN0eWxlIjpudWxsfSwiQXV0b1NpemUiOjAsIkZvcmVncm91bmQiOnsiJGlkIjoiMzg3MiIsIkNvbG9yIjp7IiRpZCI6IjM4NzMiLCJBIjoyNTUsIlIiOjIzMSwiRyI6MjMwLCJCIjoyMzB9fSwiTWF4V2lkdGgiOjIwMC4wLCJNYXhIZWlnaHQiOiJJbmZpbml0eSIsIlNtYXJ0Rm9yZWdyb3VuZElzQWN0aXZlIjpmYWxzZSwiSG9yaXpvbnRhbEFsaWdubWVudCI6MCwiVmVydGljYWxBbGlnbm1lbnQiOjEsIlNtYXJ0Rm9yZWdyb3VuZCI6bnVsbCwiQmFja2dyb3VuZEZpbGxUeXBlIjowLCJNYXJnaW4iOnsiJGlkIjoiMzg3NCIsIlRvcCI6MC4wLCJMZWZ0Ijo0LjAsIlJpZ2h0Ijo0LjAsIkJvdHRvbSI6MC4wfSwiUGFkZGluZyI6eyIkaWQiOiIzODc1IiwiVG9wIjowLjAsIkxlZnQiOjAuMCwiUmlnaHQiOjAuMCwiQm90dG9tIjowLjB9LCJCYWNrZ3JvdW5kIjp7IiRpZCI6IjM4NzYiLCJDb2xvciI6eyIkaWQiOiIzODc3IiwiQSI6MjU1LCJSIjo2OCwiRyI6ODQsIkIiOjEwNn19LCJJc1Zpc2libGUiOmZhbHNlLCJXaWR0aCI6MC4wLCJIZWlnaHQiOjAuMCwiQm9yZGVyU3R5bGUiOnsiJGlkIjoiMzg3OCIsIkxpbmVDb2xvciI6bnVsbCwiTGluZVdlaWdodCI6MC4wLCJMaW5lVHlwZSI6MCwiUGFyZW50U3R5bGUiOm51bGx9LCJQYXJlbnRTdHlsZSI6bnVsbH0sIkVsYXBzZWRUaW1lQmFja2dyb3VuZCI6eyIkaWQiOiIzODc5IiwiQ29sb3IiOnsiJGlkIjoiMzg4MCIsIkEiOjE5MSwiUiI6MjU1LCJHIjowLCJCIjowfX0sIkFwcGVuZFllYXJPblllYXJDaGFuZ2UiOmZhbHNlLCJFbGFwc2VkVGltZUZvcm1hdCI6MCwiVG9kYXlNYXJrZXJQb3NpdGlvbiI6MCwiUXVpY2tQb3NpdGlvbiI6MywiQWJzb2x1dGVQb3NpdGlvbiI6MTM1LjAsIk1hcmdpbiI6eyIkaWQiOiIzODgxIiwiVG9wIjowLjAsIkxlZnQiOjEwLjAsIlJpZ2h0IjoxMC4wLCJCb3R0b20iOjAuMH0sIlBhZGRpbmciOnsiJGlkIjoiMzg4MiIsIlRvcCI6MC4wLCJMZWZ0IjowLjAsIlJpZ2h0IjowLjAsIkJvdHRvbSI6MC4wfSwiQmFja2dyb3VuZCI6eyIkaWQiOiIzODgzIiwiQ29sb3IiOnsiJGlkIjoiMzg4NCIsIkEiOjI1NSwiUiI6NDcsIkciOjU0LCJCIjoxNTN9fSwiSXNWaXNpYmxlIjpmYWxzZSwiV2lkdGgiOjAuMCwiSGVpZ2h0IjowLjAsIkJvcmRlclN0eWxlIjpudWxsLCJQYXJlbnRTdHlsZSI6bnVsbH0sIkRlZmF1bHRNaWxlc3RvbmVTdHlsZSI6eyIkaWQiOiIzODg1IiwiU2hhcGUiOjAsIkNvbm5lY3Rvck1hcmdpbiI6eyIkaWQiOiIzODg2IiwiVG9wIjowLjAsIkxlZnQiOjIuMCwiUmlnaHQiOjIuMCwiQm90dG9tIjowLjB9LCJDb25uZWN0b3JTdHlsZSI6eyIkaWQiOiIzODg3IiwiTGluZUNvbG9yIjp7IiRpZCI6IjM4ODgiLCIkdHlwZSI6Ik5MUkUuQ29tbW9uLkRvbS5Tb2xpZENvbG9yQnJ1c2gsIE5MUkUuQ29tbW9uIiwiQ29sb3IiOnsiJGlkIjoiMzg4OSIsIkEiOjEyNywiUiI6MjM3LCJHIjoxMjUsIkIiOjQ5fX0sIkxpbmVXZWlnaHQiOjEuMCwiTGluZVR5cGUiOjAsIlBhcmVudFN0eWxlIjpudWxsfSwiSXNCZWxvd1RpbWViYW5kIjpmYWxzZSwiUG9zaXRpb25PblRhc2siOjAsIkhpZGVEYXRlIjpmYWxzZSwiU2hhcGVTaXplIjoxLCJTcGFjaW5nIjowLjAsIlBhZGRpbmciOnsiJGlkIjoiMzg5MCIsIlRvcCI6NS4wLCJMZWZ0IjozLjAsIlJpZ2h0IjowLjAsIkJvdHRvbSI6Mi4wfSwiU2hhcGVTdHlsZSI6eyIkaWQiOiIzODkxIiwiTWFyZ2luIjp7IiRpZCI6IjM4OTIiLCJUb3AiOjAuMCwiTGVmdCI6MC4wLCJSaWdodCI6MC4wLCJCb3R0b20iOjAuMH0sIlBhZGRpbmciOnsiJGlkIjoiMzg5MyIsIlRvcCI6MC4wLCJMZWZ0IjowLjAsIlJpZ2h0IjowLjAsIkJvdHRvbSI6MC4wfSwiQmFja2dyb3VuZCI6eyIkaWQiOiIzODk0IiwiQ29sb3IiOnsiJGlkIjoiMzg5NSIsIkEiOjI1NSwiUiI6MjM3LCJHIjoxMjUsIkIiOjQ5fX0sIklzVmlzaWJsZSI6dHJ1ZSwiV2lkdGgiOjE4LjAsIkhlaWdodCI6MjAuMCwiQm9yZGVyU3R5bGUiOnsiJGlkIjoiMzg5NiIsIkxpbmVDb2xvciI6eyIkaWQiOiIzODk3IiwiJHR5cGUiOiJOTFJFLkNvbW1vbi5Eb20uU29saWRDb2xvckJydXNoLCBOTFJFLkNvbW1vbiIsIkNvbG9yIjp7IiRpZCI6IjM4OTgiLCJBIjoyNTUsIlIiOjIzNCwiRyI6MjIsIkIiOjMwfX0sIkxpbmVXZWlnaHQiOjAuMCwiTGluZVR5cGUiOjAsIlBhcmVudFN0eWxlIjpudWxsfSwiUGFyZW50U3R5bGUiOm51bGx9LCJUaXRsZVN0eWxlIjp7IiRpZCI6IjM4OTkiLCJGb250U2V0dGluZ3MiOnsiJGlkIjoiMzkwMCIsIkZvbnRTaXplIjoxMSwiRm9udE5hbWUiOiJDYWxpYnJpIiwiSXNCb2xkIjp0cnVlLCJJc0l0YWxpYyI6ZmFsc2UsIklzVW5kZXJsaW5lZCI6ZmFsc2UsIlBhcmVudFN0eWxlIjpudWxsfSwiQXV0b1NpemUiOjAsIkZvcmVncm91bmQiOnsiJGlkIjoiMzkwMSIsIkNvbG9yIjp7IiRpZCI6IjM5M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kwMyIsIlRvcCI6MC4wLCJMZWZ0IjowLjAsIlJpZ2h0IjowLjAsIkJvdHRvbSI6MC4wfSwiUGFkZGluZyI6eyIkaWQiOiIzOTA0IiwiVG9wIjowLjAsIkxlZnQiOjAuMCwiUmlnaHQiOjAuMCwiQm90dG9tIjowLjB9LCJCYWNrZ3JvdW5kIjp7IiRpZCI6IjM5MDUiLCJDb2xvciI6eyIkaWQiOiIzOTA2IiwiQSI6MjU1LCJSIjowLCJHIjowLCJCIjowfX0sIklzVmlzaWJsZSI6dHJ1ZSwiV2lkdGgiOjAuMCwiSGVpZ2h0IjowLjAsIkJvcmRlclN0eWxlIjp7IiRpZCI6IjM5MDciLCJMaW5lQ29sb3IiOm51bGwsIkxpbmVXZWlnaHQiOjAuMCwiTGluZVR5cGUiOjAsIlBhcmVudFN0eWxlIjpudWxsfSwiUGFyZW50U3R5bGUiOm51bGx9LCJEYXRlU3R5bGUiOnsiJGlkIjoiMzkwOCIsIkZvbnRTZXR0aW5ncyI6eyIkaWQiOiIzOTA5IiwiRm9udFNpemUiOjEwLCJGb250TmFtZSI6IkNhbGlicmkiLCJJc0JvbGQiOmZhbHNlLCJJc0l0YWxpYyI6ZmFsc2UsIklzVW5kZXJsaW5lZCI6ZmFsc2UsIlBhcmVudFN0eWxlIjpudWxsfSwiQXV0b1NpemUiOjAsIkZvcmVncm91bmQiOnsiJGlkIjoiMzkxMCIsIkNvbG9yIjp7IiRpZCI6IjM5MT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M5MTIiLCJUb3AiOjAuMCwiTGVmdCI6MC4wLCJSaWdodCI6MC4wLCJCb3R0b20iOjAuMH0sIlBhZGRpbmciOnsiJGlkIjoiMzkxMyIsIlRvcCI6MC4wLCJMZWZ0IjowLjAsIlJpZ2h0IjowLjAsIkJvdHRvbSI6MC4wfSwiQmFja2dyb3VuZCI6eyIkaWQiOiIzOTE0IiwiQ29sb3IiOnsiJGlkIjoiMzkxNSIsIkEiOjI1NSwiUiI6NjgsIkciOjg0LCJCIjoxMDZ9fSwiSXNWaXNpYmxlIjp0cnVlLCJXaWR0aCI6MC4wLCJIZWlnaHQiOjAuMCwiQm9yZGVyU3R5bGUiOnsiJGlkIjoiMzkxNiIsIkxpbmVDb2xvciI6bnVsbCwiTGluZVdlaWdodCI6MC4wLCJMaW5lVHlwZSI6MCwiUGFyZW50U3R5bGUiOm51bGx9LCJQYXJlbnRTdHlsZSI6bnVsbH0sIkRhdGVGb3JtYXQiOnsiJGlkIjoiMzkxN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E4IiwiRm9ybWF0IjowLCJJc1Zpc2libGUiOmZhbHNlLCJMYXN0S25vd25WaXNpYmlsaXR5U3RhdGUiOmZhbHNlfSwiSXNWaXNpYmxlIjp0cnVlLCJWYXJpYW5jZVN0eWxlIjp7IiRpZCI6IjM5MTkiLCJUZXh0U3R5bGUiOnsiJGlkIjoiMzkyMCIsIkZvbnRTZXR0aW5ncyI6eyIkaWQiOiIzOTIxIiwiRm9udFNpemUiOjEwLCJGb250TmFtZSI6IkNhbGlicmkiLCJJc0JvbGQiOmZhbHNlLCJJc0l0YWxpYyI6ZmFsc2UsIklzVW5kZXJsaW5lZCI6ZmFsc2UsIlBhcmVudFN0eWxlIjpudWxsfSwiQXV0b1NpemUiOjAsIkZvcmVncm91bmQiOnsiJGlkIjoiMzkyMiIsIkNvbG9yIjp7IiRpZCI6IjM5Mj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yNCIsIlRvcCI6MC4wLCJMZWZ0IjowLjAsIlJpZ2h0IjowLjAsIkJvdHRvbSI6MC4wfSwiUGFkZGluZyI6eyIkaWQiOiIzOTI1IiwiVG9wIjowLjAsIkxlZnQiOjAuMCwiUmlnaHQiOjAuMCwiQm90dG9tIjowLjB9LCJCYWNrZ3JvdW5kIjp7IiRpZCI6IjM5MjYiLCJDb2xvciI6eyIkaWQiOiIzOTI3IiwiQSI6MjU1LCJSIjowLCJHIjowLCJCIjowfX0sIklzVmlzaWJsZSI6dHJ1ZSwiV2lkdGgiOjAuMCwiSGVpZ2h0IjowLjAsIkJvcmRlclN0eWxlIjpudWxsLCJQYXJlbnRTdHlsZSI6bnVsbH0sIlBhcmVudFN0eWxlIjpudWxsfSwiUGFyZW50U3R5bGUiOm51bGx9LCJEZWZhdWx0TW90U3R5bGUiOnsiJGlkIjoiMzkyOCIsIlNoYXBlIjowLCJDb25uZWN0b3JNYXJnaW4iOnsiJGlkIjoiMzkyOSIsIlRvcCI6MC4wLCJMZWZ0IjoyLjAsIlJpZ2h0IjoyLjAsIkJvdHRvbSI6MC4wfSwiQ29ubmVjdG9yU3R5bGUiOnsiJGlkIjoiMzkzMCIsIkxpbmVDb2xvciI6eyIkaWQiOiIzOTMxIiwiJHR5cGUiOiJOTFJFLkNvbW1vbi5Eb20uU29saWRDb2xvckJydXNoLCBOTFJFLkNvbW1vbiIsIkNvbG9yIjp7IiRpZCI6IjM5MzIiLCJBIjoxMjcsIlIiOjIzNywiRyI6MTI1LCJCIjo0OX19LCJMaW5lV2VpZ2h0IjoxLjAsIkxpbmVUeXBlIjowLCJQYXJlbnRTdHlsZSI6bnVsbH0sIklzQmVsb3dUaW1lYmFuZCI6ZmFsc2UsIlBvc2l0aW9uT25UYXNrIjoxLCJIaWRlRGF0ZSI6ZmFsc2UsIlNoYXBlU2l6ZSI6MSwiU3BhY2luZyI6MC4wLCJQYWRkaW5nIjp7IiRpZCI6IjM5MzMiLCJUb3AiOjUuMCwiTGVmdCI6My4wLCJSaWdodCI6MC4wLCJCb3R0b20iOjIuMH0sIlNoYXBlU3R5bGUiOnsiJGlkIjoiMzkzNCIsIk1hcmdpbiI6eyIkaWQiOiIzOTM1IiwiVG9wIjowLjAsIkxlZnQiOjAuMCwiUmlnaHQiOjAuMCwiQm90dG9tIjowLjB9LCJQYWRkaW5nIjp7IiRpZCI6IjM5MzYiLCJUb3AiOjAuMCwiTGVmdCI6MC4wLCJSaWdodCI6MC4wLCJCb3R0b20iOjAuMH0sIkJhY2tncm91bmQiOnsiJGlkIjoiMzkzNyIsIkNvbG9yIjp7IiRpZCI6IjM5MzgiLCJBIjoyNTUsIlIiOjIzNywiRyI6MTI1LCJCIjo0OX19LCJJc1Zpc2libGUiOnRydWUsIldpZHRoIjoxMy4wLCJIZWlnaHQiOjEzLjAsIkJvcmRlclN0eWxlIjp7IiRpZCI6IjM5MzkiLCJMaW5lQ29sb3IiOnsiJGlkIjoiMzk0MCIsIiR0eXBlIjoiTkxSRS5Db21tb24uRG9tLlNvbGlkQ29sb3JCcnVzaCwgTkxSRS5Db21tb24iLCJDb2xvciI6eyIkaWQiOiIzOTQxIiwiQSI6MjU1LCJSIjoyMzQsIkciOjIyLCJCIjozMH19LCJMaW5lV2VpZ2h0IjowLjAsIkxpbmVUeXBlIjowLCJQYXJlbnRTdHlsZSI6bnVsbH0sIlBhcmVudFN0eWxlIjpudWxsfSwiVGl0bGVTdHlsZSI6eyIkaWQiOiIzOTQyIiwiRm9udFNldHRpbmdzIjp7IiRpZCI6IjM5NDMiLCJGb250U2l6ZSI6MTEsIkZvbnROYW1lIjoiQ2FsaWJyaSIsIklzQm9sZCI6dHJ1ZSwiSXNJdGFsaWMiOmZhbHNlLCJJc1VuZGVybGluZWQiOmZhbHNlLCJQYXJlbnRTdHlsZSI6bnVsbH0sIkF1dG9TaXplIjowLCJGb3JlZ3JvdW5kIjp7IiRpZCI6IjM5NDQiLCJDb2xvciI6eyIkaWQiOiIzOTQ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5NDYiLCJUb3AiOjAuMCwiTGVmdCI6MC4wLCJSaWdodCI6MC4wLCJCb3R0b20iOjAuMH0sIlBhZGRpbmciOnsiJGlkIjoiMzk0NyIsIlRvcCI6MC4wLCJMZWZ0IjowLjAsIlJpZ2h0IjowLjAsIkJvdHRvbSI6MC4wfSwiQmFja2dyb3VuZCI6eyIkaWQiOiIzOTQ4IiwiQ29sb3IiOnsiJGlkIjoiMzk0OSIsIkEiOjI1NSwiUiI6MCwiRyI6MCwiQiI6MH19LCJJc1Zpc2libGUiOnRydWUsIldpZHRoIjowLjAsIkhlaWdodCI6MC4wLCJCb3JkZXJTdHlsZSI6eyIkaWQiOiIzOTUwIiwiTGluZUNvbG9yIjpudWxsLCJMaW5lV2VpZ2h0IjowLjAsIkxpbmVUeXBlIjowLCJQYXJlbnRTdHlsZSI6bnVsbH0sIlBhcmVudFN0eWxlIjpudWxsfSwiRGF0ZVN0eWxlIjp7IiRpZCI6IjM5NTEiLCJGb250U2V0dGluZ3MiOnsiJGlkIjoiMzk1MiIsIkZvbnRTaXplIjoxMCwiRm9udE5hbWUiOiJDYWxpYnJpIiwiSXNCb2xkIjpmYWxzZSwiSXNJdGFsaWMiOmZhbHNlLCJJc1VuZGVybGluZWQiOmZhbHNlLCJQYXJlbnRTdHlsZSI6bnVsbH0sIkF1dG9TaXplIjowLCJGb3JlZ3JvdW5kIjp7IiRpZCI6IjM5NTMiLCJDb2xvciI6eyIkaWQiOiIzOTU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zOTU1IiwiVG9wIjowLjAsIkxlZnQiOjAuMCwiUmlnaHQiOjAuMCwiQm90dG9tIjowLjB9LCJQYWRkaW5nIjp7IiRpZCI6IjM5NTYiLCJUb3AiOjAuMCwiTGVmdCI6MC4wLCJSaWdodCI6MC4wLCJCb3R0b20iOjAuMH0sIkJhY2tncm91bmQiOnsiJGlkIjoiMzk1NyIsIkNvbG9yIjp7IiRpZCI6IjM5NTgiLCJBIjoyNTUsIlIiOjY4LCJHIjo4NCwiQiI6MTA2fX0sIklzVmlzaWJsZSI6dHJ1ZSwiV2lkdGgiOjAuMCwiSGVpZ2h0IjowLjAsIkJvcmRlclN0eWxlIjp7IiRpZCI6IjM5NTkiLCJMaW5lQ29sb3IiOm51bGwsIkxpbmVXZWlnaHQiOjAuMCwiTGluZVR5cGUiOjAsIlBhcmVudFN0eWxlIjpudWxsfSwiUGFyZW50U3R5bGUiOm51bGx9LCJEYXRlRm9ybWF0Ijp7IiRpZCI6IjM5NjA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2MSIsIkZvcm1hdCI6MCwiSXNWaXNpYmxlIjpmYWxzZSwiTGFzdEtub3duVmlzaWJpbGl0eVN0YXRlIjpmYWxzZX0sIklzVmlzaWJsZSI6dHJ1ZSwiVmFyaWFuY2VTdHlsZSI6eyIkaWQiOiIzOTYyIiwiVGV4dFN0eWxlIjp7IiRpZCI6IjM5NjMiLCJGb250U2V0dGluZ3MiOnsiJGlkIjoiMzk2NCIsIkZvbnRTaXplIjoxMCwiRm9udE5hbWUiOiJDYWxpYnJpIiwiSXNCb2xkIjpmYWxzZSwiSXNJdGFsaWMiOmZhbHNlLCJJc1VuZGVybGluZWQiOmZhbHNlLCJQYXJlbnRTdHlsZSI6bnVsbH0sIkF1dG9TaXplIjowLCJGb3JlZ3JvdW5kIjp7IiRpZCI6IjM5NjUiLCJDb2xvciI6eyIkaWQiOiIzOTY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5NjciLCJUb3AiOjAuMCwiTGVmdCI6MC4wLCJSaWdodCI6MC4wLCJCb3R0b20iOjAuMH0sIlBhZGRpbmciOnsiJGlkIjoiMzk2OCIsIlRvcCI6MC4wLCJMZWZ0IjowLjAsIlJpZ2h0IjowLjAsIkJvdHRvbSI6MC4wfSwiQmFja2dyb3VuZCI6eyIkaWQiOiIzOTY5IiwiQ29sb3IiOnsiJGlkIjoiMzk3MCIsIkEiOjI1NSwiUiI6MCwiRyI6MCwiQiI6MH19LCJJc1Zpc2libGUiOnRydWUsIldpZHRoIjowLjAsIkhlaWdodCI6MC4wLCJCb3JkZXJTdHlsZSI6bnVsbCwiUGFyZW50U3R5bGUiOm51bGx9LCJQYXJlbnRTdHlsZSI6bnVsbH0sIlBhcmVudFN0eWxlIjpudWxsfSwiRGVmYXVsdFRhc2tTdHlsZSI6eyIkaWQiOiIzOTcxIiwiU2hhcGUiOjMsIlNoYXBlVGhpY2tuZXNzIjowLCJEdXJhdGlvbkZvcm1hdCI6MCwiSW5jbHVkZU5vbldvcmtpbmdEYXlzSW5EdXJhdGlvbiI6ZmFsc2UsIlBlcmNlbnRhZ2VDb21wbGV0ZVN0eWxlIjp7IiRpZCI6IjM5NzIiLCJGb250U2V0dGluZ3MiOnsiJGlkIjoiMzk3MyIsIkZvbnRTaXplIjoxMCwiRm9udE5hbWUiOiJDYWxpYnJpIiwiSXNCb2xkIjpmYWxzZSwiSXNJdGFsaWMiOmZhbHNlLCJJc1VuZGVybGluZWQiOmZhbHNlLCJQYXJlbnRTdHlsZSI6bnVsbH0sIkF1dG9TaXplIjowLCJGb3JlZ3JvdW5kIjp7IiRpZCI6IjM5NzQiLCJDb2xvciI6eyIkaWQiOiIzOTc1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M5NzYiLCJUb3AiOjAuMCwiTGVmdCI6MC4wLCJSaWdodCI6MC4wLCJCb3R0b20iOjAuMH0sIlBhZGRpbmciOnsiJGlkIjoiMzk3NyIsIlRvcCI6MC4wLCJMZWZ0IjowLjAsIlJpZ2h0IjowLjAsIkJvdHRvbSI6MC4wfSwiQmFja2dyb3VuZCI6eyIkaWQiOiIzOTc4IiwiQ29sb3IiOnsiJGlkIjoiMzk3OSIsIkEiOjg5LCJSIjowLCJHIjowLCJCIjowfX0sIklzVmlzaWJsZSI6dHJ1ZSwiV2lkdGgiOjAuMCwiSGVpZ2h0IjowLjAsIkJvcmRlclN0eWxlIjp7IiRpZCI6IjM5ODAiLCJMaW5lQ29sb3IiOm51bGwsIkxpbmVXZWlnaHQiOjAuMCwiTGluZVR5cGUiOjAsIlBhcmVudFN0eWxlIjpudWxsfSwiUGFyZW50U3R5bGUiOm51bGx9LCJEdXJhdGlvblN0eWxlIjp7IiRpZCI6IjM5ODEiLCJGb250U2V0dGluZ3MiOnsiJGlkIjoiMzk4MiIsIkZvbnRTaXplIjoxMCwiRm9udE5hbWUiOiJDYWxpYnJpIiwiSXNCb2xkIjpmYWxzZSwiSXNJdGFsaWMiOmZhbHNlLCJJc1VuZGVybGluZWQiOmZhbHNlLCJQYXJlbnRTdHlsZSI6bnVsbH0sIkF1dG9TaXplIjowLCJGb3JlZ3JvdW5kIjp7IiRpZCI6IjM5ODMiLCJDb2xvciI6eyIkaWQiOiIzOT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Tg1IiwiVG9wIjowLjAsIkxlZnQiOjAuMCwiUmlnaHQiOjAuMCwiQm90dG9tIjowLjB9LCJQYWRkaW5nIjp7IiRpZCI6IjM5ODYiLCJUb3AiOjAuMCwiTGVmdCI6MC4wLCJSaWdodCI6MC4wLCJCb3R0b20iOjAuMH0sIkJhY2tncm91bmQiOnsiJGlkIjoiMzk4NyIsIkNvbG9yIjp7IiRpZCI6IjM5ODgiLCJBIjoyNTUsIlIiOjY4LCJHIjo4NCwiQiI6MTA2fX0sIklzVmlzaWJsZSI6dHJ1ZSwiV2lkdGgiOjAuMCwiSGVpZ2h0IjowLjAsIkJvcmRlclN0eWxlIjp7IiRpZCI6IjM5ODkiLCJMaW5lQ29sb3IiOm51bGwsIkxpbmVXZWlnaHQiOjAuMCwiTGluZVR5cGUiOjAsIlBhcmVudFN0eWxlIjpudWxsfSwiUGFyZW50U3R5bGUiOm51bGx9LCJIb3Jpem9udGFsQ29ubmVjdG9yU3R5bGUiOnsiJGlkIjoiMzk5MCIsIkxpbmVDb2xvciI6eyIkaWQiOiIzOTkxIiwiJHR5cGUiOiJOTFJFLkNvbW1vbi5Eb20uU29saWRDb2xvckJydXNoLCBOTFJFLkNvbW1vbiIsIkNvbG9yIjp7IiRpZCI6IjM5OTIiLCJBIjo1MSwiUiI6NjgsIkciOjExNCwiQiI6MTk2fX0sIkxpbmVXZWlnaHQiOjEuMCwiTGluZVR5cGUiOjAsIlBhcmVudFN0eWxlIjpudWxsfSwiVmVydGljYWxDb25uZWN0b3JTdHlsZSI6eyIkaWQiOiIzOTkzIiwiTGluZUNvbG9yIjp7IiRpZCI6IjM5OTQiLCIkdHlwZSI6Ik5MUkUuQ29tbW9uLkRvbS5Tb2xpZENvbG9yQnJ1c2gsIE5MUkUuQ29tbW9uIiwiQ29sb3IiOnsiJGlkIjoiMzk5NSIsIkEiOjUxLCJSIjo2OCwiRyI6MTE0LCJCIjoxOTZ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zOTk2IiwiU2hhcGVTdHlsZSI6eyIkaWQiOiIzOTk3IiwiTWFyZ2luIjp7IiRpZCI6IjM5OTgiLCJUb3AiOjAuMCwiTGVmdCI6MC4wLCJSaWdodCI6MC4wLCJCb3R0b20iOjAuMH0sIlBhZGRpbmciOnsiJGlkIjoiMzk5OSIsIlRvcCI6MC4wLCJMZWZ0IjowLjAsIlJpZ2h0IjowLjAsIkJvdHRvbSI6MC4wfSwiQmFja2dyb3VuZCI6eyIkaWQiOiI0MDAwIiwiQ29sb3IiOnsiJGlkIjoiNDAwMSIsIkEiOjE1MywiUiI6MCwiRyI6MCwiQiI6MH19LCJJc1Zpc2libGUiOnRydWUsIldpZHRoIjowLjAsIkhlaWdodCI6MC4wLCJCb3JkZXJTdHlsZSI6eyIkaWQiOiI0MDAyIiwiTGluZUNvbG9yIjp7IiRpZCI6IjQwMDMiLCIkdHlwZSI6Ik5MUkUuQ29tbW9uLkRvbS5Tb2xpZENvbG9yQnJ1c2gsIE5MUkUuQ29tbW9uIiwiQ29sb3IiOnsiJGlkIjoiNDAwNCIsIkEiOjI1NSwiUiI6MjU1LCJHIjowLCJCIjowfX0sIkxpbmVXZWlnaHQiOjAuMCwiTGluZVR5cGUiOjAsIlBhcmVudFN0eWxlIjpudWxsfSwiUGFyZW50U3R5bGUiOm51bGx9LCJNYXJnaW4iOnsiJGlkIjoiNDAwNSIsIlRvcCI6MC4wLCJMZWZ0IjowLjAsIlJpZ2h0IjowLjAsIkJvdHRvbSI6MC4wfSwiUGFkZGluZyI6eyIkaWQiOiI0MDA2IiwiVG9wIjowLjAsIkxlZnQiOjAuMCwiUmlnaHQiOjAuMCwiQm90dG9tIjowLjB9LCJCYWNrZ3JvdW5kIjpudWxsLCJJc1Zpc2libGUiOnRydWUsIldpZHRoIjowLjAsIkhlaWdodCI6MC4wLCJCb3JkZXJTdHlsZSI6bnVsbCwiUGFyZW50U3R5bGUiOm51bGx9LCJTaGFwZVN0eWxlIjp7IiRpZCI6IjQwMDciLCJNYXJnaW4iOnsiJGlkIjoiNDAwOCIsIlRvcCI6MC4wLCJMZWZ0Ijo0LjAsIlJpZ2h0Ijo0LjAsIkJvdHRvbSI6MC4wfSwiUGFkZGluZyI6eyIkaWQiOiI0MDA5IiwiVG9wIjowLjAsIkxlZnQiOjAuMCwiUmlnaHQiOjAuMCwiQm90dG9tIjowLjB9LCJCYWNrZ3JvdW5kIjp7IiRpZCI6IjQwMTAiLCJDb2xvciI6eyIkaWQiOiI0MDExIiwiQSI6MjU1LCJSIjo2OCwiRyI6MTE0LCJCIjoxOTZ9fSwiSXNWaXNpYmxlIjp0cnVlLCJXaWR0aCI6MC4wLCJIZWlnaHQiOjEwLjAsIkJvcmRlclN0eWxlIjp7IiRpZCI6IjQwMTIiLCJMaW5lQ29sb3IiOnsiJGlkIjoiNDAxMyIsIiR0eXBlIjoiTkxSRS5Db21tb24uRG9tLlNvbGlkQ29sb3JCcnVzaCwgTkxSRS5Db21tb24iLCJDb2xvciI6eyIkaWQiOiI0MDE0IiwiQSI6MjU1LCJSIjoyMzQsIkciOjIyLCJCIjozMH19LCJMaW5lV2VpZ2h0IjowLjAsIkxpbmVUeXBlIjowLCJQYXJlbnRTdHlsZSI6bnVsbH0sIlBhcmVudFN0eWxlIjpudWxsfSwiVGl0bGVTdHlsZSI6eyIkaWQiOiI0MDE1IiwiRm9udFNldHRpbmdzIjp7IiRpZCI6IjQwMTYiLCJGb250U2l6ZSI6MTEsIkZvbnROYW1lIjoiQ2FsaWJyaSIsIklzQm9sZCI6ZmFsc2UsIklzSXRhbGljIjpmYWxzZSwiSXNVbmRlcmxpbmVkIjpmYWxzZSwiUGFyZW50U3R5bGUiOm51bGx9LCJBdXRvU2l6ZSI6MCwiRm9yZWdyb3VuZCI6eyIkaWQiOiI0MDE3IiwiQ29sb3IiOnsiJGlkIjoiNDAx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0MDE5IiwiVG9wIjowLjAsIkxlZnQiOjAuMCwiUmlnaHQiOjAuMCwiQm90dG9tIjowLjB9LCJQYWRkaW5nIjp7IiRpZCI6IjQwMjAiLCJUb3AiOjAuMCwiTGVmdCI6MC4wLCJSaWdodCI6MC4wLCJCb3R0b20iOjAuMH0sIkJhY2tncm91bmQiOnsiJGlkIjoiNDAyMSIsIkNvbG9yIjp7IiRpZCI6IjQwMjIiLCJBIjoyNTUsIlIiOjAsIkciOjAsIkIiOjB9fSwiSXNWaXNpYmxlIjp0cnVlLCJXaWR0aCI6MC4wLCJIZWlnaHQiOjAuMCwiQm9yZGVyU3R5bGUiOnsiJGlkIjoiNDAyMyIsIkxpbmVDb2xvciI6bnVsbCwiTGluZVdlaWdodCI6MC4wLCJMaW5lVHlwZSI6MCwiUGFyZW50U3R5bGUiOm51bGx9LCJQYXJlbnRTdHlsZSI6bnVsbH0sIkRhdGVTdHlsZSI6eyIkaWQiOiI0MDI0IiwiRm9udFNldHRpbmdzIjp7IiRpZCI6IjQwMjUiLCJGb250U2l6ZSI6MTAsIkZvbnROYW1lIjoiQ2FsaWJyaSIsIklzQm9sZCI6ZmFsc2UsIklzSXRhbGljIjpmYWxzZSwiSXNVbmRlcmxpbmVkIjpmYWxzZSwiUGFyZW50U3R5bGUiOm51bGx9LCJBdXRvU2l6ZSI6MCwiRm9yZWdyb3VuZCI6eyIkaWQiOiI0MDI2IiwiQ29sb3IiOnsiJGlkIjoiNDAy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AyOCIsIlRvcCI6MC4wLCJMZWZ0IjowLjAsIlJpZ2h0IjowLjAsIkJvdHRvbSI6MC4wfSwiUGFkZGluZyI6eyIkaWQiOiI0MDI5IiwiVG9wIjowLjAsIkxlZnQiOjAuMCwiUmlnaHQiOjAuMCwiQm90dG9tIjowLjB9LCJCYWNrZ3JvdW5kIjp7IiRpZCI6IjQwMzAiLCJDb2xvciI6eyIkaWQiOiI0MDMxIiwiQSI6MjU1LCJSIjo2OCwiRyI6ODQsIkIiOjEwNn19LCJJc1Zpc2libGUiOnRydWUsIldpZHRoIjowLjAsIkhlaWdodCI6MC4wLCJCb3JkZXJTdHlsZSI6eyIkaWQiOiI0MDMyIiwiTGluZUNvbG9yIjpudWxsLCJMaW5lV2VpZ2h0IjowLjAsIkxpbmVUeXBlIjowLCJQYXJlbnRTdHlsZSI6bnVsbH0sIlBhcmVudFN0eWxlIjpudWxsfSwiRGF0ZUZvcm1hdCI6eyIkaWQiOiI0MD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wMzQiLCJGb3JtYXQiOjAsIklzVmlzaWJsZSI6ZmFsc2UsIkxhc3RLbm93blZpc2liaWxpdHlTdGF0ZSI6ZmFsc2V9LCJJc1Zpc2libGUiOnRydWUsIlZhcmlhbmNlU3R5bGUiOnsiJGlkIjoiNDAzNSIsIlRleHRTdHlsZSI6eyIkaWQiOiI0MDM2IiwiRm9udFNldHRpbmdzIjp7IiRpZCI6IjQwMzciLCJGb250U2l6ZSI6MTAsIkZvbnROYW1lIjoiQ2FsaWJyaSIsIklzQm9sZCI6ZmFsc2UsIklzSXRhbGljIjpmYWxzZSwiSXNVbmRlcmxpbmVkIjpmYWxzZSwiUGFyZW50U3R5bGUiOm51bGx9LCJBdXRvU2l6ZSI6MCwiRm9yZWdyb3VuZCI6eyIkaWQiOiI0MDM4IiwiQ29sb3IiOnsiJGlkIjoiNDAz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DQwIiwiVG9wIjowLjAsIkxlZnQiOjAuMCwiUmlnaHQiOjAuMCwiQm90dG9tIjowLjB9LCJQYWRkaW5nIjp7IiRpZCI6IjQwNDEiLCJUb3AiOjAuMCwiTGVmdCI6MC4wLCJSaWdodCI6MC4wLCJCb3R0b20iOjAuMH0sIkJhY2tncm91bmQiOnsiJGlkIjoiNDA0MiIsIkNvbG9yIjp7IiRpZCI6IjQwNDMiLCJBIjoyNTUsIlIiOjAsIkciOjAsIkIiOjB9fSwiSXNWaXNpYmxlIjp0cnVlLCJXaWR0aCI6MC4wLCJIZWlnaHQiOjAuMCwiQm9yZGVyU3R5bGUiOm51bGwsIlBhcmVudFN0eWxlIjpudWxsfSwiUGFyZW50U3R5bGUiOm51bGx9LCJQYXJlbnRTdHlsZSI6bnVsbCwiX2V4cGxpY2l0bHlTZXQiOnsiJGlkIjoiNDA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pbGVzdG9uZVN0eWxlIjpudWxsLCJHcmlkbGluZVBhbmVsU3R5bGUiOnsiJGlkIjoiNDA0NSIsIkdyaWRsaW5lU3R5bGUiOnsiJGlkIjoiNDA0NiIsIkxpbmVDb2xvciI6eyIkaWQiOiI0MDQ3IiwiJHR5cGUiOiJOTFJFLkNvbW1vbi5Eb20uU29saWRDb2xvckJydXNoLCBOTFJFLkNvbW1vbiIsIkNvbG9yIjp7IiRpZCI6IjQwNDgiLCJBIjoyNSwiUiI6NjgsIkciOjg0LCJCIjoxMDZ9fSwiTGluZVdlaWdodCI6MS4wLCJMaW5lVHlwZSI6MCwiUGFyZW50U3R5bGUiOm51bGx9LCJNYXJnaW4iOnsiJGlkIjoiNDA0OSIsIlRvcCI6MC4wLCJMZWZ0IjowLjAsIlJpZ2h0IjowLjAsIkJvdHRvbSI6MC4wfSwiUGFkZGluZyI6eyIkaWQiOiI0MDUwIiwiVG9wIjowLjAsIkxlZnQiOjAuMCwiUmlnaHQiOjAuMCwiQm90dG9tIjowLjB9LCJCYWNrZ3JvdW5kIjpudWxsLCJJc1Zpc2libGUiOmZhbHNlLCJXaWR0aCI6MC4wLCJIZWlnaHQiOjAuMCwiQm9yZGVyU3R5bGUiOnsiJGlkIjoiNDA1MSIsIkxpbmVDb2xvciI6bnVsbCwiTGluZVdlaWdodCI6MC4wLCJMaW5lVHlwZSI6MCwiUGFyZW50U3R5bGUiOm51bGx9LCJQYXJlbnRTdHlsZSI6bnVsbH0sIkFjdGl2aXR5TGluZVBhbmVsU3R5bGUiOnsiJGlkIjoiNDA1MiIsIkFjdGl2aXR5TGluZVN0eWxlIjp7IiRpZCI6IjQwNTMiLCJMaW5lQ29sb3IiOnsiJGlkIjoiNDA1NCIsIiR0eXBlIjoiTkxSRS5Db21tb24uRG9tLlNvbGlkQ29sb3JCcnVzaCwgTkxSRS5Db21tb24iLCJDb2xvciI6eyIkaWQiOiI0MDU1IiwiQSI6MzgsIlIiOjY4LCJHIjoxMTQsIkIiOjE5Nn19LCJMaW5lV2VpZ2h0IjoxLjAsIkxpbmVUeXBlIjowLCJQYXJlbnRTdHlsZSI6bnVsbH0sIk1hcmdpbiI6eyIkaWQiOiI0MDU2IiwiVG9wIjowLjAsIkxlZnQiOjAuMCwiUmlnaHQiOjAuMCwiQm90dG9tIjowLjB9LCJQYWRkaW5nIjp7IiRpZCI6IjQwNTciLCJUb3AiOjAuMCwiTGVmdCI6MC4wLCJSaWdodCI6MC4wLCJCb3R0b20iOjAuMH0sIkJhY2tncm91bmQiOm51bGwsIklzVmlzaWJsZSI6dHJ1ZSwiV2lkdGgiOjAuMCwiSGVpZ2h0IjowLjAsIkJvcmRlclN0eWxlIjp7IiRpZCI6IjQwNTgiLCJMaW5lQ29sb3IiOm51bGwsIkxpbmVXZWlnaHQiOjAuMCwiTGluZVR5cGUiOjAsIlBhcmVudFN0eWxlIjpudWxsfSwiUGFyZW50U3R5bGUiOm51bGx9LCJfc2VsZWN0ZWRUaGVtZVByZXNldENvbG9ycyI6eyIkaWQiOiI0MDU5IiwiVGV4dExpZ2h0Ijp7IiRpZCI6IjQwNjAiLCJBIjoyNTUsIlIiOjI1NSwiRyI6MjU1LCJCIjoyNTV9LCJUZXh0RGFyayI6eyIkaWQiOiI0MDYxIiwiQSI6MjU1LCJSIjowLCJHIjowLCJCIjowfSwiQWNjZW50MSI6eyIkaWQiOiI0MDYyIiwiQSI6MjU1LCJSIjoyMzEsIkciOjIzMCwiQiI6MjMwfSwiQWNjZW50MiI6eyIkaWQiOiI0MDYzIiwiQSI6MjU1LCJSIjo2OCwiRyI6ODQsIkIiOjEwNn0sIkFjY2VudDMiOnsiJGlkIjoiNDA2NCIsIkEiOjI1NSwiUiI6NjgsIkciOjExNCwiQiI6MTk2fSwiQWNjZW50NCI6eyIkaWQiOiI0MDY1IiwiQSI6MjU1LCJSIjoyNTUsIkciOjE5MiwiQiI6MH0sIkFjY2VudDUiOnsiJGlkIjoiNDA2NiIsIkEiOjI1NSwiUiI6MTEyLCJHIjoxNzMsIkIiOjcxfSwiQWNjZW50NiI6eyIkaWQiOiI0MDY3IiwiQSI6MjU1LCJSIjoxNjUsIkciOjE2NSwiQiI6MTY1fSwiQWNjZW50NyI6eyIkaWQiOiI0MDY4IiwiQSI6MjU1LCJSIjo5MSwiRyI6MTU1LCJCIjoyMTN9LCJBY2NlbnQ4Ijp7IiRpZCI6IjQwNjkiLCJBIjoyNTUsIlIiOjIzNywiRyI6MTI1LCJCIjo0OX19LCJTaG93RWxhcHNlZFRpbWVHcmFkaWVudFN0eWxlIjpmYWxzZSwiVGltZWJhbmRSZXNlcnZlZExlZnRBcmVhU3R5bGUiOnsiJGlkIjoiNDA3MCIsIkFjdGl2aXR5SGVhZGVyV2lkdGgiOjAuMCwiSXNTZXQiOmZhbHNlfSwiRGVmYXVsdFN3aW1sYW5lU3R5bGUiOm51bGwsIkRlZmF1bHRTd2ltbGFuZVYyU3R5bGUiOnsiJGlkIjoiNDA3MSIsIlN0eWxlSWQiOiIzMzJjZmIxMy1iNDAxLTRlYzMtYjY1NS03Mzk2OGQwNGQ3NDkiLCJIZWFkZXJTdHlsZSI6eyIkaWQiOiI0MDcyIiwiVGV4dElzVmVydGljYWwiOmZhbHNlLCJUZXh0U3R5bGUiOnsiJGlkIjoiNDA3MyIsIkZvbnRTZXR0aW5ncyI6eyIkaWQiOiI0MDc0IiwiRm9udFNpemUiOjExLCJGb250TmFtZSI6IkNhbGlicmkiLCJJc0JvbGQiOmZhbHNlLCJJc0l0YWxpYyI6ZmFsc2UsIklzVW5kZXJsaW5lZCI6ZmFsc2UsIlBhcmVudFN0eWxlIjpudWxsfSwiQXV0b1NpemUiOjAsIkZvcmVncm91bmQiOnsiJGlkIjoiNDA3NSIsIkNvbG9yIjp7IiRpZCI6IjQwNzYiLCJBIjoyNTUsIlIiOjI1NSwiRyI6MjU1LCJCIjoyNTV9fSwiTWF4V2lkdGgiOjAuMCwiTWF4SGVpZ2h0IjowLjAsIlNtYXJ0Rm9yZWdyb3VuZElzQWN0aXZlIjpmYWxzZSwiSG9yaXpvbnRhbEFsaWdubWVudCI6MCwiVmVydGljYWxBbGlnbm1lbnQiOjAsIlNtYXJ0Rm9yZWdyb3VuZCI6bnVsbCwiQmFja2dyb3VuZEZpbGxUeXBlIjowLCJNYXJnaW4iOnsiJGlkIjoiNDA3NyIsIlRvcCI6MC4wLCJMZWZ0IjowLjAsIlJpZ2h0IjowLjAsIkJvdHRvbSI6MC4wfSwiUGFkZGluZyI6eyIkaWQiOiI0MDc4IiwiVG9wIjowLjAsIkxlZnQiOjAuMCwiUmlnaHQiOjAuMCwiQm90dG9tIjowLjB9LCJCYWNrZ3JvdW5kIjp7IiRpZCI6IjQwNzkiLCJDb2xvciI6eyIkaWQiOiI0MDgwIiwiQSI6MjU1LCJSIjoyNTUsIkciOjI1NSwiQiI6MjU1fX0sIklzVmlzaWJsZSI6ZmFsc2UsIldpZHRoIjowLjAsIkhlaWdodCI6MC4wLCJCb3JkZXJTdHlsZSI6bnVsbCwiUGFyZW50U3R5bGUiOm51bGx9LCJSZWN0YW5nbGVTdHlsZSI6eyIkaWQiOiI0MDgxIiwiTWFyZ2luIjp7IiRpZCI6IjQwODIiLCJUb3AiOjAuMCwiTGVmdCI6MC4wLCJSaWdodCI6MC4wLCJCb3R0b20iOjAuMH0sIlBhZGRpbmciOnsiJGlkIjoiNDA4MyIsIlRvcCI6MC4wLCJMZWZ0IjowLjAsIlJpZ2h0IjowLjAsIkJvdHRvbSI6MC4wfSwiQmFja2dyb3VuZCI6eyIkaWQiOiI0MDg0IiwiQ29sb3IiOnsiJGlkIjoiNDA4NSIsIkEiOjI1NSwiUiI6NjgsIkciOjExNCwiQiI6MTk2fX0sIklzVmlzaWJsZSI6ZmFsc2UsIldpZHRoIjowLjAsIkhlaWdodCI6MC4wLCJCb3JkZXJTdHlsZSI6eyIkaWQiOiI0MDg2IiwiTGluZUNvbG9yIjp7IiRpZCI6IjQwODciLCIkdHlwZSI6Ik5MUkUuQ29tbW9uLkRvbS5Tb2xpZENvbG9yQnJ1c2gsIE5MUkUuQ29tbW9uIiwiQ29sb3IiOnsiJGlkIjoiNDA4OCIsIkEiOjI1NSwiUiI6MjU1LCJHIjoyNTUsIkIiOjI1NX19LCJMaW5lV2VpZ2h0IjowLjAsIkxpbmVUeXBlIjowLCJQYXJlbnRTdHlsZSI6bnVsbH0sIlBhcmVudFN0eWxlIjpudWxsfSwiTWFyZ2luIjp7IiRpZCI6IjQwODkiLCJUb3AiOjAuMCwiTGVmdCI6MC4wLCJSaWdodCI6MC4wLCJCb3R0b20iOjAuMH0sIlBhZGRpbmciOnsiJGlkIjoiNDA5MCIsIlRvcCI6MC4wLCJMZWZ0IjowLjAsIlJpZ2h0IjowLjAsIkJvdHRvbSI6MC4wfSwiQmFja2dyb3VuZCI6bnVsbCwiSXNWaXNpYmxlIjp0cnVlLCJXaWR0aCI6MC4wLCJIZWlnaHQiOjAuMCwiQm9yZGVyU3R5bGUiOm51bGwsIlBhcmVudFN0eWxlIjpudWxsfSwiQmFja2dyb3VuZFN0eWxlIjp7IiRpZCI6IjQwOTEiLCJNYXJnaW4iOnsiJGlkIjoiNDA5MiIsIlRvcCI6MC4wLCJMZWZ0IjowLjAsIlJpZ2h0IjowLjAsIkJvdHRvbSI6MC4wfSwiUGFkZGluZyI6eyIkaWQiOiI0MDkzIiwiVG9wIjowLjAsIkxlZnQiOjAuMCwiUmlnaHQiOjAuMCwiQm90dG9tIjowLjB9LCJCYWNrZ3JvdW5kIjp7IiRpZCI6IjQwOTQiLCJDb2xvciI6eyIkaWQiOiI0MDk1IiwiQSI6NTEsIlIiOjIwMCwiRyI6MjAwLCJCIjoyMDB9fSwiSXNWaXNpYmxlIjp0cnVlLCJXaWR0aCI6MC4wLCJIZWlnaHQiOjAuMCwiQm9yZGVyU3R5bGUiOnsiJGlkIjoiNDA5NiIsIkxpbmVDb2xvciI6eyIkaWQiOiI0MDk3IiwiJHR5cGUiOiJOTFJFLkNvbW1vbi5Eb20uU29saWRDb2xvckJydXNoLCBOTFJFLkNvbW1vbiIsIkNvbG9yIjp7IiRpZCI6IjQwOTgiLCJBIjoyNTUsIlIiOjIzNCwiRyI6MjIsIkIiOjMwfX0sIkxpbmVXZWlnaHQiOjAuMCwiTGluZVR5cGUiOjAsIlBhcmVudFN0eWxlIjpudWxsfSwiUGFyZW50U3R5bGUiOm51bGx9LCJJc0Fib3ZlVGltZWJhbmQiOmZhbHNlLCJTcGFjaW5nIjoyLCJEZWZhdWx0U3dpbWxhbmVUYXNrU3R5bGUiOnsiJGlkIjoiNDA5OSIsIiR0eXBlIjoiTkxSRS5Db21tb24uRG9tLlN0eWxlcy5FeHBsaWNpdFNldGFibGVUYXNrU3R5bGUsIE5MUkUuQ29tbW9uIiwiU2hhcGUiOjEsIlNoYXBlVGhpY2tuZXNzIjowLCJEdXJhdGlvbkZvcm1hdCI6MCwiSW5jbHVkZU5vbldvcmtpbmdEYXlzSW5EdXJhdGlvbiI6ZmFsc2UsIlBlcmNlbnRhZ2VDb21wbGV0ZVN0eWxlIjp7IiRpZCI6IjQxMDAiLCJGb250U2V0dGluZ3MiOnsiJGlkIjoiNDEwMSIsIkZvbnRTaXplIjoxMCwiRm9udE5hbWUiOiJDYWxpYnJpIiwiSXNCb2xkIjpmYWxzZSwiSXNJdGFsaWMiOmZhbHNlLCJJc1VuZGVybGluZWQiOmZhbHNlLCJQYXJlbnRTdHlsZSI6bnVsbH0sIkF1dG9TaXplIjowLCJGb3JlZ3JvdW5kIjp7IiRpZCI6IjQxMDIiLCJDb2xvciI6eyIkaWQiOiI0MTAzIiwiQSI6MjU1LCJSIjoyMzIsIkciOjIzMiwiQiI6MjMyfX0sIk1heFdpZHRoIjoyMDAuMCwiTWF4SGVpZ2h0IjoiSW5maW5pdHkiLCJTbWFydEZvcmVncm91bmRJc0FjdGl2ZSI6ZmFsc2UsIkhvcml6b250YWxBbGlnbm1lbnQiOjEsIlZlcnRpY2FsQWxpZ25tZW50IjowLCJTbWFydEZvcmVncm91bmQiOm51bGwsIkJhY2tncm91bmRGaWxsVHlwZSI6MCwiTWFyZ2luIjp7IiRpZCI6IjQxMDQiLCJUb3AiOjAuMCwiTGVmdCI6MC4wLCJSaWdodCI6MC4wLCJCb3R0b20iOjAuMH0sIlBhZGRpbmciOnsiJGlkIjoiNDEwNSIsIlRvcCI6MC4wLCJMZWZ0IjowLjAsIlJpZ2h0IjowLjAsIkJvdHRvbSI6MC4wfSwiQmFja2dyb3VuZCI6eyIkaWQiOiI0MTA2IiwiQ29sb3IiOnsiJGlkIjoiNDEwNyIsIkEiOjg5LCJSIjowLCJHIjowLCJCIjowfX0sIklzVmlzaWJsZSI6dHJ1ZSwiV2lkdGgiOjAuMCwiSGVpZ2h0IjowLjAsIkJvcmRlclN0eWxlIjp7IiRpZCI6IjQxMDgiLCJMaW5lQ29sb3IiOm51bGwsIkxpbmVXZWlnaHQiOjAuMCwiTGluZVR5cGUiOjAsIlBhcmVudFN0eWxlIjpudWxsfSwiUGFyZW50U3R5bGUiOm51bGx9LCJEdXJhdGlvblN0eWxlIjp7IiRpZCI6IjQxMDkiLCJGb250U2V0dGluZ3MiOnsiJGlkIjoiNDExMCIsIkZvbnRTaXplIjoxMCwiRm9udE5hbWUiOiJDYWxpYnJpIiwiSXNCb2xkIjpmYWxzZSwiSXNJdGFsaWMiOmZhbHNlLCJJc1VuZGVybGluZWQiOmZhbHNlLCJQYXJlbnRTdHlsZSI6bnVsbH0sIkF1dG9TaXplIjowLCJGb3JlZ3JvdW5kIjp7IiRpZCI6IjQxMTEiLCJDb2xvciI6eyIkaWQiOiI0MTE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EzIiwiVG9wIjowLjAsIkxlZnQiOjAuMCwiUmlnaHQiOjAuMCwiQm90dG9tIjowLjB9LCJQYWRkaW5nIjp7IiRpZCI6IjQxMTQiLCJUb3AiOjAuMCwiTGVmdCI6MC4wLCJSaWdodCI6MC4wLCJCb3R0b20iOjAuMH0sIkJhY2tncm91bmQiOnsiJGlkIjoiNDExNSIsIkNvbG9yIjp7IiRpZCI6IjQxMTYiLCJBIjoyNTUsIlIiOjY4LCJHIjo4NCwiQiI6MTA2fX0sIklzVmlzaWJsZSI6dHJ1ZSwiV2lkdGgiOjAuMCwiSGVpZ2h0IjowLjAsIkJvcmRlclN0eWxlIjp7IiRpZCI6IjQxMTciLCJMaW5lQ29sb3IiOm51bGwsIkxpbmVXZWlnaHQiOjAuMCwiTGluZVR5cGUiOjAsIlBhcmVudFN0eWxlIjpudWxsfSwiUGFyZW50U3R5bGUiOm51bGx9LCJIb3Jpem9udGFsQ29ubmVjdG9yU3R5bGUiOnsiJGlkIjoiNDExOCIsIkxpbmVDb2xvciI6eyIkaWQiOiI0MTE5IiwiJHR5cGUiOiJOTFJFLkNvbW1vbi5Eb20uU29saWRDb2xvckJydXNoLCBOTFJFLkNvbW1vbiIsIkNvbG9yIjp7IiRpZCI6IjQxMjAiLCJBIjoyNTUsIlIiOjAsIkciOjAsIkIiOjB9fSwiTGluZVdlaWdodCI6MC4wLCJMaW5lVHlwZSI6MCwiUGFyZW50U3R5bGUiOm51bGx9LCJWZXJ0aWNhbENvbm5lY3RvclN0eWxlIjp7IiRpZCI6IjQxMjEiLCJMaW5lQ29sb3IiOnsiJGlkIjoiNDEyMiIsIiR0eXBlIjoiTkxSRS5Db21tb24uRG9tLlNvbGlkQ29sb3JCcnVzaCwgTkxSRS5Db21tb24iLCJDb2xvciI6eyIkaWQiOiI0MTIz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dHJ1ZSwiUGVyY2VudGFnZUNvbXBsZXRlU2hhcGVPcGFjaXR5IjozNSwiQmFzZWxpbmVTdHlsZSI6eyIkaWQiOiI0MTI0IiwiU2hhcGVTdHlsZSI6eyIkaWQiOiI0MTI1IiwiTWFyZ2luIjp7IiRpZCI6IjQxMjYiLCJUb3AiOjAuMCwiTGVmdCI6MC4wLCJSaWdodCI6MC4wLCJCb3R0b20iOjAuMH0sIlBhZGRpbmciOnsiJGlkIjoiNDEyNyIsIlRvcCI6MC4wLCJMZWZ0IjowLjAsIlJpZ2h0IjowLjAsIkJvdHRvbSI6MC4wfSwiQmFja2dyb3VuZCI6eyIkaWQiOiI0MTI4IiwiQ29sb3IiOnsiJGlkIjoiNDEyOSIsIkEiOjE1MywiUiI6MCwiRyI6MCwiQiI6MH19LCJJc1Zpc2libGUiOnRydWUsIldpZHRoIjowLjAsIkhlaWdodCI6MC4wLCJCb3JkZXJTdHlsZSI6eyIkaWQiOiI0MTMwIiwiTGluZUNvbG9yIjp7IiRpZCI6IjQxMzEiLCIkdHlwZSI6Ik5MUkUuQ29tbW9uLkRvbS5Tb2xpZENvbG9yQnJ1c2gsIE5MUkUuQ29tbW9uIiwiQ29sb3IiOnsiJGlkIjoiNDEzMiIsIkEiOjI1NSwiUiI6MjU1LCJHIjowLCJCIjowfX0sIkxpbmVXZWlnaHQiOjAuMCwiTGluZVR5cGUiOjAsIlBhcmVudFN0eWxlIjpudWxsfSwiUGFyZW50U3R5bGUiOm51bGx9LCJNYXJnaW4iOnsiJGlkIjoiNDEzMyIsIlRvcCI6MC4wLCJMZWZ0IjowLjAsIlJpZ2h0IjowLjAsIkJvdHRvbSI6MC4wfSwiUGFkZGluZyI6eyIkaWQiOiI0MTM0IiwiVG9wIjowLjAsIkxlZnQiOjAuMCwiUmlnaHQiOjAuMCwiQm90dG9tIjowLjB9LCJCYWNrZ3JvdW5kIjpudWxsLCJJc1Zpc2libGUiOnRydWUsIldpZHRoIjowLjAsIkhlaWdodCI6MC4wLCJCb3JkZXJTdHlsZSI6bnVsbCwiUGFyZW50U3R5bGUiOm51bGx9LCJTaGFwZVN0eWxlIjp7IiRpZCI6IjQxMzUiLCJNYXJnaW4iOnsiJGlkIjoiNDEzNiIsIlRvcCI6MC4wLCJMZWZ0Ijo0LjAsIlJpZ2h0Ijo0LjAsIkJvdHRvbSI6MC4wfSwiUGFkZGluZyI6eyIkaWQiOiI0MTM3IiwiVG9wIjowLjAsIkxlZnQiOjAuMCwiUmlnaHQiOjAuMCwiQm90dG9tIjowLjB9LCJCYWNrZ3JvdW5kIjp7IiRpZCI6IjQxMzgiLCJDb2xvciI6eyIkaWQiOiI0MTM5IiwiQSI6MjU1LCJSIjo2OCwiRyI6MTE0LCJCIjoxOTZ9fSwiSXNWaXNpYmxlIjp0cnVlLCJXaWR0aCI6MC4wLCJIZWlnaHQiOjEwLjAsIkJvcmRlclN0eWxlIjp7IiRpZCI6IjQxNDAiLCJMaW5lQ29sb3IiOnsiJGlkIjoiNDE0MSIsIiR0eXBlIjoiTkxSRS5Db21tb24uRG9tLlNvbGlkQ29sb3JCcnVzaCwgTkxSRS5Db21tb24iLCJDb2xvciI6eyIkaWQiOiI0MTQyIiwiQSI6MjU1LCJSIjoyMzQsIkciOjIyLCJCIjozMH19LCJMaW5lV2VpZ2h0IjowLjAsIkxpbmVUeXBlIjowLCJQYXJlbnRTdHlsZSI6bnVsbH0sIlBhcmVudFN0eWxlIjpudWxsfSwiVGl0bGVTdHlsZSI6eyIkaWQiOiI0MTQzIiwiRm9udFNldHRpbmdzIjp7IiRpZCI6IjQxNDQiLCJGb250U2l6ZSI6MTEsIkZvbnROYW1lIjoiQ2FsaWJyaSIsIklzQm9sZCI6ZmFsc2UsIklzSXRhbGljIjpmYWxzZSwiSXNVbmRlcmxpbmVkIjpmYWxzZSwiUGFyZW50U3R5bGUiOm51bGx9LCJBdXRvU2l6ZSI6MCwiRm9yZWdyb3VuZCI6eyIkaWQiOiI0MTQ1IiwiQ29sb3IiOnsiJGlkIjoiNDE0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Q3IiwiVG9wIjowLjAsIkxlZnQiOjAuMCwiUmlnaHQiOjAuMCwiQm90dG9tIjowLjB9LCJQYWRkaW5nIjp7IiRpZCI6IjQxNDgiLCJUb3AiOjAuMCwiTGVmdCI6MC4wLCJSaWdodCI6MC4wLCJCb3R0b20iOjAuMH0sIkJhY2tncm91bmQiOnsiJGlkIjoiNDE0OSIsIkNvbG9yIjp7IiRpZCI6IjQxNTAiLCJBIjoyNTUsIlIiOjAsIkciOjAsIkIiOjB9fSwiSXNWaXNpYmxlIjp0cnVlLCJXaWR0aCI6MC4wLCJIZWlnaHQiOjAuMCwiQm9yZGVyU3R5bGUiOnsiJGlkIjoiNDE1MSIsIkxpbmVDb2xvciI6bnVsbCwiTGluZVdlaWdodCI6MC4wLCJMaW5lVHlwZSI6MCwiUGFyZW50U3R5bGUiOm51bGx9LCJQYXJlbnRTdHlsZSI6bnVsbH0sIkRhdGVTdHlsZSI6eyIkaWQiOiI0MTUyIiwiRm9udFNldHRpbmdzIjp7IiRpZCI6IjQxNTMiLCJGb250U2l6ZSI6MTAsIkZvbnROYW1lIjoiQ2FsaWJyaSIsIklzQm9sZCI6ZmFsc2UsIklzSXRhbGljIjpmYWxzZSwiSXNVbmRlcmxpbmVkIjpmYWxzZSwiUGFyZW50U3R5bGUiOm51bGx9LCJBdXRvU2l6ZSI6MCwiRm9yZWdyb3VuZCI6eyIkaWQiOiI0MTU0IiwiQ29sb3IiOnsiJGlkIjoiNDE1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E1NiIsIlRvcCI6MC4wLCJMZWZ0IjowLjAsIlJpZ2h0IjowLjAsIkJvdHRvbSI6MC4wfSwiUGFkZGluZyI6eyIkaWQiOiI0MTU3IiwiVG9wIjowLjAsIkxlZnQiOjAuMCwiUmlnaHQiOjAuMCwiQm90dG9tIjowLjB9LCJCYWNrZ3JvdW5kIjp7IiRpZCI6IjQxNTgiLCJDb2xvciI6eyIkaWQiOiI0MTU5IiwiQSI6MjU1LCJSIjo2OCwiRyI6ODQsIkIiOjEwNn19LCJJc1Zpc2libGUiOnRydWUsIldpZHRoIjowLjAsIkhlaWdodCI6MC4wLCJCb3JkZXJTdHlsZSI6eyIkaWQiOiI0MTYwIiwiTGluZUNvbG9yIjpudWxsLCJMaW5lV2VpZ2h0IjowLjAsIkxpbmVUeXBlIjowLCJQYXJlbnRTdHlsZSI6bnVsbH0sIlBhcmVudFN0eWxlIjpudWxsfSwiRGF0ZUZvcm1hdCI6eyIkaWQiOiI0MTY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xNjIiLCJGb3JtYXQiOjAsIklzVmlzaWJsZSI6ZmFsc2UsIkxhc3RLbm93blZpc2liaWxpdHlTdGF0ZSI6ZmFsc2V9LCJJc1Zpc2libGUiOnRydWUsIlZhcmlhbmNlU3R5bGUiOnsiJGlkIjoiNDE2MyIsIlRleHRTdHlsZSI6eyIkaWQiOiI0MTY0IiwiRm9udFNldHRpbmdzIjp7IiRpZCI6IjQxNjUiLCJGb250U2l6ZSI6MTAsIkZvbnROYW1lIjoiQ2FsaWJyaSIsIklzQm9sZCI6ZmFsc2UsIklzSXRhbGljIjpmYWxzZSwiSXNVbmRlcmxpbmVkIjpmYWxzZSwiUGFyZW50U3R5bGUiOm51bGx9LCJBdXRvU2l6ZSI6MCwiRm9yZWdyb3VuZCI6eyIkaWQiOiI0MTY2IiwiQ29sb3IiOnsiJGlkIjoiNDE2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TY4IiwiVG9wIjowLjAsIkxlZnQiOjAuMCwiUmlnaHQiOjAuMCwiQm90dG9tIjowLjB9LCJQYWRkaW5nIjp7IiRpZCI6IjQxNjkiLCJUb3AiOjAuMCwiTGVmdCI6MC4wLCJSaWdodCI6MC4wLCJCb3R0b20iOjAuMH0sIkJhY2tncm91bmQiOnsiJGlkIjoiNDE3MCIsIkNvbG9yIjp7IiRpZCI6IjQxNzEiLCJBIjoyNTUsIlIiOjAsIkciOjAsIkIiOjB9fSwiSXNWaXNpYmxlIjp0cnVlLCJXaWR0aCI6MC4wLCJIZWlnaHQiOjAuMCwiQm9yZGVyU3R5bGUiOm51bGwsIlBhcmVudFN0eWxlIjpudWxsfSwiUGFyZW50U3R5bGUiOm51bGx9LCJQYXJlbnRTdHlsZSI6bnVsbCwiX2V4cGxpY2l0bHlTZXQiOnsiJGlkIjoiNDE3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xNzMiLCJTaGFwZSI6MSwiQ29ubmVjdG9yTWFyZ2luIjp7IiRpZCI6IjQxNzQiLCJUb3AiOjAuMCwiTGVmdCI6Mi4wLCJSaWdodCI6Mi4wLCJCb3R0b20iOjAuMH0sIkNvbm5lY3RvclN0eWxlIjp7IiRpZCI6IjQxNzUiLCJMaW5lQ29sb3IiOnsiJGlkIjoiNDE3NiIsIiR0eXBlIjoiTkxSRS5Db21tb24uRG9tLlNvbGlkQ29sb3JCcnVzaCwgTkxSRS5Db21tb24iLCJDb2xvciI6eyIkaWQiOiI0MTc3IiwiQSI6MTI3LCJSIjozNCwiRyI6NTcsIkIiOjk4fX0sIkxpbmVXZWlnaHQiOjEuMCwiTGluZVR5cGUiOjAsIlBhcmVudFN0eWxlIjpudWxsfSwiSXNCZWxvd1RpbWViYW5kIjpmYWxzZSwiUG9zaXRpb25PblRhc2siOjEsIkhpZGVEYXRlIjpmYWxzZSwiU2hhcGVTaXplIjowLCJTcGFjaW5nIjowLjAsIlBhZGRpbmciOnsiJGlkIjoiNDE3OCIsIlRvcCI6NS4wLCJMZWZ0IjozLjAsIlJpZ2h0IjowLjAsIkJvdHRvbSI6Mi4wfSwiU2hhcGVTdHlsZSI6eyIkaWQiOiI0MTc5IiwiTWFyZ2luIjp7IiRpZCI6IjQxODAiLCJUb3AiOjAuMCwiTGVmdCI6MC4wLCJSaWdodCI6MC4wLCJCb3R0b20iOjAuMH0sIlBhZGRpbmciOnsiJGlkIjoiNDE4MSIsIlRvcCI6MC4wLCJMZWZ0IjowLjAsIlJpZ2h0IjowLjAsIkJvdHRvbSI6MC4wfSwiQmFja2dyb3VuZCI6eyIkaWQiOiI0MTgyIiwiQ29sb3IiOnsiJGlkIjoiNDE4MyIsIkEiOjI1NSwiUiI6MzQsIkciOjU3LCJCIjo5OH19LCJJc1Zpc2libGUiOnRydWUsIldpZHRoIjoxMi4wLCJIZWlnaHQiOjE0LjAsIkJvcmRlclN0eWxlIjp7IiRpZCI6IjQxODQiLCJMaW5lQ29sb3IiOnsiJGlkIjoiNDE4NSIsIiR0eXBlIjoiTkxSRS5Db21tb24uRG9tLlNvbGlkQ29sb3JCcnVzaCwgTkxSRS5Db21tb24iLCJDb2xvciI6eyIkaWQiOiI0MTg2IiwiQSI6MjU1LCJSIjoyNTUsIkciOjAsIkIiOjB9fSwiTGluZVdlaWdodCI6MC4wLCJMaW5lVHlwZSI6MCwiUGFyZW50U3R5bGUiOm51bGx9LCJQYXJlbnRTdHlsZSI6bnVsbH0sIlRpdGxlU3R5bGUiOnsiJGlkIjoiNDE4NyIsIkZvbnRTZXR0aW5ncyI6eyIkaWQiOiI0MTg4IiwiRm9udFNpemUiOjExLCJGb250TmFtZSI6IkNhbGlicmkiLCJJc0JvbGQiOmZhbHNlLCJJc0l0YWxpYyI6ZmFsc2UsIklzVW5kZXJsaW5lZCI6ZmFsc2UsIlBhcmVudFN0eWxlIjpudWxsfSwiQXV0b1NpemUiOjAsIkZvcmVncm91bmQiOnsiJGlkIjoiNDE4OSIsIkNvbG9yIjp7IiRpZCI6IjQxOT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DE5MSIsIlRvcCI6MC4wLCJMZWZ0IjowLjAsIlJpZ2h0IjowLjAsIkJvdHRvbSI6MC4wfSwiUGFkZGluZyI6eyIkaWQiOiI0MTkyIiwiVG9wIjowLjAsIkxlZnQiOjAuMCwiUmlnaHQiOjAuMCwiQm90dG9tIjowLjB9LCJCYWNrZ3JvdW5kIjp7IiRpZCI6IjQxOTMiLCJDb2xvciI6eyIkaWQiOiI0MTk0IiwiQSI6MjU1LCJSIjowLCJHIjowLCJCIjowfX0sIklzVmlzaWJsZSI6dHJ1ZSwiV2lkdGgiOjAuMCwiSGVpZ2h0IjowLjAsIkJvcmRlclN0eWxlIjp7IiRpZCI6IjQxOTUiLCJMaW5lQ29sb3IiOm51bGwsIkxpbmVXZWlnaHQiOjAuMCwiTGluZVR5cGUiOjAsIlBhcmVudFN0eWxlIjpudWxsfSwiUGFyZW50U3R5bGUiOm51bGx9LCJEYXRlU3R5bGUiOnsiJGlkIjoiNDE5NiIsIkZvbnRTZXR0aW5ncyI6eyIkaWQiOiI0MTk3IiwiRm9udFNpemUiOjEwLCJGb250TmFtZSI6IkNhbGlicmkiLCJJc0JvbGQiOmZhbHNlLCJJc0l0YWxpYyI6ZmFsc2UsIklzVW5kZXJsaW5lZCI6ZmFsc2UsIlBhcmVudFN0eWxlIjpudWxsfSwiQXV0b1NpemUiOjAsIkZvcmVncm91bmQiOnsiJGlkIjoiNDE5OCIsIkNvbG9yIjp7IiRpZCI6IjQxOTk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QyMDAiLCJUb3AiOjAuMCwiTGVmdCI6MC4wLCJSaWdodCI6MC4wLCJCb3R0b20iOjAuMH0sIlBhZGRpbmciOnsiJGlkIjoiNDIwMSIsIlRvcCI6MC4wLCJMZWZ0IjowLjAsIlJpZ2h0IjowLjAsIkJvdHRvbSI6MC4wfSwiQmFja2dyb3VuZCI6eyIkaWQiOiI0MjAyIiwiQ29sb3IiOnsiJGlkIjoiNDIwMyIsIkEiOjI1NSwiUiI6NjgsIkciOjg0LCJCIjoxMDZ9fSwiSXNWaXNpYmxlIjp0cnVlLCJXaWR0aCI6MC4wLCJIZWlnaHQiOjAuMCwiQm9yZGVyU3R5bGUiOnsiJGlkIjoiNDIwNCIsIkxpbmVDb2xvciI6bnVsbCwiTGluZVdlaWdodCI6MC4wLCJMaW5lVHlwZSI6MCwiUGFyZW50U3R5bGUiOm51bGx9LCJQYXJlbnRTdHlsZSI6bnVsbH0sIkRhdGVGb3JtYXQiOnsiJGlkIjoiNDIw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A2IiwiRm9ybWF0IjowLCJJc1Zpc2libGUiOmZhbHNlLCJMYXN0S25vd25WaXNpYmlsaXR5U3RhdGUiOmZhbHNlfSwiSXNWaXNpYmxlIjp0cnVlLCJWYXJpYW5jZVN0eWxlIjp7IiRpZCI6IjQyMDciLCJUZXh0U3R5bGUiOnsiJGlkIjoiNDIwOCIsIkZvbnRTZXR0aW5ncyI6eyIkaWQiOiI0MjA5IiwiRm9udFNpemUiOjEwLCJGb250TmFtZSI6IkNhbGlicmkiLCJJc0JvbGQiOmZhbHNlLCJJc0l0YWxpYyI6ZmFsc2UsIklzVW5kZXJsaW5lZCI6ZmFsc2UsIlBhcmVudFN0eWxlIjpudWxsfSwiQXV0b1NpemUiOjAsIkZvcmVncm91bmQiOnsiJGlkIjoiNDIxMCIsIkNvbG9yIjp7IiRpZCI6IjQyM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xMiIsIlRvcCI6MC4wLCJMZWZ0IjowLjAsIlJpZ2h0IjowLjAsIkJvdHRvbSI6MC4wfSwiUGFkZGluZyI6eyIkaWQiOiI0MjEzIiwiVG9wIjowLjAsIkxlZnQiOjAuMCwiUmlnaHQiOjAuMCwiQm90dG9tIjowLjB9LCJCYWNrZ3JvdW5kIjp7IiRpZCI6IjQyMTQiLCJDb2xvciI6eyIkaWQiOiI0MjE1IiwiQSI6MjU1LCJSIjowLCJHIjowLCJCIjowfX0sIklzVmlzaWJsZSI6dHJ1ZSwiV2lkdGgiOjAuMCwiSGVpZ2h0IjowLjAsIkJvcmRlclN0eWxlIjpudWxsLCJQYXJlbnRTdHlsZSI6bnVsbH0sIlBhcmVudFN0eWxlIjpudWxsfSwiUGFyZW50U3R5bGUiOm51bGx9LCJEZWZhdWx0U3dpbWxhbmVNaWxlc3RvbmVTdHlsZSI6eyIkaWQiOiI0MjE2IiwiVGl0bGVQb3NpdGlvbiI6IkxlZnQiLCJEYXRlUG9zaXRpb24iOiJSaWdodCIsIlZhcmlhbmNlUG9zaXRpb24iOiJSaWdodCIsIlNoYXBlVHlwZSI6MSwiU2hhcGVTaXplIjowLCJTcGFjaW5nIjo1LCJTaGFwZVN0eWxlIjp7IiRpZCI6IjQyMTciLCJNYXJnaW4iOnsiJGlkIjoiNDIxOCIsIlRvcCI6MC4wLCJMZWZ0IjowLjAsIlJpZ2h0IjowLjAsIkJvdHRvbSI6MC4wfSwiUGFkZGluZyI6eyIkaWQiOiI0MjE5IiwiVG9wIjowLjAsIkxlZnQiOjAuMCwiUmlnaHQiOjAuMCwiQm90dG9tIjowLjB9LCJCYWNrZ3JvdW5kIjp7IiRpZCI6IjQyMjAiLCJDb2xvciI6eyIkaWQiOiI0MjIxIiwiQSI6MjU1LCJSIjo2OCwiRyI6MTE0LCJCIjoxOTZ9fSwiSXNWaXNpYmxlIjp0cnVlLCJXaWR0aCI6MTIuMCwiSGVpZ2h0IjoxNC4wLCJCb3JkZXJTdHlsZSI6eyIkaWQiOiI0MjIyIiwiTGluZUNvbG9yIjp7IiRpZCI6IjQyMjMiLCIkdHlwZSI6Ik5MUkUuQ29tbW9uLkRvbS5Tb2xpZENvbG9yQnJ1c2gsIE5MUkUuQ29tbW9uIiwiQ29sb3IiOnsiJGlkIjoiNDIyNCIsIkEiOjI1NSwiUiI6MjM0LCJHIjoyMiwiQiI6MzB9fSwiTGluZVdlaWdodCI6MC4wLCJMaW5lVHlwZSI6MCwiUGFyZW50U3R5bGUiOm51bGx9LCJQYXJlbnRTdHlsZSI6bnVsbH0sIlRpdGxlU3R5bGUiOnsiJGlkIjoiNDIyNSIsIkZvbnRTZXR0aW5ncyI6eyIkaWQiOiI0MjI2IiwiRm9udFNpemUiOjExLCJGb250TmFtZSI6IkNhbGlicmkiLCJJc0JvbGQiOmZhbHNlLCJJc0l0YWxpYyI6ZmFsc2UsIklzVW5kZXJsaW5lZCI6ZmFsc2UsIlBhcmVudFN0eWxlIjpudWxsfSwiQXV0b1NpemUiOjAsIkZvcmVncm91bmQiOnsiJGlkIjoiNDIyNyIsIkNvbG9yIjp7IiRpZCI6IjQyMj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NDIyOSIsIlRvcCI6MC4wLCJMZWZ0IjowLjAsIlJpZ2h0IjowLjAsIkJvdHRvbSI6MC4wfSwiUGFkZGluZyI6eyIkaWQiOiI0MjMwIiwiVG9wIjowLjAsIkxlZnQiOjAuMCwiUmlnaHQiOjAuMCwiQm90dG9tIjowLjB9LCJCYWNrZ3JvdW5kIjp7IiRpZCI6IjQyMzEiLCJDb2xvciI6eyIkaWQiOiI0MjMyIiwiQSI6MjU1LCJSIjowLCJHIjowLCJCIjowfX0sIklzVmlzaWJsZSI6dHJ1ZSwiV2lkdGgiOjAuMCwiSGVpZ2h0IjowLjAsIkJvcmRlclN0eWxlIjp7IiRpZCI6IjQyMzMiLCJMaW5lQ29sb3IiOm51bGwsIkxpbmVXZWlnaHQiOjAuMCwiTGluZVR5cGUiOjAsIlBhcmVudFN0eWxlIjpudWxsfSwiUGFyZW50U3R5bGUiOm51bGx9LCJEYXRlU3R5bGUiOnsiJGlkIjoiNDIzNCIsIkZvbnRTZXR0aW5ncyI6eyIkaWQiOiI0MjM1IiwiRm9udFNpemUiOjEwLCJGb250TmFtZSI6IkNhbGlicmkiLCJJc0JvbGQiOmZhbHNlLCJJc0l0YWxpYyI6ZmFsc2UsIklzVW5kZXJsaW5lZCI6ZmFsc2UsIlBhcmVudFN0eWxlIjpudWxsfSwiQXV0b1NpemUiOjAsIkZvcmVncm91bmQiOnsiJGlkIjoiNDIzNiIsIkNvbG9yIjp7IiRpZCI6IjQyM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yMzgiLCJUb3AiOjAuMCwiTGVmdCI6MC4wLCJSaWdodCI6MC4wLCJCb3R0b20iOjAuMH0sIlBhZGRpbmciOnsiJGlkIjoiNDIzOSIsIlRvcCI6MC4wLCJMZWZ0IjowLjAsIlJpZ2h0IjowLjAsIkJvdHRvbSI6MC4wfSwiQmFja2dyb3VuZCI6eyIkaWQiOiI0MjQwIiwiQ29sb3IiOnsiJGlkIjoiNDI0MSIsIkEiOjI1NSwiUiI6NjgsIkciOjg0LCJCIjoxMDZ9fSwiSXNWaXNpYmxlIjp0cnVlLCJXaWR0aCI6MC4wLCJIZWlnaHQiOjAuMCwiQm9yZGVyU3R5bGUiOnsiJGlkIjoiNDI0MiIsIkxpbmVDb2xvciI6bnVsbCwiTGluZVdlaWdodCI6MC4wLCJMaW5lVHlwZSI6MCwiUGFyZW50U3R5bGUiOm51bGx9LCJQYXJlbnRTdHlsZSI6bnVsbH0sIkRhdGVGb3JtYXQiOnsiJGlkIjoiNDI0My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jQ0IiwiRm9ybWF0IjowLCJJc1Zpc2libGUiOmZhbHNlLCJMYXN0S25vd25WaXNpYmlsaXR5U3RhdGUiOmZhbHNlfSwiSXNWaXNpYmxlIjp0cnVlLCJWYXJpYW5jZVN0eWxlIjp7IiRpZCI6IjQyNDUiLCJUZXh0U3R5bGUiOnsiJGlkIjoiNDI0NiIsIkZvbnRTZXR0aW5ncyI6eyIkaWQiOiI0MjQ3IiwiRm9udFNpemUiOjEwLCJGb250TmFtZSI6IkNhbGlicmkiLCJJc0JvbGQiOmZhbHNlLCJJc0l0YWxpYyI6ZmFsc2UsIklzVW5kZXJsaW5lZCI6ZmFsc2UsIlBhcmVudFN0eWxlIjpudWxsfSwiQXV0b1NpemUiOjAsIkZvcmVncm91bmQiOnsiJGlkIjoiNDI0OCIsIkNvbG9yIjp7IiRpZCI6IjQyN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I1MCIsIlRvcCI6MC4wLCJMZWZ0IjowLjAsIlJpZ2h0IjowLjAsIkJvdHRvbSI6MC4wfSwiUGFkZGluZyI6eyIkaWQiOiI0MjUxIiwiVG9wIjowLjAsIkxlZnQiOjAuMCwiUmlnaHQiOjAuMCwiQm90dG9tIjowLjB9LCJCYWNrZ3JvdW5kIjp7IiRpZCI6IjQyNTIiLCJDb2xvciI6eyIkaWQiOiI0MjUzIiwiQSI6MjU1LCJSIjowLCJHIjowLCJCIjowfX0sIklzVmlzaWJsZSI6dHJ1ZSwiV2lkdGgiOjAuMCwiSGVpZ2h0IjowLjAsIkJvcmRlclN0eWxlIjpudWxsLCJQYXJlbnRTdHlsZSI6bnVsbH0sIlBhcmVudFN0eWxlIjpudWxsfSwiUGFyZW50U3R5bGUiOm51bGx9LCJEZWZhdWx0U3dpbWxhbmVBY3Rpdml0eVN0eWxlIjp7IiRpZCI6IjQyNTQiLCJIZWFkZXJTdHlsZSI6eyIkaWQiOiI0MjU1IiwiVGV4dFN0eWxlIjp7IiRpZCI6IjQyNTYiLCJGb250U2V0dGluZ3MiOnsiJGlkIjoiNDI1NyIsIkZvbnRTaXplIjoxMSwiRm9udE5hbWUiOiJDYWxpYnJpIiwiSXNCb2xkIjpmYWxzZSwiSXNJdGFsaWMiOmZhbHNlLCJJc1VuZGVybGluZWQiOmZhbHNlLCJQYXJlbnRTdHlsZSI6bnVsbH0sIkF1dG9TaXplIjowLCJGb3JlZ3JvdW5kIjp7IiRpZCI6IjQyNTgiLCJDb2xvciI6eyIkaWQiOiI0MjU5IiwiQSI6MjU1LCJSIjo2NCwiRyI6NjQsIkIiOjY0fX0sIk1heFdpZHRoIjowLjAsIk1heEhlaWdodCI6MC4wLCJTbWFydEZvcmVncm91bmRJc0FjdGl2ZSI6ZmFsc2UsIkhvcml6b250YWxBbGlnbm1lbnQiOjAsIlZlcnRpY2FsQWxpZ25tZW50IjowLCJTbWFydEZvcmVncm91bmQiOm51bGwsIkJhY2tncm91bmRGaWxsVHlwZSI6MCwiTWFyZ2luIjp7IiRpZCI6IjQyNjAiLCJUb3AiOjAuMCwiTGVmdCI6MC4wLCJSaWdodCI6MC4wLCJCb3R0b20iOjAuMH0sIlBhZGRpbmciOnsiJGlkIjoiNDI2MSIsIlRvcCI6MC4wLCJMZWZ0IjowLjAsIlJpZ2h0IjowLjAsIkJvdHRvbSI6MC4wfSwiQmFja2dyb3VuZCI6eyIkaWQiOiI0MjYyIiwiQ29sb3IiOnsiJGlkIjoiNDI2MyIsIkEiOjI1NSwiUiI6NjQsIkciOjY0LCJCIjo2NH19LCJJc1Zpc2libGUiOmZhbHNlLCJXaWR0aCI6MC4wLCJIZWlnaHQiOjAuMCwiQm9yZGVyU3R5bGUiOm51bGwsIlBhcmVudFN0eWxlIjpudWxsfSwiUmVjdGFuZ2xlU3R5bGUiOnsiJGlkIjoiNDI2NCIsIk1hcmdpbiI6eyIkaWQiOiI0MjY1IiwiVG9wIjowLjAsIkxlZnQiOjAuMCwiUmlnaHQiOjAuMCwiQm90dG9tIjowLjB9LCJQYWRkaW5nIjp7IiRpZCI6IjQyNjYiLCJUb3AiOjAuMCwiTGVmdCI6MC4wLCJSaWdodCI6MC4wLCJCb3R0b20iOjAuMH0sIkJhY2tncm91bmQiOnsiJGlkIjoiNDI2NyIsIkNvbG9yIjp7IiRpZCI6IjQyNjgiLCJBIjoxMjcsIlIiOjY4LCJHIjoxMTQsIkIiOjE5Nn19LCJJc1Zpc2libGUiOmZhbHNlLCJXaWR0aCI6MC4wLCJIZWlnaHQiOjAuMCwiQm9yZGVyU3R5bGUiOnsiJGlkIjoiNDI2OSIsIkxpbmVDb2xvciI6eyIkaWQiOiI0MjcwIiwiJHR5cGUiOiJOTFJFLkNvbW1vbi5Eb20uU29saWRDb2xvckJydXNoLCBOTFJFLkNvbW1vbiIsIkNvbG9yIjp7IiRpZCI6IjQyNzEiLCJBIjoyNTUsIlIiOjI1NSwiRyI6MCwiQiI6MH19LCJMaW5lV2VpZ2h0IjowLjAsIkxpbmVUeXBlIjowLCJQYXJlbnRTdHlsZSI6bnVsbH0sIlBhcmVudFN0eWxlIjpudWxsfSwiTWFyZ2luIjp7IiRpZCI6IjQyNzIiLCJUb3AiOjAuMCwiTGVmdCI6MC4wLCJSaWdodCI6MC4wLCJCb3R0b20iOjAuMH0sIlBhZGRpbmciOnsiJGlkIjoiNDI3MyIsIlRvcCI6MC4wLCJMZWZ0IjowLjAsIlJpZ2h0IjowLjAsIkJvdHRvbSI6MC4wfSwiQmFja2dyb3VuZCI6bnVsbCwiSXNWaXNpYmxlIjp0cnVlLCJXaWR0aCI6MC4wLCJIZWlnaHQiOjAuMCwiQm9yZGVyU3R5bGUiOm51bGwsIlBhcmVudFN0eWxlIjpudWxsfSwiQmFja2dyb3VuZFN0eWxlIjp7IiRpZCI6IjQyNzQiLCJNYXJnaW4iOnsiJGlkIjoiNDI3NSIsIlRvcCI6MC4wLCJMZWZ0IjowLjAsIlJpZ2h0IjowLjAsIkJvdHRvbSI6MC4wfSwiUGFkZGluZyI6eyIkaWQiOiI0Mjc2IiwiVG9wIjowLjAsIkxlZnQiOjAuMCwiUmlnaHQiOjAuMCwiQm90dG9tIjowLjB9LCJCYWNrZ3JvdW5kIjp7IiRpZCI6IjQyNzciLCJDb2xvciI6eyIkaWQiOiI0Mjc4IiwiQSI6NTEsIlIiOjIwMCwiRyI6MjAwLCJCIjoyMDB9fSwiSXNWaXNpYmxlIjp0cnVlLCJXaWR0aCI6MC4wLCJIZWlnaHQiOjAuMCwiQm9yZGVyU3R5bGUiOnsiJGlkIjoiNDI3OSIsIkxpbmVDb2xvciI6eyIkaWQiOiI0MjgwIiwiJHR5cGUiOiJOTFJFLkNvbW1vbi5Eb20uU29saWRDb2xvckJydXNoLCBOTFJFLkNvbW1vbiIsIkNvbG9yIjp7IiRpZCI6IjQyODEiLCJBIjoyNTUsIlIiOjIzNCwiRyI6MjIsIkIiOjMwfX0sIkxpbmVXZWlnaHQiOjAuMCwiTGluZVR5cGUiOjAsIlBhcmVudFN0eWxlIjpudWxsfSwiUGFyZW50U3R5bGUiOm51bGx9LCJNYXJnaW4iOnsiJGlkIjoiNDI4MiIsIlRvcCI6MC4wLCJMZWZ0IjowLjAsIlJpZ2h0IjowLjAsIkJvdHRvbSI6MC4wfSwiUGFkZGluZyI6eyIkaWQiOiI0MjgzIiwiVG9wIjowLjAsIkxlZnQiOjAuMCwiUmlnaHQiOjAuMCwiQm90dG9tIjowLjB9LCJJc1Zpc2libGUiOnRydWUsIldpZHRoIjowLjAsIkhlaWdodCI6MC4wLCJCb3JkZXJTdHlsZSI6eyIkaWQiOiI0Mjg0IiwiTGluZUNvbG9yIjpudWxsLCJMaW5lV2VpZ2h0IjowLjAsIkxpbmVUeXBlIjowLCJQYXJlbnRTdHlsZSI6bnVsbH0sIlBhcmVudFN0eWxlIjpudWxsfSwiTWFyZ2luIjp7IiRpZCI6IjQyODUiLCJUb3AiOjAuMCwiTGVmdCI6MC4wLCJSaWdodCI6MC4wLCJCb3R0b20iOjAuMH0sIlBhZGRpbmciOnsiJGlkIjoiNDI4NiIsIlRvcCI6MC4wLCJMZWZ0IjowLjAsIlJpZ2h0IjowLjAsIkJvdHRvbSI6MC4wfSwiSXNWaXNpYmxlIjp0cnVlLCJXaWR0aCI6MC4wLCJIZWlnaHQiOjAuMCwiQm9yZGVyU3R5bGUiOnsiJGlkIjoiNDI4NyIsIkxpbmVDb2xvciI6bnVsbCwiTGluZVdlaWdodCI6MC4wLCJMaW5lVHlwZSI6MCwiUGFyZW50U3R5bGUiOm51bGx9LCJQYXJlbnRTdHlsZSI6bnVsbH0sIl9hZGRpdGlvbmFsU3dpbWxhbmVWMlN0eWxlcyI6W3siJGlkIjoiNDI4OCIsIlN0eWxlSWQiOiI5ODUxM2UxMC01NTFjLTRmMzAtYWMxMS1hMDY5MGU5MDMxMzQiLCJIZWFkZXJTdHlsZSI6eyIkaWQiOiI0Mjg5IiwiVGV4dElzVmVydGljYWwiOmZhbHNlLCJUZXh0U3R5bGUiOnsiJGlkIjoiNDI5MCIsIkZvbnRTZXR0aW5ncyI6eyIkaWQiOiI0MjkxIiwiRm9udFNpemUiOjExLCJGb250TmFtZSI6IkNhbGlicmkiLCJJc0JvbGQiOmZhbHNlLCJJc0l0YWxpYyI6ZmFsc2UsIklzVW5kZXJsaW5lZCI6ZmFsc2UsIlBhcmVudFN0eWxlIjpudWxsfSwiQXV0b1NpemUiOjIsIkZvcmVncm91bmQiOnsiJGlkIjoiNDI5MiIsIkNvbG9yIjp7IiRpZCI6IjQyOTMiLCJBIjoyNTUsIlIiOjM4LCJHIjozOCwiQiI6Mzh9fSwiTWF4V2lkdGgiOiJJbmZpbml0eSIsIk1heEhlaWdodCI6IkluZmluaXR5IiwiU21hcnRGb3JlZ3JvdW5kSXNBY3RpdmUiOmZhbHNlLCJIb3Jpem9udGFsQWxpZ25tZW50IjoxLCJWZXJ0aWNhbEFsaWdubWVudCI6MCwiU21hcnRGb3JlZ3JvdW5kIjpudWxsLCJCYWNrZ3JvdW5kRmlsbFR5cGUiOjAsIk1hcmdpbiI6eyIkaWQiOiI0Mjk0IiwiVG9wIjowLjAsIkxlZnQiOjAuMCwiUmlnaHQiOjAuMCwiQm90dG9tIjowLjB9LCJQYWRkaW5nIjp7IiRpZCI6IjQyOTUiLCJUb3AiOjAuMCwiTGVmdCI6MC4wLCJSaWdodCI6MC4wLCJCb3R0b20iOjAuMH0sIkJhY2tncm91bmQiOnsiJGlkIjoiNDI5NiIsIkNvbG9yIjp7IiRpZCI6IjQyOTciLCJBIjoyNTUsIlIiOjM4LCJHIjozOCwiQiI6Mzh9fSwiSXNWaXNpYmxlIjp0cnVlLCJXaWR0aCI6MC4wLCJIZWlnaHQiOjAuMCwiQm9yZGVyU3R5bGUiOm51bGwsIlBhcmVudFN0eWxlIjpudWxsfSwiUmVjdGFuZ2xlU3R5bGUiOnsiJGlkIjoiNDI5OCIsIk1hcmdpbiI6eyIkaWQiOiI0Mjk5IiwiVG9wIjowLjAsIkxlZnQiOjAuMCwiUmlnaHQiOjAuMCwiQm90dG9tIjowLjB9LCJQYWRkaW5nIjp7IiRpZCI6IjQzMDAiLCJUb3AiOjAuMCwiTGVmdCI6MC4wLCJSaWdodCI6MC4wLCJCb3R0b20iOjAuMH0sIkJhY2tncm91bmQiOnsiJGlkIjoiNDMwMSIsIkNvbG9yIjp7IiRpZCI6IjQzMDIiLCJBIjoyNTUsIlIiOjI1NSwiRyI6MTkyLCJCIjowfX0sIklzVmlzaWJsZSI6dHJ1ZSwiV2lkdGgiOjAuMCwiSGVpZ2h0IjowLjAsIkJvcmRlclN0eWxlIjp7IiRpZCI6IjQzMDMiLCJMaW5lQ29sb3IiOnsiJGlkIjoiNDMwNCIsIiR0eXBlIjoiTkxSRS5Db21tb24uRG9tLlNvbGlkQ29sb3JCcnVzaCwgTkxSRS5Db21tb24iLCJDb2xvciI6eyIkaWQiOiI0MzA1IiwiQSI6MjU1LCJSIjoyNTUsIkciOjI1NSwiQiI6MjU1fX0sIkxpbmVXZWlnaHQiOjAuMCwiTGluZVR5cGUiOjAsIlBhcmVudFN0eWxlIjpudWxsfSwiUGFyZW50U3R5bGUiOm51bGx9LCJNYXJnaW4iOnsiJGlkIjoiNDMwNiIsIlRvcCI6MC4wLCJMZWZ0IjowLjAsIlJpZ2h0IjowLjAsIkJvdHRvbSI6MC4wfSwiUGFkZGluZyI6eyIkaWQiOiI0MzA3IiwiVG9wIjowLjAsIkxlZnQiOjAuMCwiUmlnaHQiOjAuMCwiQm90dG9tIjowLjB9LCJCYWNrZ3JvdW5kIjpudWxsLCJJc1Zpc2libGUiOnRydWUsIldpZHRoIjowLjAsIkhlaWdodCI6MC4wLCJCb3JkZXJTdHlsZSI6bnVsbCwiUGFyZW50U3R5bGUiOm51bGx9LCJCYWNrZ3JvdW5kU3R5bGUiOnsiJGlkIjoiNDMwOCIsIk1hcmdpbiI6eyIkaWQiOiI0MzA5IiwiVG9wIjowLjAsIkxlZnQiOjAuMCwiUmlnaHQiOjAuMCwiQm90dG9tIjowLjB9LCJQYWRkaW5nIjp7IiRpZCI6IjQzMTAiLCJUb3AiOjAuMCwiTGVmdCI6MC4wLCJSaWdodCI6MC4wLCJCb3R0b20iOjAuMH0sIkJhY2tncm91bmQiOnsiJGlkIjoiNDMxMSIsIkNvbG9yIjp7IiRpZCI6IjQzMTIiLCJBIjo1MSwiUiI6MjAwLCJHIjoyMDAsIkIiOjIwMH19LCJJc1Zpc2libGUiOnRydWUsIldpZHRoIjowLjAsIkhlaWdodCI6MC4wLCJCb3JkZXJTdHlsZSI6eyIkaWQiOiI0MzEzIiwiTGluZUNvbG9yIjp7IiRpZCI6IjQzMTQiLCIkdHlwZSI6Ik5MUkUuQ29tbW9uLkRvbS5Tb2xpZENvbG9yQnJ1c2gsIE5MUkUuQ29tbW9uIiwiQ29sb3IiOnsiJGlkIjoiNDMxNSIsIkEiOjI1NSwiUiI6MjM0LCJHIjoyMiwiQiI6MzB9fSwiTGluZVdlaWdodCI6MC4wLCJMaW5lVHlwZSI6MCwiUGFyZW50U3R5bGUiOm51bGx9LCJQYXJlbnRTdHlsZSI6bnVsbH0sIklzQWJvdmVUaW1lYmFuZCI6ZmFsc2UsIlNwYWNpbmciOjIsIkRlZmF1bHRTd2ltbGFuZVRhc2tTdHlsZSI6eyIkaWQiOiI0MzE2IiwiJHR5cGUiOiJOTFJFLkNvbW1vbi5Eb20uU3R5bGVzLkV4cGxpY2l0U2V0YWJsZVRhc2tTdHlsZSwgTkxSRS5Db21tb24iLCJTaGFwZSI6MSwiU2hhcGVUaGlja25lc3MiOjAsIkR1cmF0aW9uRm9ybWF0IjowLCJJbmNsdWRlTm9uV29ya2luZ0RheXNJbkR1cmF0aW9uIjpmYWxzZSwiUGVyY2VudGFnZUNvbXBsZXRlU3R5bGUiOnsiJGlkIjoiNDMxNyIsIkZvbnRTZXR0aW5ncyI6eyIkaWQiOiI0MzE4IiwiRm9udFNpemUiOjEwLCJGb250TmFtZSI6IkNhbGlicmkiLCJJc0JvbGQiOmZhbHNlLCJJc0l0YWxpYyI6ZmFsc2UsIklzVW5kZXJsaW5lZCI6ZmFsc2UsIlBhcmVudFN0eWxlIjpudWxsfSwiQXV0b1NpemUiOjAsIkZvcmVncm91bmQiOnsiJGlkIjoiNDMxOSIsIkNvbG9yIjp7IiRpZCI6IjQzMj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MyMSIsIlRvcCI6MC4wLCJMZWZ0IjowLjAsIlJpZ2h0IjowLjAsIkJvdHRvbSI6MC4wfSwiUGFkZGluZyI6eyIkaWQiOiI0MzIyIiwiVG9wIjowLjAsIkxlZnQiOjAuMCwiUmlnaHQiOjAuMCwiQm90dG9tIjowLjB9LCJCYWNrZ3JvdW5kIjp7IiRpZCI6IjQzMjMiLCJDb2xvciI6eyIkaWQiOiI0MzI0IiwiQSI6ODksIlIiOjAsIkciOjAsIkIiOjB9fSwiSXNWaXNpYmxlIjp0cnVlLCJXaWR0aCI6MC4wLCJIZWlnaHQiOjAuMCwiQm9yZGVyU3R5bGUiOnsiJGlkIjoiNDMyNSIsIkxpbmVDb2xvciI6bnVsbCwiTGluZVdlaWdodCI6MC4wLCJMaW5lVHlwZSI6MCwiUGFyZW50U3R5bGUiOm51bGx9LCJQYXJlbnRTdHlsZSI6bnVsbH0sIkR1cmF0aW9uU3R5bGUiOnsiJGlkIjoiNDMyNiIsIkZvbnRTZXR0aW5ncyI6eyIkaWQiOiI0MzI3IiwiRm9udFNpemUiOjEwLCJGb250TmFtZSI6IkNhbGlicmkiLCJJc0JvbGQiOmZhbHNlLCJJc0l0YWxpYyI6ZmFsc2UsIklzVW5kZXJsaW5lZCI6ZmFsc2UsIlBhcmVudFN0eWxlIjpudWxsfSwiQXV0b1NpemUiOjAsIkZvcmVncm91bmQiOnsiJGlkIjoiNDMyOCIsIkNvbG9yIjp7IiRpZCI6IjQzMj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zMzAiLCJUb3AiOjAuMCwiTGVmdCI6MC4wLCJSaWdodCI6MC4wLCJCb3R0b20iOjAuMH0sIlBhZGRpbmciOnsiJGlkIjoiNDMzMSIsIlRvcCI6MC4wLCJMZWZ0IjowLjAsIlJpZ2h0IjowLjAsIkJvdHRvbSI6MC4wfSwiQmFja2dyb3VuZCI6eyIkaWQiOiI0MzMyIiwiQ29sb3IiOnsiJGlkIjoiNDMzMyIsIkEiOjI1NSwiUiI6NjgsIkciOjg0LCJCIjoxMDZ9fSwiSXNWaXNpYmxlIjp0cnVlLCJXaWR0aCI6MC4wLCJIZWlnaHQiOjAuMCwiQm9yZGVyU3R5bGUiOnsiJGlkIjoiNDMzNCIsIkxpbmVDb2xvciI6bnVsbCwiTGluZVdlaWdodCI6MC4wLCJMaW5lVHlwZSI6MCwiUGFyZW50U3R5bGUiOm51bGx9LCJQYXJlbnRTdHlsZSI6bnVsbH0sIkhvcml6b250YWxDb25uZWN0b3JTdHlsZSI6eyIkaWQiOiI0MzM1IiwiTGluZUNvbG9yIjp7IiRpZCI6IjQzMzYiLCIkdHlwZSI6Ik5MUkUuQ29tbW9uLkRvbS5Tb2xpZENvbG9yQnJ1c2gsIE5MUkUuQ29tbW9uIiwiQ29sb3IiOnsiJGlkIjoiNDMzNyIsIkEiOjI1NSwiUiI6MCwiRyI6MCwiQiI6MH19LCJMaW5lV2VpZ2h0IjowLjAsIkxpbmVUeXBlIjowLCJQYXJlbnRTdHlsZSI6bnVsbH0sIlZlcnRpY2FsQ29ubmVjdG9yU3R5bGUiOnsiJGlkIjoiNDMzOCIsIkxpbmVDb2xvciI6eyIkaWQiOiI0MzM5IiwiJHR5cGUiOiJOTFJFLkNvbW1vbi5Eb20uU29saWRDb2xvckJydXNoLCBOTFJFLkNvbW1vbiIsIkNvbG9yIjp7IiRpZCI6IjQzND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MzQxIiwiU2hhcGVTdHlsZSI6eyIkaWQiOiI0MzQyIiwiTWFyZ2luIjp7IiRpZCI6IjQzNDMiLCJUb3AiOjAuMCwiTGVmdCI6MC4wLCJSaWdodCI6MC4wLCJCb3R0b20iOjAuMH0sIlBhZGRpbmciOnsiJGlkIjoiNDM0NCIsIlRvcCI6MC4wLCJMZWZ0IjowLjAsIlJpZ2h0IjowLjAsIkJvdHRvbSI6MC4wfSwiQmFja2dyb3VuZCI6eyIkaWQiOiI0MzQ1IiwiQ29sb3IiOnsiJGlkIjoiNDM0NiIsIkEiOjE1MywiUiI6MCwiRyI6MCwiQiI6MH19LCJJc1Zpc2libGUiOnRydWUsIldpZHRoIjowLjAsIkhlaWdodCI6MC4wLCJCb3JkZXJTdHlsZSI6eyIkaWQiOiI0MzQ3IiwiTGluZUNvbG9yIjp7IiRpZCI6IjQzNDgiLCIkdHlwZSI6Ik5MUkUuQ29tbW9uLkRvbS5Tb2xpZENvbG9yQnJ1c2gsIE5MUkUuQ29tbW9uIiwiQ29sb3IiOnsiJGlkIjoiNDM0OSIsIkEiOjI1NSwiUiI6MjU1LCJHIjowLCJCIjowfX0sIkxpbmVXZWlnaHQiOjAuMCwiTGluZVR5cGUiOjAsIlBhcmVudFN0eWxlIjpudWxsfSwiUGFyZW50U3R5bGUiOm51bGx9LCJNYXJnaW4iOnsiJGlkIjoiNDM1MCIsIlRvcCI6MC4wLCJMZWZ0IjowLjAsIlJpZ2h0IjowLjAsIkJvdHRvbSI6MC4wfSwiUGFkZGluZyI6eyIkaWQiOiI0MzUxIiwiVG9wIjowLjAsIkxlZnQiOjAuMCwiUmlnaHQiOjAuMCwiQm90dG9tIjowLjB9LCJCYWNrZ3JvdW5kIjpudWxsLCJJc1Zpc2libGUiOnRydWUsIldpZHRoIjowLjAsIkhlaWdodCI6MC4wLCJCb3JkZXJTdHlsZSI6bnVsbCwiUGFyZW50U3R5bGUiOm51bGx9LCJTaGFwZVN0eWxlIjp7IiRpZCI6IjQzNTIiLCJNYXJnaW4iOnsiJGlkIjoiNDM1MyIsIlRvcCI6MC4wLCJMZWZ0Ijo0LjAsIlJpZ2h0Ijo0LjAsIkJvdHRvbSI6MC4wfSwiUGFkZGluZyI6eyIkaWQiOiI0MzU0IiwiVG9wIjowLjAsIkxlZnQiOjAuMCwiUmlnaHQiOjAuMCwiQm90dG9tIjowLjB9LCJCYWNrZ3JvdW5kIjp7IiRpZCI6IjQzNTUiLCJDb2xvciI6eyIkaWQiOiI0MzU2IiwiQSI6MjU1LCJSIjoyNTUsIkciOjE5MiwiQiI6MH19LCJJc1Zpc2libGUiOnRydWUsIldpZHRoIjowLjAsIkhlaWdodCI6MTAuMCwiQm9yZGVyU3R5bGUiOnsiJGlkIjoiNDM1NyIsIkxpbmVDb2xvciI6eyIkaWQiOiI0MzU4IiwiJHR5cGUiOiJOTFJFLkNvbW1vbi5Eb20uU29saWRDb2xvckJydXNoLCBOTFJFLkNvbW1vbiIsIkNvbG9yIjp7IiRpZCI6IjQzNTkiLCJBIjoyNTUsIlIiOjIzNCwiRyI6MjIsIkIiOjMwfX0sIkxpbmVXZWlnaHQiOjAuMCwiTGluZVR5cGUiOjAsIlBhcmVudFN0eWxlIjpudWxsfSwiUGFyZW50U3R5bGUiOm51bGx9LCJUaXRsZVN0eWxlIjp7IiRpZCI6IjQzNjAiLCJGb250U2V0dGluZ3MiOnsiJGlkIjoiNDM2MSIsIkZvbnRTaXplIjoxMSwiRm9udE5hbWUiOiJDYWxpYnJpIiwiSXNCb2xkIjpmYWxzZSwiSXNJdGFsaWMiOmZhbHNlLCJJc1VuZGVybGluZWQiOmZhbHNlLCJQYXJlbnRTdHlsZSI6bnVsbH0sIkF1dG9TaXplIjowLCJGb3JlZ3JvdW5kIjp7IiRpZCI6IjQzNjIiLCJDb2xvciI6eyIkaWQiOiI0Mz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NjQiLCJUb3AiOjAuMCwiTGVmdCI6MC4wLCJSaWdodCI6MC4wLCJCb3R0b20iOjAuMH0sIlBhZGRpbmciOnsiJGlkIjoiNDM2NSIsIlRvcCI6MC4wLCJMZWZ0IjowLjAsIlJpZ2h0IjowLjAsIkJvdHRvbSI6MC4wfSwiQmFja2dyb3VuZCI6eyIkaWQiOiI0MzY2IiwiQ29sb3IiOnsiJGlkIjoiNDM2NyIsIkEiOjI1NSwiUiI6MCwiRyI6MCwiQiI6MH19LCJJc1Zpc2libGUiOnRydWUsIldpZHRoIjowLjAsIkhlaWdodCI6MC4wLCJCb3JkZXJTdHlsZSI6eyIkaWQiOiI0MzY4IiwiTGluZUNvbG9yIjpudWxsLCJMaW5lV2VpZ2h0IjowLjAsIkxpbmVUeXBlIjowLCJQYXJlbnRTdHlsZSI6bnVsbH0sIlBhcmVudFN0eWxlIjpudWxsfSwiRGF0ZVN0eWxlIjp7IiRpZCI6IjQzNjkiLCJGb250U2V0dGluZ3MiOnsiJGlkIjoiNDM3MCIsIkZvbnRTaXplIjoxMCwiRm9udE5hbWUiOiJDYWxpYnJpIiwiSXNCb2xkIjpmYWxzZSwiSXNJdGFsaWMiOmZhbHNlLCJJc1VuZGVybGluZWQiOmZhbHNlLCJQYXJlbnRTdHlsZSI6bnVsbH0sIkF1dG9TaXplIjowLCJGb3JlZ3JvdW5kIjp7IiRpZCI6IjQzNzEiLCJDb2xvciI6eyIkaWQiOiI0MzcyIiwiQSI6MjU1LCJSIjo2OCwiRyI6ODQsIkIiOjEwNn19LCJNYXhXaWR0aCI6MjAwLjAsIk1heEhlaWdodCI6IkluZmluaXR5IiwiU21hcnRGb3JlZ3JvdW5kSXNBY3RpdmUiOmZhbHNlLCJIb3Jpem9udGFsQWxpZ25tZW50IjoyLCJWZXJ0aWNhbEFsaWdubWVudCI6MSwiU21hcnRGb3JlZ3JvdW5kIjpudWxsLCJCYWNrZ3JvdW5kRmlsbFR5cGUiOjAsIk1hcmdpbiI6eyIkaWQiOiI0MzczIiwiVG9wIjowLjAsIkxlZnQiOjAuMCwiUmlnaHQiOjAuMCwiQm90dG9tIjowLjB9LCJQYWRkaW5nIjp7IiRpZCI6IjQzNzQiLCJUb3AiOjAuMCwiTGVmdCI6MC4wLCJSaWdodCI6MC4wLCJCb3R0b20iOjAuMH0sIkJhY2tncm91bmQiOnsiJGlkIjoiNDM3NSIsIkNvbG9yIjp7IiRpZCI6IjQzNzYiLCJBIjoyNTUsIlIiOjY4LCJHIjo4NCwiQiI6MTA2fX0sIklzVmlzaWJsZSI6dHJ1ZSwiV2lkdGgiOjAuMCwiSGVpZ2h0IjowLjAsIkJvcmRlclN0eWxlIjp7IiRpZCI6IjQzNzciLCJMaW5lQ29sb3IiOm51bGwsIkxpbmVXZWlnaHQiOjAuMCwiTGluZVR5cGUiOjAsIlBhcmVudFN0eWxlIjpudWxsfSwiUGFyZW50U3R5bGUiOm51bGx9LCJEYXRlRm9ybWF0Ijp7IiRpZCI6IjQz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M3OSIsIkZvcm1hdCI6MCwiSXNWaXNpYmxlIjpmYWxzZSwiTGFzdEtub3duVmlzaWJpbGl0eVN0YXRlIjpmYWxzZX0sIklzVmlzaWJsZSI6dHJ1ZSwiVmFyaWFuY2VTdHlsZSI6eyIkaWQiOiI0MzgwIiwiVGV4dFN0eWxlIjp7IiRpZCI6IjQzODEiLCJGb250U2V0dGluZ3MiOnsiJGlkIjoiNDM4MiIsIkZvbnRTaXplIjoxMCwiRm9udE5hbWUiOiJDYWxpYnJpIiwiSXNCb2xkIjpmYWxzZSwiSXNJdGFsaWMiOmZhbHNlLCJJc1VuZGVybGluZWQiOmZhbHNlLCJQYXJlbnRTdHlsZSI6bnVsbH0sIkF1dG9TaXplIjowLCJGb3JlZ3JvdW5kIjp7IiRpZCI6IjQzODMiLCJDb2xvciI6eyIkaWQiOiI0Mz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ODUiLCJUb3AiOjAuMCwiTGVmdCI6MC4wLCJSaWdodCI6MC4wLCJCb3R0b20iOjAuMH0sIlBhZGRpbmciOnsiJGlkIjoiNDM4NiIsIlRvcCI6MC4wLCJMZWZ0IjowLjAsIlJpZ2h0IjowLjAsIkJvdHRvbSI6MC4wfSwiQmFja2dyb3VuZCI6eyIkaWQiOiI0Mzg3IiwiQ29sb3IiOnsiJGlkIjoiNDM4OCIsIkEiOjI1NSwiUiI6MCwiRyI6MCwiQiI6MH19LCJJc1Zpc2libGUiOnRydWUsIldpZHRoIjowLjAsIkhlaWdodCI6MC4wLCJCb3JkZXJTdHlsZSI6eyIkaWQiOiI0Mzg5IiwiTGluZUNvbG9yIjpudWxsLCJMaW5lV2VpZ2h0IjowLjAsIkxpbmVUeXBlIjowLCJQYXJlbnRTdHlsZSI6bnVsbH0sIlBhcmVudFN0eWxlIjpudWxsfSwiUGFyZW50U3R5bGUiOm51bGx9LCJQYXJlbnRTdHlsZSI6bnVsbCwiX2V4cGxpY2l0bHlTZXQiOnsiJGlkIjoiNDM5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zOTEiLCJTaGFwZSI6MSwiQ29ubmVjdG9yTWFyZ2luIjp7IiRpZCI6IjQzOTIiLCJUb3AiOjAuMCwiTGVmdCI6Mi4wLCJSaWdodCI6Mi4wLCJCb3R0b20iOjAuMH0sIkNvbm5lY3RvclN0eWxlIjp7IiRpZCI6IjQzOTMiLCJMaW5lQ29sb3IiOnsiJGlkIjoiNDM5NCIsIiR0eXBlIjoiTkxSRS5Db21tb24uRG9tLlNvbGlkQ29sb3JCcnVzaCwgTkxSRS5Db21tb24iLCJDb2xvciI6eyIkaWQiOiI0Mzk1IiwiQSI6MTI3LCJSIjoxMjcsIkciOjk2LCJCIjowfX0sIkxpbmVXZWlnaHQiOjEuMCwiTGluZVR5cGUiOjAsIlBhcmVudFN0eWxlIjpudWxsfSwiSXNCZWxvd1RpbWViYW5kIjpmYWxzZSwiUG9zaXRpb25PblRhc2siOjEsIkhpZGVEYXRlIjpmYWxzZSwiU2hhcGVTaXplIjowLCJTcGFjaW5nIjowLjAsIlBhZGRpbmciOnsiJGlkIjoiNDM5NiIsIlRvcCI6NS4wLCJMZWZ0IjozLjAsIlJpZ2h0IjowLjAsIkJvdHRvbSI6Mi4wfSwiU2hhcGVTdHlsZSI6eyIkaWQiOiI0Mzk3IiwiTWFyZ2luIjp7IiRpZCI6IjQzOTgiLCJUb3AiOjAuMCwiTGVmdCI6MC4wLCJSaWdodCI6MC4wLCJCb3R0b20iOjAuMH0sIlBhZGRpbmciOnsiJGlkIjoiNDM5OSIsIlRvcCI6MC4wLCJMZWZ0IjowLjAsIlJpZ2h0IjowLjAsIkJvdHRvbSI6MC4wfSwiQmFja2dyb3VuZCI6eyIkaWQiOiI0NDAwIiwiQ29sb3IiOnsiJGlkIjoiNDQwMSIsIkEiOjI1NSwiUiI6MTI3LCJHIjo5NiwiQiI6MH19LCJJc1Zpc2libGUiOnRydWUsIldpZHRoIjoxMi4wLCJIZWlnaHQiOjE0LjAsIkJvcmRlclN0eWxlIjp7IiRpZCI6IjQ0MDIiLCJMaW5lQ29sb3IiOnsiJGlkIjoiNDQwMyIsIiR0eXBlIjoiTkxSRS5Db21tb24uRG9tLlNvbGlkQ29sb3JCcnVzaCwgTkxSRS5Db21tb24iLCJDb2xvciI6eyIkaWQiOiI0NDA0IiwiQSI6MjU1LCJSIjoyNTUsIkciOjI1NSwiQiI6MjU1fX0sIkxpbmVXZWlnaHQiOjAuMCwiTGluZVR5cGUiOjAsIlBhcmVudFN0eWxlIjpudWxsfSwiUGFyZW50U3R5bGUiOm51bGx9LCJUaXRsZVN0eWxlIjp7IiRpZCI6IjQ0MDUiLCJGb250U2V0dGluZ3MiOnsiJGlkIjoiNDQwNiIsIkZvbnRTaXplIjoxMSwiRm9udE5hbWUiOiJDYWxpYnJpIiwiSXNCb2xkIjpmYWxzZSwiSXNJdGFsaWMiOmZhbHNlLCJJc1VuZGVybGluZWQiOmZhbHNlLCJQYXJlbnRTdHlsZSI6bnVsbH0sIkF1dG9TaXplIjowLCJGb3JlZ3JvdW5kIjp7IiRpZCI6IjQ0MDciLCJDb2xvciI6eyIkaWQiOiI0ND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0MDkiLCJUb3AiOjAuMCwiTGVmdCI6MC4wLCJSaWdodCI6MC4wLCJCb3R0b20iOjAuMH0sIlBhZGRpbmciOnsiJGlkIjoiNDQxMCIsIlRvcCI6MC4wLCJMZWZ0IjowLjAsIlJpZ2h0IjowLjAsIkJvdHRvbSI6MC4wfSwiQmFja2dyb3VuZCI6eyIkaWQiOiI0NDExIiwiQ29sb3IiOnsiJGlkIjoiNDQxMiIsIkEiOjI1NSwiUiI6MCwiRyI6MCwiQiI6MH19LCJJc1Zpc2libGUiOnRydWUsIldpZHRoIjowLjAsIkhlaWdodCI6MC4wLCJCb3JkZXJTdHlsZSI6eyIkaWQiOiI0NDEzIiwiTGluZUNvbG9yIjpudWxsLCJMaW5lV2VpZ2h0IjowLjAsIkxpbmVUeXBlIjowLCJQYXJlbnRTdHlsZSI6bnVsbH0sIlBhcmVudFN0eWxlIjpudWxsfSwiRGF0ZVN0eWxlIjp7IiRpZCI6IjQ0MTQiLCJGb250U2V0dGluZ3MiOnsiJGlkIjoiNDQxNSIsIkZvbnRTaXplIjoxMCwiRm9udE5hbWUiOiJDYWxpYnJpIiwiSXNCb2xkIjpmYWxzZSwiSXNJdGFsaWMiOmZhbHNlLCJJc1VuZGVybGluZWQiOmZhbHNlLCJQYXJlbnRTdHlsZSI6bnVsbH0sIkF1dG9TaXplIjowLCJGb3JlZ3JvdW5kIjp7IiRpZCI6IjQ0MTYiLCJDb2xvciI6eyIkaWQiOiI0NDE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NDE4IiwiVG9wIjowLjAsIkxlZnQiOjAuMCwiUmlnaHQiOjAuMCwiQm90dG9tIjowLjB9LCJQYWRkaW5nIjp7IiRpZCI6IjQ0MTkiLCJUb3AiOjAuMCwiTGVmdCI6MC4wLCJSaWdodCI6MC4wLCJCb3R0b20iOjAuMH0sIkJhY2tncm91bmQiOnsiJGlkIjoiNDQyMCIsIkNvbG9yIjp7IiRpZCI6IjQ0MjEiLCJBIjoyNTUsIlIiOjY4LCJHIjo4NCwiQiI6MTA2fX0sIklzVmlzaWJsZSI6dHJ1ZSwiV2lkdGgiOjAuMCwiSGVpZ2h0IjowLjAsIkJvcmRlclN0eWxlIjp7IiRpZCI6IjQ0MjIiLCJMaW5lQ29sb3IiOm51bGwsIkxpbmVXZWlnaHQiOjAuMCwiTGluZVR5cGUiOjAsIlBhcmVudFN0eWxlIjpudWxsfSwiUGFyZW50U3R5bGUiOm51bGx9LCJEYXRlRm9ybWF0Ijp7IiRpZCI6IjQ0MjM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QyNCIsIkZvcm1hdCI6MCwiSXNWaXNpYmxlIjpmYWxzZSwiTGFzdEtub3duVmlzaWJpbGl0eVN0YXRlIjpmYWxzZX0sIklzVmlzaWJsZSI6ZmFsc2UsIlZhcmlhbmNlU3R5bGUiOnsiJGlkIjoiNDQyNSIsIlRleHRTdHlsZSI6eyIkaWQiOiI0NDI2IiwiRm9udFNldHRpbmdzIjp7IiRpZCI6IjQ0MjciLCJGb250U2l6ZSI6MTAsIkZvbnROYW1lIjoiQ2FsaWJyaSIsIklzQm9sZCI6ZmFsc2UsIklzSXRhbGljIjpmYWxzZSwiSXNVbmRlcmxpbmVkIjpmYWxzZSwiUGFyZW50U3R5bGUiOm51bGx9LCJBdXRvU2l6ZSI6MCwiRm9yZWdyb3VuZCI6eyIkaWQiOiI0NDI4IiwiQ29sb3IiOnsiJGlkIjoiNDQ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MwIiwiVG9wIjowLjAsIkxlZnQiOjAuMCwiUmlnaHQiOjAuMCwiQm90dG9tIjowLjB9LCJQYWRkaW5nIjp7IiRpZCI6IjQ0MzEiLCJUb3AiOjAuMCwiTGVmdCI6MC4wLCJSaWdodCI6MC4wLCJCb3R0b20iOjAuMH0sIkJhY2tncm91bmQiOnsiJGlkIjoiNDQzMiIsIkNvbG9yIjp7IiRpZCI6IjQ0MzMiLCJBIjoyNTUsIlIiOjAsIkciOjAsIkIiOjB9fSwiSXNWaXNpYmxlIjp0cnVlLCJXaWR0aCI6MC4wLCJIZWlnaHQiOjAuMCwiQm9yZGVyU3R5bGUiOnsiJGlkIjoiNDQzNCIsIkxpbmVDb2xvciI6bnVsbCwiTGluZVdlaWdodCI6MC4wLCJMaW5lVHlwZSI6MCwiUGFyZW50U3R5bGUiOm51bGx9LCJQYXJlbnRTdHlsZSI6bnVsbH0sIlBhcmVudFN0eWxlIjpudWxsfSwiUGFyZW50U3R5bGUiOm51bGx9LCJEZWZhdWx0U3dpbWxhbmVNaWxlc3RvbmVTdHlsZSI6eyIkaWQiOiI0NDM1IiwiVGl0bGVQb3NpdGlvbiI6IkxlZnQiLCJEYXRlUG9zaXRpb24iOiJSaWdodCIsIlZhcmlhbmNlUG9zaXRpb24iOiJSaWdodCIsIlNoYXBlVHlwZSI6MSwiU2hhcGVTaXplIjowLCJTcGFjaW5nIjo1LCJTaGFwZVN0eWxlIjp7IiRpZCI6IjQ0MzYiLCJNYXJnaW4iOnsiJGlkIjoiNDQzNyIsIlRvcCI6MC4wLCJMZWZ0IjowLjAsIlJpZ2h0IjowLjAsIkJvdHRvbSI6MC4wfSwiUGFkZGluZyI6eyIkaWQiOiI0NDM4IiwiVG9wIjowLjAsIkxlZnQiOjAuMCwiUmlnaHQiOjAuMCwiQm90dG9tIjowLjB9LCJCYWNrZ3JvdW5kIjp7IiRpZCI6IjQ0MzkiLCJDb2xvciI6eyIkaWQiOiI0NDQwIiwiQSI6MjU1LCJSIjoyNTUsIkciOjE5MiwiQiI6MH19LCJJc1Zpc2libGUiOnRydWUsIldpZHRoIjoxMi4wLCJIZWlnaHQiOjE0LjAsIkJvcmRlclN0eWxlIjp7IiRpZCI6IjQ0NDEiLCJMaW5lQ29sb3IiOnsiJGlkIjoiNDQ0MiIsIiR0eXBlIjoiTkxSRS5Db21tb24uRG9tLlNvbGlkQ29sb3JCcnVzaCwgTkxSRS5Db21tb24iLCJDb2xvciI6eyIkaWQiOiI0NDQzIiwiQSI6MjU1LCJSIjoyMzQsIkciOjIyLCJCIjozMH19LCJMaW5lV2VpZ2h0IjowLjAsIkxpbmVUeXBlIjowLCJQYXJlbnRTdHlsZSI6bnVsbH0sIlBhcmVudFN0eWxlIjpudWxsfSwiVGl0bGVTdHlsZSI6eyIkaWQiOiI0NDQ0IiwiRm9udFNldHRpbmdzIjp7IiRpZCI6IjQ0NDUiLCJGb250U2l6ZSI6MTEsIkZvbnROYW1lIjoiQ2FsaWJyaSIsIklzQm9sZCI6ZmFsc2UsIklzSXRhbGljIjpmYWxzZSwiSXNVbmRlcmxpbmVkIjpmYWxzZSwiUGFyZW50U3R5bGUiOm51bGx9LCJBdXRvU2l6ZSI6MCwiRm9yZWdyb3VuZCI6eyIkaWQiOiI0NDQ2IiwiQ29sb3IiOnsiJGlkIjoiNDQ0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DQ4IiwiVG9wIjowLjAsIkxlZnQiOjAuMCwiUmlnaHQiOjAuMCwiQm90dG9tIjowLjB9LCJQYWRkaW5nIjp7IiRpZCI6IjQ0NDkiLCJUb3AiOjAuMCwiTGVmdCI6MC4wLCJSaWdodCI6MC4wLCJCb3R0b20iOjAuMH0sIkJhY2tncm91bmQiOnsiJGlkIjoiNDQ1MCIsIkNvbG9yIjp7IiRpZCI6IjQ0NTEiLCJBIjoyNTUsIlIiOjAsIkciOjAsIkIiOjB9fSwiSXNWaXNpYmxlIjp0cnVlLCJXaWR0aCI6MC4wLCJIZWlnaHQiOjAuMCwiQm9yZGVyU3R5bGUiOnsiJGlkIjoiNDQ1MiIsIkxpbmVDb2xvciI6bnVsbCwiTGluZVdlaWdodCI6MC4wLCJMaW5lVHlwZSI6MCwiUGFyZW50U3R5bGUiOm51bGx9LCJQYXJlbnRTdHlsZSI6bnVsbH0sIkRhdGVTdHlsZSI6eyIkaWQiOiI0NDUzIiwiRm9udFNldHRpbmdzIjp7IiRpZCI6IjQ0NTQiLCJGb250U2l6ZSI6MTAsIkZvbnROYW1lIjoiQ2FsaWJyaSIsIklzQm9sZCI6ZmFsc2UsIklzSXRhbGljIjpmYWxzZSwiSXNVbmRlcmxpbmVkIjpmYWxzZSwiUGFyZW50U3R5bGUiOm51bGx9LCJBdXRvU2l6ZSI6MCwiRm9yZWdyb3VuZCI6eyIkaWQiOiI0NDU1IiwiQ29sb3IiOnsiJGlkIjoiNDQ1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Q1NyIsIlRvcCI6MC4wLCJMZWZ0IjowLjAsIlJpZ2h0IjowLjAsIkJvdHRvbSI6MC4wfSwiUGFkZGluZyI6eyIkaWQiOiI0NDU4IiwiVG9wIjowLjAsIkxlZnQiOjAuMCwiUmlnaHQiOjAuMCwiQm90dG9tIjowLjB9LCJCYWNrZ3JvdW5kIjp7IiRpZCI6IjQ0NTkiLCJDb2xvciI6eyIkaWQiOiI0NDYwIiwiQSI6MjU1LCJSIjo2OCwiRyI6ODQsIkIiOjEwNn19LCJJc1Zpc2libGUiOnRydWUsIldpZHRoIjowLjAsIkhlaWdodCI6MC4wLCJCb3JkZXJTdHlsZSI6eyIkaWQiOiI0NDYxIiwiTGluZUNvbG9yIjpudWxsLCJMaW5lV2VpZ2h0IjowLjAsIkxpbmVUeXBlIjowLCJQYXJlbnRTdHlsZSI6bnVsbH0sIlBhcmVudFN0eWxlIjpudWxsfSwiRGF0ZUZvcm1hdCI6eyIkaWQiOiI0NDY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0NjMiLCJGb3JtYXQiOjAsIklzVmlzaWJsZSI6ZmFsc2UsIkxhc3RLbm93blZpc2liaWxpdHlTdGF0ZSI6ZmFsc2V9LCJJc1Zpc2libGUiOnRydWUsIlZhcmlhbmNlU3R5bGUiOnsiJGlkIjoiNDQ2NCIsIlRleHRTdHlsZSI6eyIkaWQiOiI0NDY1IiwiRm9udFNldHRpbmdzIjp7IiRpZCI6IjQ0NjYiLCJGb250U2l6ZSI6MTAsIkZvbnROYW1lIjoiQ2FsaWJyaSIsIklzQm9sZCI6ZmFsc2UsIklzSXRhbGljIjpmYWxzZSwiSXNVbmRlcmxpbmVkIjpmYWxzZSwiUGFyZW50U3R5bGUiOm51bGx9LCJBdXRvU2l6ZSI6MCwiRm9yZWdyb3VuZCI6eyIkaWQiOiI0NDY3IiwiQ29sb3IiOnsiJGlkIjoiNDQ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Y5IiwiVG9wIjowLjAsIkxlZnQiOjAuMCwiUmlnaHQiOjAuMCwiQm90dG9tIjowLjB9LCJQYWRkaW5nIjp7IiRpZCI6IjQ0NzAiLCJUb3AiOjAuMCwiTGVmdCI6MC4wLCJSaWdodCI6MC4wLCJCb3R0b20iOjAuMH0sIkJhY2tncm91bmQiOnsiJGlkIjoiNDQ3MSIsIkNvbG9yIjp7IiRpZCI6IjQ0NzIiLCJBIjoyNTUsIlIiOjAsIkciOjAsIkIiOjB9fSwiSXNWaXNpYmxlIjp0cnVlLCJXaWR0aCI6MC4wLCJIZWlnaHQiOjAuMCwiQm9yZGVyU3R5bGUiOnsiJGlkIjoiNDQ3MyIsIkxpbmVDb2xvciI6bnVsbCwiTGluZVdlaWdodCI6MC4wLCJMaW5lVHlwZSI6MCwiUGFyZW50U3R5bGUiOm51bGx9LCJQYXJlbnRTdHlsZSI6bnVsbH0sIlBhcmVudFN0eWxlIjpudWxsfSwiUGFyZW50U3R5bGUiOm51bGx9LCJEZWZhdWx0U3dpbWxhbmVBY3Rpdml0eVN0eWxlIjp7IiRpZCI6IjQ0NzQiLCJIZWFkZXJTdHlsZSI6eyIkaWQiOiI0NDc1IiwiVGV4dFN0eWxlIjp7IiRpZCI6IjQ0NzYiLCJGb250U2V0dGluZ3MiOnsiJGlkIjoiNDQ3NyIsIkZvbnRTaXplIjoxMSwiRm9udE5hbWUiOiJDYWxpYnJpIiwiSXNCb2xkIjpmYWxzZSwiSXNJdGFsaWMiOmZhbHNlLCJJc1VuZGVybGluZWQiOmZhbHNlLCJQYXJlbnRTdHlsZSI6bnVsbH0sIkF1dG9TaXplIjoyLCJGb3JlZ3JvdW5kIjp7IiRpZCI6IjQ0NzgiLCJDb2xvciI6eyIkaWQiOiI0ND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Q4MCIsIlRvcCI6MC4wLCJMZWZ0IjowLjAsIlJpZ2h0IjowLjAsIkJvdHRvbSI6MC4wfSwiUGFkZGluZyI6eyIkaWQiOiI0NDgxIiwiVG9wIjowLjAsIkxlZnQiOjAuMCwiUmlnaHQiOjAuMCwiQm90dG9tIjowLjB9LCJCYWNrZ3JvdW5kIjp7IiRpZCI6IjQ0ODIiLCJDb2xvciI6eyIkaWQiOiI0NDgzIiwiQSI6MjU1LCJSIjo2NCwiRyI6NjQsIkIiOjY0fX0sIklzVmlzaWJsZSI6dHJ1ZSwiV2lkdGgiOjAuMCwiSGVpZ2h0IjowLjAsIkJvcmRlclN0eWxlIjpudWxsLCJQYXJlbnRTdHlsZSI6bnVsbH0sIlJlY3RhbmdsZVN0eWxlIjp7IiRpZCI6IjQ0ODQiLCJNYXJnaW4iOnsiJGlkIjoiNDQ4NSIsIlRvcCI6MC4wLCJMZWZ0IjowLjAsIlJpZ2h0IjowLjAsIkJvdHRvbSI6MC4wfSwiUGFkZGluZyI6eyIkaWQiOiI0NDg2IiwiVG9wIjowLjAsIkxlZnQiOjAuMCwiUmlnaHQiOjAuMCwiQm90dG9tIjowLjB9LCJCYWNrZ3JvdW5kIjp7IiRpZCI6IjQ0ODciLCJDb2xvciI6eyIkaWQiOiI0NDg4IiwiQSI6MTI3LCJSIjoyNTUsIkciOjE5MiwiQiI6MH19LCJJc1Zpc2libGUiOnRydWUsIldpZHRoIjowLjAsIkhlaWdodCI6MC4wLCJCb3JkZXJTdHlsZSI6eyIkaWQiOiI0NDg5IiwiTGluZUNvbG9yIjp7IiRpZCI6IjQ0OTAiLCIkdHlwZSI6Ik5MUkUuQ29tbW9uLkRvbS5Tb2xpZENvbG9yQnJ1c2gsIE5MUkUuQ29tbW9uIiwiQ29sb3IiOnsiJGlkIjoiNDQ5MSIsIkEiOjI1NSwiUiI6MjU1LCJHIjoyNTUsIkIiOjI1NX19LCJMaW5lV2VpZ2h0IjowLjAsIkxpbmVUeXBlIjowLCJQYXJlbnRTdHlsZSI6bnVsbH0sIlBhcmVudFN0eWxlIjpudWxsfSwiTWFyZ2luIjp7IiRpZCI6IjQ0OTIiLCJUb3AiOjAuMCwiTGVmdCI6MC4wLCJSaWdodCI6MC4wLCJCb3R0b20iOjAuMH0sIlBhZGRpbmciOnsiJGlkIjoiNDQ5MyIsIlRvcCI6MC4wLCJMZWZ0IjowLjAsIlJpZ2h0IjowLjAsIkJvdHRvbSI6MC4wfSwiQmFja2dyb3VuZCI6bnVsbCwiSXNWaXNpYmxlIjp0cnVlLCJXaWR0aCI6MC4wLCJIZWlnaHQiOjAuMCwiQm9yZGVyU3R5bGUiOm51bGwsIlBhcmVudFN0eWxlIjpudWxsfSwiQmFja2dyb3VuZFN0eWxlIjp7IiRpZCI6IjQ0OTQiLCJNYXJnaW4iOnsiJGlkIjoiNDQ5NSIsIlRvcCI6MC4wLCJMZWZ0IjowLjAsIlJpZ2h0IjowLjAsIkJvdHRvbSI6MC4wfSwiUGFkZGluZyI6eyIkaWQiOiI0NDk2IiwiVG9wIjowLjAsIkxlZnQiOjAuMCwiUmlnaHQiOjAuMCwiQm90dG9tIjowLjB9LCJCYWNrZ3JvdW5kIjp7IiRpZCI6IjQ0OTciLCJDb2xvciI6eyIkaWQiOiI0NDk4IiwiQSI6NTEsIlIiOjIwMCwiRyI6MjAwLCJCIjoyMDB9fSwiSXNWaXNpYmxlIjp0cnVlLCJXaWR0aCI6MC4wLCJIZWlnaHQiOjAuMCwiQm9yZGVyU3R5bGUiOnsiJGlkIjoiNDQ5OSIsIkxpbmVDb2xvciI6eyIkaWQiOiI0NTAwIiwiJHR5cGUiOiJOTFJFLkNvbW1vbi5Eb20uU29saWRDb2xvckJydXNoLCBOTFJFLkNvbW1vbiIsIkNvbG9yIjp7IiRpZCI6IjQ1MDEiLCJBIjoyNTUsIlIiOjIzNCwiRyI6MjIsIkIiOjMwfX0sIkxpbmVXZWlnaHQiOjAuMCwiTGluZVR5cGUiOjAsIlBhcmVudFN0eWxlIjpudWxsfSwiUGFyZW50U3R5bGUiOm51bGx9LCJNYXJnaW4iOnsiJGlkIjoiNDUwMiIsIlRvcCI6MC4wLCJMZWZ0IjowLjAsIlJpZ2h0IjowLjAsIkJvdHRvbSI6MC4wfSwiUGFkZGluZyI6eyIkaWQiOiI0NTAzIiwiVG9wIjowLjAsIkxlZnQiOjAuMCwiUmlnaHQiOjAuMCwiQm90dG9tIjowLjB9LCJJc1Zpc2libGUiOnRydWUsIldpZHRoIjowLjAsIkhlaWdodCI6MC4wLCJCb3JkZXJTdHlsZSI6eyIkaWQiOiI0NTA0IiwiTGluZUNvbG9yIjpudWxsLCJMaW5lV2VpZ2h0IjowLjAsIkxpbmVUeXBlIjowLCJQYXJlbnRTdHlsZSI6bnVsbH0sIlBhcmVudFN0eWxlIjpudWxsfSwiTWFyZ2luIjp7IiRpZCI6IjQ1MDUiLCJUb3AiOjAuMCwiTGVmdCI6MC4wLCJSaWdodCI6MC4wLCJCb3R0b20iOjAuMH0sIlBhZGRpbmciOnsiJGlkIjoiNDUwNiIsIlRvcCI6MC4wLCJMZWZ0IjowLjAsIlJpZ2h0IjowLjAsIkJvdHRvbSI6MC4wfSwiSXNWaXNpYmxlIjp0cnVlLCJXaWR0aCI6MC4wLCJIZWlnaHQiOjAuMCwiQm9yZGVyU3R5bGUiOnsiJGlkIjoiNDUwNyIsIkxpbmVDb2xvciI6bnVsbCwiTGluZVdlaWdodCI6MC4wLCJMaW5lVHlwZSI6MCwiUGFyZW50U3R5bGUiOm51bGx9LCJQYXJlbnRTdHlsZSI6bnVsbH0seyIkaWQiOiI0NTA4IiwiU3R5bGVJZCI6ImIyNGY4MDQ1LWY2OWItNGE0My04MjlmLWE1NjUwM2ZkY2Q2OSIsIkhlYWRlclN0eWxlIjp7IiRpZCI6IjQ1MDkiLCJUZXh0SXNWZXJ0aWNhbCI6ZmFsc2UsIlRleHRTdHlsZSI6eyIkaWQiOiI0NTEwIiwiRm9udFNldHRpbmdzIjp7IiRpZCI6IjQ1MTEiLCJGb250U2l6ZSI6MTEsIkZvbnROYW1lIjoiQ2FsaWJyaSIsIklzQm9sZCI6ZmFsc2UsIklzSXRhbGljIjpmYWxzZSwiSXNVbmRlcmxpbmVkIjpmYWxzZSwiUGFyZW50U3R5bGUiOm51bGx9LCJBdXRvU2l6ZSI6MiwiRm9yZWdyb3VuZCI6eyIkaWQiOiI0NTEyIiwiQ29sb3IiOnsiJGlkIjoiNDUxM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Q1MTQiLCJUb3AiOjAuMCwiTGVmdCI6MC4wLCJSaWdodCI6MC4wLCJCb3R0b20iOjAuMH0sIlBhZGRpbmciOnsiJGlkIjoiNDUxNSIsIlRvcCI6MC4wLCJMZWZ0IjowLjAsIlJpZ2h0IjowLjAsIkJvdHRvbSI6MC4wfSwiQmFja2dyb3VuZCI6eyIkaWQiOiI0NTE2IiwiQ29sb3IiOnsiJGlkIjoiNDUxNyIsIkEiOjI1NSwiUiI6MjU1LCJHIjoyNTUsIkIiOjI1NX19LCJJc1Zpc2libGUiOnRydWUsIldpZHRoIjowLjAsIkhlaWdodCI6MC4wLCJCb3JkZXJTdHlsZSI6bnVsbCwiUGFyZW50U3R5bGUiOm51bGx9LCJSZWN0YW5nbGVTdHlsZSI6eyIkaWQiOiI0NTE4IiwiTWFyZ2luIjp7IiRpZCI6IjQ1MTkiLCJUb3AiOjAuMCwiTGVmdCI6MC4wLCJSaWdodCI6MC4wLCJCb3R0b20iOjAuMH0sIlBhZGRpbmciOnsiJGlkIjoiNDUyMCIsIlRvcCI6MC4wLCJMZWZ0IjowLjAsIlJpZ2h0IjowLjAsIkJvdHRvbSI6MC4wfSwiQmFja2dyb3VuZCI6eyIkaWQiOiI0NTIxIiwiQ29sb3IiOnsiJGlkIjoiNDUyMiIsIkEiOjI1NSwiUiI6MTEyLCJHIjoxNzMsIkIiOjcxfX0sIklzVmlzaWJsZSI6dHJ1ZSwiV2lkdGgiOjAuMCwiSGVpZ2h0IjowLjAsIkJvcmRlclN0eWxlIjp7IiRpZCI6IjQ1MjMiLCJMaW5lQ29sb3IiOnsiJGlkIjoiNDUyNCIsIiR0eXBlIjoiTkxSRS5Db21tb24uRG9tLlNvbGlkQ29sb3JCcnVzaCwgTkxSRS5Db21tb24iLCJDb2xvciI6eyIkaWQiOiI0NTI1IiwiQSI6MjU1LCJSIjoyNTUsIkciOjI1NSwiQiI6MjU1fX0sIkxpbmVXZWlnaHQiOjAuMCwiTGluZVR5cGUiOjAsIlBhcmVudFN0eWxlIjpudWxsfSwiUGFyZW50U3R5bGUiOm51bGx9LCJNYXJnaW4iOnsiJGlkIjoiNDUyNiIsIlRvcCI6MC4wLCJMZWZ0IjowLjAsIlJpZ2h0IjowLjAsIkJvdHRvbSI6MC4wfSwiUGFkZGluZyI6eyIkaWQiOiI0NTI3IiwiVG9wIjowLjAsIkxlZnQiOjAuMCwiUmlnaHQiOjAuMCwiQm90dG9tIjowLjB9LCJCYWNrZ3JvdW5kIjpudWxsLCJJc1Zpc2libGUiOnRydWUsIldpZHRoIjowLjAsIkhlaWdodCI6MC4wLCJCb3JkZXJTdHlsZSI6bnVsbCwiUGFyZW50U3R5bGUiOm51bGx9LCJCYWNrZ3JvdW5kU3R5bGUiOnsiJGlkIjoiNDUyOCIsIk1hcmdpbiI6eyIkaWQiOiI0NTI5IiwiVG9wIjowLjAsIkxlZnQiOjAuMCwiUmlnaHQiOjAuMCwiQm90dG9tIjowLjB9LCJQYWRkaW5nIjp7IiRpZCI6IjQ1MzAiLCJUb3AiOjAuMCwiTGVmdCI6MC4wLCJSaWdodCI6MC4wLCJCb3R0b20iOjAuMH0sIkJhY2tncm91bmQiOnsiJGlkIjoiNDUzMSIsIkNvbG9yIjp7IiRpZCI6IjQ1MzIiLCJBIjo1MSwiUiI6MjAwLCJHIjoyMDAsIkIiOjIwMH19LCJJc1Zpc2libGUiOnRydWUsIldpZHRoIjowLjAsIkhlaWdodCI6MC4wLCJCb3JkZXJTdHlsZSI6eyIkaWQiOiI0NTMzIiwiTGluZUNvbG9yIjp7IiRpZCI6IjQ1MzQiLCIkdHlwZSI6Ik5MUkUuQ29tbW9uLkRvbS5Tb2xpZENvbG9yQnJ1c2gsIE5MUkUuQ29tbW9uIiwiQ29sb3IiOnsiJGlkIjoiNDUzNSIsIkEiOjI1NSwiUiI6MjM0LCJHIjoyMiwiQiI6MzB9fSwiTGluZVdlaWdodCI6MC4wLCJMaW5lVHlwZSI6MCwiUGFyZW50U3R5bGUiOm51bGx9LCJQYXJlbnRTdHlsZSI6bnVsbH0sIklzQWJvdmVUaW1lYmFuZCI6ZmFsc2UsIlNwYWNpbmciOjIsIkRlZmF1bHRTd2ltbGFuZVRhc2tTdHlsZSI6eyIkaWQiOiI0NTM2IiwiJHR5cGUiOiJOTFJFLkNvbW1vbi5Eb20uU3R5bGVzLkV4cGxpY2l0U2V0YWJsZVRhc2tTdHlsZSwgTkxSRS5Db21tb24iLCJTaGFwZSI6MSwiU2hhcGVUaGlja25lc3MiOjAsIkR1cmF0aW9uRm9ybWF0IjowLCJJbmNsdWRlTm9uV29ya2luZ0RheXNJbkR1cmF0aW9uIjpmYWxzZSwiUGVyY2VudGFnZUNvbXBsZXRlU3R5bGUiOnsiJGlkIjoiNDUzNyIsIkZvbnRTZXR0aW5ncyI6eyIkaWQiOiI0NTM4IiwiRm9udFNpemUiOjEwLCJGb250TmFtZSI6IkNhbGlicmkiLCJJc0JvbGQiOmZhbHNlLCJJc0l0YWxpYyI6ZmFsc2UsIklzVW5kZXJsaW5lZCI6ZmFsc2UsIlBhcmVudFN0eWxlIjpudWxsfSwiQXV0b1NpemUiOjAsIkZvcmVncm91bmQiOnsiJGlkIjoiNDUzOSIsIkNvbG9yIjp7IiRpZCI6IjQ1NDA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U0MSIsIlRvcCI6MC4wLCJMZWZ0IjowLjAsIlJpZ2h0IjowLjAsIkJvdHRvbSI6MC4wfSwiUGFkZGluZyI6eyIkaWQiOiI0NTQyIiwiVG9wIjowLjAsIkxlZnQiOjAuMCwiUmlnaHQiOjAuMCwiQm90dG9tIjowLjB9LCJCYWNrZ3JvdW5kIjp7IiRpZCI6IjQ1NDMiLCJDb2xvciI6eyIkaWQiOiI0NTQ0IiwiQSI6ODksIlIiOjAsIkciOjAsIkIiOjB9fSwiSXNWaXNpYmxlIjp0cnVlLCJXaWR0aCI6MC4wLCJIZWlnaHQiOjAuMCwiQm9yZGVyU3R5bGUiOnsiJGlkIjoiNDU0NSIsIkxpbmVDb2xvciI6bnVsbCwiTGluZVdlaWdodCI6MC4wLCJMaW5lVHlwZSI6MCwiUGFyZW50U3R5bGUiOm51bGx9LCJQYXJlbnRTdHlsZSI6bnVsbH0sIkR1cmF0aW9uU3R5bGUiOnsiJGlkIjoiNDU0NiIsIkZvbnRTZXR0aW5ncyI6eyIkaWQiOiI0NTQ3IiwiRm9udFNpemUiOjEwLCJGb250TmFtZSI6IkNhbGlicmkiLCJJc0JvbGQiOmZhbHNlLCJJc0l0YWxpYyI6ZmFsc2UsIklzVW5kZXJsaW5lZCI6ZmFsc2UsIlBhcmVudFN0eWxlIjpudWxsfSwiQXV0b1NpemUiOjAsIkZvcmVncm91bmQiOnsiJGlkIjoiNDU0OCIsIkNvbG9yIjp7IiRpZCI6IjQ1NDkiLCJBIjoyNTUsIlIiOjY4LCJHIjo4NCwiQiI6MTA2fX0sIk1heFdpZHRoIjoyMDAuMCwiTWF4SGVpZ2h0IjoiSW5maW5pdHkiLCJTbWFydEZvcmVncm91bmRJc0FjdGl2ZSI6ZmFsc2UsIkhvcml6b250YWxBbGlnbm1lbnQiOjAsIlZlcnRpY2FsQWxpZ25tZW50IjoxLCJTbWFydEZvcmVncm91bmQiOm51bGwsIkJhY2tncm91bmRGaWxsVHlwZSI6MCwiTWFyZ2luIjp7IiRpZCI6IjQ1NTAiLCJUb3AiOjAuMCwiTGVmdCI6MC4wLCJSaWdodCI6MC4wLCJCb3R0b20iOjAuMH0sIlBhZGRpbmciOnsiJGlkIjoiNDU1MSIsIlRvcCI6MC4wLCJMZWZ0IjowLjAsIlJpZ2h0IjowLjAsIkJvdHRvbSI6MC4wfSwiQmFja2dyb3VuZCI6eyIkaWQiOiI0NTUyIiwiQ29sb3IiOnsiJGlkIjoiNDU1MyIsIkEiOjI1NSwiUiI6NjgsIkciOjg0LCJCIjoxMDZ9fSwiSXNWaXNpYmxlIjp0cnVlLCJXaWR0aCI6MC4wLCJIZWlnaHQiOjAuMCwiQm9yZGVyU3R5bGUiOnsiJGlkIjoiNDU1NCIsIkxpbmVDb2xvciI6bnVsbCwiTGluZVdlaWdodCI6MC4wLCJMaW5lVHlwZSI6MCwiUGFyZW50U3R5bGUiOm51bGx9LCJQYXJlbnRTdHlsZSI6bnVsbH0sIkhvcml6b250YWxDb25uZWN0b3JTdHlsZSI6eyIkaWQiOiI0NTU1IiwiTGluZUNvbG9yIjp7IiRpZCI6IjQ1NTYiLCIkdHlwZSI6Ik5MUkUuQ29tbW9uLkRvbS5Tb2xpZENvbG9yQnJ1c2gsIE5MUkUuQ29tbW9uIiwiQ29sb3IiOnsiJGlkIjoiNDU1NyIsIkEiOjI1NSwiUiI6MCwiRyI6MCwiQiI6MH19LCJMaW5lV2VpZ2h0IjowLjAsIkxpbmVUeXBlIjowLCJQYXJlbnRTdHlsZSI6bnVsbH0sIlZlcnRpY2FsQ29ubmVjdG9yU3R5bGUiOnsiJGlkIjoiNDU1OCIsIkxpbmVDb2xvciI6eyIkaWQiOiI0NTU5IiwiJHR5cGUiOiJOTFJFLkNvbW1vbi5Eb20uU29saWRDb2xvckJydXNoLCBOTFJFLkNvbW1vbiIsIkNvbG9yIjp7IiRpZCI6IjQ1NjA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0NTYxIiwiU2hhcGVTdHlsZSI6eyIkaWQiOiI0NTYyIiwiTWFyZ2luIjp7IiRpZCI6IjQ1NjMiLCJUb3AiOjAuMCwiTGVmdCI6MC4wLCJSaWdodCI6MC4wLCJCb3R0b20iOjAuMH0sIlBhZGRpbmciOnsiJGlkIjoiNDU2NCIsIlRvcCI6MC4wLCJMZWZ0IjowLjAsIlJpZ2h0IjowLjAsIkJvdHRvbSI6MC4wfSwiQmFja2dyb3VuZCI6eyIkaWQiOiI0NTY1IiwiQ29sb3IiOnsiJGlkIjoiNDU2NiIsIkEiOjE1MywiUiI6MCwiRyI6MCwiQiI6MH19LCJJc1Zpc2libGUiOnRydWUsIldpZHRoIjowLjAsIkhlaWdodCI6MC4wLCJCb3JkZXJTdHlsZSI6eyIkaWQiOiI0NTY3IiwiTGluZUNvbG9yIjp7IiRpZCI6IjQ1NjgiLCIkdHlwZSI6Ik5MUkUuQ29tbW9uLkRvbS5Tb2xpZENvbG9yQnJ1c2gsIE5MUkUuQ29tbW9uIiwiQ29sb3IiOnsiJGlkIjoiNDU2OSIsIkEiOjI1NSwiUiI6MjU1LCJHIjowLCJCIjowfX0sIkxpbmVXZWlnaHQiOjAuMCwiTGluZVR5cGUiOjAsIlBhcmVudFN0eWxlIjpudWxsfSwiUGFyZW50U3R5bGUiOm51bGx9LCJNYXJnaW4iOnsiJGlkIjoiNDU3MCIsIlRvcCI6MC4wLCJMZWZ0IjowLjAsIlJpZ2h0IjowLjAsIkJvdHRvbSI6MC4wfSwiUGFkZGluZyI6eyIkaWQiOiI0NTcxIiwiVG9wIjowLjAsIkxlZnQiOjAuMCwiUmlnaHQiOjAuMCwiQm90dG9tIjowLjB9LCJCYWNrZ3JvdW5kIjpudWxsLCJJc1Zpc2libGUiOnRydWUsIldpZHRoIjowLjAsIkhlaWdodCI6MC4wLCJCb3JkZXJTdHlsZSI6bnVsbCwiUGFyZW50U3R5bGUiOm51bGx9LCJTaGFwZVN0eWxlIjp7IiRpZCI6IjQ1NzIiLCJNYXJnaW4iOnsiJGlkIjoiNDU3MyIsIlRvcCI6MC4wLCJMZWZ0Ijo0LjAsIlJpZ2h0Ijo0LjAsIkJvdHRvbSI6MC4wfSwiUGFkZGluZyI6eyIkaWQiOiI0NTc0IiwiVG9wIjowLjAsIkxlZnQiOjAuMCwiUmlnaHQiOjAuMCwiQm90dG9tIjowLjB9LCJCYWNrZ3JvdW5kIjp7IiRpZCI6IjQ1NzUiLCJDb2xvciI6eyIkaWQiOiI0NTc2IiwiQSI6MjU1LCJSIjoxMTIsIkciOjE3MywiQiI6NzF9fSwiSXNWaXNpYmxlIjp0cnVlLCJXaWR0aCI6MC4wLCJIZWlnaHQiOjEwLjAsIkJvcmRlclN0eWxlIjp7IiRpZCI6IjQ1NzciLCJMaW5lQ29sb3IiOnsiJGlkIjoiNDU3OCIsIiR0eXBlIjoiTkxSRS5Db21tb24uRG9tLlNvbGlkQ29sb3JCcnVzaCwgTkxSRS5Db21tb24iLCJDb2xvciI6eyIkaWQiOiI0NTc5IiwiQSI6MjU1LCJSIjoyMzQsIkciOjIyLCJCIjozMH19LCJMaW5lV2VpZ2h0IjowLjAsIkxpbmVUeXBlIjowLCJQYXJlbnRTdHlsZSI6bnVsbH0sIlBhcmVudFN0eWxlIjpudWxsfSwiVGl0bGVTdHlsZSI6eyIkaWQiOiI0NTgwIiwiRm9udFNldHRpbmdzIjp7IiRpZCI6IjQ1ODEiLCJGb250U2l6ZSI6MTEsIkZvbnROYW1lIjoiQ2FsaWJyaSIsIklzQm9sZCI6ZmFsc2UsIklzSXRhbGljIjpmYWxzZSwiSXNVbmRlcmxpbmVkIjpmYWxzZSwiUGFyZW50U3R5bGUiOm51bGx9LCJBdXRvU2l6ZSI6MCwiRm9yZWdyb3VuZCI6eyIkaWQiOiI0NTgyIiwiQ29sb3IiOnsiJGlkIjoiNDU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Tg0IiwiVG9wIjowLjAsIkxlZnQiOjAuMCwiUmlnaHQiOjAuMCwiQm90dG9tIjowLjB9LCJQYWRkaW5nIjp7IiRpZCI6IjQ1ODUiLCJUb3AiOjAuMCwiTGVmdCI6MC4wLCJSaWdodCI6MC4wLCJCb3R0b20iOjAuMH0sIkJhY2tncm91bmQiOnsiJGlkIjoiNDU4NiIsIkNvbG9yIjp7IiRpZCI6IjQ1ODciLCJBIjoyNTUsIlIiOjAsIkciOjAsIkIiOjB9fSwiSXNWaXNpYmxlIjp0cnVlLCJXaWR0aCI6MC4wLCJIZWlnaHQiOjAuMCwiQm9yZGVyU3R5bGUiOnsiJGlkIjoiNDU4OCIsIkxpbmVDb2xvciI6bnVsbCwiTGluZVdlaWdodCI6MC4wLCJMaW5lVHlwZSI6MCwiUGFyZW50U3R5bGUiOm51bGx9LCJQYXJlbnRTdHlsZSI6bnVsbH0sIkRhdGVTdHlsZSI6eyIkaWQiOiI0NTg5IiwiRm9udFNldHRpbmdzIjp7IiRpZCI6IjQ1OTAiLCJGb250U2l6ZSI6MTAsIkZvbnROYW1lIjoiQ2FsaWJyaSIsIklzQm9sZCI6ZmFsc2UsIklzSXRhbGljIjpmYWxzZSwiSXNVbmRlcmxpbmVkIjpmYWxzZSwiUGFyZW50U3R5bGUiOm51bGx9LCJBdXRvU2l6ZSI6MCwiRm9yZWdyb3VuZCI6eyIkaWQiOiI0NTkxIiwiQ29sb3IiOnsiJGlkIjoiNDU5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U5MyIsIlRvcCI6MC4wLCJMZWZ0IjowLjAsIlJpZ2h0IjowLjAsIkJvdHRvbSI6MC4wfSwiUGFkZGluZyI6eyIkaWQiOiI0NTk0IiwiVG9wIjowLjAsIkxlZnQiOjAuMCwiUmlnaHQiOjAuMCwiQm90dG9tIjowLjB9LCJCYWNrZ3JvdW5kIjp7IiRpZCI6IjQ1OTUiLCJDb2xvciI6eyIkaWQiOiI0NTk2IiwiQSI6MjU1LCJSIjo2OCwiRyI6ODQsIkIiOjEwNn19LCJJc1Zpc2libGUiOnRydWUsIldpZHRoIjowLjAsIkhlaWdodCI6MC4wLCJCb3JkZXJTdHlsZSI6eyIkaWQiOiI0NTk3IiwiTGluZUNvbG9yIjpudWxsLCJMaW5lV2VpZ2h0IjowLjAsIkxpbmVUeXBlIjowLCJQYXJlbnRTdHlsZSI6bnVsbH0sIlBhcmVudFN0eWxlIjpudWxsfSwiRGF0ZUZvcm1hdCI6eyIkaWQiOiI0NT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OTkiLCJGb3JtYXQiOjAsIklzVmlzaWJsZSI6ZmFsc2UsIkxhc3RLbm93blZpc2liaWxpdHlTdGF0ZSI6ZmFsc2V9LCJJc1Zpc2libGUiOnRydWUsIlZhcmlhbmNlU3R5bGUiOnsiJGlkIjoiNDYwMCIsIlRleHRTdHlsZSI6eyIkaWQiOiI0NjAxIiwiRm9udFNldHRpbmdzIjp7IiRpZCI6IjQ2MDIiLCJGb250U2l6ZSI6MTAsIkZvbnROYW1lIjoiQ2FsaWJyaSIsIklzQm9sZCI6ZmFsc2UsIklzSXRhbGljIjpmYWxzZSwiSXNVbmRlcmxpbmVkIjpmYWxzZSwiUGFyZW50U3R5bGUiOm51bGx9LCJBdXRvU2l6ZSI6MCwiRm9yZWdyb3VuZCI6eyIkaWQiOiI0NjAzIiwiQ29sb3IiOnsiJGlkIjoiNDY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A1IiwiVG9wIjowLjAsIkxlZnQiOjAuMCwiUmlnaHQiOjAuMCwiQm90dG9tIjowLjB9LCJQYWRkaW5nIjp7IiRpZCI6IjQ2MDYiLCJUb3AiOjAuMCwiTGVmdCI6MC4wLCJSaWdodCI6MC4wLCJCb3R0b20iOjAuMH0sIkJhY2tncm91bmQiOnsiJGlkIjoiNDYwNyIsIkNvbG9yIjp7IiRpZCI6IjQ2MDgiLCJBIjoyNTUsIlIiOjAsIkciOjAsIkIiOjB9fSwiSXNWaXNpYmxlIjp0cnVlLCJXaWR0aCI6MC4wLCJIZWlnaHQiOjAuMCwiQm9yZGVyU3R5bGUiOnsiJGlkIjoiNDYwOSIsIkxpbmVDb2xvciI6bnVsbCwiTGluZVdlaWdodCI6MC4wLCJMaW5lVHlwZSI6MCwiUGFyZW50U3R5bGUiOm51bGx9LCJQYXJlbnRTdHlsZSI6bnVsbH0sIlBhcmVudFN0eWxlIjpudWxsfSwiUGFyZW50U3R5bGUiOm51bGwsIl9leHBsaWNpdGx5U2V0Ijp7IiRpZCI6IjQ2MT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NjExIiwiU2hhcGUiOjEsIkNvbm5lY3Rvck1hcmdpbiI6eyIkaWQiOiI0NjEyIiwiVG9wIjowLjAsIkxlZnQiOjIuMCwiUmlnaHQiOjIuMCwiQm90dG9tIjowLjB9LCJDb25uZWN0b3JTdHlsZSI6eyIkaWQiOiI0NjEzIiwiTGluZUNvbG9yIjp7IiRpZCI6IjQ2MTQiLCIkdHlwZSI6Ik5MUkUuQ29tbW9uLkRvbS5Tb2xpZENvbG9yQnJ1c2gsIE5MUkUuQ29tbW9uIiwiQ29sb3IiOnsiJGlkIjoiNDYxNSIsIkEiOjEyNywiUiI6NTYsIkciOjg2LCJCIjozNX19LCJMaW5lV2VpZ2h0IjoxLjAsIkxpbmVUeXBlIjowLCJQYXJlbnRTdHlsZSI6bnVsbH0sIklzQmVsb3dUaW1lYmFuZCI6ZmFsc2UsIlBvc2l0aW9uT25UYXNrIjoxLCJIaWRlRGF0ZSI6ZmFsc2UsIlNoYXBlU2l6ZSI6MCwiU3BhY2luZyI6MC4wLCJQYWRkaW5nIjp7IiRpZCI6IjQ2MTYiLCJUb3AiOjUuMCwiTGVmdCI6My4wLCJSaWdodCI6MC4wLCJCb3R0b20iOjIuMH0sIlNoYXBlU3R5bGUiOnsiJGlkIjoiNDYxNyIsIk1hcmdpbiI6eyIkaWQiOiI0NjE4IiwiVG9wIjowLjAsIkxlZnQiOjAuMCwiUmlnaHQiOjAuMCwiQm90dG9tIjowLjB9LCJQYWRkaW5nIjp7IiRpZCI6IjQ2MTkiLCJUb3AiOjAuMCwiTGVmdCI6MC4wLCJSaWdodCI6MC4wLCJCb3R0b20iOjAuMH0sIkJhY2tncm91bmQiOnsiJGlkIjoiNDYyMCIsIkNvbG9yIjp7IiRpZCI6IjQ2MjEiLCJBIjoyNTUsIlIiOjU2LCJHIjo4NiwiQiI6MzV9fSwiSXNWaXNpYmxlIjp0cnVlLCJXaWR0aCI6MTIuMCwiSGVpZ2h0IjoxNC4wLCJCb3JkZXJTdHlsZSI6eyIkaWQiOiI0NjIyIiwiTGluZUNvbG9yIjp7IiRpZCI6IjQ2MjMiLCIkdHlwZSI6Ik5MUkUuQ29tbW9uLkRvbS5Tb2xpZENvbG9yQnJ1c2gsIE5MUkUuQ29tbW9uIiwiQ29sb3IiOnsiJGlkIjoiNDYyNCIsIkEiOjI1NSwiUiI6MjU1LCJHIjoyNTUsIkIiOjI1NX19LCJMaW5lV2VpZ2h0IjowLjAsIkxpbmVUeXBlIjowLCJQYXJlbnRTdHlsZSI6bnVsbH0sIlBhcmVudFN0eWxlIjpudWxsfSwiVGl0bGVTdHlsZSI6eyIkaWQiOiI0NjI1IiwiRm9udFNldHRpbmdzIjp7IiRpZCI6IjQ2MjYiLCJGb250U2l6ZSI6MTEsIkZvbnROYW1lIjoiQ2FsaWJyaSIsIklzQm9sZCI6ZmFsc2UsIklzSXRhbGljIjpmYWxzZSwiSXNVbmRlcmxpbmVkIjpmYWxzZSwiUGFyZW50U3R5bGUiOm51bGx9LCJBdXRvU2l6ZSI6MCwiRm9yZWdyb3VuZCI6eyIkaWQiOiI0NjI3IiwiQ29sb3IiOnsiJGlkIjoiNDYy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0NjI5IiwiVG9wIjowLjAsIkxlZnQiOjAuMCwiUmlnaHQiOjAuMCwiQm90dG9tIjowLjB9LCJQYWRkaW5nIjp7IiRpZCI6IjQ2MzAiLCJUb3AiOjAuMCwiTGVmdCI6MC4wLCJSaWdodCI6MC4wLCJCb3R0b20iOjAuMH0sIkJhY2tncm91bmQiOnsiJGlkIjoiNDYzMSIsIkNvbG9yIjp7IiRpZCI6IjQ2MzIiLCJBIjoyNTUsIlIiOjAsIkciOjAsIkIiOjB9fSwiSXNWaXNpYmxlIjp0cnVlLCJXaWR0aCI6MC4wLCJIZWlnaHQiOjAuMCwiQm9yZGVyU3R5bGUiOnsiJGlkIjoiNDYzMyIsIkxpbmVDb2xvciI6bnVsbCwiTGluZVdlaWdodCI6MC4wLCJMaW5lVHlwZSI6MCwiUGFyZW50U3R5bGUiOm51bGx9LCJQYXJlbnRTdHlsZSI6bnVsbH0sIkRhdGVTdHlsZSI6eyIkaWQiOiI0NjM0IiwiRm9udFNldHRpbmdzIjp7IiRpZCI6IjQ2MzUiLCJGb250U2l6ZSI6MTAsIkZvbnROYW1lIjoiQ2FsaWJyaSIsIklzQm9sZCI6ZmFsc2UsIklzSXRhbGljIjpmYWxzZSwiSXNVbmRlcmxpbmVkIjpmYWxzZSwiUGFyZW50U3R5bGUiOm51bGx9LCJBdXRvU2l6ZSI6MCwiRm9yZWdyb3VuZCI6eyIkaWQiOiI0NjM2IiwiQ29sb3IiOnsiJGlkIjoiNDYzNyIsIkEiOjI1NSwiUiI6NjgsIkciOjg0LCJCIjoxMDZ9fSwiTWF4V2lkdGgiOjIwMC4wLCJNYXhIZWlnaHQiOiJJbmZpbml0eSIsIlNtYXJ0Rm9yZWdyb3VuZElzQWN0aXZlIjpmYWxzZSwiSG9yaXpvbnRhbEFsaWdubWVudCI6MSwiVmVydGljYWxBbGlnbm1lbnQiOjEsIlNtYXJ0Rm9yZWdyb3VuZCI6bnVsbCwiQmFja2dyb3VuZEZpbGxUeXBlIjowLCJNYXJnaW4iOnsiJGlkIjoiNDYzOCIsIlRvcCI6MC4wLCJMZWZ0IjowLjAsIlJpZ2h0IjowLjAsIkJvdHRvbSI6MC4wfSwiUGFkZGluZyI6eyIkaWQiOiI0NjM5IiwiVG9wIjowLjAsIkxlZnQiOjAuMCwiUmlnaHQiOjAuMCwiQm90dG9tIjowLjB9LCJCYWNrZ3JvdW5kIjp7IiRpZCI6IjQ2NDAiLCJDb2xvciI6eyIkaWQiOiI0NjQxIiwiQSI6MjU1LCJSIjo2OCwiRyI6ODQsIkIiOjEwNn19LCJJc1Zpc2libGUiOnRydWUsIldpZHRoIjowLjAsIkhlaWdodCI6MC4wLCJCb3JkZXJTdHlsZSI6eyIkaWQiOiI0NjQyIiwiTGluZUNvbG9yIjpudWxsLCJMaW5lV2VpZ2h0IjowLjAsIkxpbmVUeXBlIjowLCJQYXJlbnRTdHlsZSI6bnVsbH0sIlBhcmVudFN0eWxlIjpudWxsfSwiRGF0ZUZvcm1hdCI6eyIkaWQiOiI0NjQzIiwiRm9ybWF0U3RyaW5nIjoiTU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jQ0IiwiRm9ybWF0IjowLCJJc1Zpc2libGUiOmZhbHNlLCJMYXN0S25vd25WaXNpYmlsaXR5U3RhdGUiOmZhbHNlfSwiSXNWaXNpYmxlIjpmYWxzZSwiVmFyaWFuY2VTdHlsZSI6eyIkaWQiOiI0NjQ1IiwiVGV4dFN0eWxlIjp7IiRpZCI6IjQ2NDYiLCJGb250U2V0dGluZ3MiOnsiJGlkIjoiNDY0NyIsIkZvbnRTaXplIjoxMCwiRm9udE5hbWUiOiJDYWxpYnJpIiwiSXNCb2xkIjpmYWxzZSwiSXNJdGFsaWMiOmZhbHNlLCJJc1VuZGVybGluZWQiOmZhbHNlLCJQYXJlbnRTdHlsZSI6bnVsbH0sIkF1dG9TaXplIjowLCJGb3JlZ3JvdW5kIjp7IiRpZCI6IjQ2NDgiLCJDb2xvciI6eyIkaWQiOiI0NjQ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2NTAiLCJUb3AiOjAuMCwiTGVmdCI6MC4wLCJSaWdodCI6MC4wLCJCb3R0b20iOjAuMH0sIlBhZGRpbmciOnsiJGlkIjoiNDY1MSIsIlRvcCI6MC4wLCJMZWZ0IjowLjAsIlJpZ2h0IjowLjAsIkJvdHRvbSI6MC4wfSwiQmFja2dyb3VuZCI6eyIkaWQiOiI0NjUyIiwiQ29sb3IiOnsiJGlkIjoiNDY1MyIsIkEiOjI1NSwiUiI6MCwiRyI6MCwiQiI6MH19LCJJc1Zpc2libGUiOnRydWUsIldpZHRoIjowLjAsIkhlaWdodCI6MC4wLCJCb3JkZXJTdHlsZSI6eyIkaWQiOiI0NjU0IiwiTGluZUNvbG9yIjpudWxsLCJMaW5lV2VpZ2h0IjowLjAsIkxpbmVUeXBlIjowLCJQYXJlbnRTdHlsZSI6bnVsbH0sIlBhcmVudFN0eWxlIjpudWxsfSwiUGFyZW50U3R5bGUiOm51bGx9LCJQYXJlbnRTdHlsZSI6bnVsbH0sIkRlZmF1bHRTd2ltbGFuZU1pbGVzdG9uZVN0eWxlIjp7IiRpZCI6IjQ2NTUiLCJUaXRsZVBvc2l0aW9uIjoiTGVmdCIsIkRhdGVQb3NpdGlvbiI6IlJpZ2h0IiwiVmFyaWFuY2VQb3NpdGlvbiI6IlJpZ2h0IiwiU2hhcGVUeXBlIjoxLCJTaGFwZVNpemUiOjAsIlNwYWNpbmciOjUsIlNoYXBlU3R5bGUiOnsiJGlkIjoiNDY1NiIsIk1hcmdpbiI6eyIkaWQiOiI0NjU3IiwiVG9wIjowLjAsIkxlZnQiOjAuMCwiUmlnaHQiOjAuMCwiQm90dG9tIjowLjB9LCJQYWRkaW5nIjp7IiRpZCI6IjQ2NTgiLCJUb3AiOjAuMCwiTGVmdCI6MC4wLCJSaWdodCI6MC4wLCJCb3R0b20iOjAuMH0sIkJhY2tncm91bmQiOnsiJGlkIjoiNDY1OSIsIkNvbG9yIjp7IiRpZCI6IjQ2NjAiLCJBIjoyNTUsIlIiOjExMiwiRyI6MTczLCJCIjo3MX19LCJJc1Zpc2libGUiOnRydWUsIldpZHRoIjoxMi4wLCJIZWlnaHQiOjE0LjAsIkJvcmRlclN0eWxlIjp7IiRpZCI6IjQ2NjEiLCJMaW5lQ29sb3IiOnsiJGlkIjoiNDY2MiIsIiR0eXBlIjoiTkxSRS5Db21tb24uRG9tLlNvbGlkQ29sb3JCcnVzaCwgTkxSRS5Db21tb24iLCJDb2xvciI6eyIkaWQiOiI0NjYzIiwiQSI6MjU1LCJSIjoyMzQsIkciOjIyLCJCIjozMH19LCJMaW5lV2VpZ2h0IjowLjAsIkxpbmVUeXBlIjowLCJQYXJlbnRTdHlsZSI6bnVsbH0sIlBhcmVudFN0eWxlIjpudWxsfSwiVGl0bGVTdHlsZSI6eyIkaWQiOiI0NjY0IiwiRm9udFNldHRpbmdzIjp7IiRpZCI6IjQ2NjUiLCJGb250U2l6ZSI6MTEsIkZvbnROYW1lIjoiQ2FsaWJyaSIsIklzQm9sZCI6ZmFsc2UsIklzSXRhbGljIjpmYWxzZSwiSXNVbmRlcmxpbmVkIjpmYWxzZSwiUGFyZW50U3R5bGUiOm51bGx9LCJBdXRvU2l6ZSI6MCwiRm9yZWdyb3VuZCI6eyIkaWQiOiI0NjY2IiwiQ29sb3IiOnsiJGlkIjoiNDY2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Y4IiwiVG9wIjowLjAsIkxlZnQiOjAuMCwiUmlnaHQiOjAuMCwiQm90dG9tIjowLjB9LCJQYWRkaW5nIjp7IiRpZCI6IjQ2NjkiLCJUb3AiOjAuMCwiTGVmdCI6MC4wLCJSaWdodCI6MC4wLCJCb3R0b20iOjAuMH0sIkJhY2tncm91bmQiOnsiJGlkIjoiNDY3MCIsIkNvbG9yIjp7IiRpZCI6IjQ2NzEiLCJBIjoyNTUsIlIiOjAsIkciOjAsIkIiOjB9fSwiSXNWaXNpYmxlIjp0cnVlLCJXaWR0aCI6MC4wLCJIZWlnaHQiOjAuMCwiQm9yZGVyU3R5bGUiOnsiJGlkIjoiNDY3MiIsIkxpbmVDb2xvciI6bnVsbCwiTGluZVdlaWdodCI6MC4wLCJMaW5lVHlwZSI6MCwiUGFyZW50U3R5bGUiOm51bGx9LCJQYXJlbnRTdHlsZSI6bnVsbH0sIkRhdGVTdHlsZSI6eyIkaWQiOiI0NjczIiwiRm9udFNldHRpbmdzIjp7IiRpZCI6IjQ2NzQiLCJGb250U2l6ZSI6MTAsIkZvbnROYW1lIjoiQ2FsaWJyaSIsIklzQm9sZCI6ZmFsc2UsIklzSXRhbGljIjpmYWxzZSwiSXNVbmRlcmxpbmVkIjpmYWxzZSwiUGFyZW50U3R5bGUiOm51bGx9LCJBdXRvU2l6ZSI6MCwiRm9yZWdyb3VuZCI6eyIkaWQiOiI0Njc1IiwiQ29sb3IiOnsiJGlkIjoiNDY3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Y3NyIsIlRvcCI6MC4wLCJMZWZ0IjowLjAsIlJpZ2h0IjowLjAsIkJvdHRvbSI6MC4wfSwiUGFkZGluZyI6eyIkaWQiOiI0Njc4IiwiVG9wIjowLjAsIkxlZnQiOjAuMCwiUmlnaHQiOjAuMCwiQm90dG9tIjowLjB9LCJCYWNrZ3JvdW5kIjp7IiRpZCI6IjQ2NzkiLCJDb2xvciI6eyIkaWQiOiI0NjgwIiwiQSI6MjU1LCJSIjo2OCwiRyI6ODQsIkIiOjEwNn19LCJJc1Zpc2libGUiOnRydWUsIldpZHRoIjowLjAsIkhlaWdodCI6MC4wLCJCb3JkZXJTdHlsZSI6eyIkaWQiOiI0NjgxIiwiTGluZUNvbG9yIjpudWxsLCJMaW5lV2VpZ2h0IjowLjAsIkxpbmVUeXBlIjowLCJQYXJlbnRTdHlsZSI6bnVsbH0sIlBhcmVudFN0eWxlIjpudWxsfSwiRGF0ZUZvcm1hdCI6eyIkaWQiOiI0Njg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2ODMiLCJGb3JtYXQiOjAsIklzVmlzaWJsZSI6ZmFsc2UsIkxhc3RLbm93blZpc2liaWxpdHlTdGF0ZSI6ZmFsc2V9LCJJc1Zpc2libGUiOnRydWUsIlZhcmlhbmNlU3R5bGUiOnsiJGlkIjoiNDY4NCIsIlRleHRTdHlsZSI6eyIkaWQiOiI0Njg1IiwiRm9udFNldHRpbmdzIjp7IiRpZCI6IjQ2ODYiLCJGb250U2l6ZSI6MTAsIkZvbnROYW1lIjoiQ2FsaWJyaSIsIklzQm9sZCI6ZmFsc2UsIklzSXRhbGljIjpmYWxzZSwiSXNVbmRlcmxpbmVkIjpmYWxzZSwiUGFyZW50U3R5bGUiOm51bGx9LCJBdXRvU2l6ZSI6MCwiRm9yZWdyb3VuZCI6eyIkaWQiOiI0Njg3IiwiQ29sb3IiOnsiJGlkIjoiNDY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g5IiwiVG9wIjowLjAsIkxlZnQiOjAuMCwiUmlnaHQiOjAuMCwiQm90dG9tIjowLjB9LCJQYWRkaW5nIjp7IiRpZCI6IjQ2OTAiLCJUb3AiOjAuMCwiTGVmdCI6MC4wLCJSaWdodCI6MC4wLCJCb3R0b20iOjAuMH0sIkJhY2tncm91bmQiOnsiJGlkIjoiNDY5MSIsIkNvbG9yIjp7IiRpZCI6IjQ2OTIiLCJBIjoyNTUsIlIiOjAsIkciOjAsIkIiOjB9fSwiSXNWaXNpYmxlIjp0cnVlLCJXaWR0aCI6MC4wLCJIZWlnaHQiOjAuMCwiQm9yZGVyU3R5bGUiOnsiJGlkIjoiNDY5MyIsIkxpbmVDb2xvciI6bnVsbCwiTGluZVdlaWdodCI6MC4wLCJMaW5lVHlwZSI6MCwiUGFyZW50U3R5bGUiOm51bGx9LCJQYXJlbnRTdHlsZSI6bnVsbH0sIlBhcmVudFN0eWxlIjpudWxsfSwiUGFyZW50U3R5bGUiOm51bGx9LCJEZWZhdWx0U3dpbWxhbmVBY3Rpdml0eVN0eWxlIjp7IiRpZCI6IjQ2OTQiLCJIZWFkZXJTdHlsZSI6eyIkaWQiOiI0Njk1IiwiVGV4dFN0eWxlIjp7IiRpZCI6IjQ2OTYiLCJGb250U2V0dGluZ3MiOnsiJGlkIjoiNDY5NyIsIkZvbnRTaXplIjoxMSwiRm9udE5hbWUiOiJDYWxpYnJpIiwiSXNCb2xkIjpmYWxzZSwiSXNJdGFsaWMiOmZhbHNlLCJJc1VuZGVybGluZWQiOmZhbHNlLCJQYXJlbnRTdHlsZSI6bnVsbH0sIkF1dG9TaXplIjoyLCJGb3JlZ3JvdW5kIjp7IiRpZCI6IjQ2OTgiLCJDb2xvciI6eyIkaWQiOiI0Njk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cwMCIsIlRvcCI6MC4wLCJMZWZ0IjowLjAsIlJpZ2h0IjowLjAsIkJvdHRvbSI6MC4wfSwiUGFkZGluZyI6eyIkaWQiOiI0NzAxIiwiVG9wIjowLjAsIkxlZnQiOjAuMCwiUmlnaHQiOjAuMCwiQm90dG9tIjowLjB9LCJCYWNrZ3JvdW5kIjp7IiRpZCI6IjQ3MDIiLCJDb2xvciI6eyIkaWQiOiI0NzAzIiwiQSI6MjU1LCJSIjo2NCwiRyI6NjQsIkIiOjY0fX0sIklzVmlzaWJsZSI6dHJ1ZSwiV2lkdGgiOjAuMCwiSGVpZ2h0IjowLjAsIkJvcmRlclN0eWxlIjpudWxsLCJQYXJlbnRTdHlsZSI6bnVsbH0sIlJlY3RhbmdsZVN0eWxlIjp7IiRpZCI6IjQ3MDQiLCJNYXJnaW4iOnsiJGlkIjoiNDcwNSIsIlRvcCI6MC4wLCJMZWZ0IjowLjAsIlJpZ2h0IjowLjAsIkJvdHRvbSI6MC4wfSwiUGFkZGluZyI6eyIkaWQiOiI0NzA2IiwiVG9wIjowLjAsIkxlZnQiOjAuMCwiUmlnaHQiOjAuMCwiQm90dG9tIjowLjB9LCJCYWNrZ3JvdW5kIjp7IiRpZCI6IjQ3MDciLCJDb2xvciI6eyIkaWQiOiI0NzA4IiwiQSI6MTI3LCJSIjoxMTIsIkciOjE3MywiQiI6NzF9fSwiSXNWaXNpYmxlIjp0cnVlLCJXaWR0aCI6MC4wLCJIZWlnaHQiOjAuMCwiQm9yZGVyU3R5bGUiOnsiJGlkIjoiNDcwOSIsIkxpbmVDb2xvciI6eyIkaWQiOiI0NzEwIiwiJHR5cGUiOiJOTFJFLkNvbW1vbi5Eb20uU29saWRDb2xvckJydXNoLCBOTFJFLkNvbW1vbiIsIkNvbG9yIjp7IiRpZCI6IjQ3MTEiLCJBIjoyNTUsIlIiOjI1NSwiRyI6MjU1LCJCIjoyNTV9fSwiTGluZVdlaWdodCI6MC4wLCJMaW5lVHlwZSI6MCwiUGFyZW50U3R5bGUiOm51bGx9LCJQYXJlbnRTdHlsZSI6bnVsbH0sIk1hcmdpbiI6eyIkaWQiOiI0NzEyIiwiVG9wIjowLjAsIkxlZnQiOjAuMCwiUmlnaHQiOjAuMCwiQm90dG9tIjowLjB9LCJQYWRkaW5nIjp7IiRpZCI6IjQ3MTMiLCJUb3AiOjAuMCwiTGVmdCI6MC4wLCJSaWdodCI6MC4wLCJCb3R0b20iOjAuMH0sIkJhY2tncm91bmQiOm51bGwsIklzVmlzaWJsZSI6dHJ1ZSwiV2lkdGgiOjAuMCwiSGVpZ2h0IjowLjAsIkJvcmRlclN0eWxlIjpudWxsLCJQYXJlbnRTdHlsZSI6bnVsbH0sIkJhY2tncm91bmRTdHlsZSI6eyIkaWQiOiI0NzE0IiwiTWFyZ2luIjp7IiRpZCI6IjQ3MTUiLCJUb3AiOjAuMCwiTGVmdCI6MC4wLCJSaWdodCI6MC4wLCJCb3R0b20iOjAuMH0sIlBhZGRpbmciOnsiJGlkIjoiNDcxNiIsIlRvcCI6MC4wLCJMZWZ0IjowLjAsIlJpZ2h0IjowLjAsIkJvdHRvbSI6MC4wfSwiQmFja2dyb3VuZCI6eyIkaWQiOiI0NzE3IiwiQ29sb3IiOnsiJGlkIjoiNDcxOCIsIkEiOjUxLCJSIjoyMDAsIkciOjIwMCwiQiI6MjAwfX0sIklzVmlzaWJsZSI6dHJ1ZSwiV2lkdGgiOjAuMCwiSGVpZ2h0IjowLjAsIkJvcmRlclN0eWxlIjp7IiRpZCI6IjQ3MTkiLCJMaW5lQ29sb3IiOnsiJGlkIjoiNDcyMCIsIiR0eXBlIjoiTkxSRS5Db21tb24uRG9tLlNvbGlkQ29sb3JCcnVzaCwgTkxSRS5Db21tb24iLCJDb2xvciI6eyIkaWQiOiI0NzIxIiwiQSI6MjU1LCJSIjoyMzQsIkciOjIyLCJCIjozMH19LCJMaW5lV2VpZ2h0IjowLjAsIkxpbmVUeXBlIjowLCJQYXJlbnRTdHlsZSI6bnVsbH0sIlBhcmVudFN0eWxlIjpudWxsfSwiTWFyZ2luIjp7IiRpZCI6IjQ3MjIiLCJUb3AiOjAuMCwiTGVmdCI6MC4wLCJSaWdodCI6MC4wLCJCb3R0b20iOjAuMH0sIlBhZGRpbmciOnsiJGlkIjoiNDcyMyIsIlRvcCI6MC4wLCJMZWZ0IjowLjAsIlJpZ2h0IjowLjAsIkJvdHRvbSI6MC4wfSwiSXNWaXNpYmxlIjp0cnVlLCJXaWR0aCI6MC4wLCJIZWlnaHQiOjAuMCwiQm9yZGVyU3R5bGUiOnsiJGlkIjoiNDcyNCIsIkxpbmVDb2xvciI6bnVsbCwiTGluZVdlaWdodCI6MC4wLCJMaW5lVHlwZSI6MCwiUGFyZW50U3R5bGUiOm51bGx9LCJQYXJlbnRTdHlsZSI6bnVsbH0sIk1hcmdpbiI6eyIkaWQiOiI0NzI1IiwiVG9wIjowLjAsIkxlZnQiOjAuMCwiUmlnaHQiOjAuMCwiQm90dG9tIjowLjB9LCJQYWRkaW5nIjp7IiRpZCI6IjQ3MjYiLCJUb3AiOjAuMCwiTGVmdCI6MC4wLCJSaWdodCI6MC4wLCJCb3R0b20iOjAuMH0sIklzVmlzaWJsZSI6dHJ1ZSwiV2lkdGgiOjAuMCwiSGVpZ2h0IjowLjAsIkJvcmRlclN0eWxlIjp7IiRpZCI6IjQ3MjciLCJMaW5lQ29sb3IiOm51bGwsIkxpbmVXZWlnaHQiOjAuMCwiTGluZVR5cGUiOjAsIlBhcmVudFN0eWxlIjpudWxsfSwiUGFyZW50U3R5bGUiOm51bGx9LHsiJGlkIjoiNDcyOCIsIlN0eWxlSWQiOiIwNzAyZGVhOC1jMTE0LTRkNzEtYmU0MC1jZDMwNjJjNDY5NzAiLCJIZWFkZXJTdHlsZSI6eyIkaWQiOiI0NzI5IiwiVGV4dElzVmVydGljYWwiOmZhbHNlLCJUZXh0U3R5bGUiOnsiJGlkIjoiNDczMCIsIkZvbnRTZXR0aW5ncyI6eyIkaWQiOiI0NzMxIiwiRm9udFNpemUiOjExLCJGb250TmFtZSI6IkNhbGlicmkiLCJJc0JvbGQiOmZhbHNlLCJJc0l0YWxpYyI6ZmFsc2UsIklzVW5kZXJsaW5lZCI6ZmFsc2UsIlBhcmVudFN0eWxlIjpudWxsfSwiQXV0b1NpemUiOjIsIkZvcmVncm91bmQiOnsiJGlkIjoiNDczMiIsIkNvbG9yIjp7IiRpZCI6IjQ3MzM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M0IiwiVG9wIjowLjAsIkxlZnQiOjAuMCwiUmlnaHQiOjAuMCwiQm90dG9tIjowLjB9LCJQYWRkaW5nIjp7IiRpZCI6IjQ3MzUiLCJUb3AiOjAuMCwiTGVmdCI6MC4wLCJSaWdodCI6MC4wLCJCb3R0b20iOjAuMH0sIkJhY2tncm91bmQiOnsiJGlkIjoiNDczNiIsIkNvbG9yIjp7IiRpZCI6IjQ3MzciLCJBIjoyNTUsIlIiOjI1NSwiRyI6MjU1LCJCIjoyNTV9fSwiSXNWaXNpYmxlIjp0cnVlLCJXaWR0aCI6MC4wLCJIZWlnaHQiOjAuMCwiQm9yZGVyU3R5bGUiOm51bGwsIlBhcmVudFN0eWxlIjpudWxsfSwiUmVjdGFuZ2xlU3R5bGUiOnsiJGlkIjoiNDczOCIsIk1hcmdpbiI6eyIkaWQiOiI0NzM5IiwiVG9wIjowLjAsIkxlZnQiOjAuMCwiUmlnaHQiOjAuMCwiQm90dG9tIjowLjB9LCJQYWRkaW5nIjp7IiRpZCI6IjQ3NDAiLCJUb3AiOjAuMCwiTGVmdCI6MC4wLCJSaWdodCI6MC4wLCJCb3R0b20iOjAuMH0sIkJhY2tncm91bmQiOnsiJGlkIjoiNDc0MSIsIkNvbG9yIjp7IiRpZCI6IjQ3NDIiLCJBIjoyNTUsIlIiOjE2NSwiRyI6MTY1LCJCIjoxNjV9fSwiSXNWaXNpYmxlIjp0cnVlLCJXaWR0aCI6MC4wLCJIZWlnaHQiOjAuMCwiQm9yZGVyU3R5bGUiOnsiJGlkIjoiNDc0MyIsIkxpbmVDb2xvciI6eyIkaWQiOiI0NzQ0IiwiJHR5cGUiOiJOTFJFLkNvbW1vbi5Eb20uU29saWRDb2xvckJydXNoLCBOTFJFLkNvbW1vbiIsIkNvbG9yIjp7IiRpZCI6IjQ3NDUiLCJBIjoyNTUsIlIiOjI1NSwiRyI6MjU1LCJCIjoyNTV9fSwiTGluZVdlaWdodCI6MC4wLCJMaW5lVHlwZSI6MCwiUGFyZW50U3R5bGUiOm51bGx9LCJQYXJlbnRTdHlsZSI6bnVsbH0sIk1hcmdpbiI6eyIkaWQiOiI0NzQ2IiwiVG9wIjowLjAsIkxlZnQiOjAuMCwiUmlnaHQiOjAuMCwiQm90dG9tIjowLjB9LCJQYWRkaW5nIjp7IiRpZCI6IjQ3NDciLCJUb3AiOjAuMCwiTGVmdCI6MC4wLCJSaWdodCI6MC4wLCJCb3R0b20iOjAuMH0sIkJhY2tncm91bmQiOm51bGwsIklzVmlzaWJsZSI6dHJ1ZSwiV2lkdGgiOjAuMCwiSGVpZ2h0IjowLjAsIkJvcmRlclN0eWxlIjpudWxsLCJQYXJlbnRTdHlsZSI6bnVsbH0sIkJhY2tncm91bmRTdHlsZSI6eyIkaWQiOiI0NzQ4IiwiTWFyZ2luIjp7IiRpZCI6IjQ3NDkiLCJUb3AiOjAuMCwiTGVmdCI6MC4wLCJSaWdodCI6MC4wLCJCb3R0b20iOjAuMH0sIlBhZGRpbmciOnsiJGlkIjoiNDc1MCIsIlRvcCI6MC4wLCJMZWZ0IjowLjAsIlJpZ2h0IjowLjAsIkJvdHRvbSI6MC4wfSwiQmFja2dyb3VuZCI6eyIkaWQiOiI0NzUxIiwiQ29sb3IiOnsiJGlkIjoiNDc1MiIsIkEiOjUxLCJSIjoyMDAsIkciOjIwMCwiQiI6MjAwfX0sIklzVmlzaWJsZSI6dHJ1ZSwiV2lkdGgiOjAuMCwiSGVpZ2h0IjowLjAsIkJvcmRlclN0eWxlIjp7IiRpZCI6IjQ3NTMiLCJMaW5lQ29sb3IiOnsiJGlkIjoiNDc1NCIsIiR0eXBlIjoiTkxSRS5Db21tb24uRG9tLlNvbGlkQ29sb3JCcnVzaCwgTkxSRS5Db21tb24iLCJDb2xvciI6eyIkaWQiOiI0NzU1IiwiQSI6MjU1LCJSIjoyMzQsIkciOjIyLCJCIjozMH19LCJMaW5lV2VpZ2h0IjowLjAsIkxpbmVUeXBlIjowLCJQYXJlbnRTdHlsZSI6bnVsbH0sIlBhcmVudFN0eWxlIjpudWxsfSwiSXNBYm92ZVRpbWViYW5kIjpmYWxzZSwiU3BhY2luZyI6MiwiRGVmYXVsdFN3aW1sYW5lVGFza1N0eWxlIjp7IiRpZCI6IjQ3NTYiLCIkdHlwZSI6Ik5MUkUuQ29tbW9uLkRvbS5TdHlsZXMuRXhwbGljaXRTZXRhYmxlVGFza1N0eWxlLCBOTFJFLkNvbW1vbiIsIlNoYXBlIjoxLCJTaGFwZVRoaWNrbmVzcyI6MCwiRHVyYXRpb25Gb3JtYXQiOjAsIkluY2x1ZGVOb25Xb3JraW5nRGF5c0luRHVyYXRpb24iOmZhbHNlLCJQZXJjZW50YWdlQ29tcGxldGVTdHlsZSI6eyIkaWQiOiI0NzU3IiwiRm9udFNldHRpbmdzIjp7IiRpZCI6IjQ3NTgiLCJGb250U2l6ZSI6MTAsIkZvbnROYW1lIjoiQ2FsaWJyaSIsIklzQm9sZCI6ZmFsc2UsIklzSXRhbGljIjpmYWxzZSwiSXNVbmRlcmxpbmVkIjpmYWxzZSwiUGFyZW50U3R5bGUiOm51bGx9LCJBdXRvU2l6ZSI6MCwiRm9yZWdyb3VuZCI6eyIkaWQiOiI0NzU5IiwiQ29sb3IiOnsiJGlkIjoiNDc2M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0NzYxIiwiVG9wIjowLjAsIkxlZnQiOjAuMCwiUmlnaHQiOjAuMCwiQm90dG9tIjowLjB9LCJQYWRkaW5nIjp7IiRpZCI6IjQ3NjIiLCJUb3AiOjAuMCwiTGVmdCI6MC4wLCJSaWdodCI6MC4wLCJCb3R0b20iOjAuMH0sIkJhY2tncm91bmQiOnsiJGlkIjoiNDc2MyIsIkNvbG9yIjp7IiRpZCI6IjQ3NjQiLCJBIjo4OSwiUiI6MCwiRyI6MCwiQiI6MH19LCJJc1Zpc2libGUiOnRydWUsIldpZHRoIjowLjAsIkhlaWdodCI6MC4wLCJCb3JkZXJTdHlsZSI6eyIkaWQiOiI0NzY1IiwiTGluZUNvbG9yIjpudWxsLCJMaW5lV2VpZ2h0IjowLjAsIkxpbmVUeXBlIjowLCJQYXJlbnRTdHlsZSI6bnVsbH0sIlBhcmVudFN0eWxlIjpudWxsfSwiRHVyYXRpb25TdHlsZSI6eyIkaWQiOiI0NzY2IiwiRm9udFNldHRpbmdzIjp7IiRpZCI6IjQ3NjciLCJGb250U2l6ZSI6MTAsIkZvbnROYW1lIjoiQ2FsaWJyaSIsIklzQm9sZCI6ZmFsc2UsIklzSXRhbGljIjpmYWxzZSwiSXNVbmRlcmxpbmVkIjpmYWxzZSwiUGFyZW50U3R5bGUiOm51bGx9LCJBdXRvU2l6ZSI6MCwiRm9yZWdyb3VuZCI6eyIkaWQiOiI0NzY4IiwiQ29sb3IiOnsiJGlkIjoiNDc2OS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c3MCIsIlRvcCI6MC4wLCJMZWZ0IjowLjAsIlJpZ2h0IjowLjAsIkJvdHRvbSI6MC4wfSwiUGFkZGluZyI6eyIkaWQiOiI0NzcxIiwiVG9wIjowLjAsIkxlZnQiOjAuMCwiUmlnaHQiOjAuMCwiQm90dG9tIjowLjB9LCJCYWNrZ3JvdW5kIjp7IiRpZCI6IjQ3NzIiLCJDb2xvciI6eyIkaWQiOiI0NzczIiwiQSI6MjU1LCJSIjo2OCwiRyI6ODQsIkIiOjEwNn19LCJJc1Zpc2libGUiOnRydWUsIldpZHRoIjowLjAsIkhlaWdodCI6MC4wLCJCb3JkZXJTdHlsZSI6eyIkaWQiOiI0Nzc0IiwiTGluZUNvbG9yIjpudWxsLCJMaW5lV2VpZ2h0IjowLjAsIkxpbmVUeXBlIjowLCJQYXJlbnRTdHlsZSI6bnVsbH0sIlBhcmVudFN0eWxlIjpudWxsfSwiSG9yaXpvbnRhbENvbm5lY3RvclN0eWxlIjp7IiRpZCI6IjQ3NzUiLCJMaW5lQ29sb3IiOnsiJGlkIjoiNDc3NiIsIiR0eXBlIjoiTkxSRS5Db21tb24uRG9tLlNvbGlkQ29sb3JCcnVzaCwgTkxSRS5Db21tb24iLCJDb2xvciI6eyIkaWQiOiI0Nzc3IiwiQSI6MjU1LCJSIjowLCJHIjowLCJCIjowfX0sIkxpbmVXZWlnaHQiOjAuMCwiTGluZVR5cGUiOjAsIlBhcmVudFN0eWxlIjpudWxsfSwiVmVydGljYWxDb25uZWN0b3JTdHlsZSI6eyIkaWQiOiI0Nzc4IiwiTGluZUNvbG9yIjp7IiRpZCI6IjQ3NzkiLCIkdHlwZSI6Ik5MUkUuQ29tbW9uLkRvbS5Tb2xpZENvbG9yQnJ1c2gsIE5MUkUuQ29tbW9uIiwiQ29sb3IiOnsiJGlkIjoiNDc4M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Q3ODEiLCJTaGFwZVN0eWxlIjp7IiRpZCI6IjQ3ODIiLCJNYXJnaW4iOnsiJGlkIjoiNDc4MyIsIlRvcCI6MC4wLCJMZWZ0IjowLjAsIlJpZ2h0IjowLjAsIkJvdHRvbSI6MC4wfSwiUGFkZGluZyI6eyIkaWQiOiI0Nzg0IiwiVG9wIjowLjAsIkxlZnQiOjAuMCwiUmlnaHQiOjAuMCwiQm90dG9tIjowLjB9LCJCYWNrZ3JvdW5kIjp7IiRpZCI6IjQ3ODUiLCJDb2xvciI6eyIkaWQiOiI0Nzg2IiwiQSI6MTUzLCJSIjowLCJHIjowLCJCIjowfX0sIklzVmlzaWJsZSI6dHJ1ZSwiV2lkdGgiOjAuMCwiSGVpZ2h0IjowLjAsIkJvcmRlclN0eWxlIjp7IiRpZCI6IjQ3ODciLCJMaW5lQ29sb3IiOnsiJGlkIjoiNDc4OCIsIiR0eXBlIjoiTkxSRS5Db21tb24uRG9tLlNvbGlkQ29sb3JCcnVzaCwgTkxSRS5Db21tb24iLCJDb2xvciI6eyIkaWQiOiI0Nzg5IiwiQSI6MjU1LCJSIjoyNTUsIkciOjAsIkIiOjB9fSwiTGluZVdlaWdodCI6MC4wLCJMaW5lVHlwZSI6MCwiUGFyZW50U3R5bGUiOm51bGx9LCJQYXJlbnRTdHlsZSI6bnVsbH0sIk1hcmdpbiI6eyIkaWQiOiI0NzkwIiwiVG9wIjowLjAsIkxlZnQiOjAuMCwiUmlnaHQiOjAuMCwiQm90dG9tIjowLjB9LCJQYWRkaW5nIjp7IiRpZCI6IjQ3OTEiLCJUb3AiOjAuMCwiTGVmdCI6MC4wLCJSaWdodCI6MC4wLCJCb3R0b20iOjAuMH0sIkJhY2tncm91bmQiOm51bGwsIklzVmlzaWJsZSI6dHJ1ZSwiV2lkdGgiOjAuMCwiSGVpZ2h0IjowLjAsIkJvcmRlclN0eWxlIjpudWxsLCJQYXJlbnRTdHlsZSI6bnVsbH0sIlNoYXBlU3R5bGUiOnsiJGlkIjoiNDc5MiIsIk1hcmdpbiI6eyIkaWQiOiI0NzkzIiwiVG9wIjowLjAsIkxlZnQiOjQuMCwiUmlnaHQiOjQuMCwiQm90dG9tIjowLjB9LCJQYWRkaW5nIjp7IiRpZCI6IjQ3OTQiLCJUb3AiOjAuMCwiTGVmdCI6MC4wLCJSaWdodCI6MC4wLCJCb3R0b20iOjAuMH0sIkJhY2tncm91bmQiOnsiJGlkIjoiNDc5NSIsIkNvbG9yIjp7IiRpZCI6IjQ3OTYiLCJBIjoyNTUsIlIiOjE2NSwiRyI6MTY1LCJCIjoxNjV9fSwiSXNWaXNpYmxlIjp0cnVlLCJXaWR0aCI6MC4wLCJIZWlnaHQiOjEwLjAsIkJvcmRlclN0eWxlIjp7IiRpZCI6IjQ3OTciLCJMaW5lQ29sb3IiOnsiJGlkIjoiNDc5OCIsIiR0eXBlIjoiTkxSRS5Db21tb24uRG9tLlNvbGlkQ29sb3JCcnVzaCwgTkxSRS5Db21tb24iLCJDb2xvciI6eyIkaWQiOiI0Nzk5IiwiQSI6MjU1LCJSIjoyMzQsIkciOjIyLCJCIjozMH19LCJMaW5lV2VpZ2h0IjowLjAsIkxpbmVUeXBlIjowLCJQYXJlbnRTdHlsZSI6bnVsbH0sIlBhcmVudFN0eWxlIjpudWxsfSwiVGl0bGVTdHlsZSI6eyIkaWQiOiI0ODAwIiwiRm9udFNldHRpbmdzIjp7IiRpZCI6IjQ4MDEiLCJGb250U2l6ZSI6MTEsIkZvbnROYW1lIjoiQ2FsaWJyaSIsIklzQm9sZCI6ZmFsc2UsIklzSXRhbGljIjpmYWxzZSwiSXNVbmRlcmxpbmVkIjpmYWxzZSwiUGFyZW50U3R5bGUiOm51bGx9LCJBdXRvU2l6ZSI6MCwiRm9yZWdyb3VuZCI6eyIkaWQiOiI0ODAyIiwiQ29sb3IiOnsiJGlkIjoiNDg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A0IiwiVG9wIjowLjAsIkxlZnQiOjAuMCwiUmlnaHQiOjAuMCwiQm90dG9tIjowLjB9LCJQYWRkaW5nIjp7IiRpZCI6IjQ4MDUiLCJUb3AiOjAuMCwiTGVmdCI6MC4wLCJSaWdodCI6MC4wLCJCb3R0b20iOjAuMH0sIkJhY2tncm91bmQiOnsiJGlkIjoiNDgwNiIsIkNvbG9yIjp7IiRpZCI6IjQ4MDciLCJBIjoyNTUsIlIiOjAsIkciOjAsIkIiOjB9fSwiSXNWaXNpYmxlIjp0cnVlLCJXaWR0aCI6MC4wLCJIZWlnaHQiOjAuMCwiQm9yZGVyU3R5bGUiOnsiJGlkIjoiNDgwOCIsIkxpbmVDb2xvciI6bnVsbCwiTGluZVdlaWdodCI6MC4wLCJMaW5lVHlwZSI6MCwiUGFyZW50U3R5bGUiOm51bGx9LCJQYXJlbnRTdHlsZSI6bnVsbH0sIkRhdGVTdHlsZSI6eyIkaWQiOiI0ODA5IiwiRm9udFNldHRpbmdzIjp7IiRpZCI6IjQ4MTAiLCJGb250U2l6ZSI6MTAsIkZvbnROYW1lIjoiQ2FsaWJyaSIsIklzQm9sZCI6ZmFsc2UsIklzSXRhbGljIjpmYWxzZSwiSXNVbmRlcmxpbmVkIjpmYWxzZSwiUGFyZW50U3R5bGUiOm51bGx9LCJBdXRvU2l6ZSI6MCwiRm9yZWdyb3VuZCI6eyIkaWQiOiI0ODExIiwiQ29sb3IiOnsiJGlkIjoiNDgxMiIsIkEiOjI1NSwiUiI6NjgsIkciOjg0LCJCIjoxMDZ9fSwiTWF4V2lkdGgiOjIwMC4wLCJNYXhIZWlnaHQiOiJJbmZpbml0eSIsIlNtYXJ0Rm9yZWdyb3VuZElzQWN0aXZlIjpmYWxzZSwiSG9yaXpvbnRhbEFsaWdubWVudCI6MiwiVmVydGljYWxBbGlnbm1lbnQiOjEsIlNtYXJ0Rm9yZWdyb3VuZCI6bnVsbCwiQmFja2dyb3VuZEZpbGxUeXBlIjowLCJNYXJnaW4iOnsiJGlkIjoiNDgxMyIsIlRvcCI6MC4wLCJMZWZ0IjowLjAsIlJpZ2h0IjowLjAsIkJvdHRvbSI6MC4wfSwiUGFkZGluZyI6eyIkaWQiOiI0ODE0IiwiVG9wIjowLjAsIkxlZnQiOjAuMCwiUmlnaHQiOjAuMCwiQm90dG9tIjowLjB9LCJCYWNrZ3JvdW5kIjp7IiRpZCI6IjQ4MTUiLCJDb2xvciI6eyIkaWQiOiI0ODE2IiwiQSI6MjU1LCJSIjo2OCwiRyI6ODQsIkIiOjEwNn19LCJJc1Zpc2libGUiOnRydWUsIldpZHRoIjowLjAsIkhlaWdodCI6MC4wLCJCb3JkZXJTdHlsZSI6eyIkaWQiOiI0ODE3IiwiTGluZUNvbG9yIjpudWxsLCJMaW5lV2VpZ2h0IjowLjAsIkxpbmVUeXBlIjowLCJQYXJlbnRTdHlsZSI6bnVsbH0sIlBhcmVudFN0eWxlIjpudWxsfSwiRGF0ZUZvcm1hdCI6eyIkaWQiOiI0ODE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MTkiLCJGb3JtYXQiOjAsIklzVmlzaWJsZSI6ZmFsc2UsIkxhc3RLbm93blZpc2liaWxpdHlTdGF0ZSI6ZmFsc2V9LCJJc1Zpc2libGUiOnRydWUsIlZhcmlhbmNlU3R5bGUiOnsiJGlkIjoiNDgyMCIsIlRleHRTdHlsZSI6eyIkaWQiOiI0ODIxIiwiRm9udFNldHRpbmdzIjp7IiRpZCI6IjQ4MjIiLCJGb250U2l6ZSI6MTAsIkZvbnROYW1lIjoiQ2FsaWJyaSIsIklzQm9sZCI6ZmFsc2UsIklzSXRhbGljIjpmYWxzZSwiSXNVbmRlcmxpbmVkIjpmYWxzZSwiUGFyZW50U3R5bGUiOm51bGx9LCJBdXRvU2l6ZSI6MCwiRm9yZWdyb3VuZCI6eyIkaWQiOiI0ODIzIiwiQ29sb3IiOnsiJGlkIjoiNDgy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DI1IiwiVG9wIjowLjAsIkxlZnQiOjAuMCwiUmlnaHQiOjAuMCwiQm90dG9tIjowLjB9LCJQYWRkaW5nIjp7IiRpZCI6IjQ4MjYiLCJUb3AiOjAuMCwiTGVmdCI6MC4wLCJSaWdodCI6MC4wLCJCb3R0b20iOjAuMH0sIkJhY2tncm91bmQiOnsiJGlkIjoiNDgyNyIsIkNvbG9yIjp7IiRpZCI6IjQ4MjgiLCJBIjoyNTUsIlIiOjAsIkciOjAsIkIiOjB9fSwiSXNWaXNpYmxlIjp0cnVlLCJXaWR0aCI6MC4wLCJIZWlnaHQiOjAuMCwiQm9yZGVyU3R5bGUiOnsiJGlkIjoiNDgyOSIsIkxpbmVDb2xvciI6bnVsbCwiTGluZVdlaWdodCI6MC4wLCJMaW5lVHlwZSI6MCwiUGFyZW50U3R5bGUiOm51bGx9LCJQYXJlbnRTdHlsZSI6bnVsbH0sIlBhcmVudFN0eWxlIjpudWxsfSwiUGFyZW50U3R5bGUiOm51bGwsIl9leHBsaWNpdGx5U2V0Ijp7IiRpZCI6IjQ4Mz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ODMxIiwiU2hhcGUiOjEsIkNvbm5lY3Rvck1hcmdpbiI6eyIkaWQiOiI0ODMyIiwiVG9wIjowLjAsIkxlZnQiOjIuMCwiUmlnaHQiOjIuMCwiQm90dG9tIjowLjB9LCJDb25uZWN0b3JTdHlsZSI6eyIkaWQiOiI0ODMzIiwiTGluZUNvbG9yIjp7IiRpZCI6IjQ4MzQiLCIkdHlwZSI6Ik5MUkUuQ29tbW9uLkRvbS5Tb2xpZENvbG9yQnJ1c2gsIE5MUkUuQ29tbW9uIiwiQ29sb3IiOnsiJGlkIjoiNDgzNSIsIkEiOjEyNywiUiI6NTcsIkciOjU3LCJCIjo1N319LCJMaW5lV2VpZ2h0IjoxLjAsIkxpbmVUeXBlIjowLCJQYXJlbnRTdHlsZSI6bnVsbH0sIklzQmVsb3dUaW1lYmFuZCI6ZmFsc2UsIlBvc2l0aW9uT25UYXNrIjoxLCJIaWRlRGF0ZSI6ZmFsc2UsIlNoYXBlU2l6ZSI6MCwiU3BhY2luZyI6MC4wLCJQYWRkaW5nIjp7IiRpZCI6IjQ4MzYiLCJUb3AiOjUuMCwiTGVmdCI6My4wLCJSaWdodCI6MC4wLCJCb3R0b20iOjIuMH0sIlNoYXBlU3R5bGUiOnsiJGlkIjoiNDgzNyIsIk1hcmdpbiI6eyIkaWQiOiI0ODM4IiwiVG9wIjowLjAsIkxlZnQiOjAuMCwiUmlnaHQiOjAuMCwiQm90dG9tIjowLjB9LCJQYWRkaW5nIjp7IiRpZCI6IjQ4MzkiLCJUb3AiOjAuMCwiTGVmdCI6MC4wLCJSaWdodCI6MC4wLCJCb3R0b20iOjAuMH0sIkJhY2tncm91bmQiOnsiJGlkIjoiNDg0MCIsIkNvbG9yIjp7IiRpZCI6IjQ4NDEiLCJBIjoyNTUsIlIiOjU3LCJHIjo1NywiQiI6NTd9fSwiSXNWaXNpYmxlIjp0cnVlLCJXaWR0aCI6MTIuMCwiSGVpZ2h0IjoxNC4wLCJCb3JkZXJTdHlsZSI6eyIkaWQiOiI0ODQyIiwiTGluZUNvbG9yIjp7IiRpZCI6IjQ4NDMiLCIkdHlwZSI6Ik5MUkUuQ29tbW9uLkRvbS5Tb2xpZENvbG9yQnJ1c2gsIE5MUkUuQ29tbW9uIiwiQ29sb3IiOnsiJGlkIjoiNDg0NCIsIkEiOjI1NSwiUiI6MjU1LCJHIjowLCJCIjowfX0sIkxpbmVXZWlnaHQiOjAuMCwiTGluZVR5cGUiOjAsIlBhcmVudFN0eWxlIjpudWxsfSwiUGFyZW50U3R5bGUiOm51bGx9LCJUaXRsZVN0eWxlIjp7IiRpZCI6IjQ4NDUiLCJGb250U2V0dGluZ3MiOnsiJGlkIjoiNDg0NiIsIkZvbnRTaXplIjoxMSwiRm9udE5hbWUiOiJDYWxpYnJpIiwiSXNCb2xkIjpmYWxzZSwiSXNJdGFsaWMiOmZhbHNlLCJJc1VuZGVybGluZWQiOmZhbHNlLCJQYXJlbnRTdHlsZSI6bnVsbH0sIkF1dG9TaXplIjowLCJGb3JlZ3JvdW5kIjp7IiRpZCI6IjQ4NDciLCJDb2xvciI6eyIkaWQiOiI0ODQ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4NDkiLCJUb3AiOjAuMCwiTGVmdCI6MC4wLCJSaWdodCI6MC4wLCJCb3R0b20iOjAuMH0sIlBhZGRpbmciOnsiJGlkIjoiNDg1MCIsIlRvcCI6MC4wLCJMZWZ0IjowLjAsIlJpZ2h0IjowLjAsIkJvdHRvbSI6MC4wfSwiQmFja2dyb3VuZCI6eyIkaWQiOiI0ODUxIiwiQ29sb3IiOnsiJGlkIjoiNDg1MiIsIkEiOjI1NSwiUiI6MCwiRyI6MCwiQiI6MH19LCJJc1Zpc2libGUiOnRydWUsIldpZHRoIjowLjAsIkhlaWdodCI6MC4wLCJCb3JkZXJTdHlsZSI6eyIkaWQiOiI0ODUzIiwiTGluZUNvbG9yIjpudWxsLCJMaW5lV2VpZ2h0IjowLjAsIkxpbmVUeXBlIjowLCJQYXJlbnRTdHlsZSI6bnVsbH0sIlBhcmVudFN0eWxlIjpudWxsfSwiRGF0ZVN0eWxlIjp7IiRpZCI6IjQ4NTQiLCJGb250U2V0dGluZ3MiOnsiJGlkIjoiNDg1NSIsIkZvbnRTaXplIjoxMCwiRm9udE5hbWUiOiJDYWxpYnJpIiwiSXNCb2xkIjpmYWxzZSwiSXNJdGFsaWMiOmZhbHNlLCJJc1VuZGVybGluZWQiOmZhbHNlLCJQYXJlbnRTdHlsZSI6bnVsbH0sIkF1dG9TaXplIjowLCJGb3JlZ3JvdW5kIjp7IiRpZCI6IjQ4NTYiLCJDb2xvciI6eyIkaWQiOiI0ODU3IiwiQSI6MjU1LCJSIjo2OCwiRyI6ODQsIkIiOjEwNn19LCJNYXhXaWR0aCI6MjAwLjAsIk1heEhlaWdodCI6IkluZmluaXR5IiwiU21hcnRGb3JlZ3JvdW5kSXNBY3RpdmUiOmZhbHNlLCJIb3Jpem9udGFsQWxpZ25tZW50IjoxLCJWZXJ0aWNhbEFsaWdubWVudCI6MSwiU21hcnRGb3JlZ3JvdW5kIjpudWxsLCJCYWNrZ3JvdW5kRmlsbFR5cGUiOjAsIk1hcmdpbiI6eyIkaWQiOiI0ODU4IiwiVG9wIjowLjAsIkxlZnQiOjAuMCwiUmlnaHQiOjAuMCwiQm90dG9tIjowLjB9LCJQYWRkaW5nIjp7IiRpZCI6IjQ4NTkiLCJUb3AiOjAuMCwiTGVmdCI6MC4wLCJSaWdodCI6MC4wLCJCb3R0b20iOjAuMH0sIkJhY2tncm91bmQiOnsiJGlkIjoiNDg2MCIsIkNvbG9yIjp7IiRpZCI6IjQ4NjEiLCJBIjoyNTUsIlIiOjY4LCJHIjo4NCwiQiI6MTA2fX0sIklzVmlzaWJsZSI6dHJ1ZSwiV2lkdGgiOjAuMCwiSGVpZ2h0IjowLjAsIkJvcmRlclN0eWxlIjp7IiRpZCI6IjQ4NjIiLCJMaW5lQ29sb3IiOm51bGwsIkxpbmVXZWlnaHQiOjAuMCwiTGluZVR5cGUiOjAsIlBhcmVudFN0eWxlIjpudWxsfSwiUGFyZW50U3R5bGUiOm51bGx9LCJEYXRlRm9ybWF0Ijp7IiRpZCI6IjQ4NjMiLCJGb3JtYXRTdHJpbmciOiJN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NjQiLCJGb3JtYXQiOjAsIklzVmlzaWJsZSI6ZmFsc2UsIkxhc3RLbm93blZpc2liaWxpdHlTdGF0ZSI6ZmFsc2V9LCJJc1Zpc2libGUiOmZhbHNlLCJWYXJpYW5jZVN0eWxlIjp7IiRpZCI6IjQ4NjUiLCJUZXh0U3R5bGUiOnsiJGlkIjoiNDg2NiIsIkZvbnRTZXR0aW5ncyI6eyIkaWQiOiI0ODY3IiwiRm9udFNpemUiOjEwLCJGb250TmFtZSI6IkNhbGlicmkiLCJJc0JvbGQiOmZhbHNlLCJJc0l0YWxpYyI6ZmFsc2UsIklzVW5kZXJsaW5lZCI6ZmFsc2UsIlBhcmVudFN0eWxlIjpudWxsfSwiQXV0b1NpemUiOjAsIkZvcmVncm91bmQiOnsiJGlkIjoiNDg2OCIsIkNvbG9yIjp7IiRpZCI6IjQ4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3MCIsIlRvcCI6MC4wLCJMZWZ0IjowLjAsIlJpZ2h0IjowLjAsIkJvdHRvbSI6MC4wfSwiUGFkZGluZyI6eyIkaWQiOiI0ODcxIiwiVG9wIjowLjAsIkxlZnQiOjAuMCwiUmlnaHQiOjAuMCwiQm90dG9tIjowLjB9LCJCYWNrZ3JvdW5kIjp7IiRpZCI6IjQ4NzIiLCJDb2xvciI6eyIkaWQiOiI0ODczIiwiQSI6MjU1LCJSIjowLCJHIjowLCJCIjowfX0sIklzVmlzaWJsZSI6dHJ1ZSwiV2lkdGgiOjAuMCwiSGVpZ2h0IjowLjAsIkJvcmRlclN0eWxlIjp7IiRpZCI6IjQ4NzQiLCJMaW5lQ29sb3IiOm51bGwsIkxpbmVXZWlnaHQiOjAuMCwiTGluZVR5cGUiOjAsIlBhcmVudFN0eWxlIjpudWxsfSwiUGFyZW50U3R5bGUiOm51bGx9LCJQYXJlbnRTdHlsZSI6bnVsbH0sIlBhcmVudFN0eWxlIjpudWxsfSwiRGVmYXVsdFN3aW1sYW5lTWlsZXN0b25lU3R5bGUiOnsiJGlkIjoiNDg3NSIsIlRpdGxlUG9zaXRpb24iOiJMZWZ0IiwiRGF0ZVBvc2l0aW9uIjoiUmlnaHQiLCJWYXJpYW5jZVBvc2l0aW9uIjoiUmlnaHQiLCJTaGFwZVR5cGUiOjEsIlNoYXBlU2l6ZSI6MCwiU3BhY2luZyI6NSwiU2hhcGVTdHlsZSI6eyIkaWQiOiI0ODc2IiwiTWFyZ2luIjp7IiRpZCI6IjQ4NzciLCJUb3AiOjAuMCwiTGVmdCI6MC4wLCJSaWdodCI6MC4wLCJCb3R0b20iOjAuMH0sIlBhZGRpbmciOnsiJGlkIjoiNDg3OCIsIlRvcCI6MC4wLCJMZWZ0IjowLjAsIlJpZ2h0IjowLjAsIkJvdHRvbSI6MC4wfSwiQmFja2dyb3VuZCI6eyIkaWQiOiI0ODc5IiwiQ29sb3IiOnsiJGlkIjoiNDg4MCIsIkEiOjI1NSwiUiI6MTY1LCJHIjoxNjUsIkIiOjE2NX19LCJJc1Zpc2libGUiOnRydWUsIldpZHRoIjoxMi4wLCJIZWlnaHQiOjE0LjAsIkJvcmRlclN0eWxlIjp7IiRpZCI6IjQ4ODEiLCJMaW5lQ29sb3IiOnsiJGlkIjoiNDg4MiIsIiR0eXBlIjoiTkxSRS5Db21tb24uRG9tLlNvbGlkQ29sb3JCcnVzaCwgTkxSRS5Db21tb24iLCJDb2xvciI6eyIkaWQiOiI0ODgzIiwiQSI6MjU1LCJSIjoyMzQsIkciOjIyLCJCIjozMH19LCJMaW5lV2VpZ2h0IjowLjAsIkxpbmVUeXBlIjowLCJQYXJlbnRTdHlsZSI6bnVsbH0sIlBhcmVudFN0eWxlIjpudWxsfSwiVGl0bGVTdHlsZSI6eyIkaWQiOiI0ODg0IiwiRm9udFNldHRpbmdzIjp7IiRpZCI6IjQ4ODUiLCJGb250U2l6ZSI6MTEsIkZvbnROYW1lIjoiQ2FsaWJyaSIsIklzQm9sZCI6ZmFsc2UsIklzSXRhbGljIjpmYWxzZSwiSXNVbmRlcmxpbmVkIjpmYWxzZSwiUGFyZW50U3R5bGUiOm51bGx9LCJBdXRvU2l6ZSI6MCwiRm9yZWdyb3VuZCI6eyIkaWQiOiI0ODg2IiwiQ29sb3IiOnsiJGlkIjoiNDg4N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ODg4IiwiVG9wIjowLjAsIkxlZnQiOjAuMCwiUmlnaHQiOjAuMCwiQm90dG9tIjowLjB9LCJQYWRkaW5nIjp7IiRpZCI6IjQ4ODkiLCJUb3AiOjAuMCwiTGVmdCI6MC4wLCJSaWdodCI6MC4wLCJCb3R0b20iOjAuMH0sIkJhY2tncm91bmQiOnsiJGlkIjoiNDg5MCIsIkNvbG9yIjp7IiRpZCI6IjQ4OTEiLCJBIjoyNTUsIlIiOjAsIkciOjAsIkIiOjB9fSwiSXNWaXNpYmxlIjp0cnVlLCJXaWR0aCI6MC4wLCJIZWlnaHQiOjAuMCwiQm9yZGVyU3R5bGUiOnsiJGlkIjoiNDg5MiIsIkxpbmVDb2xvciI6bnVsbCwiTGluZVdlaWdodCI6MC4wLCJMaW5lVHlwZSI6MCwiUGFyZW50U3R5bGUiOm51bGx9LCJQYXJlbnRTdHlsZSI6bnVsbH0sIkRhdGVTdHlsZSI6eyIkaWQiOiI0ODkzIiwiRm9udFNldHRpbmdzIjp7IiRpZCI6IjQ4OTQiLCJGb250U2l6ZSI6MTAsIkZvbnROYW1lIjoiQ2FsaWJyaSIsIklzQm9sZCI6ZmFsc2UsIklzSXRhbGljIjpmYWxzZSwiSXNVbmRlcmxpbmVkIjpmYWxzZSwiUGFyZW50U3R5bGUiOm51bGx9LCJBdXRvU2l6ZSI6MCwiRm9yZWdyb3VuZCI6eyIkaWQiOiI0ODk1IiwiQ29sb3IiOnsiJGlkIjoiNDg5NiIsIkEiOjI1NSwiUiI6NjgsIkciOjg0LCJCIjoxMDZ9fSwiTWF4V2lkdGgiOjIwMC4wLCJNYXhIZWlnaHQiOiJJbmZpbml0eSIsIlNtYXJ0Rm9yZWdyb3VuZElzQWN0aXZlIjpmYWxzZSwiSG9yaXpvbnRhbEFsaWdubWVudCI6MCwiVmVydGljYWxBbGlnbm1lbnQiOjEsIlNtYXJ0Rm9yZWdyb3VuZCI6bnVsbCwiQmFja2dyb3VuZEZpbGxUeXBlIjowLCJNYXJnaW4iOnsiJGlkIjoiNDg5NyIsIlRvcCI6MC4wLCJMZWZ0IjowLjAsIlJpZ2h0IjowLjAsIkJvdHRvbSI6MC4wfSwiUGFkZGluZyI6eyIkaWQiOiI0ODk4IiwiVG9wIjowLjAsIkxlZnQiOjAuMCwiUmlnaHQiOjAuMCwiQm90dG9tIjowLjB9LCJCYWNrZ3JvdW5kIjp7IiRpZCI6IjQ4OTkiLCJDb2xvciI6eyIkaWQiOiI0OTAwIiwiQSI6MjU1LCJSIjo2OCwiRyI6ODQsIkIiOjEwNn19LCJJc1Zpc2libGUiOnRydWUsIldpZHRoIjowLjAsIkhlaWdodCI6MC4wLCJCb3JkZXJTdHlsZSI6eyIkaWQiOiI0OTAxIiwiTGluZUNvbG9yIjpudWxsLCJMaW5lV2VpZ2h0IjowLjAsIkxpbmVUeXBlIjowLCJQYXJlbnRTdHlsZSI6bnVsbH0sIlBhcmVudFN0eWxlIjpudWxsfSwiRGF0ZUZvcm1hdCI6eyIkaWQiOiI0OTA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5MDMiLCJGb3JtYXQiOjAsIklzVmlzaWJsZSI6ZmFsc2UsIkxhc3RLbm93blZpc2liaWxpdHlTdGF0ZSI6ZmFsc2V9LCJJc1Zpc2libGUiOnRydWUsIlZhcmlhbmNlU3R5bGUiOnsiJGlkIjoiNDkwNCIsIlRleHRTdHlsZSI6eyIkaWQiOiI0OTA1IiwiRm9udFNldHRpbmdzIjp7IiRpZCI6IjQ5MDYiLCJGb250U2l6ZSI6MTAsIkZvbnROYW1lIjoiQ2FsaWJyaSIsIklzQm9sZCI6ZmFsc2UsIklzSXRhbGljIjpmYWxzZSwiSXNVbmRlcmxpbmVkIjpmYWxzZSwiUGFyZW50U3R5bGUiOm51bGx9LCJBdXRvU2l6ZSI6MCwiRm9yZWdyb3VuZCI6eyIkaWQiOiI0OTA3IiwiQ29sb3IiOnsiJGlkIjoiNDkw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TA5IiwiVG9wIjowLjAsIkxlZnQiOjAuMCwiUmlnaHQiOjAuMCwiQm90dG9tIjowLjB9LCJQYWRkaW5nIjp7IiRpZCI6IjQ5MTAiLCJUb3AiOjAuMCwiTGVmdCI6MC4wLCJSaWdodCI6MC4wLCJCb3R0b20iOjAuMH0sIkJhY2tncm91bmQiOnsiJGlkIjoiNDkxMSIsIkNvbG9yIjp7IiRpZCI6IjQ5MTIiLCJBIjoyNTUsIlIiOjAsIkciOjAsIkIiOjB9fSwiSXNWaXNpYmxlIjp0cnVlLCJXaWR0aCI6MC4wLCJIZWlnaHQiOjAuMCwiQm9yZGVyU3R5bGUiOnsiJGlkIjoiNDkxMyIsIkxpbmVDb2xvciI6bnVsbCwiTGluZVdlaWdodCI6MC4wLCJMaW5lVHlwZSI6MCwiUGFyZW50U3R5bGUiOm51bGx9LCJQYXJlbnRTdHlsZSI6bnVsbH0sIlBhcmVudFN0eWxlIjpudWxsfSwiUGFyZW50U3R5bGUiOm51bGx9LCJEZWZhdWx0U3dpbWxhbmVBY3Rpdml0eVN0eWxlIjp7IiRpZCI6IjQ5MTQiLCJIZWFkZXJTdHlsZSI6eyIkaWQiOiI0OTE1IiwiVGV4dFN0eWxlIjp7IiRpZCI6IjQ5MTYiLCJGb250U2V0dGluZ3MiOnsiJGlkIjoiNDkxNyIsIkZvbnRTaXplIjoxMSwiRm9udE5hbWUiOiJDYWxpYnJpIiwiSXNCb2xkIjpmYWxzZSwiSXNJdGFsaWMiOmZhbHNlLCJJc1VuZGVybGluZWQiOmZhbHNlLCJQYXJlbnRTdHlsZSI6bnVsbH0sIkF1dG9TaXplIjoyLCJGb3JlZ3JvdW5kIjp7IiRpZCI6IjQ5MTgiLCJDb2xvciI6eyIkaWQiOiI0OTE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DkyMCIsIlRvcCI6MC4wLCJMZWZ0IjowLjAsIlJpZ2h0IjowLjAsIkJvdHRvbSI6MC4wfSwiUGFkZGluZyI6eyIkaWQiOiI0OTIxIiwiVG9wIjowLjAsIkxlZnQiOjAuMCwiUmlnaHQiOjAuMCwiQm90dG9tIjowLjB9LCJCYWNrZ3JvdW5kIjp7IiRpZCI6IjQ5MjIiLCJDb2xvciI6eyIkaWQiOiI0OTIzIiwiQSI6MjU1LCJSIjo2NCwiRyI6NjQsIkIiOjY0fX0sIklzVmlzaWJsZSI6dHJ1ZSwiV2lkdGgiOjAuMCwiSGVpZ2h0IjowLjAsIkJvcmRlclN0eWxlIjpudWxsLCJQYXJlbnRTdHlsZSI6bnVsbH0sIlJlY3RhbmdsZVN0eWxlIjp7IiRpZCI6IjQ5MjQiLCJNYXJnaW4iOnsiJGlkIjoiNDkyNSIsIlRvcCI6MC4wLCJMZWZ0IjowLjAsIlJpZ2h0IjowLjAsIkJvdHRvbSI6MC4wfSwiUGFkZGluZyI6eyIkaWQiOiI0OTI2IiwiVG9wIjowLjAsIkxlZnQiOjAuMCwiUmlnaHQiOjAuMCwiQm90dG9tIjowLjB9LCJCYWNrZ3JvdW5kIjp7IiRpZCI6IjQ5MjciLCJDb2xvciI6eyIkaWQiOiI0OTI4IiwiQSI6MTI3LCJSIjoxNjUsIkciOjE2NSwiQiI6MTY1fX0sIklzVmlzaWJsZSI6dHJ1ZSwiV2lkdGgiOjAuMCwiSGVpZ2h0IjowLjAsIkJvcmRlclN0eWxlIjp7IiRpZCI6IjQ5MjkiLCJMaW5lQ29sb3IiOnsiJGlkIjoiNDkzMCIsIiR0eXBlIjoiTkxSRS5Db21tb24uRG9tLlNvbGlkQ29sb3JCcnVzaCwgTkxSRS5Db21tb24iLCJDb2xvciI6eyIkaWQiOiI0OTMxIiwiQSI6MjU1LCJSIjoyNTUsIkciOjAsIkIiOjB9fSwiTGluZVdlaWdodCI6MC4wLCJMaW5lVHlwZSI6MCwiUGFyZW50U3R5bGUiOm51bGx9LCJQYXJlbnRTdHlsZSI6bnVsbH0sIk1hcmdpbiI6eyIkaWQiOiI0OTMyIiwiVG9wIjowLjAsIkxlZnQiOjAuMCwiUmlnaHQiOjAuMCwiQm90dG9tIjowLjB9LCJQYWRkaW5nIjp7IiRpZCI6IjQ5MzMiLCJUb3AiOjAuMCwiTGVmdCI6MC4wLCJSaWdodCI6MC4wLCJCb3R0b20iOjAuMH0sIkJhY2tncm91bmQiOm51bGwsIklzVmlzaWJsZSI6dHJ1ZSwiV2lkdGgiOjAuMCwiSGVpZ2h0IjowLjAsIkJvcmRlclN0eWxlIjpudWxsLCJQYXJlbnRTdHlsZSI6bnVsbH0sIkJhY2tncm91bmRTdHlsZSI6eyIkaWQiOiI0OTM0IiwiTWFyZ2luIjp7IiRpZCI6IjQ5MzUiLCJUb3AiOjAuMCwiTGVmdCI6MC4wLCJSaWdodCI6MC4wLCJCb3R0b20iOjAuMH0sIlBhZGRpbmciOnsiJGlkIjoiNDkzNiIsIlRvcCI6MC4wLCJMZWZ0IjowLjAsIlJpZ2h0IjowLjAsIkJvdHRvbSI6MC4wfSwiQmFja2dyb3VuZCI6eyIkaWQiOiI0OTM3IiwiQ29sb3IiOnsiJGlkIjoiNDkzOCIsIkEiOjUxLCJSIjoyMDAsIkciOjIwMCwiQiI6MjAwfX0sIklzVmlzaWJsZSI6dHJ1ZSwiV2lkdGgiOjAuMCwiSGVpZ2h0IjowLjAsIkJvcmRlclN0eWxlIjp7IiRpZCI6IjQ5MzkiLCJMaW5lQ29sb3IiOnsiJGlkIjoiNDk0MCIsIiR0eXBlIjoiTkxSRS5Db21tb24uRG9tLlNvbGlkQ29sb3JCcnVzaCwgTkxSRS5Db21tb24iLCJDb2xvciI6eyIkaWQiOiI0OTQxIiwiQSI6MjU1LCJSIjoyMzQsIkciOjIyLCJCIjozMH19LCJMaW5lV2VpZ2h0IjowLjAsIkxpbmVUeXBlIjowLCJQYXJlbnRTdHlsZSI6bnVsbH0sIlBhcmVudFN0eWxlIjpudWxsfSwiTWFyZ2luIjp7IiRpZCI6IjQ5NDIiLCJUb3AiOjAuMCwiTGVmdCI6MC4wLCJSaWdodCI6MC4wLCJCb3R0b20iOjAuMH0sIlBhZGRpbmciOnsiJGlkIjoiNDk0MyIsIlRvcCI6MC4wLCJMZWZ0IjowLjAsIlJpZ2h0IjowLjAsIkJvdHRvbSI6MC4wfSwiSXNWaXNpYmxlIjp0cnVlLCJXaWR0aCI6MC4wLCJIZWlnaHQiOjAuMCwiQm9yZGVyU3R5bGUiOnsiJGlkIjoiNDk0NCIsIkxpbmVDb2xvciI6bnVsbCwiTGluZVdlaWdodCI6MC4wLCJMaW5lVHlwZSI6MCwiUGFyZW50U3R5bGUiOm51bGx9LCJQYXJlbnRTdHlsZSI6bnVsbH0sIk1hcmdpbiI6eyIkaWQiOiI0OTQ1IiwiVG9wIjowLjAsIkxlZnQiOjAuMCwiUmlnaHQiOjAuMCwiQm90dG9tIjowLjB9LCJQYWRkaW5nIjp7IiRpZCI6IjQ5NDYiLCJUb3AiOjAuMCwiTGVmdCI6MC4wLCJSaWdodCI6MC4wLCJCb3R0b20iOjAuMH0sIklzVmlzaWJsZSI6dHJ1ZSwiV2lkdGgiOjAuMCwiSGVpZ2h0IjowLjAsIkJvcmRlclN0eWxlIjp7IiRpZCI6IjQ5NDciLCJMaW5lQ29sb3IiOm51bGwsIkxpbmVXZWlnaHQiOjAuMCwiTGluZVR5cGUiOjAsIlBhcmVudFN0eWxlIjpudWxsfSwiUGFyZW50U3R5bGUiOm51bGx9XSwiQ29uZGl0aW9uYWxGb3JtYXR0aW5nIjp7IiRpZCI6IjQ5NDgiLCJQdkFGb3JtYXR0aW5nIjp7IiRpZCI6IjQ5NDkiLCJEZWxheVRhc2tTdHlsZSI6eyIkaWQiOiI0OTUwIiwiU3R5bGVPcHRpb25zIjoyNCwiVGl0bGVGb3JlZ3JvdW5kIjp7IiRpZCI6IjQ5NTEiLCJDb2xvciI6eyIkaWQiOiI0OTUyIiwiQSI6MjU1LCJSIjoxNzUsIkciOjAsIkIiOjB9fSwiQWN0dWFsU2hhcGVzQmFja2dyb3VuZCI6eyIkaWQiOiI0OTUzIiwiQ29sb3IiOnsiJGlkIjoiNDk1NCIsIkEiOjYyLCJSIjoyNTUsIkciOjAsIkIiOjB9fSwiQWN0dWFsU2hhcGVzQm9yZGVyU3R5bGUiOnsiJGlkIjoiNDk1NSIsIkxpbmVDb2xvciI6eyIkaWQiOiI0OTU2IiwiJHR5cGUiOiJOTFJFLkNvbW1vbi5Eb20uU29saWRDb2xvckJydXNoLCBOTFJFLkNvbW1vbiIsIkNvbG9yIjp7IiRpZCI6IjQ5NTciLCJBIjoxNjMsIlIiOjI1NSwiRyI6MCwiQiI6MH19LCJMaW5lV2VpZ2h0IjozLjAsIkxpbmVUeXBlIjowLCJQYXJlbnRTdHlsZSI6bnVsbH0sIkJhc2VsaW5lU2hhcGVzQmFja2dyb3VuZCI6eyIkaWQiOiI0OTU4IiwiQ29sb3IiOnsiJGlkIjoiNDk1OSIsIkEiOjE4NCwiUiI6MjU1LCJHIjowLCJCIjowfX0sIlZhcmlhbmNlRm9yZWdyb3VuZCI6eyIkaWQiOiI0OTYwIiwiQ29sb3IiOnsiJGlkIjoiNDk2MSIsIkEiOjI1NSwiUiI6MTc1LCJHIjowLCJCIjowfX0sIklzVmlzaWJsZSI6dHJ1ZX0sIkRlbGF5TWlsZXN0b25lU3R5bGUiOnsiJGlkIjoiNDk2MiIsIlN0eWxlT3B0aW9ucyI6MTgsIlRpdGxlRm9yZWdyb3VuZCI6eyIkaWQiOiI0OTYzIiwiQ29sb3IiOnsiJGlkIjoiNDk2NCIsIkEiOjI1NSwiUiI6MTc1LCJHIjowLCJCIjowfX0sIkFjdHVhbFNoYXBlc0JhY2tncm91bmQiOnsiJGlkIjoiNDk2NSIsIkNvbG9yIjp7IiRpZCI6IjQ5NjYiLCJBIjoyNTUsIlIiOjIyMiwiRyI6ODAsIkIiOjUwfX0sIkFjdHVhbFNoYXBlc0JvcmRlclN0eWxlIjp7IiRpZCI6IjQ5NjciLCJMaW5lQ29sb3IiOnsiJGlkIjoiNDk2OCIsIiR0eXBlIjoiTkxSRS5Db21tb24uRG9tLlNvbGlkQ29sb3JCcnVzaCwgTkxSRS5Db21tb24iLCJDb2xvciI6eyIkaWQiOiI0OTY5IiwiQSI6MTYzLCJSIjoyNTUsIkciOjAsIkIiOjB9fSwiTGluZVdlaWdodCI6My4wLCJMaW5lVHlwZSI6MCwiUGFyZW50U3R5bGUiOm51bGx9LCJCYXNlbGluZVNoYXBlc0JhY2tncm91bmQiOnsiJGlkIjoiNDk3MCIsIkNvbG9yIjp7IiRpZCI6IjQ5NzEiLCJBIjoxODQsIlIiOjI1NSwiRyI6MCwiQiI6MH19LCJWYXJpYW5jZUZvcmVncm91bmQiOnsiJGlkIjoiNDk3MiIsIkNvbG9yIjp7IiRpZCI6IjQ5NzMiLCJBIjoyNTUsIlIiOjE3NSwiRyI6MCwiQiI6MH19LCJJc1Zpc2libGUiOnRydWV9LCJBZHZhbmNlVGFza1N0eWxlIjp7IiRpZCI6IjQ5NzQiLCJTdHlsZU9wdGlvbnMiOjI0LCJUaXRsZUZvcmVncm91bmQiOnsiJGlkIjoiNDk3NSIsIkNvbG9yIjp7IiRpZCI6IjQ5NzYiLCJBIjoyNTUsIlIiOjAsIkciOjExMCwiQiI6MH19LCJBY3R1YWxTaGFwZXNCYWNrZ3JvdW5kIjp7IiRpZCI6IjQ5NzciLCJDb2xvciI6eyIkaWQiOiI0OTc4IiwiQSI6NjEsIlIiOjAsIkciOjEyOCwiQiI6MH19LCJBY3R1YWxTaGFwZXNCb3JkZXJTdHlsZSI6eyIkaWQiOiI0OTc5IiwiTGluZUNvbG9yIjp7IiRpZCI6IjQ5ODAiLCIkdHlwZSI6Ik5MUkUuQ29tbW9uLkRvbS5Tb2xpZENvbG9yQnJ1c2gsIE5MUkUuQ29tbW9uIiwiQ29sb3IiOnsiJGlkIjoiNDk4MSIsIkEiOjE2MywiUiI6MCwiRyI6MTI4LCJCIjowfX0sIkxpbmVXZWlnaHQiOjMuMCwiTGluZVR5cGUiOjAsIlBhcmVudFN0eWxlIjpudWxsfSwiQmFzZWxpbmVTaGFwZXNCYWNrZ3JvdW5kIjp7IiRpZCI6IjQ5ODIiLCJDb2xvciI6eyIkaWQiOiI0OTgzIiwiQSI6MTg0LCJSIjowLCJHIjoxMjgsIkIiOjB9fSwiVmFyaWFuY2VGb3JlZ3JvdW5kIjp7IiRpZCI6IjQ5ODQiLCJDb2xvciI6eyIkaWQiOiI0OTg1IiwiQSI6MjU1LCJSIjowLCJHIjoxMTAsIkIiOjB9fSwiSXNWaXNpYmxlIjp0cnVlfSwiQWR2YW5jZU1pbGVzdG9uZVN0eWxlIjp7IiRpZCI6IjQ5ODYiLCJTdHlsZU9wdGlvbnMiOjE4LCJUaXRsZUZvcmVncm91bmQiOnsiJGlkIjoiNDk4NyIsIkNvbG9yIjp7IiRpZCI6IjQ5ODgiLCJBIjoyNTUsIlIiOjAsIkciOjExMCwiQiI6MH19LCJBY3R1YWxTaGFwZXNCYWNrZ3JvdW5kIjp7IiRpZCI6IjQ5ODkiLCJDb2xvciI6eyIkaWQiOiI0OTkwIiwiQSI6MjU1LCJSIjoyMCwiRyI6MTAwLCJCIjowfX0sIkFjdHVhbFNoYXBlc0JvcmRlclN0eWxlIjp7IiRpZCI6IjQ5OTEiLCJMaW5lQ29sb3IiOnsiJGlkIjoiNDk5MiIsIiR0eXBlIjoiTkxSRS5Db21tb24uRG9tLlNvbGlkQ29sb3JCcnVzaCwgTkxSRS5Db21tb24iLCJDb2xvciI6eyIkaWQiOiI0OTkzIiwiQSI6MTYzLCJSIjowLCJHIjoxMjgsIkIiOjB9fSwiTGluZVdlaWdodCI6My4wLCJMaW5lVHlwZSI6MCwiUGFyZW50U3R5bGUiOm51bGx9LCJCYXNlbGluZVNoYXBlc0JhY2tncm91bmQiOnsiJGlkIjoiNDk5NCIsIkNvbG9yIjp7IiRpZCI6IjQ5OTUiLCJBIjoxODQsIlIiOjAsIkciOjEyOCwiQiI6MH19LCJWYXJpYW5jZUZvcmVncm91bmQiOnsiJGlkIjoiNDk5NiIsIkNvbG9yIjp7IiRpZCI6IjQ5OTciLCJBIjoyNTUsIlIiOjAsIkciOjExMCwiQiI6MH19LCJJc1Zpc2libGUiOnRydWV9fSwiVmFyaWFuY2VEaXNwbGF5U2V0dGluZ3MiOnsiJGlkIjoiNDk5OCIsIlRhc2tWYXJpYW5jZURpc3BsYXlPcHRpb25zIjp7IiRpZCI6IjQ5OTkiLCJTaG93RGVsYXlWYXJpYW5jZSI6dHJ1ZSwiU2hvd0FkdmFuY2VWYXJpYW5jZSI6dHJ1ZSwiU2hvd18wX1ZhcmlhbmNlIjpmYWxzZX0sIk1pbGVzdG9uZVZhcmlhbmNlRGlzcGxheU9wdGlvbnMiOnsiJGlkIjoiNTAwMCIsIlNob3dEZWxheVZhcmlhbmNlIjp0cnVlLCJTaG93QWR2YW5jZVZhcmlhbmNlIjp0cnVlLCJTaG93XzBfVmFyaWFuY2UiOmZhbHNlfX19fSwiU2NhbGUiOm51bGwsIlNjYWxlVjIiOnsiJGlkIjoiNTAwMSIsIlN0YXJ0RGF0ZSI6IjAwMDEtMDEtMDFUMDA6MDA6MDAiLCJFbmREYXRlIjoiMjAyNy0xMi0zMVQyMzo1OTowMCIsIkF1dG9EYXRlUmFuZ2UiOnRydWUsIldvcmtpbmdEYXlzIjozMSwiRmlzY2FsWWVhciI6eyIkaWQiOiI1MDAyIiwiU3RhcnRNb250aCI6MSwiVXNlU3RhcnRpbmdZZWFyRm9yTnVtYmVyaW5nIjp0cnVlLCJTaG93RmlzY2FsWWVhckxhYmVsIjp0cnVlfSwiVG9kYXlNYXJrZXJUZXh0IjoiVG9kYXkiLCJBdXRvU2NhbGVUeXBlIjp0cnVlLCJUaW1lYmFuZFNjYWxlcyI6eyIkaWQiOiI1MDAzIiwiVG9wU2NhbGVMYXllciI6eyIkaWQiOiI1MDA0IiwiRm9ybWF0IjoiTU1NTSIsIlR5cGUiOjIsIkdyb3VwaW5nSW50ZXJ2YWxzIjp7IiRpZCI6IjUwMDUiLCJJc1NldCI6ZmFsc2UsIkdyb3VwaW5nU3RlcENvdW50IjoxfX0sIk1pZGRsZVNjYWxlTGF5ZXIiOnsiJGlkIjoiNTAwNiIsIkZvcm1hdCI6bnVsbCwiVHlwZSI6MCwiR3JvdXBpbmdJbnRlcnZhbHMiOnsiJGlkIjoiNTAwNyIsIklzU2V0IjpmYWxzZSwiR3JvdXBpbmdTdGVwQ291bnQiOjF9fSwiQm90dG9tU2NhbGVMYXllciI6eyIkaWQiOiI1MDA4IiwiRm9ybWF0IjpudWxsLCJUeXBlIjowLCJHcm91cGluZ0ludGVydmFscyI6eyIkaWQiOiI1MDA5IiwiSXNTZXQiOmZhbHNlLCJHcm91cGluZ1N0ZXBDb3VudCI6MX19fX0sIk1pbGVzdG9uZXMiOltdLCJUYXNrcyI6W10sIlN3aW1sYW5lcyI6W10sIk1zUHJvamVjdEl0ZW1zVHJlZSI6eyIkaWQiOiI1MDEwIiwiUm9vdCI6eyJJbXBvcnRJZCI6bnVsbCwiSXNJbXBvcnRlZCI6ZmFsc2UsIkNoaWxkcmVuIjpbXX19LCJNZXRhZGF0YSI6eyIkaWQiOiI1MDExIiwiU291cmNlVGhlbWUiOiJ7XCIkaWRcIjpcIjFcIixcIklkXCI6XCIwYzhiMmZjYi0wM2QwLTQyYmMtYTMyOS0yZjFmY2E4Zjg4MWRcIixcIkNhdGVnb3J5XCI6MSxcIkN1bHR1cmVJbmZvTmFtZVwiOlwiZW4tVVNcIixcIlZlcnNpb25cIjp7XCIkaWRcIjpcIjJcIixcIlRoZW1lRG9tVmVyc2lvblwiOlwiMi4x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Y4LFwiR1wiOjg0LFwiQlwiOjEwNn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1NSxcIkdcIjoxOTIsXCJCXCI6MH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zEsXCJHXCI6MjMwLFwiQlwiOjIzMH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NjgsXCJHXCI6ODQsXCJCXCI6MTA2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z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Y4LFwiR1wiOjg0LFwiQlwiOjEwNn19LFwiSG9yaXpvbnRhbEFsaWdubWVudFwiOjAsXCJJc1Zpc2libGVcIjpmYWxzZX0sXCJIb3Jpem9udGFsQ29ubmVjdG9yU3R5bGVcIjp7XCIkaWRcIjpcIjU2XCIsXCJMaW5lU3R5bGVcIjp7XCIkaWRcIjpcIjU3XCIsXCJMaW5lQ29sb3JcIjp7XCIkaWRcIjpcIjU4XCIsXCJDb2xvclwiOntcIiRpZFwiOlwiNTlcIixcIkFcIjo1MSxcIlJcIjo2OCxcIkdcIjoxMTQsXCJCXCI6MTk2fX0sXCJMaW5lV2VpZ2h0XCI6MS4wLFwiTGluZVR5cGVcIjowfSxcIklzVmlzaWJsZVwiOnRydWV9LFwiVmVydGljYWxDb25uZWN0b3JTdHlsZVwiOntcIiRpZFwiOlwiNjBcIixcIkxpbmVTdHlsZVwiOntcIiRpZFwiOlwiNjFcIixcIkxpbmVDb2xvclwiOntcIiRpZFwiOlwiNjJcIixcIkNvbG9yXCI6e1wiJGlkXCI6XCI2M1wiLFwiQVwiOjUxLFwiUlwiOjY4LFwiR1wiOjExNCxcIkJcIjoxOTZ9fSxcIkxpbmVXZWlnaHRcIjoxLjAsXCJMaW5lVHlwZVwiOjB9LFwiSXNWaXNpYmxlXCI6ZmFsc2V9LFwiTWFyZ2luXCI6e1wiJGlkXCI6XCI2NFwiLFwiVG9wXCI6MC4wLFwiTGVmdFwiOjAuMCxcIlJpZ2h0XCI6MC4wLFwiQm90dG9tXCI6MC4wfSxcIlN0YXJ0RGF0ZVBvc2l0aW9uXCI6NCxcIkVuZERhdGVQb3NpdGlvblwiOjQsXCJUaXRsZVBvc2l0aW9uXCI6MyxcIkR1cmF0aW9uUG9zaXRpb25cIjowLFwiUGVyY2VudGFnZUNvbXBsZXRlZFBvc2l0aW9uXCI6MixcIlZhcmlhbmNlUG9zaXRpb25cIjoyLFwiU3BhY2luZ1wiOjM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Y4LFwiR1wiOjExNCxcIkJcIjoxOTZ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NjgsXCJHXCI6ODQsXCJCXCI6MTA2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0cnVlfX19LFwiTWlsZXN0b25lU3R5bGVcIjp7XCIkaWRcIjpcIjk5XCIsXCJTaGFwZVwiOjA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IzNyxcIkdcIjoxMjUsXCJCXCI6NDl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E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NjgsXCJHXCI6ODQsXCJCXCI6MTA2fX0sXCJIb3Jpem9udGFsQWxpZ25tZW50XCI6MSxcIklzVmlzaWJsZVwiOnRydWV9LFwiRGF0ZUZvcm1hdFwiOntcIiRpZFwiOlwiMTE4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xOVwiLFwiRm9ybWF0XCI6MCxcIklzVmlzaWJsZVwiOmZhbHNlLFwiTGFzdEtub3duVmlzaWJpbGl0eVN0YXRlXCI6ZmFsc2V9LFwiVmFyaWFuY2VTdHlsZVwiOntcIiRpZFwiOlwiMTIwXCIsXCJWYXJpYW5jZVRleHRTdHlsZVwiOntcIiRpZFwiOlwiMTIxXCIsXCJGb250U2V0dGluZ3NcIjp7XCIkaWRcIjpcIjEyMlwiLFwiRm9udFNpemVcIjoxMCxcIkZvbnROYW1lXCI6XCJDYWxpYnJpXCIsXCJJc0JvbGRcIjpmYWxzZSxcIklzSXRhbGljXCI6ZmFsc2UsXCJJc1VuZGVybGluZWRcIjpmYWxzZX0sXCJGb3JlZ3JvdW5kXCI6e1wiJGlkXCI6XCIxMjNcIixcIkNvbG9yXCI6e1wiJGlkXCI6XCIxMjRcIixcIkFcIjoyNTUsXCJSXCI6MCxcIkdcIjowLFwiQlwiOjB9fSxcIkhvcml6b250YWxBbGlnbm1lbnRcIjowLFwiSXNWaXNpYmxlXCI6dHJ1ZX19fSxcIk1vdFN0eWxlXCI6e1wiJGlkXCI6XCIxMjVcIixcIlNoYXBlXCI6M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jM3LFwiR1wiOjEyNSxcIkJcIjo0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2OCxcIkdcIjo4NCxcIkJcIjoxMDZ9fSxcIkhvcml6b250YWxBbGlnbm1lbnRcIjox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0cnV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4LFwiR1wiOjExNCxcIkJcIjoxOTZ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gsXCJHXCI6MTE0LFwiQlwiOjE5Nn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NjgsXCJHXCI6MTE0LFwiQlwiOjE5Nn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NjgsXCJHXCI6ODQsXCJCXCI6MTA2fX0sXCJIb3Jpem9udGFsQWxpZ25tZW50XCI6MCxcIklzVmlzaWJsZVwiOnRydWV9LFwiRGF0ZUZvcm1hdFwiOntcIiRpZFwiOlwiMjE3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dHJ1ZX19fSxcIkRlZmF1bHRTd2ltbGFuZVRhc2tTdHlsZVwiOntcIiRpZFwiOlwiMjI0XCIsXCJTaGFwZVwiOjEsXCJTaGFwZVRoaWNrbmVzc1wiOjAsXCJEdXJhdGlvbkZvcm1hdFwiOjA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IzMixcIkdcIjoyMzIsXCJCXCI6MjMy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EwLFwiRm9udE5hbWVcIjpcIkNhbGlicmlcIixcIklzQm9sZFwiOmZhbHNlLFwiSXNJdGFsaWNcIjpmYWxzZSxcIklzVW5kZXJsaW5lZFwiOmZhbHNlfSxcIkZvcmVncm91bmRcIjp7XCIkaWRcIjpcIjIzNFwiLFwiQ29sb3JcIjp7XCIkaWRcIjpcIjIzNVwiLFwiQVwiOjI1NSxcIlJcIjo2OCxcIkdcIjo4NCxcIkJcIjoxMDZ9fSxcIkhvcml6b250YWxBbGlnbm1lbnRcIjowLFwiSXNWaXNpYmxlXCI6ZmFsc2V9LFwiTWFyZ2luXCI6e1wiJGlkXCI6XCIyMzZ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NjgsXCJHXCI6MTE0LFwiQlwiOjE5Nn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2OCxcIkdcIjo4NCxcIkJcIjoxMDZ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0cnVlfX19LFwiRGVmYXVsdFN3aW1sYW5lTW90U3R5bGVcIjp7XCIkaWRcIjpcIjI3MVwiLFwiU2hhcGVcIjox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zNCxcIkdcIjo1NyxcIkJcIjo5OH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Y4LFwiR1wiOjg0LFwiQlwiOjEwNn19LFwiSG9yaXpvbnRhbEFsaWdubWVudFwiOjEsXCJJc1Zpc2libGVcIjp0cnVlfSxcIkRhdGVGb3JtYXRcIjp7XCIkaWRcIjpcIjI5M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nRydW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zgsXCJHXCI6MzgsXCJCXCI6Mzh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yNTUsXCJHXCI6MTkyLFwiQlwiOjB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jU1LFwiR1wiOjE5MixcIkJcIjow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U1LFwiR1wiOjE5MixcIkJcIjow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2OCxcIkdcIjo4NCxcIkJcIjoxMDZ9fSxcIkhvcml6b250YWxBbGlnbm1lbnRcIjowLFwiSXNWaXNpYmxlXCI6dHJ1ZX0sXCJEYXRlRm9ybWF0XCI6e1wiJGlkXCI6XCIzNjN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0cnV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yLFwiR1wiOjIzMixcIkJcIjoyMzJ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MTAsXCJGb250TmFtZVwiOlwiQ2FsaWJyaVwiLFwiSXNCb2xkXCI6ZmFsc2UsXCJJc0l0YWxpY1wiOmZhbHNlLFwiSXNVbmRlcmxpbmVkXCI6ZmFsc2V9LFwiRm9yZWdyb3VuZFwiOntcIiRpZFwiOlwiMzgwXCIsXCJDb2xvclwiOntcIiRpZFwiOlwiMzgxXCIsXCJBXCI6MjU1LFwiUlwiOjY4LFwiR1wiOjg0LFwiQlwiOjEwNn19LFwiSG9yaXpvbnRhbEFsaWdubWVudFwiOjAsXCJJc1Zpc2libGVcIjpmYWxzZX0sXCJNYXJnaW5cIjp7XCIkaWRcIjpcIjM4M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zODNcIixcIkJhc2VsaW5lU2hhcGVTdHlsZVwiOntcIiRpZFwiOlwiMzg0XCIsXCJNYXJnaW5cIjp7XCIkaWRcIjpcIjM4NVwiLFwiVG9wXCI6MC4wLFwiTGVmdFwiOjAuMCxcIlJpZ2h0XCI6MC4wLFwiQm90dG9tXCI6MC4wfSxcIlBhZGRpbmdcIjp7XCIkaWRcIjpcIjM4NlwiLFwiVG9wXCI6MC4wLFwiTGVmdFwiOjAuMCxcIlJpZ2h0XCI6MC4wLFwiQm90dG9tXCI6MC4wfSxcIkJhY2tncm91bmRcIjp7XCIkaWRcIjpcIjM4N1wiLFwiQ29sb3JcIjp7XCIkaWRcIjpcIjM4OFwiLFwiQVwiOjE1MyxcIlJcIjowLFwiR1wiOjAsXCJCXCI6MH19LFwiSXNWaXNpYmxlXCI6ZmFsc2UsXCJXaWR0aFwiOjAuMCxcIkhlaWdodFwiOjAuMCxcIkJvcmRlclN0eWxlXCI6e1wiJGlkXCI6XCIzODlcIixcIkxpbmVTdHlsZVwiOntcIiRpZFwiOlwiMzkwXCIsXCJMaW5lQ29sb3JcIjp7XCIkaWRcIjpcIjM5MVwiLFwiQ29sb3JcIjp7XCIkaWRcIjpcIjM5MlwiLFwiQVwiOjI1NSxcIlJcIjoyNTUsXCJHXCI6MCxcIkJcIjowfX0sXCJMaW5lV2VpZ2h0XCI6Mi4wLFwiTGluZVR5cGVcIjowfSxcIklzVmlzaWJsZVwiOmZhbHNlfX19LFwiU2hhcGVTdHlsZVwiOntcIiRpZFwiOlwiMzkzXCIsXCJNYXJnaW5cIjp7XCIkaWRcIjpcIjM5NFwiLFwiVG9wXCI6MC4wLFwiTGVmdFwiOjQuMCxcIlJpZ2h0XCI6NC4wLFwiQm90dG9tXCI6MC4wfSxcIlBhZGRpbmdcIjp7XCIkaWRcIjpcIjM5NVwiLFwiVG9wXCI6MC4wLFwiTGVmdFwiOjAuMCxcIlJpZ2h0XCI6MC4wLFwiQm90dG9tXCI6MC4wfSxcIkJhY2tncm91bmRcIjp7XCIkaWRcIjpcIjM5NlwiLFwiQ29sb3JcIjp7XCIkaWRcIjpcIjM5N1wiLFwiQVwiOjI1NSxcIlJcIjoyNTUsXCJHXCI6MTkyLFwiQlwiOjB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NjgsXCJHXCI6ODQsXCJCXCI6MTA2fX0sXCJIb3Jpem9udGFsQWxpZ25tZW50XCI6MixcIklzVmlzaWJsZVwiOnRydWV9LFwiRGF0ZUZvcm1hdFwiOntcIiRpZFwiOlwiNDE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xMVwiLFwiRm9ybWF0XCI6MCxcIklzVmlzaWJsZVwiOmZhbHNlLFwiTGFzdEtub3duVmlzaWJpbGl0eVN0YXRlXCI6ZmFsc2V9LFwiVmFyaWFuY2VTdHlsZVwiOntcIiRpZFwiOlwiNDEyXCIsXCJWYXJpYW5jZVRleHRTdHlsZVwiOntcIiRpZFwiOlwiNDEzXCIsXCJGb250U2V0dGluZ3NcIjp7XCIkaWRcIjpcIjQxNFwiLFwiRm9udFNpemVcIjoxMCxcIkZvbnROYW1lXCI6XCJDYWxpYnJpXCIsXCJJc0JvbGRcIjpmYWxzZSxcIklzSXRhbGljXCI6ZmFsc2UsXCJJc1VuZGVybGluZWRcIjpmYWxzZX0sXCJGb3JlZ3JvdW5kXCI6e1wiJGlkXCI6XCI0MTVcIixcIkNvbG9yXCI6e1wiJGlkXCI6XCI0MTZcIixcIkFcIjoyNTUsXCJSXCI6MCxcIkdcIjowLFwiQlwiOjB9fSxcIkhvcml6b250YWxBbGlnbm1lbnRcIjowLFwiSXNWaXNpYmxlXCI6dHJ1ZX19fSxcIkRlZmF1bHRTd2ltbGFuZU1vdFN0eWxlXCI6e1wiJGlkXCI6XCI0MTdcIixcIlNoYXBlXCI6MS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3LFwiR1wiOjk2LFwiQlwiOjB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NjgsXCJHXCI6ODQsXCJCXCI6MTA2fX0sXCJIb3Jpem9udGFsQWxpZ25tZW50XCI6MSxcIklzVmlzaWJsZVwiOnRydWV9LFwiRGF0ZUZvcm1hdFwiOntcIiRpZFwiOlwiNDM2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QzN1wiLFwiRm9ybWF0XCI6MCxcIklzVmlzaWJsZVwiOmZhbHNlLFwiTGFzdEtub3duVmlzaWJpbGl0eVN0YXRlXCI6ZmFsc2V9LFwiVmFyaWFuY2VTdHlsZVwiOntcIiRpZFwiOlwiNDM4XCIsXCJWYXJpYW5jZVRleHRTdHlsZVwiOntcIiRpZFwiOlwiNDM5XCIsXCJGb250U2V0dGluZ3NcIjp7XCIkaWRcIjpcIjQ0MFwiLFwiRm9udFNpemVcIjoxMCxcIkZvbnROYW1lXCI6XCJDYWxpYnJpXCIsXCJJc0JvbGRcIjpmYWxzZSxcIklzSXRhbGljXCI6ZmFsc2UsXCJJc1VuZGVybGluZWRcIjpmYWxzZX0sXCJGb3JlZ3JvdW5kXCI6e1wiJGlkXCI6XCI0NDFcIixcIkNvbG9yXCI6e1wiJGlkXCI6XCI0NDJcIixcIkFcIjoyNTUsXCJSXCI6MCxcIkdcIjowLFwiQlwiOjB9fSxcIkhvcml6b250YWxBbGlnbm1lbnRcIjowLFwiSXNWaXNpYmxlXCI6dHJ1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ExMixcIkdcIjoxNzMsXCJCXCI6NzF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y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Y0LFwiR1wiOjY0LFwiQlwiOjY0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xMjcsXCJSXCI6MTEyLFwiR1wiOjE3MyxcIkJcIjo3MX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sXCJTaGFwZVNpemVcIjowLFwiU3BhY2luZ1wiOjUsXCJTaGFwZVN0eWxlXCI6e1wiJGlkXCI6XCI0OTJcIixcIk1hcmdpblwiOntcIiRpZFwiOlwiNDkzXCIsXCJUb3BcIjowLjAsXCJMZWZ0XCI6MC4wLFwiUmlnaHRcIjowLjAsXCJCb3R0b21cIjowLjB9LFwiUGFkZGluZ1wiOntcIiRpZFwiOlwiNDk0XCIsXCJUb3BcIjowLjAsXCJMZWZ0XCI6MC4wLFwiUmlnaHRcIjowLjAsXCJCb3R0b21cIjowLjB9LFwiQmFja2dyb3VuZFwiOntcIiRpZFwiOlwiNDk1XCIsXCJDb2xvclwiOntcIiRpZFwiOlwiNDk2XCIsXCJBXCI6MjU1LFwiUlwiOjExMixcIkdcIjoxNzMsXCJCXCI6NzF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Y4LFwiR1wiOjg0LFwiQlwiOjEwNn19LFwiSG9yaXpvbnRhbEFsaWdubWVudFwiOjAsXCJJc1Zpc2libGVcIjp0cnVlfSxcIkRhdGVGb3JtYXRcIjp7XCIkaWRcIjpcIjUwO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nRydWV9fX0sXCJEZWZhdWx0U3dpbWxhbmVUYXNrU3R5bGVcIjp7XCIkaWRcIjpcIjUxNlwiLFwiU2hhcGVcIjox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IsXCJHXCI6MjMyLFwiQlwiOjIzMn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NjgsXCJHXCI6ODQsXCJCXCI6MTA2fX0sXCJIb3Jpem9udGFsQWxpZ25tZW50XCI6MCxcIklzVmlzaWJsZVwiOmZhbHNlfSxcIk1hcmdpblwiOntcIiRpZFwiOlwiNTI4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ExMixcIkdcIjoxNzMsXCJCXCI6NzF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NjgsXCJHXCI6ODQsXCJCXCI6MTA2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dHJ1ZX19fSxcIkRlZmF1bHRTd2ltbGFuZU1vdFN0eWxlXCI6e1wiJGlkXCI6XCI1NjNcIixcIlNoYXBlXCI6MSxcIlNoYXBlU2l6ZVwiOjAsXCJEZXRhaWxzU3BhY2luZ1wiOjAuMCxcIlBhZGRpbmdcIjp7XCIkaWRcIjpcIjU2NFwiLFwiVG9wXCI6NS4wLFwiTGVmdFwiOjMuMCxcIlJpZ2h0XCI6MC4wLFwiQm90dG9tXCI6Mi4wfSxcIlBvc2l0aW9uT25UYXNrXCI6MSxcIlNoYXBlU3R5bGVcIjp7XCIkaWRcIjpcIjU2NVwiLFwiTWFyZ2luXCI6e1wiJGlkXCI6XCI1NjZcIixcIlRvcFwiOjAuMCxcIkxlZnRcIjowLjAsXCJSaWdodFwiOjAuMCxcIkJvdHRvbVwiOjAuMH0sXCJQYWRkaW5nXCI6e1wiJGlkXCI6XCI1NjdcIixcIlRvcFwiOjAuMCxcIkxlZnRcIjowLjAsXCJSaWdodFwiOjAuMCxcIkJvdHRvbVwiOjAuMH0sXCJCYWNrZ3JvdW5kXCI6e1wiJGlkXCI6XCI1NjhcIixcIkNvbG9yXCI6e1wiJGlkXCI6XCI1NjlcIixcIkFcIjoyNTUsXCJSXCI6NTYsXCJHXCI6ODYsXCJCXCI6MzV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NjgsXCJHXCI6ODQsXCJCXCI6MTA2fX0sXCJIb3Jpem9udGFsQWxpZ25tZW50XCI6MSxcIklzVmlzaWJsZVwiOnRydWV9LFwiRGF0ZUZvcm1hdFwiOntcIiRpZFwiOlwiNTgy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nRydW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NjUsXCJHXCI6MTY1LFwiQlwiOjE2NX19LFwiSXNWaXNpYmxlXCI6dHJ1ZSxcIldpZHRoXCI6MC4wLFwiSGVpZ2h0XCI6MC4wLFwiQm9yZGVyU3R5bGVcIjp7XCIkaWRcIjpcIjYwMFwiLFwiTGluZVN0eWxlXCI6e1wiJGlkXCI6XCI2MDFcIixcIkxpbmVDb2xvclwiOntcIiRpZFwiOlwiNjAyXCIsXCJDb2xvclwiOntcIiRpZFwiOlwiNjAzXCIsXCJBXCI6MjU1LFwiUlwiOjI1NSxcIkdcIjoyNTUsXCJCXCI6MjU1fX0sXCJMaW5lV2VpZ2h0XCI6MC4wLFwiTGluZVR5cGVcIjowfSxcIklzVmlzaWJsZVwiOmZhbHNlfX19LFwiQmFja2dyb3VuZFN0eWxlXCI6e1wiJGlkXCI6XCI2MDRcIixcIk1hcmdpblwiOntcIiRpZFwiOlwiNjA1XCIsXCJUb3BcIjowLjAsXCJMZWZ0XCI6MC4wLFwiUmlnaHRcIjowLjAsXCJCb3R0b21cIjowLjB9LFwiUGFkZGluZ1wiOntcIiRpZFwiOlwiNjA2XCIsXCJUb3BcIjowLjAsXCJMZWZ0XCI6MC4wLFwiUmlnaHRcIjowLjAsXCJCb3R0b21cIjowLjB9LFwiQmFja2dyb3VuZFwiOntcIiRpZFwiOlwiNjA3XCIsXCJDb2xvclwiOntcIiRpZFwiOlwiNjA4XCIsXCJBXCI6NTEsXCJSXCI6MjAwLFwiR1wiOjIwMCxcIkJcIjoyMDB9fSxcIklzVmlzaWJsZVwiOnRydWUsXCJXaWR0aFwiOjAuMCxcIkhlaWdodFwiOjAuMCxcIkJvcmRlclN0eWxlXCI6e1wiJGlkXCI6XCI2MDlcIixcIkxpbmVTdHlsZVwiOntcIiRpZFwiOlwiNjEwXCIsXCJMaW5lQ29sb3JcIjp7XCIkaWRcIjpcIjYxMVwiLFwiQ29sb3JcIjp7XCIkaWRcIjpcIjYxMlwiLFwiQVwiOjI1NSxcIlJcIjoyMzQsXCJHXCI6MjIsXCJCXCI6MzB9fSxcIkxpbmVXZWlnaHRcIjoyLjAsXCJMaW5lVHlwZVwiOjB9LFwiSXNWaXNpYmxlXCI6ZmFsc2V9fSxcIklzQWJvdmVUaW1lYmFuZFwiOmZhbHNlLFwiU3BhY2luZ1wiOjIsXCJEZWZhdWx0U3dpbWxhbmVBY3Rpdml0eVN0eWxlXCI6e1wiJGlkXCI6XCI2MTNcIixcIkhlYWRlclN0eWxlXCI6e1wiJGlkXCI6XCI2MTRcIixcIlRleHRTdHlsZVwiOntcIiRpZFwiOlwiNjE1XCIsXCJGb250U2V0dGluZ3NcIjp7XCIkaWRcIjpcIjYxNlwiLFwiRm9udFNpemVcIjoxMSxcIkZvbnROYW1lXCI6XCJDYWxpYnJpXCIsXCJJc0JvbGRcIjpmYWxzZSxcIklzSXRhbGljXCI6ZmFsc2UsXCJJc1VuZGVybGluZWRcIjpmYWxzZX0sXCJGb3JlZ3JvdW5kXCI6e1wiJGlkXCI6XCI2MTdcIixcIkNvbG9yXCI6e1wiJGlkXCI6XCI2MThcIixcIkFcIjoyNTUsXCJSXCI6NjQsXCJHXCI6NjQsXCJCXCI6NjR9fSxcIkhvcml6b250YWxBbGlnbm1lbnRcIjowLFwiSXNWaXNpYmxlXCI6dHJ1ZX0sXCJSZWN0YW5nbGVTdHlsZVwiOntcIiRpZFwiOlwiNjE5XCIsXCJNYXJnaW5cIjp7XCIkaWRcIjpcIjYyMFwiLFwiVG9wXCI6MC4wLFwiTGVmdFwiOjAuMCxcIlJpZ2h0XCI6MC4wLFwiQm90dG9tXCI6MC4wfSxcIlBhZGRpbmdcIjp7XCIkaWRcIjpcIjYyMVwiLFwiVG9wXCI6MC4wLFwiTGVmdFwiOjAuMCxcIlJpZ2h0XCI6MC4wLFwiQm90dG9tXCI6MC4wfSxcIkJhY2tncm91bmRcIjp7XCIkaWRcIjpcIjYyMlwiLFwiQ29sb3JcIjp7XCIkaWRcIjpcIjYyM1wiLFwiQVwiOjEyNyxcIlJcIjoxNjUsXCJHXCI6MTY1LFwiQlwiOjE2NX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S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Y1LFwiR1wiOjE2NSxcIkJcIjoxNjV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Y4LFwiR1wiOjg0LFwiQlwiOjEwNn19LFwiSG9yaXpvbnRhbEFsaWdubWVudFwiOjAsXCJJc1Zpc2libGVcIjp0cnVlfSxcIkRhdGVGb3JtYXRcIjp7XCIkaWRcIjpcIjY1NV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2NTZcIixcIkZvcm1hdFwiOjAsXCJJc1Zpc2libGVcIjpmYWxzZSxcIkxhc3RLbm93blZpc2liaWxpdHlTdGF0ZVwiOmZhbHNlfSxcIlZhcmlhbmNlU3R5bGVcIjp7XCIkaWRcIjpcIjY1N1wiLFwiVmFyaWFuY2VUZXh0U3R5bGVcIjp7XCIkaWRcIjpcIjY1OFwiLFwiRm9udFNldHRpbmdzXCI6e1wiJGlkXCI6XCI2NTlcIixcIkZvbnRTaXplXCI6MTAsXCJGb250TmFtZVwiOlwiQ2FsaWJyaVwiLFwiSXNCb2xkXCI6ZmFsc2UsXCJJc0l0YWxpY1wiOmZhbHNlLFwiSXNVbmRlcmxpbmVkXCI6ZmFsc2V9LFwiRm9yZWdyb3VuZFwiOntcIiRpZFwiOlwiNjYwXCIsXCJDb2xvclwiOntcIiRpZFwiOlwiNjYxXCIsXCJBXCI6MjU1LFwiUlwiOjAsXCJHXCI6MCxcIkJcIjowfX0sXCJIb3Jpem9udGFsQWxpZ25tZW50XCI6MCxcIklzVmlzaWJsZVwiOnRydWV9fX0sXCJEZWZhdWx0U3dpbWxhbmVUYXNrU3R5bGVcIjp7XCIkaWRcIjpcIjY2MlwiLFwiU2hhcGVcIjoxLFwiU2hhcGVUaGlja25lc3NcIjowLFwiRHVyYXRpb25Gb3JtYXRcIjow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yMzIsXCJHXCI6MjMyLFwiQlwiOjIzMn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xMCxcIkZvbnROYW1lXCI6XCJDYWxpYnJpXCIsXCJJc0JvbGRcIjpmYWxzZSxcIklzSXRhbGljXCI6ZmFsc2UsXCJJc1VuZGVybGluZWRcIjpmYWxzZX0sXCJGb3JlZ3JvdW5kXCI6e1wiJGlkXCI6XCI2NzJcIixcIkNvbG9yXCI6e1wiJGlkXCI6XCI2NzNcIixcIkFcIjoyNTUsXCJSXCI6NjgsXCJHXCI6ODQsXCJCXCI6MTA2fX0sXCJIb3Jpem9udGFsQWxpZ25tZW50XCI6MCxcIklzVmlzaWJsZVwiOmZhbHNlfSxcIk1hcmdpblwiOntcIiRpZFwiOlwiNjc0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2NSxcIkdcIjoxNjUsXCJCXCI6MTY1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Y4LFwiR1wiOjg0LFwiQlwiOjEwNn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nRydWV9fX0sXCJEZWZhdWx0U3dpbWxhbmVNb3RTdHlsZVwiOntcIiRpZFwiOlwiNzA5XCIsXCJTaGFwZVwiOjE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U3LFwiR1wiOjU3LFwiQlwiOjU3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NjgsXCJHXCI6ODQsXCJCXCI6MTA2fX0sXCJIb3Jpem9udGFsQWxpZ25tZW50XCI6MSxcIklzVmlzaWJsZVwiOnRydWV9LFwiRGF0ZUZvcm1hdFwiOntcIiRpZFwiOlwiNzI4XCIsXCJGb3JtYXRTdHJpbmdcIjpcIk1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nRydWV9fX19XSxcIkdyaWRsaW5lUGFuZWxTdHlsZVwiOntcIiRpZFwiOlwiNzM1XCIsXCJHcmlkbGluZVN0eWxlXCI6e1wiJGlkXCI6XCI3MzZcIixcIkxpbmVDb2xvclwiOntcIiRpZFwiOlwiNzM3XCIsXCJDb2xvclwiOntcIiRpZFwiOlwiNzM4XCIsXCJBXCI6MjUsXCJSXCI6NjgsXCJHXCI6ODQsXCJCXCI6MTA2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2OCxcIkdcIjo4NCxcIkJcIjoxMDZ9fSxcIkxpbmVXZWlnaHRcIjoxLjAsXCJMaW5lVHlwZVwiOjB9LFwiRW5kQXJyb3doZWFkTGluZVN0eWxlXCI6e1wiJGlkXCI6XCI3NDdcIixcIktpbmRcIjoxLFwiV2lkdGhcIjoxLFwiTGVuZ3RoXCI6MH0sXCJCcmluZ1RvRnJvbnRcIjp0cnVlLFwiUmFkaXVzXCI6My4wfSxcIkNyaXRpY2FsUGF0aFN0eWxlXCI6e1wiJGlkXCI6XCI3NDhcIixcIkNyaXRpY2FsUGF0aFN0eWxlT3B0aW9uc1wiOjMwLFwiTGluZVN0eWxlXCI6e1wiJGlkXCI6XCI3NDlcIixcIkxpbmVDb2xvclwiOntcIiRpZFwiOlwiNzUwXCIsXCJDb2xvclwiOntcIiRpZFwiOlwiNzUxXCIsXCJBXCI6MjU1LFwiUlwiOjIyMixcIkdcIjo1MCxcIkJcIjo1MH19LFwiTGluZVdlaWdodFwiOjEuMCxcIkxpbmVUeXBlXCI6MH0sXCJUaXRsZUZvcmVncm91bmRcIjp7XCIkaWRcIjpcIjc1MlwiLFwiQ29sb3JcIjp7XCIkaWRcIjpcIjc1M1wiLFwiQVwiOjI1NSxcIlJcIjoxNzYsXCJHXCI6MTksXCJCXCI6MjV9fSxcIlNoYXBlc0JhY2tncm91bmRcIjp7XCIkaWRcIjpcIjc1NFwiLFwiQ29sb3JcIjp7XCIkaWRcIjpcIjc1NVwiLFwiQVwiOjI1NSxcIlJcIjoyNTMsXCJHXCI6MjAzLFwiQlwiOjIwOH19LFwiU2hhcGVzQm9yZGVyU3R5bGVcIjp7XCIkaWRcIjpcIjc1NlwiLFwiTGluZUNvbG9yXCI6e1wiJGlkXCI6XCI3NTdcIixcIkNvbG9yXCI6e1wiJGlkXCI6XCI3NThcIixcIkFcIjoyNTUsXCJSXCI6MjM0LFwiR1wiOjIyLFwiQlwiOjMwfX0sXCJMaW5lV2VpZ2h0XCI6Mi4wLFwiTGluZVR5cGVcIjowfX0sXCJQYW5lbHNTcGFjaW5nRGVmaW5pdGlvblwiOntcIiRpZFwiOlwiNzU5XCIsXCJTcGFjaW5nQWJvdmVUaW1lYmFuZFwiOjMsXCJTcGFjaW5nQmVsb3dUaW1lYmFuZFwiOjMsXCJTcGFjaW5nQWJvdmVCZXR3ZWVuU3dpbWxhbmVzQW5kVGFza3NcIjo1LFwiU3BhY2luZ0JlbG93QmV0d2VlblN3aW1sYW5lc0FuZFRhc2tzXCI6NX0sXCJDb25kaXRpb25hbEZvcm1hdHRpbmdcIjp7XCIkaWRcIjpcIjc2MFwiLFwiUHZBRm9ybWF0dGluZ1wiOntcIiRpZFwiOlwiNzYxXCIsXCJEZWxheVRhc2tTdHlsZVwiOntcIiRpZFwiOlwiNzYyXCIsXCJTdHlsZU9wdGlvbnNcIjoyNCxcIlRpdGxlRm9yZWdyb3VuZFwiOntcIiRpZFwiOlwiNzYzXCIsXCJDb2xvclwiOntcIiRpZFwiOlwiNzY0XCIsXCJBXCI6MjU1LFwiUlwiOjE3NSxcIkdcIjowLFwiQlwiOjB9fSxcIkFjdHVhbFNoYXBlc0JhY2tncm91bmRcIjp7XCIkaWRcIjpcIjc2NVwiLFwiQ29sb3JcIjp7XCIkaWRcIjpcIjc2NlwiLFwiQVwiOjYyLFwiUlwiOjI1NSxcIkdcIjowLFwiQlwiOjB9fSxcIkFjdHVhbFNoYXBlc0JvcmRlclN0eWxlXCI6e1wiJGlkXCI6XCI3NjdcIixcIkxpbmVDb2xvclwiOntcIiRpZFwiOlwiNzY4XCIsXCJDb2xvclwiOntcIiRpZFwiOlwiNzY5XCIsXCJBXCI6MTYzLFwiUlwiOjI1NSxcIkdcIjowLFwiQlwiOjB9fSxcIkxpbmVXZWlnaHRcIjozLjAsXCJMaW5lVHlwZVwiOjB9LFwiQmFzZWxpbmVTaGFwZXNCYWNrZ3JvdW5kXCI6e1wiJGlkXCI6XCI3NzBcIixcIkNvbG9yXCI6e1wiJGlkXCI6XCI3NzFcIixcIkFcIjoxODQsXCJSXCI6MjU1LFwiR1wiOjAsXCJCXCI6MH19LFwiVmFyaWFuY2VGb3JlZ3JvdW5kXCI6e1wiJGlkXCI6XCI3NzJcIixcIkNvbG9yXCI6e1wiJGlkXCI6XCI3NzNcIixcIkFcIjoyNTUsXCJSXCI6MTc1LFwiR1wiOjAsXCJCXCI6MH19fSxcIkRlbGF5TWlsZXN0b25lU3R5bGVcIjp7XCIkaWRcIjpcIjc3NFwiLFwiU3R5bGVPcHRpb25zXCI6MTgsXCJUaXRsZUZvcmVncm91bmRcIjp7XCIkaWRcIjpcIjc3NVwiLFwiQ29sb3JcIjp7XCIkaWRcIjpcIjc3NlwiLFwiQVwiOjI1NSxcIlJcIjoxNzUsXCJHXCI6MCxcIkJcIjowfX0sXCJBY3R1YWxTaGFwZXNCYWNrZ3JvdW5kXCI6e1wiJGlkXCI6XCI3NzdcIixcIkNvbG9yXCI6e1wiJGlkXCI6XCI3NzhcIixcIkFcIjoyNTUsXCJSXCI6MjIyLFwiR1wiOjgwLFwiQlwiOjUwfX0sXCJBY3R1YWxTaGFwZXNCb3JkZXJTdHlsZVwiOntcIiRpZFwiOlwiNzc5XCIsXCJMaW5lQ29sb3JcIjp7XCIkaWRcIjpcIjc4MFwiLFwiQ29sb3JcIjp7XCIkaWRcIjpcIjc4MVwiLFwiQVwiOjE2MyxcIlJcIjoyNTUsXCJHXCI6MCxcIkJcIjowfX0sXCJMaW5lV2VpZ2h0XCI6My4wLFwiTGluZVR5cGVcIjowfSxcIkJhc2VsaW5lU2hhcGVzQmFja2dyb3VuZFwiOntcIiRpZFwiOlwiNzgyXCIsXCJDb2xvclwiOntcIiRpZFwiOlwiNzgzXCIsXCJBXCI6MTg0LFwiUlwiOjI1NSxcIkdcIjowLFwiQlwiOjB9fSxcIlZhcmlhbmNlRm9yZWdyb3VuZFwiOntcIiRpZFwiOlwiNzg0XCIsXCJDb2xvclwiOntcIiRpZFwiOlwiNzg1XCIsXCJBXCI6MjU1LFwiUlwiOjE3NSxcIkdcIjowLFwiQlwiOjB9fX0sXCJBZHZhbmNlVGFza1N0eWxlXCI6e1wiJGlkXCI6XCI3ODZcIixcIlN0eWxlT3B0aW9uc1wiOjI0LFwiVGl0bGVGb3JlZ3JvdW5kXCI6e1wiJGlkXCI6XCI3ODdcIixcIkNvbG9yXCI6e1wiJGlkXCI6XCI3ODhcIixcIkFcIjoyNTUsXCJSXCI6MCxcIkdcIjoxMTAsXCJCXCI6MH19LFwiQWN0dWFsU2hhcGVzQmFja2dyb3VuZFwiOntcIiRpZFwiOlwiNzg5XCIsXCJDb2xvclwiOntcIiRpZFwiOlwiNzkwXCIsXCJBXCI6NjEsXCJSXCI6MCxcIkdcIjoxMjgsXCJCXCI6MH19LFwiQWN0dWFsU2hhcGVzQm9yZGVyU3R5bGVcIjp7XCIkaWRcIjpcIjc5MVwiLFwiTGluZUNvbG9yXCI6e1wiJGlkXCI6XCI3OTJcIixcIkNvbG9yXCI6e1wiJGlkXCI6XCI3OTNcIixcIkFcIjoxNjMsXCJSXCI6MCxcIkdcIjoxMjgsXCJCXCI6MH19LFwiTGluZVdlaWdodFwiOjMuMCxcIkxpbmVUeXBlXCI6MH0sXCJCYXNlbGluZVNoYXBlc0JhY2tncm91bmRcIjp7XCIkaWRcIjpcIjc5NFwiLFwiQ29sb3JcIjp7XCIkaWRcIjpcIjc5NVwiLFwiQVwiOjE4NCxcIlJcIjowLFwiR1wiOjEyOCxcIkJcIjowfX0sXCJWYXJpYW5jZUZvcmVncm91bmRcIjp7XCIkaWRcIjpcIjc5NlwiLFwiQ29sb3JcIjp7XCIkaWRcIjpcIjc5N1wiLFwiQVwiOjI1NSxcIlJcIjowLFwiR1wiOjExMCxcIkJcIjowfX19LFwiQWR2YW5jZU1pbGVzdG9uZVN0eWxlXCI6e1wiJGlkXCI6XCI3OThcIixcIlN0eWxlT3B0aW9uc1wiOjE4LFwiVGl0bGVGb3JlZ3JvdW5kXCI6e1wiJGlkXCI6XCI3OTlcIixcIkNvbG9yXCI6e1wiJGlkXCI6XCI4MDBcIixcIkFcIjoyNTUsXCJSXCI6MCxcIkdcIjoxMTAsXCJCXCI6MH19LFwiQWN0dWFsU2hhcGVzQmFja2dyb3VuZFwiOntcIiRpZFwiOlwiODAxXCIsXCJDb2xvclwiOntcIiRpZFwiOlwiODAyXCIsXCJBXCI6MjU1LFwiUlwiOjIwLFwiR1wiOjEwMCxcIkJcIjowfX0sXCJBY3R1YWxTaGFwZXNCb3JkZXJTdHlsZVwiOntcIiRpZFwiOlwiODAzXCIsXCJMaW5lQ29sb3JcIjp7XCIkaWRcIjpcIjgwNFwiLFwiQ29sb3JcIjp7XCIkaWRcIjpcIjgwNVwiLFwiQVwiOjE2MyxcIlJcIjowLFwiR1wiOjEyOCxcIkJcIjowfX0sXCJMaW5lV2VpZ2h0XCI6My4wLFwiTGluZVR5cGVcIjowfSxcIkJhc2VsaW5lU2hhcGVzQmFja2dyb3VuZFwiOntcIiRpZFwiOlwiODA2XCIsXCJDb2xvclwiOntcIiRpZFwiOlwiODA3XCIsXCJBXCI6MTg0LFwiUlwiOjAsXCJHXCI6MTI4LFwiQlwiOjB9fSxcIlZhcmlhbmNlRm9yZWdyb3VuZFwiOntcIiRpZFwiOlwiODA4XCIsXCJDb2xvclwiOntcIiRpZFwiOlwiODA5XCIsXCJBXCI6MjU1LFwiUlwiOjAsXCJHXCI6MTEwLFwiQlwiOjB9fX19fSxcIl9zZWxlY3RlZFRoZW1lUHJlc2V0Q29sb3JzXCI6e1wiJGlkXCI6XCI4MTBcIixcIlRleHRMaWdodFwiOntcIiRpZFwiOlwiODExXCIsXCJBXCI6MjU1LFwiUlwiOjI1NSxcIkdcIjoyNTUsXCJCXCI6MjU1fSxcIlRleHREYXJrXCI6e1wiJGlkXCI6XCI4MTJcIixcIkFcIjoyNTUsXCJSXCI6MCxcIkdcIjowLFwiQlwiOjB9LFwiQWNjZW50MVwiOntcIiRpZFwiOlwiODEzXCIsXCJBXCI6MjU1LFwiUlwiOjIzMSxcIkdcIjoyMzAsXCJCXCI6MjMwfSxcIkFjY2VudDJcIjp7XCIkaWRcIjpcIjgxNFwiLFwiQVwiOjI1NSxcIlJcIjo2OCxcIkdcIjo4NCxcIkJcIjoxMDZ9LFwiQWNjZW50M1wiOntcIiRpZFwiOlwiODE1XCIsXCJBXCI6MjU1LFwiUlwiOjY4LFwiR1wiOjExNCxcIkJcIjoxOTZ9LFwiQWNjZW50NFwiOntcIiRpZFwiOlwiODE2XCIsXCJBXCI6MjU1LFwiUlwiOjI1NSxcIkdcIjoxOTIsXCJCXCI6MH0sXCJBY2NlbnQ1XCI6e1wiJGlkXCI6XCI4MTdcIixcIkFcIjoyNTUsXCJSXCI6MTEyLFwiR1wiOjE3MyxcIkJcIjo3MX0sXCJBY2NlbnQ2XCI6e1wiJGlkXCI6XCI4MThcIixcIkFcIjoyNTUsXCJSXCI6MTY1LFwiR1wiOjE2NSxcIkJcIjoxNjV9LFwiQWNjZW50N1wiOntcIiRpZFwiOlwiODE5XCIsXCJBXCI6MjU1LFwiUlwiOjkxLFwiR1wiOjE1NSxcIkJcIjoyMTN9LFwiQWNjZW50OFwiOntcIiRpZFwiOlwiODIwXCIsXCJBXCI6MjU1LFwiUlwiOjIzNyxcIkdcIjoxMjUsXCJCXCI6NDl9fSxcIl9jdXN0b21QcmVzZXRDb2xvcnNcIjp7XCIkaWRcIjpcIjgyMVwiLFwiVGV4dExpZ2h0XCI6e1wiJGlkXCI6XCI4MjJcIixcIkFcIjoyNTUsXCJSXCI6MjU1LFwiR1wiOjI1NSxcIkJcIjoyNTV9LFwiVGV4dERhcmtcIjp7XCIkaWRcIjpcIjgyM1wiLFwiQVwiOjI1NSxcIlJcIjowLFwiR1wiOjAsXCJCXCI6MH0sXCJBY2NlbnQxXCI6e1wiJGlkXCI6XCI4MjRcIixcIkFcIjoyNTUsXCJSXCI6MjMxLFwiR1wiOjIzMCxcIkJcIjoyMzB9LFwiQWNjZW50MlwiOntcIiRpZFwiOlwiODI1XCIsXCJBXCI6MjU1LFwiUlwiOjY4LFwiR1wiOjg0LFwiQlwiOjEwNn0sXCJBY2NlbnQzXCI6e1wiJGlkXCI6XCI4MjZcIixcIkFcIjoyNTUsXCJSXCI6NjgsXCJHXCI6MTE0LFwiQlwiOjE5Nn0sXCJBY2NlbnQ0XCI6e1wiJGlkXCI6XCI4MjdcIixcIkFcIjoyNTUsXCJSXCI6MjU1LFwiR1wiOjE5MixcIkJcIjowfSxcIkFjY2VudDVcIjp7XCIkaWRcIjpcIjgyOFwiLFwiQVwiOjI1NSxcIlJcIjoxMTIsXCJHXCI6MTczLFwiQlwiOjcxfSxcIkFjY2VudDZcIjp7XCIkaWRcIjpcIjgyOVwiLFwiQVwiOjI1NSxcIlJcIjoxNjUsXCJHXCI6MTY1LFwiQlwiOjE2NX0sXCJBY2NlbnQ3XCI6e1wiJGlkXCI6XCI4MzBcIixcIkFcIjoyNTUsXCJSXCI6OTEsXCJHXCI6MTU1LFwiQlwiOjIxM30sXCJBY2NlbnQ4XCI6e1wiJGlkXCI6XCI4MzFcIixcIkFcIjoyNTUsXCJSXCI6MjM3LFwiR1wiOjEyNSxcIkJcIjo0OX19fX0iLCJSZWNlbnRDb2xvcnNDb2xsZWN0aW9uIjoiW1wiI0ZGODE5NTVCXCIsXCIjRkY4RDYzNzRcIixcIiNGRjYxODE5N1wiLFwiI0ZGNkY2Rjc0XCIsXCIjRkY5ODdENUFcIl0ifSwiU2V0dGluZ3MiOnsiJGlkIjoiNTAxMiIsIkltcGFPcHRpb25zIjp7IiRpZCI6IjUwMTM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1MDE0IiwiVXNlVGltZSI6ZmFsc2UsIldvcmtEYXlTdGFydCI6IjAwOjAwOjAwIiwiV29ya0RheUVuZCI6IjIzOjU5OjAwIn0sIkxhc3RVc2VkVGVtcGxhdGVJZCI6ImI2ZTU0Yjg4LTdkYzUtNDJkOC04Yzk4LThlODgxNTIzNTcwMiIsIkxhc3RVc2VkVGhlbWVEZXRhaWxzIjp7IiRpZCI6IjUwMTUiLCJJZCI6ImY5NWFhYjExLTE2YmEtNGQ5YS1iMjhlLTAwZjlkNDZmNzRhNCIsIlRpdGxlIjoiRnJhbWV3b3JrIiwiQ2F0ZWdvcnkiOjF9LCJGaXJzdFdlZWtPZlllYXIiOjAsIlBsYWNlTWlsZXN0b25lQXRUaGVCZWdpbm5pbmdPZlRoZURheSI6ZmFsc2UsIkRlcGVuZGVuY3lTY2hlZHVsaW5nU2V0dGluZ3MiOnsiJGlkIjoiNTAxNi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dHJ1ZSwiUGxhbm5lZE1vZHVsZUVuYWJsZWQiOmZhbHNlLCJPbGRGaXhlZEludGVydmFsc1JlbmRlcmluZ1N0cmF0ZWd5VXNlZEJlZm9yZSI6ZmFsc2UsIkRlcGVuZGVuY2llcyI6eyJfZGVwZW5kZW5jaWVzIjpbXX19"/>
  <p:tag name="__MASTER" val="__part_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Hid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Hid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7568D7-C102-46A0-946A-CA4EC28BD856}">
  <ds:schemaRefs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D682505-FF36-435E-B045-04B87B8B76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C52F09-F3B1-4540-BAB9-D3307788E6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25546</TotalTime>
  <Words>807</Words>
  <Application>Microsoft Office PowerPoint</Application>
  <PresentationFormat>Widescreen</PresentationFormat>
  <Paragraphs>293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Dosis</vt:lpstr>
      <vt:lpstr>Titillium Web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Velazquez Rico, Dario Ivan</dc:creator>
  <cp:lastModifiedBy>Jesus Perez Castaneda</cp:lastModifiedBy>
  <cp:revision>56</cp:revision>
  <dcterms:created xsi:type="dcterms:W3CDTF">2025-10-02T18:57:31Z</dcterms:created>
  <dcterms:modified xsi:type="dcterms:W3CDTF">2026-04-09T19:12:33Z</dcterms:modified>
</cp:coreProperties>
</file>